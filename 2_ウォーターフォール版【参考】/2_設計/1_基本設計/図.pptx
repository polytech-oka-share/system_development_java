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  <p:sldId id="267" r:id="rId10"/>
    <p:sldId id="268" r:id="rId11"/>
    <p:sldId id="269" r:id="rId12"/>
    <p:sldId id="270" r:id="rId13"/>
    <p:sldId id="266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9008EE4A-0CD5-4045-BC5E-6B4DDFEAF6B3}">
          <p14:sldIdLst>
            <p14:sldId id="256"/>
            <p14:sldId id="257"/>
            <p14:sldId id="258"/>
            <p14:sldId id="259"/>
            <p14:sldId id="261"/>
            <p14:sldId id="263"/>
            <p14:sldId id="264"/>
            <p14:sldId id="265"/>
            <p14:sldId id="267"/>
            <p14:sldId id="268"/>
            <p14:sldId id="269"/>
            <p14:sldId id="270"/>
            <p14:sldId id="266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FFF2C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119C7A-46A8-4F4A-A61C-E1513723E1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D089133-E66A-41BB-8F5E-7D6BC87197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911B1F-915C-4091-96BF-6EFBE6FE1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282F-1D06-4C3A-8D82-7890EB596C09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90D6F54-0358-47FE-B7BD-B8767C654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FE733D-3EFC-4D91-812A-15E752DBC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B0D30-94D3-4FD6-A06D-6B0AB93869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147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730E7F-4313-4AAA-BCA0-B52BD6D0E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817400-1C26-4F68-B888-7A09AFEA5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0F1571-8593-49DF-9FDB-4CE74AD56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282F-1D06-4C3A-8D82-7890EB596C09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E22649-F41E-46D5-8A33-3890AB256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74C58B-6669-4DE6-99BE-0510B4D62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B0D30-94D3-4FD6-A06D-6B0AB93869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6066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4A9E7B-E4DE-4DF4-B144-EFB372C4F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D0D2F3-F0A8-48FA-8F71-0C274E35C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6B5B46-EC16-41E3-BC84-C734DBE46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282F-1D06-4C3A-8D82-7890EB596C09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ABC7C0-7B07-49FB-82B5-FDA45C1DA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9C43EF-DA88-44AF-B37F-0BB327B2E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B0D30-94D3-4FD6-A06D-6B0AB93869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3539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F25BAF-4DA9-47F8-AEED-32D5EE0BE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F418CD-1B58-444D-BB74-0DE4DA6F68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3857681-8BC1-46B3-84CA-7BBD0FD5B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685279D-83C3-41B5-B739-92460EB59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282F-1D06-4C3A-8D82-7890EB596C09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EA8BC4D-7218-47A1-8C7A-29F4595FE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1D73EA4-0910-4153-A9CF-E21520B3C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B0D30-94D3-4FD6-A06D-6B0AB93869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4212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EB63FB-F80E-4D84-A0CA-B2B8671C3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AD13FB-1226-4AB7-8F20-2A9B517DF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5BEC2A5-2534-4296-A981-01C71BABF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2DEB595-3395-4B7D-B73A-43CE8C3BC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94AB151-2C06-46C6-AC1B-569520FCB3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476E0B7-AE0E-4D5B-8B35-6D81219FD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282F-1D06-4C3A-8D82-7890EB596C09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2DA2E56-29A9-4962-BD9E-1907912D1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00BA7D4-79A7-470D-BB02-BEA34822B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B0D30-94D3-4FD6-A06D-6B0AB93869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6406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A77308-673B-44AE-925A-8C6859C57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292573C-3167-486E-9EC4-A1D932812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282F-1D06-4C3A-8D82-7890EB596C09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81AECFD-65F7-46C8-8DB0-653B224F3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748A0D2-7A00-4F5E-A4D4-B1DD24244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B0D30-94D3-4FD6-A06D-6B0AB93869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7638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D731F3F-4E4A-401D-85EB-FC81438A9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282F-1D06-4C3A-8D82-7890EB596C09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7678888-3EC4-4AED-AC3F-F68EBD34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84F5EF7-AECD-490D-98B1-813541D01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B0D30-94D3-4FD6-A06D-6B0AB93869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8381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45FFE5-7852-4389-BA55-8DEC7D9DE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80EFAE-05F0-46F8-B384-97DE76CB5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593B2C2-0BEB-4158-98AC-42899C926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E1958CB-FF28-48A6-9EC1-043CBA0DA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282F-1D06-4C3A-8D82-7890EB596C09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1607A5E-FC80-4F27-B826-FDD613353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55DE234-7DEC-4858-B414-5DB072E66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B0D30-94D3-4FD6-A06D-6B0AB93869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8378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FC9AF9-FCFD-41F1-8E0D-167B513BD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7B16D85-6B5A-43ED-BB98-15EB46B2F0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4B4B2AC-0565-4976-9278-82F7BD71A5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B4242B-A5C9-4B2E-8AF1-EE66A9A8A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282F-1D06-4C3A-8D82-7890EB596C09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185597F-0F6B-4737-AA5B-373D06A1E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9BE3B12-B231-475C-8E45-1F428DD9C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B0D30-94D3-4FD6-A06D-6B0AB93869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9324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BA7C01-6763-4605-AC44-4E38E779C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062AA33-D8E4-4168-BA87-AE4A96C9A5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EC82C1-B508-47BE-AE2C-CDA5B8E79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282F-1D06-4C3A-8D82-7890EB596C09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D82D22-EE2D-4D7A-969B-C52009DAC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A610A4-73EC-40A5-88FE-1D1FED20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B0D30-94D3-4FD6-A06D-6B0AB93869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529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6662020-36FC-4E4B-9343-F3F476ED3E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EDA0725-6B81-4950-B88A-C358F338F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9F6006-1E89-49AE-BABC-27B2E6CCF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282F-1D06-4C3A-8D82-7890EB596C09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12579E-5459-4CDE-B548-48B60FBEF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3CBCC7-8797-499E-9CEA-B540100ED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B0D30-94D3-4FD6-A06D-6B0AB93869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6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25D2509-7F68-4CD1-92E9-56712FA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5140B22-211C-4F73-85E6-5FACAAE23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2A7B1C-DF3E-4D76-852E-BB3A62336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5A282F-1D06-4C3A-8D82-7890EB596C09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24B51A-270B-4F95-A816-2BD2614821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97B374-2A0F-40DB-AB73-E2EB5FF92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B0D30-94D3-4FD6-A06D-6B0AB93869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9108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05EDDF05-2130-4DE0-AA96-926A247AA46D}"/>
              </a:ext>
            </a:extLst>
          </p:cNvPr>
          <p:cNvSpPr/>
          <p:nvPr/>
        </p:nvSpPr>
        <p:spPr>
          <a:xfrm>
            <a:off x="160256" y="391212"/>
            <a:ext cx="5653722" cy="2843868"/>
          </a:xfrm>
          <a:prstGeom prst="rect">
            <a:avLst/>
          </a:prstGeom>
          <a:solidFill>
            <a:srgbClr val="DAE3F3">
              <a:alpha val="1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A6B4764-457B-4A6C-8C5F-B53E052C013E}"/>
              </a:ext>
            </a:extLst>
          </p:cNvPr>
          <p:cNvSpPr/>
          <p:nvPr/>
        </p:nvSpPr>
        <p:spPr>
          <a:xfrm>
            <a:off x="1960776" y="895546"/>
            <a:ext cx="3516198" cy="197020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　　　　　</a:t>
            </a:r>
            <a:r>
              <a:rPr kumimoji="1" lang="ja-JP" altLang="en-US" b="1" dirty="0" err="1"/>
              <a:t>．．．</a:t>
            </a:r>
            <a:endParaRPr kumimoji="1" lang="ja-JP" altLang="en-US" b="1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2FE4886-EE05-4D6A-A775-AFAF5C771C08}"/>
              </a:ext>
            </a:extLst>
          </p:cNvPr>
          <p:cNvSpPr/>
          <p:nvPr/>
        </p:nvSpPr>
        <p:spPr>
          <a:xfrm>
            <a:off x="2130458" y="1018094"/>
            <a:ext cx="754144" cy="1366887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/>
              <a:t>シート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A037E8F-D8EF-4DBA-B8EF-E951864C3DEB}"/>
              </a:ext>
            </a:extLst>
          </p:cNvPr>
          <p:cNvSpPr/>
          <p:nvPr/>
        </p:nvSpPr>
        <p:spPr>
          <a:xfrm>
            <a:off x="3049572" y="1018094"/>
            <a:ext cx="754144" cy="1366887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/>
              <a:t>シート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25DE5DB-997D-4091-824A-1AE39821600F}"/>
              </a:ext>
            </a:extLst>
          </p:cNvPr>
          <p:cNvSpPr/>
          <p:nvPr/>
        </p:nvSpPr>
        <p:spPr>
          <a:xfrm>
            <a:off x="4604994" y="1018094"/>
            <a:ext cx="754144" cy="1366887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/>
              <a:t>シート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6196266-F73E-48B8-A99F-51B78C3F88DD}"/>
              </a:ext>
            </a:extLst>
          </p:cNvPr>
          <p:cNvSpPr txBox="1"/>
          <p:nvPr/>
        </p:nvSpPr>
        <p:spPr>
          <a:xfrm>
            <a:off x="2328421" y="391212"/>
            <a:ext cx="2780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今回は</a:t>
            </a:r>
            <a:r>
              <a:rPr kumimoji="1" lang="en-US" altLang="ja-JP" b="1" dirty="0"/>
              <a:t>1</a:t>
            </a:r>
            <a:r>
              <a:rPr kumimoji="1" lang="ja-JP" altLang="en-US" b="1" dirty="0"/>
              <a:t>ファイルで作成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6649592-0FF1-4BBA-8B49-29E228CD988D}"/>
              </a:ext>
            </a:extLst>
          </p:cNvPr>
          <p:cNvSpPr txBox="1"/>
          <p:nvPr/>
        </p:nvSpPr>
        <p:spPr>
          <a:xfrm>
            <a:off x="2328420" y="2865748"/>
            <a:ext cx="2780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基本設計書</a:t>
            </a:r>
            <a:r>
              <a:rPr kumimoji="1" lang="en-US" altLang="ja-JP" b="1" dirty="0"/>
              <a:t>.xlsx</a:t>
            </a:r>
            <a:endParaRPr kumimoji="1" lang="ja-JP" altLang="en-US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E5D6429-52D3-4F4F-A92B-7AA0E9E6460F}"/>
              </a:ext>
            </a:extLst>
          </p:cNvPr>
          <p:cNvSpPr txBox="1"/>
          <p:nvPr/>
        </p:nvSpPr>
        <p:spPr>
          <a:xfrm>
            <a:off x="2143420" y="2440698"/>
            <a:ext cx="728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/>
              <a:t>UC1</a:t>
            </a:r>
            <a:endParaRPr kumimoji="1" lang="ja-JP" altLang="en-US" b="1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0D75090-4EDB-459F-909E-DAF10F572271}"/>
              </a:ext>
            </a:extLst>
          </p:cNvPr>
          <p:cNvSpPr txBox="1"/>
          <p:nvPr/>
        </p:nvSpPr>
        <p:spPr>
          <a:xfrm>
            <a:off x="3079030" y="2440698"/>
            <a:ext cx="695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/>
              <a:t>UC2</a:t>
            </a:r>
            <a:endParaRPr kumimoji="1" lang="ja-JP" altLang="en-US" b="1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F635951-3A09-486C-A69B-88FC5220C030}"/>
              </a:ext>
            </a:extLst>
          </p:cNvPr>
          <p:cNvSpPr txBox="1"/>
          <p:nvPr/>
        </p:nvSpPr>
        <p:spPr>
          <a:xfrm>
            <a:off x="4634452" y="2440698"/>
            <a:ext cx="695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/>
              <a:t>UC6</a:t>
            </a:r>
            <a:endParaRPr kumimoji="1" lang="ja-JP" altLang="en-US" b="1" dirty="0"/>
          </a:p>
        </p:txBody>
      </p:sp>
      <p:sp>
        <p:nvSpPr>
          <p:cNvPr id="13" name="吹き出し: 角を丸めた四角形 12">
            <a:extLst>
              <a:ext uri="{FF2B5EF4-FFF2-40B4-BE49-F238E27FC236}">
                <a16:creationId xmlns:a16="http://schemas.microsoft.com/office/drawing/2014/main" id="{61EEB95C-6E99-4B13-AF99-CFDC915D9B4D}"/>
              </a:ext>
            </a:extLst>
          </p:cNvPr>
          <p:cNvSpPr/>
          <p:nvPr/>
        </p:nvSpPr>
        <p:spPr>
          <a:xfrm>
            <a:off x="258059" y="760544"/>
            <a:ext cx="1584881" cy="1530170"/>
          </a:xfrm>
          <a:prstGeom prst="wedgeRoundRectCallout">
            <a:avLst>
              <a:gd name="adj1" fmla="val 78371"/>
              <a:gd name="adj2" fmla="val -13153"/>
              <a:gd name="adj3" fmla="val 16667"/>
            </a:avLst>
          </a:prstGeom>
          <a:ln w="28575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b="1" dirty="0"/>
              <a:t>各シートに</a:t>
            </a:r>
            <a:r>
              <a:rPr lang="en-US" altLang="ja-JP" b="1" dirty="0"/>
              <a:t>UC</a:t>
            </a:r>
            <a:r>
              <a:rPr lang="ja-JP" altLang="en-US" b="1" dirty="0"/>
              <a:t>毎の</a:t>
            </a:r>
            <a:endParaRPr lang="en-US" altLang="ja-JP" b="1" dirty="0"/>
          </a:p>
          <a:p>
            <a:pPr algn="ctr"/>
            <a:r>
              <a:rPr lang="ja-JP" altLang="en-US" b="1" dirty="0"/>
              <a:t>表紙や概要</a:t>
            </a:r>
            <a:r>
              <a:rPr lang="en-US" altLang="ja-JP" b="1" dirty="0"/>
              <a:t>UML</a:t>
            </a:r>
            <a:r>
              <a:rPr lang="ja-JP" altLang="en-US" b="1" dirty="0"/>
              <a:t>を作成</a:t>
            </a:r>
            <a:endParaRPr kumimoji="1" lang="ja-JP" altLang="en-US" b="1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54C448A-F062-4B49-BA8C-4541E91E0236}"/>
              </a:ext>
            </a:extLst>
          </p:cNvPr>
          <p:cNvSpPr txBox="1"/>
          <p:nvPr/>
        </p:nvSpPr>
        <p:spPr>
          <a:xfrm>
            <a:off x="7437749" y="391212"/>
            <a:ext cx="4666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実務では</a:t>
            </a:r>
            <a:r>
              <a:rPr kumimoji="1" lang="en-US" altLang="ja-JP" b="1" dirty="0"/>
              <a:t>UC</a:t>
            </a:r>
            <a:r>
              <a:rPr kumimoji="1" lang="ja-JP" altLang="en-US" b="1" dirty="0"/>
              <a:t>毎にファイルを分割が一般的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578385A-8137-4285-A0A1-9A8557EC81F5}"/>
              </a:ext>
            </a:extLst>
          </p:cNvPr>
          <p:cNvSpPr/>
          <p:nvPr/>
        </p:nvSpPr>
        <p:spPr>
          <a:xfrm>
            <a:off x="6219333" y="895546"/>
            <a:ext cx="3516198" cy="197020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　　　  　　　　　　　　　</a:t>
            </a:r>
            <a:r>
              <a:rPr kumimoji="1" lang="ja-JP" altLang="en-US" b="1" dirty="0" err="1"/>
              <a:t>．．．</a:t>
            </a:r>
            <a:endParaRPr kumimoji="1" lang="ja-JP" altLang="en-US" b="1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E33FADB-E8EE-425E-A01B-BA6DDA66287C}"/>
              </a:ext>
            </a:extLst>
          </p:cNvPr>
          <p:cNvSpPr/>
          <p:nvPr/>
        </p:nvSpPr>
        <p:spPr>
          <a:xfrm>
            <a:off x="6389015" y="1018094"/>
            <a:ext cx="754144" cy="1366887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/>
              <a:t>シート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6DA1E14-2630-4B22-A1AA-5600212BE327}"/>
              </a:ext>
            </a:extLst>
          </p:cNvPr>
          <p:cNvSpPr/>
          <p:nvPr/>
        </p:nvSpPr>
        <p:spPr>
          <a:xfrm>
            <a:off x="7308129" y="1018094"/>
            <a:ext cx="754144" cy="1366887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/>
              <a:t>シート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BEADE0C7-196B-465B-969C-047E10BBFCEA}"/>
              </a:ext>
            </a:extLst>
          </p:cNvPr>
          <p:cNvSpPr/>
          <p:nvPr/>
        </p:nvSpPr>
        <p:spPr>
          <a:xfrm>
            <a:off x="8227243" y="1018094"/>
            <a:ext cx="754144" cy="1366887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/>
              <a:t>シート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64E739B-A38A-4F4F-AA97-65FD831B5EC1}"/>
              </a:ext>
            </a:extLst>
          </p:cNvPr>
          <p:cNvSpPr txBox="1"/>
          <p:nvPr/>
        </p:nvSpPr>
        <p:spPr>
          <a:xfrm>
            <a:off x="6586977" y="2865748"/>
            <a:ext cx="2780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/>
              <a:t>UC1.xlsx</a:t>
            </a:r>
            <a:endParaRPr kumimoji="1" lang="ja-JP" altLang="en-US" b="1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48236C3-9D71-47AE-8429-A4073F9DC108}"/>
              </a:ext>
            </a:extLst>
          </p:cNvPr>
          <p:cNvSpPr txBox="1"/>
          <p:nvPr/>
        </p:nvSpPr>
        <p:spPr>
          <a:xfrm>
            <a:off x="6401977" y="2440698"/>
            <a:ext cx="728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表紙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82128C66-EDDA-4887-95BA-E9029DAF6A2E}"/>
              </a:ext>
            </a:extLst>
          </p:cNvPr>
          <p:cNvSpPr txBox="1"/>
          <p:nvPr/>
        </p:nvSpPr>
        <p:spPr>
          <a:xfrm>
            <a:off x="7337587" y="2440698"/>
            <a:ext cx="695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概要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1681ABA-5C74-4118-A4E7-5C9C5C1DEDC7}"/>
              </a:ext>
            </a:extLst>
          </p:cNvPr>
          <p:cNvSpPr txBox="1"/>
          <p:nvPr/>
        </p:nvSpPr>
        <p:spPr>
          <a:xfrm>
            <a:off x="7977430" y="2486865"/>
            <a:ext cx="15259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b="1" dirty="0"/>
              <a:t>アクティビティ図</a:t>
            </a:r>
          </a:p>
        </p:txBody>
      </p:sp>
      <p:pic>
        <p:nvPicPr>
          <p:cNvPr id="33" name="図 32">
            <a:extLst>
              <a:ext uri="{FF2B5EF4-FFF2-40B4-BE49-F238E27FC236}">
                <a16:creationId xmlns:a16="http://schemas.microsoft.com/office/drawing/2014/main" id="{BF7C808F-BC2C-44D3-9E1B-CD243E45A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2921" y="895546"/>
            <a:ext cx="3694496" cy="2444708"/>
          </a:xfrm>
          <a:prstGeom prst="rect">
            <a:avLst/>
          </a:prstGeom>
        </p:spPr>
      </p:pic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C9C329F8-0227-4A3B-96C6-1693C073780D}"/>
              </a:ext>
            </a:extLst>
          </p:cNvPr>
          <p:cNvSpPr/>
          <p:nvPr/>
        </p:nvSpPr>
        <p:spPr>
          <a:xfrm>
            <a:off x="5844617" y="391212"/>
            <a:ext cx="7692273" cy="2843868"/>
          </a:xfrm>
          <a:prstGeom prst="rect">
            <a:avLst/>
          </a:prstGeom>
          <a:solidFill>
            <a:schemeClr val="accent4">
              <a:lumMod val="20000"/>
              <a:lumOff val="80000"/>
              <a:alpha val="180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1901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3615EB45-0FEB-4859-869C-F1C7EBA15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868" y="2109307"/>
            <a:ext cx="10784264" cy="238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124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4FE67C29-D4AA-47A5-9706-8CBC6DE0D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22" y="1100579"/>
            <a:ext cx="2676525" cy="3810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734F006-9E23-49E7-BE2F-30251D863843}"/>
              </a:ext>
            </a:extLst>
          </p:cNvPr>
          <p:cNvSpPr txBox="1"/>
          <p:nvPr/>
        </p:nvSpPr>
        <p:spPr>
          <a:xfrm>
            <a:off x="575033" y="4845220"/>
            <a:ext cx="32711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dirty="0"/>
              <a:t>ユーザー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38F4D6E-838F-4559-B63A-1105842E82BA}"/>
              </a:ext>
            </a:extLst>
          </p:cNvPr>
          <p:cNvSpPr/>
          <p:nvPr/>
        </p:nvSpPr>
        <p:spPr>
          <a:xfrm>
            <a:off x="4374037" y="1100579"/>
            <a:ext cx="7173798" cy="423342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A8A7E56-E58A-4A9D-AA8E-424AA2F1B438}"/>
              </a:ext>
            </a:extLst>
          </p:cNvPr>
          <p:cNvSpPr/>
          <p:nvPr/>
        </p:nvSpPr>
        <p:spPr>
          <a:xfrm>
            <a:off x="4647414" y="1291472"/>
            <a:ext cx="3591613" cy="38461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200" b="1" dirty="0"/>
              <a:t>システム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C0E0155-07FA-4972-8FFE-362E0F4A8257}"/>
              </a:ext>
            </a:extLst>
          </p:cNvPr>
          <p:cNvSpPr/>
          <p:nvPr/>
        </p:nvSpPr>
        <p:spPr>
          <a:xfrm>
            <a:off x="8512405" y="1291472"/>
            <a:ext cx="2884602" cy="384613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200" b="1" dirty="0"/>
              <a:t>リポジトリ</a:t>
            </a:r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37A9AE54-2BBC-4C93-AF1A-D1E680766844}"/>
              </a:ext>
            </a:extLst>
          </p:cNvPr>
          <p:cNvSpPr/>
          <p:nvPr/>
        </p:nvSpPr>
        <p:spPr>
          <a:xfrm>
            <a:off x="2978871" y="2012779"/>
            <a:ext cx="1932494" cy="34392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934062A4-996C-42C8-9088-CFC345C3CA0E}"/>
              </a:ext>
            </a:extLst>
          </p:cNvPr>
          <p:cNvSpPr/>
          <p:nvPr/>
        </p:nvSpPr>
        <p:spPr>
          <a:xfrm rot="10800000">
            <a:off x="2978871" y="3981883"/>
            <a:ext cx="1932494" cy="34392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DD27D5A0-3A93-4965-9C9C-8EE4008918AB}"/>
              </a:ext>
            </a:extLst>
          </p:cNvPr>
          <p:cNvSpPr/>
          <p:nvPr/>
        </p:nvSpPr>
        <p:spPr>
          <a:xfrm rot="10800000">
            <a:off x="7800683" y="3981881"/>
            <a:ext cx="1060513" cy="34392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E12C1F42-7900-439F-B7DB-C38D7C8918C2}"/>
              </a:ext>
            </a:extLst>
          </p:cNvPr>
          <p:cNvSpPr/>
          <p:nvPr/>
        </p:nvSpPr>
        <p:spPr>
          <a:xfrm>
            <a:off x="7800683" y="2012778"/>
            <a:ext cx="1060513" cy="34392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B5FFA5E-F2C9-4CBA-BA8E-5D66B845ABEF}"/>
              </a:ext>
            </a:extLst>
          </p:cNvPr>
          <p:cNvSpPr txBox="1"/>
          <p:nvPr/>
        </p:nvSpPr>
        <p:spPr>
          <a:xfrm>
            <a:off x="3028800" y="1572324"/>
            <a:ext cx="1786725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/>
              <a:t>各項目を入力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C6EDF6A-7F2F-4DA6-819B-E850DB13E77C}"/>
              </a:ext>
            </a:extLst>
          </p:cNvPr>
          <p:cNvSpPr txBox="1"/>
          <p:nvPr/>
        </p:nvSpPr>
        <p:spPr>
          <a:xfrm>
            <a:off x="5462661" y="1830795"/>
            <a:ext cx="1786725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/>
              <a:t>入力内容を</a:t>
            </a:r>
            <a:endParaRPr kumimoji="1" lang="en-US" altLang="ja-JP" sz="2000" b="1" dirty="0"/>
          </a:p>
          <a:p>
            <a:pPr algn="ctr"/>
            <a:r>
              <a:rPr lang="ja-JP" altLang="en-US" sz="2000" b="1" dirty="0"/>
              <a:t>チェック</a:t>
            </a:r>
            <a:endParaRPr kumimoji="1" lang="ja-JP" altLang="en-US" sz="2000" b="1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438419F-B793-4C17-9EEE-975A51D75922}"/>
              </a:ext>
            </a:extLst>
          </p:cNvPr>
          <p:cNvSpPr txBox="1"/>
          <p:nvPr/>
        </p:nvSpPr>
        <p:spPr>
          <a:xfrm>
            <a:off x="7437576" y="1524000"/>
            <a:ext cx="1786725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/>
              <a:t>保存を依頼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5343CAC-E5B4-4793-B215-34D81B0BA2C8}"/>
              </a:ext>
            </a:extLst>
          </p:cNvPr>
          <p:cNvSpPr txBox="1"/>
          <p:nvPr/>
        </p:nvSpPr>
        <p:spPr>
          <a:xfrm>
            <a:off x="7437576" y="4384595"/>
            <a:ext cx="1786725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/>
              <a:t>保存完了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FFC27BE-8A7E-4089-8CF3-3C65BB9307DA}"/>
              </a:ext>
            </a:extLst>
          </p:cNvPr>
          <p:cNvSpPr txBox="1"/>
          <p:nvPr/>
        </p:nvSpPr>
        <p:spPr>
          <a:xfrm>
            <a:off x="3252515" y="4337461"/>
            <a:ext cx="1539098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/>
              <a:t>メッセージ</a:t>
            </a:r>
            <a:endParaRPr kumimoji="1" lang="en-US" altLang="ja-JP" sz="2000" b="1" dirty="0"/>
          </a:p>
          <a:p>
            <a:pPr algn="ctr"/>
            <a:r>
              <a:rPr kumimoji="1" lang="ja-JP" altLang="en-US" sz="2000" b="1" dirty="0"/>
              <a:t>を表示</a:t>
            </a:r>
          </a:p>
        </p:txBody>
      </p:sp>
    </p:spTree>
    <p:extLst>
      <p:ext uri="{BB962C8B-B14F-4D97-AF65-F5344CB8AC3E}">
        <p14:creationId xmlns:p14="http://schemas.microsoft.com/office/powerpoint/2010/main" val="1467811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001BC126-EDFD-4A12-ADEE-9A7136835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0404" y="2538307"/>
            <a:ext cx="7651616" cy="316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68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CFF651E-CB44-4E32-95D6-6A106E5ADDF4}"/>
              </a:ext>
            </a:extLst>
          </p:cNvPr>
          <p:cNvSpPr/>
          <p:nvPr/>
        </p:nvSpPr>
        <p:spPr>
          <a:xfrm>
            <a:off x="4647414" y="1291472"/>
            <a:ext cx="3591613" cy="38461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200" b="1" dirty="0"/>
              <a:t>システム</a:t>
            </a:r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B01E37B6-B68B-41C4-82F7-6A13588F725B}"/>
              </a:ext>
            </a:extLst>
          </p:cNvPr>
          <p:cNvSpPr/>
          <p:nvPr/>
        </p:nvSpPr>
        <p:spPr>
          <a:xfrm>
            <a:off x="2978871" y="2012779"/>
            <a:ext cx="1932494" cy="34392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B531C7C1-22BC-420C-8985-4423948A243F}"/>
              </a:ext>
            </a:extLst>
          </p:cNvPr>
          <p:cNvSpPr/>
          <p:nvPr/>
        </p:nvSpPr>
        <p:spPr>
          <a:xfrm rot="10800000">
            <a:off x="2978871" y="3981883"/>
            <a:ext cx="1932494" cy="34392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48BD9989-023E-4483-AEFD-E19A4228BCDB}"/>
              </a:ext>
            </a:extLst>
          </p:cNvPr>
          <p:cNvSpPr/>
          <p:nvPr/>
        </p:nvSpPr>
        <p:spPr>
          <a:xfrm rot="10800000">
            <a:off x="7800683" y="3981881"/>
            <a:ext cx="1060513" cy="34392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56AA4E2F-9F44-4CCB-A7FE-B42D3F33B6CB}"/>
              </a:ext>
            </a:extLst>
          </p:cNvPr>
          <p:cNvSpPr/>
          <p:nvPr/>
        </p:nvSpPr>
        <p:spPr>
          <a:xfrm>
            <a:off x="7800683" y="2012778"/>
            <a:ext cx="1060513" cy="34392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52405A2-62F1-4693-A2B3-8F6345693588}"/>
              </a:ext>
            </a:extLst>
          </p:cNvPr>
          <p:cNvSpPr txBox="1"/>
          <p:nvPr/>
        </p:nvSpPr>
        <p:spPr>
          <a:xfrm>
            <a:off x="3028800" y="1572324"/>
            <a:ext cx="1786725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/>
              <a:t>各項目を入力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88802D2-439E-49FD-A1F7-4451024283F0}"/>
              </a:ext>
            </a:extLst>
          </p:cNvPr>
          <p:cNvSpPr txBox="1"/>
          <p:nvPr/>
        </p:nvSpPr>
        <p:spPr>
          <a:xfrm>
            <a:off x="5462661" y="1830795"/>
            <a:ext cx="1786725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/>
              <a:t>入力内容を</a:t>
            </a:r>
            <a:endParaRPr kumimoji="1" lang="en-US" altLang="ja-JP" sz="2000" b="1" dirty="0"/>
          </a:p>
          <a:p>
            <a:pPr algn="ctr"/>
            <a:r>
              <a:rPr lang="ja-JP" altLang="en-US" sz="2000" b="1" dirty="0"/>
              <a:t>チェック</a:t>
            </a:r>
            <a:endParaRPr kumimoji="1" lang="ja-JP" altLang="en-US" sz="2000" b="1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D1DB26B-3176-47AE-962E-75C78E376BC1}"/>
              </a:ext>
            </a:extLst>
          </p:cNvPr>
          <p:cNvSpPr txBox="1"/>
          <p:nvPr/>
        </p:nvSpPr>
        <p:spPr>
          <a:xfrm>
            <a:off x="7437576" y="1524000"/>
            <a:ext cx="1786725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/>
              <a:t>保存を依頼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BA9D2EE-2DC8-4F74-950A-48A6C2EDFCD3}"/>
              </a:ext>
            </a:extLst>
          </p:cNvPr>
          <p:cNvSpPr txBox="1"/>
          <p:nvPr/>
        </p:nvSpPr>
        <p:spPr>
          <a:xfrm>
            <a:off x="7437576" y="4384595"/>
            <a:ext cx="1786725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/>
              <a:t>保存完了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F986EC3-0DAE-4973-A456-BBE03D090A03}"/>
              </a:ext>
            </a:extLst>
          </p:cNvPr>
          <p:cNvSpPr txBox="1"/>
          <p:nvPr/>
        </p:nvSpPr>
        <p:spPr>
          <a:xfrm>
            <a:off x="3252515" y="4337461"/>
            <a:ext cx="1539098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/>
              <a:t>メッセージ</a:t>
            </a:r>
            <a:endParaRPr kumimoji="1" lang="en-US" altLang="ja-JP" sz="2000" b="1" dirty="0"/>
          </a:p>
          <a:p>
            <a:pPr algn="ctr"/>
            <a:r>
              <a:rPr kumimoji="1" lang="ja-JP" altLang="en-US" sz="2000" b="1" dirty="0"/>
              <a:t>を表示</a:t>
            </a:r>
          </a:p>
        </p:txBody>
      </p:sp>
    </p:spTree>
    <p:extLst>
      <p:ext uri="{BB962C8B-B14F-4D97-AF65-F5344CB8AC3E}">
        <p14:creationId xmlns:p14="http://schemas.microsoft.com/office/powerpoint/2010/main" val="2955670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5482759-2D6D-401D-84B0-473EFBA7958C}"/>
              </a:ext>
            </a:extLst>
          </p:cNvPr>
          <p:cNvSpPr/>
          <p:nvPr/>
        </p:nvSpPr>
        <p:spPr>
          <a:xfrm>
            <a:off x="3836710" y="1291472"/>
            <a:ext cx="5213022" cy="38461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3200" b="1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6CB9AFF-997B-48F8-A95C-192E07682276}"/>
              </a:ext>
            </a:extLst>
          </p:cNvPr>
          <p:cNvSpPr txBox="1"/>
          <p:nvPr/>
        </p:nvSpPr>
        <p:spPr>
          <a:xfrm>
            <a:off x="4460449" y="717887"/>
            <a:ext cx="32711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dirty="0"/>
              <a:t>システム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44D69EB-97E0-46B9-9EA5-0C8A9CD58E77}"/>
              </a:ext>
            </a:extLst>
          </p:cNvPr>
          <p:cNvSpPr/>
          <p:nvPr/>
        </p:nvSpPr>
        <p:spPr>
          <a:xfrm>
            <a:off x="3976453" y="1395167"/>
            <a:ext cx="1646982" cy="3650179"/>
          </a:xfrm>
          <a:prstGeom prst="rect">
            <a:avLst/>
          </a:prstGeom>
          <a:solidFill>
            <a:srgbClr val="FFF2CC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ユーザーとのやり取り担当</a:t>
            </a:r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17DF30C1-CEED-4307-8FF9-AC54E10C5B6C}"/>
              </a:ext>
            </a:extLst>
          </p:cNvPr>
          <p:cNvSpPr/>
          <p:nvPr/>
        </p:nvSpPr>
        <p:spPr>
          <a:xfrm>
            <a:off x="2540525" y="2012778"/>
            <a:ext cx="1836654" cy="34392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782E2181-3644-42A9-883E-91B265E79D7C}"/>
              </a:ext>
            </a:extLst>
          </p:cNvPr>
          <p:cNvSpPr/>
          <p:nvPr/>
        </p:nvSpPr>
        <p:spPr>
          <a:xfrm rot="10800000">
            <a:off x="2540525" y="3981882"/>
            <a:ext cx="1932494" cy="34392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DB1D92A-D8D2-466C-82EE-06C844233081}"/>
              </a:ext>
            </a:extLst>
          </p:cNvPr>
          <p:cNvSpPr txBox="1"/>
          <p:nvPr/>
        </p:nvSpPr>
        <p:spPr>
          <a:xfrm>
            <a:off x="2590454" y="1572323"/>
            <a:ext cx="1786725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/>
              <a:t>各項目を入力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859D860-632D-4E3A-8E1B-8976B0384278}"/>
              </a:ext>
            </a:extLst>
          </p:cNvPr>
          <p:cNvSpPr txBox="1"/>
          <p:nvPr/>
        </p:nvSpPr>
        <p:spPr>
          <a:xfrm>
            <a:off x="2814169" y="4337460"/>
            <a:ext cx="1539098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/>
              <a:t>メッセージ</a:t>
            </a:r>
            <a:endParaRPr kumimoji="1" lang="en-US" altLang="ja-JP" sz="2000" b="1" dirty="0"/>
          </a:p>
          <a:p>
            <a:pPr algn="ctr"/>
            <a:r>
              <a:rPr kumimoji="1" lang="ja-JP" altLang="en-US" sz="2000" b="1" dirty="0"/>
              <a:t>を表示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9AE51F0-A4A5-464F-9886-A977BFEE8CB4}"/>
              </a:ext>
            </a:extLst>
          </p:cNvPr>
          <p:cNvSpPr/>
          <p:nvPr/>
        </p:nvSpPr>
        <p:spPr>
          <a:xfrm>
            <a:off x="6268825" y="1395167"/>
            <a:ext cx="2696066" cy="36501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その他の処理担当</a:t>
            </a:r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EFBA97FF-2F43-4DEF-A549-438C83B8D83B}"/>
              </a:ext>
            </a:extLst>
          </p:cNvPr>
          <p:cNvSpPr/>
          <p:nvPr/>
        </p:nvSpPr>
        <p:spPr>
          <a:xfrm rot="10800000">
            <a:off x="8602135" y="3947595"/>
            <a:ext cx="1060513" cy="34392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8CB05856-1D59-486F-8F28-62536607E504}"/>
              </a:ext>
            </a:extLst>
          </p:cNvPr>
          <p:cNvSpPr/>
          <p:nvPr/>
        </p:nvSpPr>
        <p:spPr>
          <a:xfrm>
            <a:off x="8602135" y="1978492"/>
            <a:ext cx="1060513" cy="34392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2496D0D-1EA8-40BE-8A2B-3F7891AE548C}"/>
              </a:ext>
            </a:extLst>
          </p:cNvPr>
          <p:cNvSpPr txBox="1"/>
          <p:nvPr/>
        </p:nvSpPr>
        <p:spPr>
          <a:xfrm>
            <a:off x="6367462" y="1535881"/>
            <a:ext cx="1786725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/>
              <a:t>入力内容を</a:t>
            </a:r>
            <a:endParaRPr kumimoji="1" lang="en-US" altLang="ja-JP" sz="2000" b="1" dirty="0"/>
          </a:p>
          <a:p>
            <a:pPr algn="ctr"/>
            <a:r>
              <a:rPr lang="ja-JP" altLang="en-US" sz="2000" b="1" dirty="0"/>
              <a:t>チェック</a:t>
            </a:r>
            <a:endParaRPr kumimoji="1" lang="ja-JP" altLang="en-US" sz="2000" b="1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D807CDD-DECD-4405-AA84-61D49430A4FE}"/>
              </a:ext>
            </a:extLst>
          </p:cNvPr>
          <p:cNvSpPr txBox="1"/>
          <p:nvPr/>
        </p:nvSpPr>
        <p:spPr>
          <a:xfrm>
            <a:off x="8239028" y="1489714"/>
            <a:ext cx="1786725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/>
              <a:t>保存を依頼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29059FA-9E8D-4132-815D-3BD24E963309}"/>
              </a:ext>
            </a:extLst>
          </p:cNvPr>
          <p:cNvSpPr txBox="1"/>
          <p:nvPr/>
        </p:nvSpPr>
        <p:spPr>
          <a:xfrm>
            <a:off x="8239028" y="4350309"/>
            <a:ext cx="1786725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/>
              <a:t>保存完了</a:t>
            </a:r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FAD5EA5F-F6B6-4AD8-AC2D-F04DDD099BFA}"/>
              </a:ext>
            </a:extLst>
          </p:cNvPr>
          <p:cNvSpPr/>
          <p:nvPr/>
        </p:nvSpPr>
        <p:spPr>
          <a:xfrm>
            <a:off x="5415873" y="1930357"/>
            <a:ext cx="1060514" cy="34392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矢印: 右 17">
            <a:extLst>
              <a:ext uri="{FF2B5EF4-FFF2-40B4-BE49-F238E27FC236}">
                <a16:creationId xmlns:a16="http://schemas.microsoft.com/office/drawing/2014/main" id="{90055883-752D-4C83-AA44-E534C2A39517}"/>
              </a:ext>
            </a:extLst>
          </p:cNvPr>
          <p:cNvSpPr/>
          <p:nvPr/>
        </p:nvSpPr>
        <p:spPr>
          <a:xfrm rot="10800000">
            <a:off x="5415874" y="3981882"/>
            <a:ext cx="1060513" cy="34392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EA13E9B-6327-4833-8F03-69D9028D3B7A}"/>
              </a:ext>
            </a:extLst>
          </p:cNvPr>
          <p:cNvSpPr txBox="1"/>
          <p:nvPr/>
        </p:nvSpPr>
        <p:spPr>
          <a:xfrm>
            <a:off x="4804947" y="1375214"/>
            <a:ext cx="1271693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/>
              <a:t>入力内容</a:t>
            </a:r>
            <a:endParaRPr kumimoji="1" lang="en-US" altLang="ja-JP" sz="2000" b="1" dirty="0"/>
          </a:p>
          <a:p>
            <a:pPr algn="ctr"/>
            <a:r>
              <a:rPr kumimoji="1" lang="ja-JP" altLang="en-US" sz="2000" b="1" dirty="0"/>
              <a:t>を渡す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B5AE8E9-EEE1-4C38-AA63-693B56DD40B7}"/>
              </a:ext>
            </a:extLst>
          </p:cNvPr>
          <p:cNvSpPr txBox="1"/>
          <p:nvPr/>
        </p:nvSpPr>
        <p:spPr>
          <a:xfrm>
            <a:off x="5806370" y="4301981"/>
            <a:ext cx="1709024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sz="2000" b="1" dirty="0"/>
              <a:t>メッセージを出すよう命令</a:t>
            </a:r>
            <a:endParaRPr kumimoji="1" lang="ja-JP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614081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7AB7266-0143-4A18-900E-6A0C8FC53429}"/>
              </a:ext>
            </a:extLst>
          </p:cNvPr>
          <p:cNvSpPr/>
          <p:nvPr/>
        </p:nvSpPr>
        <p:spPr>
          <a:xfrm>
            <a:off x="2166247" y="1291472"/>
            <a:ext cx="6883485" cy="38461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3200" b="1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1B605AA-B4C4-41F3-8050-3CC12D3D6E50}"/>
              </a:ext>
            </a:extLst>
          </p:cNvPr>
          <p:cNvSpPr txBox="1"/>
          <p:nvPr/>
        </p:nvSpPr>
        <p:spPr>
          <a:xfrm>
            <a:off x="3645857" y="706774"/>
            <a:ext cx="32711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dirty="0"/>
              <a:t>システム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200D646-52CB-4FB5-BB64-DE47E25F3D30}"/>
              </a:ext>
            </a:extLst>
          </p:cNvPr>
          <p:cNvSpPr/>
          <p:nvPr/>
        </p:nvSpPr>
        <p:spPr>
          <a:xfrm>
            <a:off x="2288563" y="1375214"/>
            <a:ext cx="1646982" cy="3650179"/>
          </a:xfrm>
          <a:prstGeom prst="rect">
            <a:avLst/>
          </a:prstGeom>
          <a:solidFill>
            <a:srgbClr val="FFF2CC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ユーザーとのやり取り担当</a:t>
            </a: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1326A27A-CE1F-4D78-B73F-6F93964C4340}"/>
              </a:ext>
            </a:extLst>
          </p:cNvPr>
          <p:cNvSpPr/>
          <p:nvPr/>
        </p:nvSpPr>
        <p:spPr>
          <a:xfrm>
            <a:off x="785481" y="1978492"/>
            <a:ext cx="1836654" cy="34392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D7CDE8E8-833B-4EF8-BD21-C09EEA2A6A0C}"/>
              </a:ext>
            </a:extLst>
          </p:cNvPr>
          <p:cNvSpPr/>
          <p:nvPr/>
        </p:nvSpPr>
        <p:spPr>
          <a:xfrm rot="10800000">
            <a:off x="785481" y="3947596"/>
            <a:ext cx="1932494" cy="34392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5872DED-FCAC-4CE2-BDDF-970D3CBCE5CB}"/>
              </a:ext>
            </a:extLst>
          </p:cNvPr>
          <p:cNvSpPr txBox="1"/>
          <p:nvPr/>
        </p:nvSpPr>
        <p:spPr>
          <a:xfrm>
            <a:off x="835410" y="1538037"/>
            <a:ext cx="1786725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/>
              <a:t>各項目を入力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0E3E9AA-0EC9-488E-B335-A1D78B495D33}"/>
              </a:ext>
            </a:extLst>
          </p:cNvPr>
          <p:cNvSpPr txBox="1"/>
          <p:nvPr/>
        </p:nvSpPr>
        <p:spPr>
          <a:xfrm>
            <a:off x="1059125" y="4303174"/>
            <a:ext cx="1539098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/>
              <a:t>メッセージ</a:t>
            </a:r>
            <a:endParaRPr kumimoji="1" lang="en-US" altLang="ja-JP" sz="2000" b="1" dirty="0"/>
          </a:p>
          <a:p>
            <a:pPr algn="ctr"/>
            <a:r>
              <a:rPr kumimoji="1" lang="ja-JP" altLang="en-US" sz="2000" b="1" dirty="0"/>
              <a:t>を表示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421435E-6354-4F1E-B9AC-40B02DB4E090}"/>
              </a:ext>
            </a:extLst>
          </p:cNvPr>
          <p:cNvSpPr/>
          <p:nvPr/>
        </p:nvSpPr>
        <p:spPr>
          <a:xfrm>
            <a:off x="4342690" y="1390740"/>
            <a:ext cx="2024772" cy="36501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ビジネスロジック担当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50A12DF-787C-4106-AF66-3DDEE2179B1D}"/>
              </a:ext>
            </a:extLst>
          </p:cNvPr>
          <p:cNvSpPr txBox="1"/>
          <p:nvPr/>
        </p:nvSpPr>
        <p:spPr>
          <a:xfrm>
            <a:off x="4441604" y="1708810"/>
            <a:ext cx="1786725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/>
              <a:t>入力内容を</a:t>
            </a:r>
            <a:endParaRPr kumimoji="1" lang="en-US" altLang="ja-JP" sz="2000" b="1" dirty="0"/>
          </a:p>
          <a:p>
            <a:pPr algn="ctr"/>
            <a:r>
              <a:rPr lang="ja-JP" altLang="en-US" sz="2000" b="1" dirty="0"/>
              <a:t>チェック</a:t>
            </a:r>
            <a:endParaRPr kumimoji="1" lang="ja-JP" altLang="en-US" sz="2000" b="1" dirty="0"/>
          </a:p>
        </p:txBody>
      </p:sp>
      <p:sp>
        <p:nvSpPr>
          <p:cNvPr id="18" name="矢印: 右 17">
            <a:extLst>
              <a:ext uri="{FF2B5EF4-FFF2-40B4-BE49-F238E27FC236}">
                <a16:creationId xmlns:a16="http://schemas.microsoft.com/office/drawing/2014/main" id="{D94A6F0C-6021-4425-97BD-23F5837A9DA4}"/>
              </a:ext>
            </a:extLst>
          </p:cNvPr>
          <p:cNvSpPr/>
          <p:nvPr/>
        </p:nvSpPr>
        <p:spPr>
          <a:xfrm>
            <a:off x="3626172" y="1945883"/>
            <a:ext cx="1060514" cy="34392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矢印: 右 18">
            <a:extLst>
              <a:ext uri="{FF2B5EF4-FFF2-40B4-BE49-F238E27FC236}">
                <a16:creationId xmlns:a16="http://schemas.microsoft.com/office/drawing/2014/main" id="{F4A4434C-85A6-4505-AEC6-439EDEAE9A83}"/>
              </a:ext>
            </a:extLst>
          </p:cNvPr>
          <p:cNvSpPr/>
          <p:nvPr/>
        </p:nvSpPr>
        <p:spPr>
          <a:xfrm rot="10800000">
            <a:off x="3626173" y="3997408"/>
            <a:ext cx="1060513" cy="34392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7EB6E57-F767-43B4-BBBF-E27775287166}"/>
              </a:ext>
            </a:extLst>
          </p:cNvPr>
          <p:cNvSpPr txBox="1"/>
          <p:nvPr/>
        </p:nvSpPr>
        <p:spPr>
          <a:xfrm>
            <a:off x="3015246" y="1390740"/>
            <a:ext cx="1271693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/>
              <a:t>入力内容</a:t>
            </a:r>
            <a:endParaRPr kumimoji="1" lang="en-US" altLang="ja-JP" sz="2000" b="1" dirty="0"/>
          </a:p>
          <a:p>
            <a:pPr algn="ctr"/>
            <a:r>
              <a:rPr kumimoji="1" lang="ja-JP" altLang="en-US" sz="2000" b="1" dirty="0"/>
              <a:t>を渡す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B50C90A-A6EC-473D-B1E2-6AF4BB83D9C6}"/>
              </a:ext>
            </a:extLst>
          </p:cNvPr>
          <p:cNvSpPr txBox="1"/>
          <p:nvPr/>
        </p:nvSpPr>
        <p:spPr>
          <a:xfrm>
            <a:off x="4016669" y="4317507"/>
            <a:ext cx="1709024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sz="2000" b="1" dirty="0"/>
              <a:t>メッセージを出すよう命令</a:t>
            </a:r>
            <a:endParaRPr kumimoji="1" lang="ja-JP" altLang="en-US" sz="2000" b="1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5F19A76-D0C7-4C25-9E73-3A9FA261E5A0}"/>
              </a:ext>
            </a:extLst>
          </p:cNvPr>
          <p:cNvSpPr/>
          <p:nvPr/>
        </p:nvSpPr>
        <p:spPr>
          <a:xfrm>
            <a:off x="7056529" y="1390740"/>
            <a:ext cx="1801057" cy="36501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リポジトリとの</a:t>
            </a:r>
            <a:endParaRPr kumimoji="1" lang="en-US" altLang="ja-JP" b="1" dirty="0"/>
          </a:p>
          <a:p>
            <a:pPr algn="ctr"/>
            <a:r>
              <a:rPr kumimoji="1" lang="ja-JP" altLang="en-US" b="1" dirty="0"/>
              <a:t>やり取り担当</a:t>
            </a:r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B9218643-E671-41C3-9101-34EAE704C6CD}"/>
              </a:ext>
            </a:extLst>
          </p:cNvPr>
          <p:cNvSpPr/>
          <p:nvPr/>
        </p:nvSpPr>
        <p:spPr>
          <a:xfrm rot="10800000">
            <a:off x="8602135" y="3947595"/>
            <a:ext cx="1060513" cy="34392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B121D9A8-F77A-4A3A-85F7-5B3109CA8334}"/>
              </a:ext>
            </a:extLst>
          </p:cNvPr>
          <p:cNvSpPr/>
          <p:nvPr/>
        </p:nvSpPr>
        <p:spPr>
          <a:xfrm>
            <a:off x="8602135" y="1978492"/>
            <a:ext cx="1060513" cy="34392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4907E81-DCF4-4B13-BD06-3812DBCDEEF4}"/>
              </a:ext>
            </a:extLst>
          </p:cNvPr>
          <p:cNvSpPr txBox="1"/>
          <p:nvPr/>
        </p:nvSpPr>
        <p:spPr>
          <a:xfrm>
            <a:off x="8239028" y="1489714"/>
            <a:ext cx="1786725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/>
              <a:t>保存を依頼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BD2707C-949F-4AB9-B4C2-3DBA4592A2F5}"/>
              </a:ext>
            </a:extLst>
          </p:cNvPr>
          <p:cNvSpPr txBox="1"/>
          <p:nvPr/>
        </p:nvSpPr>
        <p:spPr>
          <a:xfrm>
            <a:off x="8239028" y="4350309"/>
            <a:ext cx="1786725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/>
              <a:t>保存完了</a:t>
            </a:r>
          </a:p>
        </p:txBody>
      </p:sp>
      <p:sp>
        <p:nvSpPr>
          <p:cNvPr id="23" name="矢印: 右 22">
            <a:extLst>
              <a:ext uri="{FF2B5EF4-FFF2-40B4-BE49-F238E27FC236}">
                <a16:creationId xmlns:a16="http://schemas.microsoft.com/office/drawing/2014/main" id="{E08C5D3A-DE2A-417A-92B1-4884FF04BE62}"/>
              </a:ext>
            </a:extLst>
          </p:cNvPr>
          <p:cNvSpPr/>
          <p:nvPr/>
        </p:nvSpPr>
        <p:spPr>
          <a:xfrm>
            <a:off x="6320981" y="1995843"/>
            <a:ext cx="1060514" cy="34392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EEDBCC1-54CA-4882-AF4C-00DF96470E51}"/>
              </a:ext>
            </a:extLst>
          </p:cNvPr>
          <p:cNvSpPr txBox="1"/>
          <p:nvPr/>
        </p:nvSpPr>
        <p:spPr>
          <a:xfrm>
            <a:off x="6220124" y="1287957"/>
            <a:ext cx="1271693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/>
              <a:t>データを渡す</a:t>
            </a:r>
          </a:p>
        </p:txBody>
      </p:sp>
      <p:sp>
        <p:nvSpPr>
          <p:cNvPr id="25" name="矢印: 右 24">
            <a:extLst>
              <a:ext uri="{FF2B5EF4-FFF2-40B4-BE49-F238E27FC236}">
                <a16:creationId xmlns:a16="http://schemas.microsoft.com/office/drawing/2014/main" id="{5DE2B497-A6C0-4108-A504-7E8BC099C3C5}"/>
              </a:ext>
            </a:extLst>
          </p:cNvPr>
          <p:cNvSpPr/>
          <p:nvPr/>
        </p:nvSpPr>
        <p:spPr>
          <a:xfrm rot="10800000">
            <a:off x="6244350" y="4006388"/>
            <a:ext cx="1060514" cy="34392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70FB105-310F-4204-843E-3BC991523CB0}"/>
              </a:ext>
            </a:extLst>
          </p:cNvPr>
          <p:cNvSpPr txBox="1"/>
          <p:nvPr/>
        </p:nvSpPr>
        <p:spPr>
          <a:xfrm>
            <a:off x="6354419" y="4379526"/>
            <a:ext cx="1271693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/>
              <a:t>保存の</a:t>
            </a:r>
            <a:endParaRPr kumimoji="1" lang="en-US" altLang="ja-JP" sz="2000" b="1" dirty="0"/>
          </a:p>
          <a:p>
            <a:pPr algn="ctr"/>
            <a:r>
              <a:rPr kumimoji="1" lang="ja-JP" altLang="en-US" sz="2000" b="1" dirty="0"/>
              <a:t>成否</a:t>
            </a:r>
          </a:p>
        </p:txBody>
      </p:sp>
    </p:spTree>
    <p:extLst>
      <p:ext uri="{BB962C8B-B14F-4D97-AF65-F5344CB8AC3E}">
        <p14:creationId xmlns:p14="http://schemas.microsoft.com/office/powerpoint/2010/main" val="2379723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554A4665-EA5B-42FC-9A86-A78CF387641C}"/>
              </a:ext>
            </a:extLst>
          </p:cNvPr>
          <p:cNvSpPr/>
          <p:nvPr/>
        </p:nvSpPr>
        <p:spPr>
          <a:xfrm>
            <a:off x="2878847" y="1309415"/>
            <a:ext cx="6883485" cy="38461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3200" b="1" dirty="0"/>
          </a:p>
        </p:txBody>
      </p:sp>
      <p:sp>
        <p:nvSpPr>
          <p:cNvPr id="16" name="六角形 15">
            <a:extLst>
              <a:ext uri="{FF2B5EF4-FFF2-40B4-BE49-F238E27FC236}">
                <a16:creationId xmlns:a16="http://schemas.microsoft.com/office/drawing/2014/main" id="{E62C5ED9-08D6-4BF6-9A75-97F40AC8DC96}"/>
              </a:ext>
            </a:extLst>
          </p:cNvPr>
          <p:cNvSpPr/>
          <p:nvPr/>
        </p:nvSpPr>
        <p:spPr>
          <a:xfrm>
            <a:off x="4828674" y="2085473"/>
            <a:ext cx="3033252" cy="2294021"/>
          </a:xfrm>
          <a:prstGeom prst="hexagon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/>
              <a:t>入力チェック</a:t>
            </a:r>
            <a:endParaRPr kumimoji="1" lang="en-US" altLang="ja-JP" sz="2400" b="1" dirty="0"/>
          </a:p>
          <a:p>
            <a:pPr algn="ctr"/>
            <a:r>
              <a:rPr lang="ja-JP" altLang="en-US" sz="2400" b="1" dirty="0"/>
              <a:t>タスク生成</a:t>
            </a:r>
            <a:endParaRPr lang="en-US" altLang="ja-JP" sz="2400" b="1" dirty="0"/>
          </a:p>
          <a:p>
            <a:pPr algn="ctr"/>
            <a:r>
              <a:rPr kumimoji="1" lang="en-US" altLang="ja-JP" sz="2400" b="1" dirty="0"/>
              <a:t>(Domain)</a:t>
            </a:r>
          </a:p>
          <a:p>
            <a:pPr algn="ctr"/>
            <a:r>
              <a:rPr lang="en-US" altLang="ja-JP" sz="2400" b="1" dirty="0"/>
              <a:t>(Application)</a:t>
            </a:r>
            <a:endParaRPr lang="ja-JP" altLang="en-US" sz="2400" b="1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7FEF8DA-CD24-48D1-9870-72D044B6CCCD}"/>
              </a:ext>
            </a:extLst>
          </p:cNvPr>
          <p:cNvSpPr/>
          <p:nvPr/>
        </p:nvSpPr>
        <p:spPr>
          <a:xfrm>
            <a:off x="4671460" y="2407920"/>
            <a:ext cx="449179" cy="1544320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Po</a:t>
            </a:r>
          </a:p>
          <a:p>
            <a:pPr algn="ctr"/>
            <a:r>
              <a:rPr lang="en-US" altLang="ja-JP" b="1" dirty="0"/>
              <a:t>r</a:t>
            </a:r>
            <a:endParaRPr kumimoji="1" lang="en-US" altLang="ja-JP" b="1" dirty="0"/>
          </a:p>
          <a:p>
            <a:pPr algn="ctr"/>
            <a:r>
              <a:rPr kumimoji="1" lang="en-US" altLang="ja-JP" b="1" dirty="0"/>
              <a:t>t</a:t>
            </a:r>
            <a:endParaRPr kumimoji="1" lang="ja-JP" altLang="en-US" b="1" dirty="0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AC35A497-5322-4E99-881A-7864E6E25AC8}"/>
              </a:ext>
            </a:extLst>
          </p:cNvPr>
          <p:cNvSpPr/>
          <p:nvPr/>
        </p:nvSpPr>
        <p:spPr>
          <a:xfrm>
            <a:off x="7520540" y="2407920"/>
            <a:ext cx="449179" cy="1544320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b="1"/>
              <a:t>Po</a:t>
            </a:r>
          </a:p>
          <a:p>
            <a:pPr algn="ctr"/>
            <a:r>
              <a:rPr lang="en-US" altLang="ja-JP" b="1"/>
              <a:t>r</a:t>
            </a:r>
          </a:p>
          <a:p>
            <a:pPr algn="ctr"/>
            <a:r>
              <a:rPr lang="en-US" altLang="ja-JP" b="1"/>
              <a:t>t</a:t>
            </a:r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2634DD8-E8DC-4648-AAEC-B44C107C901D}"/>
              </a:ext>
            </a:extLst>
          </p:cNvPr>
          <p:cNvSpPr/>
          <p:nvPr/>
        </p:nvSpPr>
        <p:spPr>
          <a:xfrm>
            <a:off x="3104676" y="1884680"/>
            <a:ext cx="1258777" cy="2494814"/>
          </a:xfrm>
          <a:prstGeom prst="rect">
            <a:avLst/>
          </a:prstGeom>
          <a:solidFill>
            <a:srgbClr val="FFCCCC"/>
          </a:solidFill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600" b="1" dirty="0"/>
              <a:t>WEB</a:t>
            </a:r>
            <a:r>
              <a:rPr kumimoji="1" lang="ja-JP" altLang="en-US" sz="1600" b="1" dirty="0"/>
              <a:t>用</a:t>
            </a:r>
            <a:endParaRPr kumimoji="1" lang="en-US" altLang="ja-JP" sz="1600" b="1" dirty="0"/>
          </a:p>
          <a:p>
            <a:pPr algn="ctr"/>
            <a:r>
              <a:rPr lang="ja-JP" altLang="en-US" sz="1600" b="1" dirty="0"/>
              <a:t>プログラム</a:t>
            </a:r>
            <a:endParaRPr lang="en-US" altLang="ja-JP" sz="1600" b="1" dirty="0"/>
          </a:p>
          <a:p>
            <a:pPr algn="ctr"/>
            <a:r>
              <a:rPr kumimoji="1" lang="en-US" altLang="ja-JP" sz="1600" b="1" dirty="0"/>
              <a:t>(Adapter)</a:t>
            </a:r>
            <a:endParaRPr kumimoji="1" lang="ja-JP" altLang="en-US" sz="1600" b="1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6D50853-1065-4684-867E-276154728E00}"/>
              </a:ext>
            </a:extLst>
          </p:cNvPr>
          <p:cNvSpPr/>
          <p:nvPr/>
        </p:nvSpPr>
        <p:spPr>
          <a:xfrm>
            <a:off x="8320143" y="1884680"/>
            <a:ext cx="1258777" cy="2494814"/>
          </a:xfrm>
          <a:prstGeom prst="rect">
            <a:avLst/>
          </a:prstGeom>
          <a:solidFill>
            <a:srgbClr val="FFCCCC"/>
          </a:solidFill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600" b="1" dirty="0"/>
              <a:t>Postgres</a:t>
            </a:r>
            <a:r>
              <a:rPr kumimoji="1" lang="ja-JP" altLang="en-US" sz="1600" b="1" dirty="0"/>
              <a:t>用</a:t>
            </a:r>
            <a:endParaRPr kumimoji="1" lang="en-US" altLang="ja-JP" sz="1600" b="1" dirty="0"/>
          </a:p>
          <a:p>
            <a:pPr algn="ctr"/>
            <a:r>
              <a:rPr lang="ja-JP" altLang="en-US" sz="1600" b="1" dirty="0"/>
              <a:t>プログラム</a:t>
            </a:r>
            <a:endParaRPr lang="en-US" altLang="ja-JP" sz="1600" b="1" dirty="0"/>
          </a:p>
          <a:p>
            <a:pPr algn="ctr"/>
            <a:r>
              <a:rPr kumimoji="1" lang="en-US" altLang="ja-JP" sz="1600" b="1" dirty="0"/>
              <a:t>(</a:t>
            </a:r>
            <a:r>
              <a:rPr lang="en-US" altLang="ja-JP" sz="1600" b="1" dirty="0"/>
              <a:t>Adapter</a:t>
            </a:r>
            <a:r>
              <a:rPr kumimoji="1" lang="en-US" altLang="ja-JP" sz="1600" b="1" dirty="0"/>
              <a:t>)</a:t>
            </a:r>
            <a:endParaRPr kumimoji="1" lang="ja-JP" altLang="en-US" sz="1600" b="1" dirty="0"/>
          </a:p>
        </p:txBody>
      </p:sp>
      <p:sp>
        <p:nvSpPr>
          <p:cNvPr id="23" name="矢印: 右 22">
            <a:extLst>
              <a:ext uri="{FF2B5EF4-FFF2-40B4-BE49-F238E27FC236}">
                <a16:creationId xmlns:a16="http://schemas.microsoft.com/office/drawing/2014/main" id="{1A536865-10C4-4922-8593-9D4C933A0432}"/>
              </a:ext>
            </a:extLst>
          </p:cNvPr>
          <p:cNvSpPr/>
          <p:nvPr/>
        </p:nvSpPr>
        <p:spPr>
          <a:xfrm>
            <a:off x="1614741" y="2385139"/>
            <a:ext cx="1836654" cy="34392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矢印: 右 23">
            <a:extLst>
              <a:ext uri="{FF2B5EF4-FFF2-40B4-BE49-F238E27FC236}">
                <a16:creationId xmlns:a16="http://schemas.microsoft.com/office/drawing/2014/main" id="{F0D16BF7-A4CB-4ABE-B1AA-01B50A9AEE36}"/>
              </a:ext>
            </a:extLst>
          </p:cNvPr>
          <p:cNvSpPr/>
          <p:nvPr/>
        </p:nvSpPr>
        <p:spPr>
          <a:xfrm rot="10800000">
            <a:off x="1518901" y="3669973"/>
            <a:ext cx="1932494" cy="34392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DF9ED7E-34F3-48AC-8E0D-6D2B1563242B}"/>
              </a:ext>
            </a:extLst>
          </p:cNvPr>
          <p:cNvSpPr txBox="1"/>
          <p:nvPr/>
        </p:nvSpPr>
        <p:spPr>
          <a:xfrm>
            <a:off x="1664670" y="1944684"/>
            <a:ext cx="1786725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/>
              <a:t>各項目を入力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1BAE21E-35A9-499B-B547-0B595FE7DDB4}"/>
              </a:ext>
            </a:extLst>
          </p:cNvPr>
          <p:cNvSpPr txBox="1"/>
          <p:nvPr/>
        </p:nvSpPr>
        <p:spPr>
          <a:xfrm>
            <a:off x="1792545" y="4025551"/>
            <a:ext cx="1539098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/>
              <a:t>メッセージ</a:t>
            </a:r>
            <a:endParaRPr kumimoji="1" lang="en-US" altLang="ja-JP" sz="2000" b="1" dirty="0"/>
          </a:p>
          <a:p>
            <a:pPr algn="ctr"/>
            <a:r>
              <a:rPr kumimoji="1" lang="ja-JP" altLang="en-US" sz="2000" b="1" dirty="0"/>
              <a:t>を表示</a:t>
            </a:r>
          </a:p>
        </p:txBody>
      </p:sp>
      <p:sp>
        <p:nvSpPr>
          <p:cNvPr id="27" name="矢印: 右 26">
            <a:extLst>
              <a:ext uri="{FF2B5EF4-FFF2-40B4-BE49-F238E27FC236}">
                <a16:creationId xmlns:a16="http://schemas.microsoft.com/office/drawing/2014/main" id="{B946D577-A06F-4252-BBF7-8B249868E33D}"/>
              </a:ext>
            </a:extLst>
          </p:cNvPr>
          <p:cNvSpPr/>
          <p:nvPr/>
        </p:nvSpPr>
        <p:spPr>
          <a:xfrm rot="10800000">
            <a:off x="9256843" y="3930613"/>
            <a:ext cx="1060513" cy="34392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矢印: 右 27">
            <a:extLst>
              <a:ext uri="{FF2B5EF4-FFF2-40B4-BE49-F238E27FC236}">
                <a16:creationId xmlns:a16="http://schemas.microsoft.com/office/drawing/2014/main" id="{BCB5AD6E-8DEA-47C8-85A7-DD6A0B73F7F9}"/>
              </a:ext>
            </a:extLst>
          </p:cNvPr>
          <p:cNvSpPr/>
          <p:nvPr/>
        </p:nvSpPr>
        <p:spPr>
          <a:xfrm>
            <a:off x="9256843" y="1961510"/>
            <a:ext cx="1060513" cy="34392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BF1A2E86-E808-4A08-8AA4-BEF26973B8EF}"/>
              </a:ext>
            </a:extLst>
          </p:cNvPr>
          <p:cNvSpPr txBox="1"/>
          <p:nvPr/>
        </p:nvSpPr>
        <p:spPr>
          <a:xfrm>
            <a:off x="8893736" y="1472732"/>
            <a:ext cx="1786725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/>
              <a:t>保存を依頼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49BF4A75-EDDD-432B-B576-591441B6F8AD}"/>
              </a:ext>
            </a:extLst>
          </p:cNvPr>
          <p:cNvSpPr txBox="1"/>
          <p:nvPr/>
        </p:nvSpPr>
        <p:spPr>
          <a:xfrm>
            <a:off x="8893736" y="4333327"/>
            <a:ext cx="1786725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/>
              <a:t>保存完了</a:t>
            </a:r>
          </a:p>
        </p:txBody>
      </p:sp>
      <p:sp>
        <p:nvSpPr>
          <p:cNvPr id="31" name="矢印: 右 30">
            <a:extLst>
              <a:ext uri="{FF2B5EF4-FFF2-40B4-BE49-F238E27FC236}">
                <a16:creationId xmlns:a16="http://schemas.microsoft.com/office/drawing/2014/main" id="{DAC91F4B-0258-4A11-82D7-DCB31706F536}"/>
              </a:ext>
            </a:extLst>
          </p:cNvPr>
          <p:cNvSpPr/>
          <p:nvPr/>
        </p:nvSpPr>
        <p:spPr>
          <a:xfrm rot="1135129">
            <a:off x="4006226" y="2406635"/>
            <a:ext cx="869642" cy="199520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矢印: 右 31">
            <a:extLst>
              <a:ext uri="{FF2B5EF4-FFF2-40B4-BE49-F238E27FC236}">
                <a16:creationId xmlns:a16="http://schemas.microsoft.com/office/drawing/2014/main" id="{4ED95B4D-E405-49E1-8CCB-1C9977D3FE49}"/>
              </a:ext>
            </a:extLst>
          </p:cNvPr>
          <p:cNvSpPr/>
          <p:nvPr/>
        </p:nvSpPr>
        <p:spPr>
          <a:xfrm>
            <a:off x="4963330" y="2506394"/>
            <a:ext cx="436299" cy="222666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矢印: 右 32">
            <a:extLst>
              <a:ext uri="{FF2B5EF4-FFF2-40B4-BE49-F238E27FC236}">
                <a16:creationId xmlns:a16="http://schemas.microsoft.com/office/drawing/2014/main" id="{4467CCED-F2DF-490E-8AD5-B5C4D40DF7A1}"/>
              </a:ext>
            </a:extLst>
          </p:cNvPr>
          <p:cNvSpPr/>
          <p:nvPr/>
        </p:nvSpPr>
        <p:spPr>
          <a:xfrm rot="20384210">
            <a:off x="7779008" y="2406635"/>
            <a:ext cx="869642" cy="199520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矢印: 右 33">
            <a:extLst>
              <a:ext uri="{FF2B5EF4-FFF2-40B4-BE49-F238E27FC236}">
                <a16:creationId xmlns:a16="http://schemas.microsoft.com/office/drawing/2014/main" id="{701BD0D5-0314-4689-9C5A-61626FD918BE}"/>
              </a:ext>
            </a:extLst>
          </p:cNvPr>
          <p:cNvSpPr/>
          <p:nvPr/>
        </p:nvSpPr>
        <p:spPr>
          <a:xfrm rot="11776345">
            <a:off x="7821643" y="3756638"/>
            <a:ext cx="869642" cy="199520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矢印: 右 34">
            <a:extLst>
              <a:ext uri="{FF2B5EF4-FFF2-40B4-BE49-F238E27FC236}">
                <a16:creationId xmlns:a16="http://schemas.microsoft.com/office/drawing/2014/main" id="{10734958-36D8-4CA9-B93E-8BD82424A4F1}"/>
              </a:ext>
            </a:extLst>
          </p:cNvPr>
          <p:cNvSpPr/>
          <p:nvPr/>
        </p:nvSpPr>
        <p:spPr>
          <a:xfrm rot="9314100">
            <a:off x="4024606" y="3653059"/>
            <a:ext cx="869642" cy="199520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矢印: 右 35">
            <a:extLst>
              <a:ext uri="{FF2B5EF4-FFF2-40B4-BE49-F238E27FC236}">
                <a16:creationId xmlns:a16="http://schemas.microsoft.com/office/drawing/2014/main" id="{E87FBE90-A3F3-49ED-B950-E3016135BE29}"/>
              </a:ext>
            </a:extLst>
          </p:cNvPr>
          <p:cNvSpPr/>
          <p:nvPr/>
        </p:nvSpPr>
        <p:spPr>
          <a:xfrm>
            <a:off x="7284625" y="2557099"/>
            <a:ext cx="371255" cy="193475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矢印: 右 36">
            <a:extLst>
              <a:ext uri="{FF2B5EF4-FFF2-40B4-BE49-F238E27FC236}">
                <a16:creationId xmlns:a16="http://schemas.microsoft.com/office/drawing/2014/main" id="{9510FECD-2B93-4EB7-B5EB-FF0D161532B9}"/>
              </a:ext>
            </a:extLst>
          </p:cNvPr>
          <p:cNvSpPr/>
          <p:nvPr/>
        </p:nvSpPr>
        <p:spPr>
          <a:xfrm rot="10800000">
            <a:off x="7286911" y="3619267"/>
            <a:ext cx="378912" cy="222667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矢印: 右 37">
            <a:extLst>
              <a:ext uri="{FF2B5EF4-FFF2-40B4-BE49-F238E27FC236}">
                <a16:creationId xmlns:a16="http://schemas.microsoft.com/office/drawing/2014/main" id="{60C68F05-3B3E-4372-81F5-216ABDA5BC36}"/>
              </a:ext>
            </a:extLst>
          </p:cNvPr>
          <p:cNvSpPr/>
          <p:nvPr/>
        </p:nvSpPr>
        <p:spPr>
          <a:xfrm rot="10800000">
            <a:off x="4975356" y="3527462"/>
            <a:ext cx="378910" cy="222666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5BA3AAAD-3164-42F4-836D-623A1FF820F4}"/>
              </a:ext>
            </a:extLst>
          </p:cNvPr>
          <p:cNvSpPr txBox="1"/>
          <p:nvPr/>
        </p:nvSpPr>
        <p:spPr>
          <a:xfrm>
            <a:off x="4822408" y="768162"/>
            <a:ext cx="32711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b="1" dirty="0"/>
              <a:t>システム</a:t>
            </a:r>
            <a:endParaRPr kumimoji="1" lang="ja-JP" altLang="en-US" sz="3200" b="1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64931A78-A92A-43AF-BC54-EAB964E9F775}"/>
              </a:ext>
            </a:extLst>
          </p:cNvPr>
          <p:cNvSpPr txBox="1"/>
          <p:nvPr/>
        </p:nvSpPr>
        <p:spPr>
          <a:xfrm>
            <a:off x="4549684" y="1997405"/>
            <a:ext cx="706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b="1" dirty="0"/>
              <a:t>In</a:t>
            </a:r>
            <a:endParaRPr kumimoji="1" lang="ja-JP" altLang="en-US" sz="2000" b="1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53BA186B-8768-4517-BE1D-1AE4578F1872}"/>
              </a:ext>
            </a:extLst>
          </p:cNvPr>
          <p:cNvSpPr txBox="1"/>
          <p:nvPr/>
        </p:nvSpPr>
        <p:spPr>
          <a:xfrm>
            <a:off x="7355454" y="2007810"/>
            <a:ext cx="7793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b="1" dirty="0"/>
              <a:t>Out</a:t>
            </a:r>
            <a:endParaRPr kumimoji="1" lang="ja-JP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372400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69F0B9E9-D5BB-4CD5-9A09-BE3592A07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314" y="1185477"/>
            <a:ext cx="9181372" cy="448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773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C38760A6-D534-4A9C-84A1-6001A83254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835" b="34423"/>
          <a:stretch/>
        </p:blipFill>
        <p:spPr>
          <a:xfrm>
            <a:off x="4585802" y="1500383"/>
            <a:ext cx="2150293" cy="575035"/>
          </a:xfrm>
          <a:prstGeom prst="rect">
            <a:avLst/>
          </a:prstGeom>
        </p:spPr>
      </p:pic>
      <p:pic>
        <p:nvPicPr>
          <p:cNvPr id="1026" name="Picture 2" descr="エレキギターのシルエット04 | 無料のAi・PNG白黒シルエットイラスト">
            <a:extLst>
              <a:ext uri="{FF2B5EF4-FFF2-40B4-BE49-F238E27FC236}">
                <a16:creationId xmlns:a16="http://schemas.microsoft.com/office/drawing/2014/main" id="{DACFD406-7710-4670-98D3-7CD6193A30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81" t="14037" r="11929" b="15307"/>
          <a:stretch/>
        </p:blipFill>
        <p:spPr bwMode="auto">
          <a:xfrm>
            <a:off x="921216" y="354288"/>
            <a:ext cx="1813826" cy="1725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BF899CBB-AD5C-4671-BF2A-52208115AEC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951" t="20166" r="7070" b="17467"/>
          <a:stretch/>
        </p:blipFill>
        <p:spPr>
          <a:xfrm>
            <a:off x="1713297" y="1842278"/>
            <a:ext cx="1896898" cy="1443087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76ACC4D-D582-4FE0-A5EE-9CA9FEE338B8}"/>
              </a:ext>
            </a:extLst>
          </p:cNvPr>
          <p:cNvSpPr txBox="1"/>
          <p:nvPr/>
        </p:nvSpPr>
        <p:spPr>
          <a:xfrm>
            <a:off x="3492783" y="1100273"/>
            <a:ext cx="43363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 dirty="0"/>
              <a:t>オーディオインターフェース</a:t>
            </a:r>
            <a:endParaRPr kumimoji="1" lang="ja-JP" altLang="en-US" sz="2000" b="1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FDCDF6D-8E6E-4E37-B2F7-5158344363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3701" y="354288"/>
            <a:ext cx="3437645" cy="3437645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466C3B6B-4295-489B-877C-1AD3C7BB362C}"/>
              </a:ext>
            </a:extLst>
          </p:cNvPr>
          <p:cNvSpPr/>
          <p:nvPr/>
        </p:nvSpPr>
        <p:spPr>
          <a:xfrm>
            <a:off x="3575855" y="1669661"/>
            <a:ext cx="1009947" cy="3214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63F09801-BCE0-4A57-A29E-D75D6BAC2F8B}"/>
              </a:ext>
            </a:extLst>
          </p:cNvPr>
          <p:cNvSpPr/>
          <p:nvPr/>
        </p:nvSpPr>
        <p:spPr>
          <a:xfrm>
            <a:off x="6777630" y="1627184"/>
            <a:ext cx="1009947" cy="3214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99A8E7F-8219-4029-8F8C-449C2373EB78}"/>
              </a:ext>
            </a:extLst>
          </p:cNvPr>
          <p:cNvSpPr txBox="1"/>
          <p:nvPr/>
        </p:nvSpPr>
        <p:spPr>
          <a:xfrm>
            <a:off x="3534783" y="2195012"/>
            <a:ext cx="43363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 dirty="0"/>
              <a:t>マイクや楽器と</a:t>
            </a:r>
            <a:r>
              <a:rPr lang="en-US" altLang="ja-JP" sz="2000" b="1" dirty="0"/>
              <a:t>PC</a:t>
            </a:r>
            <a:r>
              <a:rPr lang="ja-JP" altLang="en-US" sz="2000" b="1" dirty="0"/>
              <a:t>の接点</a:t>
            </a:r>
            <a:endParaRPr lang="en-US" altLang="ja-JP" sz="2000" b="1" dirty="0"/>
          </a:p>
          <a:p>
            <a:pPr algn="ctr"/>
            <a:r>
              <a:rPr kumimoji="1" lang="ja-JP" altLang="en-US" sz="2000" b="1" dirty="0">
                <a:solidFill>
                  <a:srgbClr val="FF0000"/>
                </a:solidFill>
              </a:rPr>
              <a:t>様々な音（種類はわからない）を</a:t>
            </a:r>
            <a:endParaRPr kumimoji="1" lang="en-US" altLang="ja-JP" sz="2000" b="1" dirty="0">
              <a:solidFill>
                <a:srgbClr val="FF0000"/>
              </a:solidFill>
            </a:endParaRPr>
          </a:p>
          <a:p>
            <a:pPr algn="ctr"/>
            <a:r>
              <a:rPr lang="en-US" altLang="ja-JP" sz="2000" b="1" dirty="0">
                <a:solidFill>
                  <a:srgbClr val="FF0000"/>
                </a:solidFill>
              </a:rPr>
              <a:t>PC</a:t>
            </a:r>
            <a:r>
              <a:rPr lang="ja-JP" altLang="en-US" sz="2000" b="1" dirty="0">
                <a:solidFill>
                  <a:srgbClr val="FF0000"/>
                </a:solidFill>
              </a:rPr>
              <a:t>に取り込むことができる</a:t>
            </a:r>
            <a:endParaRPr kumimoji="1" lang="ja-JP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7069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3C6D751E-A52D-4599-BAA2-B0376FC47B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55" b="13949"/>
          <a:stretch/>
        </p:blipFill>
        <p:spPr>
          <a:xfrm>
            <a:off x="1072797" y="443060"/>
            <a:ext cx="8137191" cy="230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074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F47B0BD-8B8F-4B89-B56E-E2B5C7A0F8D8}"/>
              </a:ext>
            </a:extLst>
          </p:cNvPr>
          <p:cNvSpPr/>
          <p:nvPr/>
        </p:nvSpPr>
        <p:spPr>
          <a:xfrm>
            <a:off x="949882" y="702556"/>
            <a:ext cx="7571949" cy="238853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69EBF15-1507-4C2F-8D1D-3FAD9518DDDD}"/>
              </a:ext>
            </a:extLst>
          </p:cNvPr>
          <p:cNvSpPr txBox="1"/>
          <p:nvPr/>
        </p:nvSpPr>
        <p:spPr>
          <a:xfrm>
            <a:off x="3689182" y="2629421"/>
            <a:ext cx="1598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b="1" dirty="0"/>
              <a:t>Domain</a:t>
            </a:r>
            <a:endParaRPr kumimoji="1" lang="ja-JP" altLang="en-US" sz="2400" b="1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D3780E2-C24D-437F-8958-23D8C5F01BAE}"/>
              </a:ext>
            </a:extLst>
          </p:cNvPr>
          <p:cNvSpPr txBox="1"/>
          <p:nvPr/>
        </p:nvSpPr>
        <p:spPr>
          <a:xfrm>
            <a:off x="1047788" y="240890"/>
            <a:ext cx="4118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/>
              <a:t>システム内のプログラム</a:t>
            </a:r>
            <a:endParaRPr kumimoji="1" lang="ja-JP" altLang="en-US" sz="2400" b="1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0B643DF-E742-4B2B-914F-59C1A9147B80}"/>
              </a:ext>
            </a:extLst>
          </p:cNvPr>
          <p:cNvSpPr/>
          <p:nvPr/>
        </p:nvSpPr>
        <p:spPr>
          <a:xfrm>
            <a:off x="5518280" y="848928"/>
            <a:ext cx="2894847" cy="2085304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b="1" dirty="0" err="1"/>
              <a:t>TaskRepo</a:t>
            </a:r>
            <a:r>
              <a:rPr lang="ja-JP" altLang="en-US" b="1" dirty="0"/>
              <a:t>実装クラス</a:t>
            </a:r>
            <a:endParaRPr lang="en-US" altLang="ja-JP" b="1" dirty="0"/>
          </a:p>
          <a:p>
            <a:pPr algn="ctr"/>
            <a:r>
              <a:rPr kumimoji="1" lang="ja-JP" altLang="en-US" b="1" dirty="0"/>
              <a:t>具体的な保存の仕方</a:t>
            </a:r>
            <a:endParaRPr kumimoji="1" lang="en-US" altLang="ja-JP" b="1" dirty="0"/>
          </a:p>
          <a:p>
            <a:pPr algn="ctr"/>
            <a:endParaRPr lang="en-US" altLang="ja-JP" b="1" dirty="0"/>
          </a:p>
          <a:p>
            <a:pPr algn="ctr"/>
            <a:r>
              <a:rPr lang="ja-JP" altLang="en-US" b="1" dirty="0"/>
              <a:t>仮に</a:t>
            </a:r>
            <a:r>
              <a:rPr lang="en-US" altLang="ja-JP" b="1" dirty="0"/>
              <a:t>Postgres</a:t>
            </a:r>
            <a:r>
              <a:rPr lang="ja-JP" altLang="en-US" b="1" dirty="0"/>
              <a:t>なら</a:t>
            </a:r>
            <a:r>
              <a:rPr lang="en-US" altLang="ja-JP" b="1" dirty="0"/>
              <a:t>…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BFDA301-C802-472A-A610-25F1F6209F87}"/>
              </a:ext>
            </a:extLst>
          </p:cNvPr>
          <p:cNvSpPr/>
          <p:nvPr/>
        </p:nvSpPr>
        <p:spPr>
          <a:xfrm>
            <a:off x="1158461" y="818152"/>
            <a:ext cx="2300064" cy="2085304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保存処理をしたい</a:t>
            </a:r>
            <a:endParaRPr kumimoji="1" lang="en-US" altLang="ja-JP" b="1" dirty="0"/>
          </a:p>
          <a:p>
            <a:pPr algn="ctr"/>
            <a:r>
              <a:rPr kumimoji="1" lang="ja-JP" altLang="en-US" b="1" dirty="0"/>
              <a:t>クラス</a:t>
            </a:r>
            <a:endParaRPr kumimoji="1" lang="en-US" altLang="ja-JP" b="1" dirty="0"/>
          </a:p>
          <a:p>
            <a:pPr algn="ctr"/>
            <a:endParaRPr lang="en-US" altLang="ja-JP" b="1" dirty="0"/>
          </a:p>
          <a:p>
            <a:pPr algn="ctr"/>
            <a:r>
              <a:rPr kumimoji="1" lang="en-US" altLang="ja-JP" b="1" dirty="0" err="1"/>
              <a:t>TaskRepo</a:t>
            </a:r>
            <a:r>
              <a:rPr kumimoji="1" lang="ja-JP" altLang="en-US" b="1" dirty="0"/>
              <a:t>の</a:t>
            </a:r>
            <a:endParaRPr kumimoji="1" lang="en-US" altLang="ja-JP" b="1" dirty="0"/>
          </a:p>
          <a:p>
            <a:pPr algn="ctr"/>
            <a:r>
              <a:rPr kumimoji="1" lang="en-US" altLang="ja-JP" b="1" dirty="0"/>
              <a:t>save</a:t>
            </a:r>
            <a:r>
              <a:rPr lang="ja-JP" altLang="en-US" b="1" dirty="0"/>
              <a:t>メソッドを</a:t>
            </a:r>
            <a:endParaRPr lang="en-US" altLang="ja-JP" b="1" dirty="0"/>
          </a:p>
          <a:p>
            <a:pPr algn="ctr"/>
            <a:r>
              <a:rPr kumimoji="1" lang="ja-JP" altLang="en-US" b="1" dirty="0"/>
              <a:t>呼び出す</a:t>
            </a:r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F14A01A6-3BD7-4A23-8A8F-D1F73061D653}"/>
              </a:ext>
            </a:extLst>
          </p:cNvPr>
          <p:cNvSpPr/>
          <p:nvPr/>
        </p:nvSpPr>
        <p:spPr>
          <a:xfrm>
            <a:off x="3160558" y="909865"/>
            <a:ext cx="2787542" cy="3214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10943FB9-4267-4A8B-801C-42979B1B3959}"/>
              </a:ext>
            </a:extLst>
          </p:cNvPr>
          <p:cNvSpPr/>
          <p:nvPr/>
        </p:nvSpPr>
        <p:spPr>
          <a:xfrm>
            <a:off x="8207313" y="1661175"/>
            <a:ext cx="776431" cy="3214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六角形 3">
            <a:extLst>
              <a:ext uri="{FF2B5EF4-FFF2-40B4-BE49-F238E27FC236}">
                <a16:creationId xmlns:a16="http://schemas.microsoft.com/office/drawing/2014/main" id="{773041B1-C483-4264-9699-50539606D4D5}"/>
              </a:ext>
            </a:extLst>
          </p:cNvPr>
          <p:cNvSpPr/>
          <p:nvPr/>
        </p:nvSpPr>
        <p:spPr>
          <a:xfrm>
            <a:off x="3497477" y="1045775"/>
            <a:ext cx="1963145" cy="1639053"/>
          </a:xfrm>
          <a:prstGeom prst="hexagon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 sz="2400" b="1" dirty="0"/>
          </a:p>
          <a:p>
            <a:pPr algn="ctr"/>
            <a:endParaRPr lang="en-US" altLang="ja-JP" sz="2400" b="1" dirty="0"/>
          </a:p>
          <a:p>
            <a:pPr algn="ctr"/>
            <a:r>
              <a:rPr lang="en-US" altLang="ja-JP" sz="2400" b="1" dirty="0"/>
              <a:t>Entity</a:t>
            </a:r>
          </a:p>
          <a:p>
            <a:pPr algn="ctr"/>
            <a:r>
              <a:rPr lang="en-US" altLang="ja-JP" sz="2400" b="1" dirty="0"/>
              <a:t>(Task)</a:t>
            </a:r>
            <a:endParaRPr lang="ja-JP" altLang="en-US" sz="2400" b="1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4F2B74E-8425-4B9E-9A80-467C966BC799}"/>
              </a:ext>
            </a:extLst>
          </p:cNvPr>
          <p:cNvSpPr/>
          <p:nvPr/>
        </p:nvSpPr>
        <p:spPr>
          <a:xfrm>
            <a:off x="3320193" y="1164220"/>
            <a:ext cx="2300064" cy="657672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b="1" dirty="0"/>
              <a:t>保存できる</a:t>
            </a:r>
            <a:endParaRPr lang="en-US" altLang="ja-JP" b="1" dirty="0"/>
          </a:p>
          <a:p>
            <a:pPr algn="ctr"/>
            <a:r>
              <a:rPr kumimoji="1" lang="en-US" altLang="ja-JP" b="1" dirty="0"/>
              <a:t>(</a:t>
            </a:r>
            <a:r>
              <a:rPr kumimoji="1" lang="en-US" altLang="ja-JP" b="1" dirty="0" err="1"/>
              <a:t>TaskRepo</a:t>
            </a:r>
            <a:r>
              <a:rPr kumimoji="1" lang="en-US" altLang="ja-JP" b="1" dirty="0"/>
              <a:t>)</a:t>
            </a:r>
            <a:endParaRPr kumimoji="1" lang="ja-JP" altLang="en-US" b="1" dirty="0"/>
          </a:p>
        </p:txBody>
      </p:sp>
      <p:sp>
        <p:nvSpPr>
          <p:cNvPr id="14" name="円柱 13">
            <a:extLst>
              <a:ext uri="{FF2B5EF4-FFF2-40B4-BE49-F238E27FC236}">
                <a16:creationId xmlns:a16="http://schemas.microsoft.com/office/drawing/2014/main" id="{601C7626-8A76-4068-A91C-B98AABB19319}"/>
              </a:ext>
            </a:extLst>
          </p:cNvPr>
          <p:cNvSpPr/>
          <p:nvPr/>
        </p:nvSpPr>
        <p:spPr>
          <a:xfrm>
            <a:off x="9062374" y="1001759"/>
            <a:ext cx="2303134" cy="1640264"/>
          </a:xfrm>
          <a:prstGeom prst="ca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PostgreSQL</a:t>
            </a:r>
            <a:endParaRPr kumimoji="1" lang="ja-JP" altLang="en-US" b="1" dirty="0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9487E6C5-B645-4A12-A85D-1020586A4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61" y="3298395"/>
            <a:ext cx="10437257" cy="3036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8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六角形 7">
            <a:extLst>
              <a:ext uri="{FF2B5EF4-FFF2-40B4-BE49-F238E27FC236}">
                <a16:creationId xmlns:a16="http://schemas.microsoft.com/office/drawing/2014/main" id="{2A9DC57A-EE3D-4BEF-AA81-1A62F13F6877}"/>
              </a:ext>
            </a:extLst>
          </p:cNvPr>
          <p:cNvSpPr/>
          <p:nvPr/>
        </p:nvSpPr>
        <p:spPr>
          <a:xfrm>
            <a:off x="6670042" y="1924587"/>
            <a:ext cx="3261645" cy="2139885"/>
          </a:xfrm>
          <a:prstGeom prst="hexagon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 sz="2400" b="1" dirty="0"/>
          </a:p>
          <a:p>
            <a:pPr algn="ctr"/>
            <a:endParaRPr lang="en-US" altLang="ja-JP" sz="2400" b="1" dirty="0"/>
          </a:p>
          <a:p>
            <a:pPr algn="ctr"/>
            <a:endParaRPr lang="en-US" altLang="ja-JP" sz="2400" b="1" dirty="0"/>
          </a:p>
          <a:p>
            <a:pPr algn="ctr"/>
            <a:r>
              <a:rPr lang="en-US" altLang="ja-JP" sz="2400" b="1" dirty="0"/>
              <a:t>Entity</a:t>
            </a:r>
          </a:p>
          <a:p>
            <a:pPr algn="ctr"/>
            <a:r>
              <a:rPr lang="en-US" altLang="ja-JP" sz="2400" b="1" dirty="0"/>
              <a:t>(Task)</a:t>
            </a:r>
            <a:endParaRPr lang="ja-JP" altLang="en-US" sz="2400" b="1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C384D76-8B5A-43B6-9E16-3718FB569D1A}"/>
              </a:ext>
            </a:extLst>
          </p:cNvPr>
          <p:cNvSpPr/>
          <p:nvPr/>
        </p:nvSpPr>
        <p:spPr>
          <a:xfrm>
            <a:off x="7520291" y="1942236"/>
            <a:ext cx="1561145" cy="1085288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b="1" dirty="0"/>
              <a:t>保存できる</a:t>
            </a:r>
            <a:endParaRPr lang="en-US" altLang="ja-JP" b="1" dirty="0"/>
          </a:p>
          <a:p>
            <a:pPr algn="ctr"/>
            <a:r>
              <a:rPr kumimoji="1" lang="en-US" altLang="ja-JP" b="1" dirty="0"/>
              <a:t>(</a:t>
            </a:r>
            <a:r>
              <a:rPr kumimoji="1" lang="en-US" altLang="ja-JP" b="1" dirty="0" err="1"/>
              <a:t>TaskRepo</a:t>
            </a:r>
            <a:r>
              <a:rPr kumimoji="1" lang="en-US" altLang="ja-JP" b="1" dirty="0"/>
              <a:t>)</a:t>
            </a:r>
            <a:endParaRPr kumimoji="1" lang="ja-JP" altLang="en-US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1365B60-08A6-480A-8A15-0652C363CC09}"/>
              </a:ext>
            </a:extLst>
          </p:cNvPr>
          <p:cNvSpPr txBox="1"/>
          <p:nvPr/>
        </p:nvSpPr>
        <p:spPr>
          <a:xfrm>
            <a:off x="7501642" y="1579710"/>
            <a:ext cx="1598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b="1" dirty="0"/>
              <a:t>Domain</a:t>
            </a:r>
            <a:endParaRPr kumimoji="1" lang="ja-JP" altLang="en-US" sz="2400" b="1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D0EED35-5ECB-4AFD-A047-F45982F47138}"/>
              </a:ext>
            </a:extLst>
          </p:cNvPr>
          <p:cNvSpPr txBox="1"/>
          <p:nvPr/>
        </p:nvSpPr>
        <p:spPr>
          <a:xfrm>
            <a:off x="8282213" y="4309277"/>
            <a:ext cx="27273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 dirty="0"/>
              <a:t>実際にシステムで</a:t>
            </a:r>
            <a:endParaRPr lang="en-US" altLang="ja-JP" sz="2000" b="1" dirty="0"/>
          </a:p>
          <a:p>
            <a:pPr algn="ctr"/>
            <a:r>
              <a:rPr lang="ja-JP" altLang="en-US" sz="2000" b="1" dirty="0"/>
              <a:t>使うタスクを</a:t>
            </a:r>
            <a:endParaRPr lang="en-US" altLang="ja-JP" sz="2000" b="1" dirty="0"/>
          </a:p>
          <a:p>
            <a:pPr algn="ctr"/>
            <a:r>
              <a:rPr kumimoji="1" lang="ja-JP" altLang="en-US" sz="2000" b="1" dirty="0"/>
              <a:t>表すクラス</a:t>
            </a:r>
          </a:p>
        </p:txBody>
      </p:sp>
      <p:sp>
        <p:nvSpPr>
          <p:cNvPr id="15" name="六角形 14">
            <a:extLst>
              <a:ext uri="{FF2B5EF4-FFF2-40B4-BE49-F238E27FC236}">
                <a16:creationId xmlns:a16="http://schemas.microsoft.com/office/drawing/2014/main" id="{44FC024C-45C8-4FBB-BA30-AA0619B2143F}"/>
              </a:ext>
            </a:extLst>
          </p:cNvPr>
          <p:cNvSpPr/>
          <p:nvPr/>
        </p:nvSpPr>
        <p:spPr>
          <a:xfrm>
            <a:off x="999241" y="999243"/>
            <a:ext cx="10473179" cy="4308048"/>
          </a:xfrm>
          <a:prstGeom prst="hexagon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 sz="2400" b="1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B9E55C2-B814-4BBC-86F4-89D5F83A7E0F}"/>
              </a:ext>
            </a:extLst>
          </p:cNvPr>
          <p:cNvSpPr txBox="1"/>
          <p:nvPr/>
        </p:nvSpPr>
        <p:spPr>
          <a:xfrm>
            <a:off x="5446579" y="529344"/>
            <a:ext cx="1899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b="1" dirty="0"/>
              <a:t>Application</a:t>
            </a:r>
            <a:endParaRPr kumimoji="1" lang="ja-JP" altLang="en-US" sz="2400" b="1" dirty="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C8473A5-ECEB-4DF4-A3E2-643C87969DEF}"/>
              </a:ext>
            </a:extLst>
          </p:cNvPr>
          <p:cNvSpPr/>
          <p:nvPr/>
        </p:nvSpPr>
        <p:spPr>
          <a:xfrm>
            <a:off x="3289600" y="1599028"/>
            <a:ext cx="2232359" cy="1028793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ユースケースに</a:t>
            </a:r>
            <a:endParaRPr kumimoji="1" lang="en-US" altLang="ja-JP" b="1" dirty="0"/>
          </a:p>
          <a:p>
            <a:pPr algn="ctr"/>
            <a:r>
              <a:rPr kumimoji="1" lang="ja-JP" altLang="en-US" b="1" dirty="0"/>
              <a:t>合ったデータを</a:t>
            </a:r>
            <a:endParaRPr kumimoji="1" lang="en-US" altLang="ja-JP" b="1" dirty="0"/>
          </a:p>
          <a:p>
            <a:pPr algn="ctr"/>
            <a:r>
              <a:rPr kumimoji="1" lang="ja-JP" altLang="en-US" b="1" dirty="0"/>
              <a:t>受け付けるクラス</a:t>
            </a:r>
            <a:endParaRPr kumimoji="1" lang="en-US" altLang="ja-JP" b="1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53027D4-475C-467A-9F6F-653F86DA38A3}"/>
              </a:ext>
            </a:extLst>
          </p:cNvPr>
          <p:cNvSpPr/>
          <p:nvPr/>
        </p:nvSpPr>
        <p:spPr>
          <a:xfrm>
            <a:off x="7501641" y="3148552"/>
            <a:ext cx="1561145" cy="804317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b="1" dirty="0"/>
          </a:p>
        </p:txBody>
      </p:sp>
      <p:sp>
        <p:nvSpPr>
          <p:cNvPr id="13" name="矢印: 左 12">
            <a:extLst>
              <a:ext uri="{FF2B5EF4-FFF2-40B4-BE49-F238E27FC236}">
                <a16:creationId xmlns:a16="http://schemas.microsoft.com/office/drawing/2014/main" id="{D1F3A565-CC16-425A-86C0-21E798D6414B}"/>
              </a:ext>
            </a:extLst>
          </p:cNvPr>
          <p:cNvSpPr/>
          <p:nvPr/>
        </p:nvSpPr>
        <p:spPr>
          <a:xfrm rot="2435954">
            <a:off x="8661437" y="3773410"/>
            <a:ext cx="1115828" cy="32051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09B3B647-C14C-430D-A34C-59B794396E9A}"/>
              </a:ext>
            </a:extLst>
          </p:cNvPr>
          <p:cNvSpPr/>
          <p:nvPr/>
        </p:nvSpPr>
        <p:spPr>
          <a:xfrm>
            <a:off x="658115" y="1550709"/>
            <a:ext cx="2092750" cy="1136942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今回の</a:t>
            </a:r>
            <a:r>
              <a:rPr kumimoji="1" lang="en-US" altLang="ja-JP" b="1" dirty="0"/>
              <a:t>UC</a:t>
            </a:r>
            <a:r>
              <a:rPr kumimoji="1" lang="ja-JP" altLang="en-US" b="1" dirty="0"/>
              <a:t>の保存処理を実行できる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1BAAE49-FB23-4192-BFEB-87455123826E}"/>
              </a:ext>
            </a:extLst>
          </p:cNvPr>
          <p:cNvSpPr/>
          <p:nvPr/>
        </p:nvSpPr>
        <p:spPr>
          <a:xfrm>
            <a:off x="3364496" y="3849944"/>
            <a:ext cx="2092750" cy="11369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今回の</a:t>
            </a:r>
            <a:r>
              <a:rPr kumimoji="1" lang="en-US" altLang="ja-JP" b="1" dirty="0"/>
              <a:t>UC</a:t>
            </a:r>
            <a:r>
              <a:rPr kumimoji="1" lang="ja-JP" altLang="en-US" b="1" dirty="0"/>
              <a:t>の保存処理の仕方を実装</a:t>
            </a:r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A9CADA20-7F7B-438F-B770-765AFCA88205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flipH="1" flipV="1">
            <a:off x="1704490" y="2687651"/>
            <a:ext cx="2706381" cy="1162293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F903F579-BC78-4BD1-9CA9-DD7A49B4D552}"/>
              </a:ext>
            </a:extLst>
          </p:cNvPr>
          <p:cNvSpPr txBox="1"/>
          <p:nvPr/>
        </p:nvSpPr>
        <p:spPr>
          <a:xfrm>
            <a:off x="2231024" y="3216269"/>
            <a:ext cx="1020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 dirty="0"/>
              <a:t>実現</a:t>
            </a:r>
            <a:endParaRPr kumimoji="1" lang="ja-JP" altLang="en-US" sz="2000" b="1" dirty="0"/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F8E9DE99-DD15-4CCE-B7F2-A43481C227DA}"/>
              </a:ext>
            </a:extLst>
          </p:cNvPr>
          <p:cNvCxnSpPr>
            <a:cxnSpLocks/>
            <a:stCxn id="22" idx="0"/>
            <a:endCxn id="9" idx="1"/>
          </p:cNvCxnSpPr>
          <p:nvPr/>
        </p:nvCxnSpPr>
        <p:spPr>
          <a:xfrm flipV="1">
            <a:off x="4410871" y="2484880"/>
            <a:ext cx="3109420" cy="13650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1E0B96D0-D0C4-4532-A64E-5C670BC79037}"/>
              </a:ext>
            </a:extLst>
          </p:cNvPr>
          <p:cNvSpPr txBox="1"/>
          <p:nvPr/>
        </p:nvSpPr>
        <p:spPr>
          <a:xfrm>
            <a:off x="5574227" y="3349490"/>
            <a:ext cx="1020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 dirty="0"/>
              <a:t>利用</a:t>
            </a:r>
            <a:endParaRPr kumimoji="1" lang="ja-JP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568704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六角形 7">
            <a:extLst>
              <a:ext uri="{FF2B5EF4-FFF2-40B4-BE49-F238E27FC236}">
                <a16:creationId xmlns:a16="http://schemas.microsoft.com/office/drawing/2014/main" id="{97246CBD-BF5C-44CF-96DE-145C5A0FF6CA}"/>
              </a:ext>
            </a:extLst>
          </p:cNvPr>
          <p:cNvSpPr/>
          <p:nvPr/>
        </p:nvSpPr>
        <p:spPr>
          <a:xfrm>
            <a:off x="5004236" y="2554664"/>
            <a:ext cx="2504040" cy="2139885"/>
          </a:xfrm>
          <a:prstGeom prst="hexagon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 sz="2400" b="1" dirty="0"/>
          </a:p>
          <a:p>
            <a:pPr algn="ctr"/>
            <a:endParaRPr lang="en-US" altLang="ja-JP" sz="2400" b="1" dirty="0"/>
          </a:p>
          <a:p>
            <a:pPr algn="ctr"/>
            <a:endParaRPr lang="en-US" altLang="ja-JP" sz="2400" b="1" dirty="0"/>
          </a:p>
          <a:p>
            <a:pPr algn="ctr"/>
            <a:r>
              <a:rPr lang="en-US" altLang="ja-JP" sz="2400" b="1" dirty="0"/>
              <a:t>Domain</a:t>
            </a:r>
            <a:endParaRPr lang="ja-JP" altLang="en-US" sz="2400" b="1" dirty="0"/>
          </a:p>
        </p:txBody>
      </p:sp>
      <p:sp>
        <p:nvSpPr>
          <p:cNvPr id="9" name="六角形 8">
            <a:extLst>
              <a:ext uri="{FF2B5EF4-FFF2-40B4-BE49-F238E27FC236}">
                <a16:creationId xmlns:a16="http://schemas.microsoft.com/office/drawing/2014/main" id="{FB3AD738-20A5-4509-8355-CACDA804EA70}"/>
              </a:ext>
            </a:extLst>
          </p:cNvPr>
          <p:cNvSpPr/>
          <p:nvPr/>
        </p:nvSpPr>
        <p:spPr>
          <a:xfrm>
            <a:off x="3660399" y="1470583"/>
            <a:ext cx="5263986" cy="4308048"/>
          </a:xfrm>
          <a:prstGeom prst="hexagon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 sz="2400" b="1" dirty="0"/>
          </a:p>
          <a:p>
            <a:pPr algn="ctr"/>
            <a:endParaRPr lang="en-US" altLang="ja-JP" sz="2400" b="1" dirty="0"/>
          </a:p>
          <a:p>
            <a:pPr algn="ctr"/>
            <a:endParaRPr lang="en-US" altLang="ja-JP" sz="2400" b="1" dirty="0"/>
          </a:p>
          <a:p>
            <a:pPr algn="ctr"/>
            <a:endParaRPr lang="en-US" altLang="ja-JP" sz="2400" b="1" dirty="0"/>
          </a:p>
          <a:p>
            <a:pPr algn="ctr"/>
            <a:endParaRPr lang="en-US" altLang="ja-JP" sz="2400" b="1" dirty="0"/>
          </a:p>
          <a:p>
            <a:pPr algn="ctr"/>
            <a:endParaRPr lang="en-US" altLang="ja-JP" sz="2400" b="1" dirty="0"/>
          </a:p>
          <a:p>
            <a:pPr algn="ctr"/>
            <a:endParaRPr lang="en-US" altLang="ja-JP" sz="2400" b="1" dirty="0"/>
          </a:p>
          <a:p>
            <a:pPr algn="ctr"/>
            <a:endParaRPr lang="en-US" altLang="ja-JP" sz="2400" b="1" dirty="0"/>
          </a:p>
          <a:p>
            <a:pPr algn="ctr"/>
            <a:endParaRPr lang="en-US" altLang="ja-JP" sz="2400" b="1" dirty="0"/>
          </a:p>
          <a:p>
            <a:pPr algn="ctr"/>
            <a:endParaRPr lang="en-US" altLang="ja-JP" sz="2400" b="1" dirty="0"/>
          </a:p>
          <a:p>
            <a:pPr algn="ctr"/>
            <a:r>
              <a:rPr lang="en-US" altLang="ja-JP" sz="2400" b="1" dirty="0"/>
              <a:t>Application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2EB5E83-B3A4-40FB-BD51-0A2C2C452449}"/>
              </a:ext>
            </a:extLst>
          </p:cNvPr>
          <p:cNvSpPr/>
          <p:nvPr/>
        </p:nvSpPr>
        <p:spPr>
          <a:xfrm>
            <a:off x="3605659" y="1685483"/>
            <a:ext cx="1606652" cy="11369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今回の</a:t>
            </a:r>
            <a:r>
              <a:rPr kumimoji="1" lang="en-US" altLang="ja-JP" b="1" dirty="0"/>
              <a:t>UC</a:t>
            </a:r>
            <a:r>
              <a:rPr kumimoji="1" lang="ja-JP" altLang="en-US" b="1" dirty="0"/>
              <a:t>の保存処理を</a:t>
            </a:r>
            <a:endParaRPr kumimoji="1" lang="en-US" altLang="ja-JP" b="1" dirty="0"/>
          </a:p>
          <a:p>
            <a:pPr algn="ctr"/>
            <a:r>
              <a:rPr kumimoji="1" lang="ja-JP" altLang="en-US" b="1" dirty="0"/>
              <a:t>実行できる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AE863A6-FC4F-43FE-B81D-B717B453ACE4}"/>
              </a:ext>
            </a:extLst>
          </p:cNvPr>
          <p:cNvSpPr/>
          <p:nvPr/>
        </p:nvSpPr>
        <p:spPr>
          <a:xfrm>
            <a:off x="6361268" y="2794921"/>
            <a:ext cx="1606652" cy="5684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保存できる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94EDFDC-ECCF-4A98-AD4A-43EE90522801}"/>
              </a:ext>
            </a:extLst>
          </p:cNvPr>
          <p:cNvSpPr/>
          <p:nvPr/>
        </p:nvSpPr>
        <p:spPr>
          <a:xfrm>
            <a:off x="1687398" y="1244338"/>
            <a:ext cx="8719794" cy="512818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77F9021-4A82-4955-9C0E-DBE3BF5911EC}"/>
              </a:ext>
            </a:extLst>
          </p:cNvPr>
          <p:cNvSpPr txBox="1"/>
          <p:nvPr/>
        </p:nvSpPr>
        <p:spPr>
          <a:xfrm>
            <a:off x="5248617" y="734107"/>
            <a:ext cx="1899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/>
              <a:t>システム</a:t>
            </a:r>
            <a:endParaRPr kumimoji="1" lang="ja-JP" altLang="en-US" sz="2400" b="1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77C88E11-B44F-4C57-9484-479617727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97" y="2848325"/>
            <a:ext cx="1370271" cy="1950563"/>
          </a:xfrm>
          <a:prstGeom prst="rect">
            <a:avLst/>
          </a:prstGeom>
        </p:spPr>
      </p:pic>
      <p:sp>
        <p:nvSpPr>
          <p:cNvPr id="15" name="円柱 14">
            <a:extLst>
              <a:ext uri="{FF2B5EF4-FFF2-40B4-BE49-F238E27FC236}">
                <a16:creationId xmlns:a16="http://schemas.microsoft.com/office/drawing/2014/main" id="{80AEED55-80C0-4647-8819-CD74D023895D}"/>
              </a:ext>
            </a:extLst>
          </p:cNvPr>
          <p:cNvSpPr/>
          <p:nvPr/>
        </p:nvSpPr>
        <p:spPr>
          <a:xfrm>
            <a:off x="10514102" y="3046115"/>
            <a:ext cx="1382525" cy="1175833"/>
          </a:xfrm>
          <a:prstGeom prst="ca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b="1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C4CDF9B-F30D-46FD-9654-D0E2E3A6FE4F}"/>
              </a:ext>
            </a:extLst>
          </p:cNvPr>
          <p:cNvSpPr txBox="1"/>
          <p:nvPr/>
        </p:nvSpPr>
        <p:spPr>
          <a:xfrm>
            <a:off x="10255857" y="2497563"/>
            <a:ext cx="1899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/>
              <a:t>リポジトリ</a:t>
            </a:r>
            <a:endParaRPr kumimoji="1" lang="ja-JP" altLang="en-US" sz="2400" b="1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605970C-8E65-4836-9203-6536328F1A5D}"/>
              </a:ext>
            </a:extLst>
          </p:cNvPr>
          <p:cNvSpPr txBox="1"/>
          <p:nvPr/>
        </p:nvSpPr>
        <p:spPr>
          <a:xfrm>
            <a:off x="37129" y="2333256"/>
            <a:ext cx="1899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/>
              <a:t>ユーザー</a:t>
            </a:r>
            <a:endParaRPr kumimoji="1" lang="ja-JP" altLang="en-US" sz="2400" b="1" dirty="0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FFE207B-28FF-4D8E-B25B-142D6BE58B95}"/>
              </a:ext>
            </a:extLst>
          </p:cNvPr>
          <p:cNvSpPr/>
          <p:nvPr/>
        </p:nvSpPr>
        <p:spPr>
          <a:xfrm>
            <a:off x="1977955" y="3058010"/>
            <a:ext cx="1400763" cy="24306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CUI</a:t>
            </a:r>
            <a:r>
              <a:rPr kumimoji="1" lang="ja-JP" altLang="en-US" b="1" dirty="0"/>
              <a:t>の</a:t>
            </a:r>
            <a:endParaRPr kumimoji="1" lang="en-US" altLang="ja-JP" b="1" dirty="0"/>
          </a:p>
          <a:p>
            <a:pPr algn="ctr"/>
            <a:r>
              <a:rPr kumimoji="1" lang="ja-JP" altLang="en-US" b="1" dirty="0"/>
              <a:t>入力画面</a:t>
            </a:r>
            <a:endParaRPr kumimoji="1" lang="en-US" altLang="ja-JP" b="1" dirty="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2817C489-576E-4A04-A203-6822597CC3B0}"/>
              </a:ext>
            </a:extLst>
          </p:cNvPr>
          <p:cNvSpPr/>
          <p:nvPr/>
        </p:nvSpPr>
        <p:spPr>
          <a:xfrm>
            <a:off x="8616072" y="3326400"/>
            <a:ext cx="1555950" cy="24306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SQLite</a:t>
            </a:r>
            <a:r>
              <a:rPr kumimoji="1" lang="ja-JP" altLang="en-US" b="1" dirty="0"/>
              <a:t>への</a:t>
            </a:r>
            <a:endParaRPr kumimoji="1" lang="en-US" altLang="ja-JP" b="1" dirty="0"/>
          </a:p>
          <a:p>
            <a:pPr algn="ctr"/>
            <a:r>
              <a:rPr lang="ja-JP" altLang="en-US" b="1" dirty="0"/>
              <a:t>クエリ発行</a:t>
            </a:r>
            <a:endParaRPr kumimoji="1" lang="en-US" altLang="ja-JP" b="1" dirty="0"/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0C86FC5F-7847-4607-96A6-8FF9DF7B5849}"/>
              </a:ext>
            </a:extLst>
          </p:cNvPr>
          <p:cNvSpPr/>
          <p:nvPr/>
        </p:nvSpPr>
        <p:spPr>
          <a:xfrm>
            <a:off x="1424649" y="3382737"/>
            <a:ext cx="999702" cy="1934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96203C5A-5BB0-43EB-B507-2636C2CC8E12}"/>
              </a:ext>
            </a:extLst>
          </p:cNvPr>
          <p:cNvSpPr/>
          <p:nvPr/>
        </p:nvSpPr>
        <p:spPr>
          <a:xfrm rot="18309162">
            <a:off x="2992200" y="2982426"/>
            <a:ext cx="999702" cy="1934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矢印: 右 24">
            <a:extLst>
              <a:ext uri="{FF2B5EF4-FFF2-40B4-BE49-F238E27FC236}">
                <a16:creationId xmlns:a16="http://schemas.microsoft.com/office/drawing/2014/main" id="{DD0401DC-50A8-4BB8-BC51-568A8B3D3785}"/>
              </a:ext>
            </a:extLst>
          </p:cNvPr>
          <p:cNvSpPr/>
          <p:nvPr/>
        </p:nvSpPr>
        <p:spPr>
          <a:xfrm rot="1505661">
            <a:off x="7869905" y="3030482"/>
            <a:ext cx="852631" cy="2973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矢印: 右 25">
            <a:extLst>
              <a:ext uri="{FF2B5EF4-FFF2-40B4-BE49-F238E27FC236}">
                <a16:creationId xmlns:a16="http://schemas.microsoft.com/office/drawing/2014/main" id="{021FF166-5E9F-43AE-B4F0-51229B08152E}"/>
              </a:ext>
            </a:extLst>
          </p:cNvPr>
          <p:cNvSpPr/>
          <p:nvPr/>
        </p:nvSpPr>
        <p:spPr>
          <a:xfrm>
            <a:off x="9763807" y="3367748"/>
            <a:ext cx="852631" cy="2973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2D54B48E-2A5D-4950-BA3B-6C1A3C9934C1}"/>
              </a:ext>
            </a:extLst>
          </p:cNvPr>
          <p:cNvSpPr/>
          <p:nvPr/>
        </p:nvSpPr>
        <p:spPr>
          <a:xfrm>
            <a:off x="3713986" y="3283075"/>
            <a:ext cx="1282605" cy="8310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UC</a:t>
            </a:r>
            <a:r>
              <a:rPr kumimoji="1" lang="ja-JP" altLang="en-US" b="1" dirty="0"/>
              <a:t>を実装</a:t>
            </a:r>
          </a:p>
        </p:txBody>
      </p:sp>
      <p:sp>
        <p:nvSpPr>
          <p:cNvPr id="23" name="矢印: 右 22">
            <a:extLst>
              <a:ext uri="{FF2B5EF4-FFF2-40B4-BE49-F238E27FC236}">
                <a16:creationId xmlns:a16="http://schemas.microsoft.com/office/drawing/2014/main" id="{11B7768A-427B-4C23-A60C-31FFE5D51AAE}"/>
              </a:ext>
            </a:extLst>
          </p:cNvPr>
          <p:cNvSpPr/>
          <p:nvPr/>
        </p:nvSpPr>
        <p:spPr>
          <a:xfrm rot="5400000">
            <a:off x="4348120" y="2902159"/>
            <a:ext cx="639048" cy="2834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矢印: 右 23">
            <a:extLst>
              <a:ext uri="{FF2B5EF4-FFF2-40B4-BE49-F238E27FC236}">
                <a16:creationId xmlns:a16="http://schemas.microsoft.com/office/drawing/2014/main" id="{067F872D-612A-4E49-9437-7ACE017C527A}"/>
              </a:ext>
            </a:extLst>
          </p:cNvPr>
          <p:cNvSpPr/>
          <p:nvPr/>
        </p:nvSpPr>
        <p:spPr>
          <a:xfrm rot="20955016">
            <a:off x="4914898" y="3267811"/>
            <a:ext cx="1535734" cy="2409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6229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ACF7CF82-A7F6-4916-9BD6-5C9C429A2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096" y="1270829"/>
            <a:ext cx="7187807" cy="431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292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角形 6">
            <a:extLst>
              <a:ext uri="{FF2B5EF4-FFF2-40B4-BE49-F238E27FC236}">
                <a16:creationId xmlns:a16="http://schemas.microsoft.com/office/drawing/2014/main" id="{12791BB1-EFD7-4252-A73A-37133491B9C0}"/>
              </a:ext>
            </a:extLst>
          </p:cNvPr>
          <p:cNvSpPr/>
          <p:nvPr/>
        </p:nvSpPr>
        <p:spPr>
          <a:xfrm>
            <a:off x="3487917" y="2573517"/>
            <a:ext cx="5288438" cy="2582945"/>
          </a:xfrm>
          <a:prstGeom prst="hexagon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 sz="2400" b="1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EA8D161-08DE-47A9-BF27-69F612F21591}"/>
              </a:ext>
            </a:extLst>
          </p:cNvPr>
          <p:cNvSpPr/>
          <p:nvPr/>
        </p:nvSpPr>
        <p:spPr>
          <a:xfrm>
            <a:off x="4433012" y="4132984"/>
            <a:ext cx="1509834" cy="556182"/>
          </a:xfrm>
          <a:prstGeom prst="rect">
            <a:avLst/>
          </a:prstGeom>
          <a:solidFill>
            <a:srgbClr val="FFCCCC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 err="1"/>
              <a:t>CreateTaskService</a:t>
            </a:r>
            <a:endParaRPr kumimoji="1" lang="ja-JP" altLang="en-US" b="1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1551623-F053-4127-9E5D-861D834223A8}"/>
              </a:ext>
            </a:extLst>
          </p:cNvPr>
          <p:cNvSpPr/>
          <p:nvPr/>
        </p:nvSpPr>
        <p:spPr>
          <a:xfrm>
            <a:off x="4873225" y="2805183"/>
            <a:ext cx="2917018" cy="456471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i="1" dirty="0" err="1"/>
              <a:t>CreateTaskUseCase</a:t>
            </a:r>
            <a:endParaRPr kumimoji="1" lang="ja-JP" altLang="en-US" b="1" i="1" dirty="0"/>
          </a:p>
        </p:txBody>
      </p:sp>
      <p:sp>
        <p:nvSpPr>
          <p:cNvPr id="11" name="六角形 10">
            <a:extLst>
              <a:ext uri="{FF2B5EF4-FFF2-40B4-BE49-F238E27FC236}">
                <a16:creationId xmlns:a16="http://schemas.microsoft.com/office/drawing/2014/main" id="{D0690C0A-E93A-446A-B250-49F1188A7D35}"/>
              </a:ext>
            </a:extLst>
          </p:cNvPr>
          <p:cNvSpPr/>
          <p:nvPr/>
        </p:nvSpPr>
        <p:spPr>
          <a:xfrm>
            <a:off x="2121031" y="1216057"/>
            <a:ext cx="7145517" cy="4279769"/>
          </a:xfrm>
          <a:prstGeom prst="hexagon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 sz="2400" b="1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8E4EC10-FB2B-458A-9ACE-9512C978BB17}"/>
              </a:ext>
            </a:extLst>
          </p:cNvPr>
          <p:cNvSpPr/>
          <p:nvPr/>
        </p:nvSpPr>
        <p:spPr>
          <a:xfrm>
            <a:off x="3465773" y="1349463"/>
            <a:ext cx="2367621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 err="1"/>
              <a:t>ConsoleController</a:t>
            </a:r>
            <a:endParaRPr kumimoji="1" lang="ja-JP" altLang="en-US" b="1" dirty="0"/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4155F241-79D1-447F-A9F5-99540E61F832}"/>
              </a:ext>
            </a:extLst>
          </p:cNvPr>
          <p:cNvCxnSpPr>
            <a:cxnSpLocks/>
            <a:stCxn id="8" idx="0"/>
            <a:endCxn id="10" idx="2"/>
          </p:cNvCxnSpPr>
          <p:nvPr/>
        </p:nvCxnSpPr>
        <p:spPr>
          <a:xfrm flipV="1">
            <a:off x="5187929" y="3261654"/>
            <a:ext cx="1143805" cy="87133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F701BC1-50F9-4024-BF3A-B9F91205C712}"/>
              </a:ext>
            </a:extLst>
          </p:cNvPr>
          <p:cNvSpPr txBox="1"/>
          <p:nvPr/>
        </p:nvSpPr>
        <p:spPr>
          <a:xfrm>
            <a:off x="4732494" y="3461819"/>
            <a:ext cx="990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/>
              <a:t>実現</a:t>
            </a:r>
            <a:endParaRPr kumimoji="1" lang="ja-JP" altLang="en-US" sz="2400" b="1" dirty="0"/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98702FB2-7B26-4B15-BBF8-3D2B9B311B00}"/>
              </a:ext>
            </a:extLst>
          </p:cNvPr>
          <p:cNvCxnSpPr>
            <a:cxnSpLocks/>
            <a:stCxn id="12" idx="2"/>
            <a:endCxn id="10" idx="0"/>
          </p:cNvCxnSpPr>
          <p:nvPr/>
        </p:nvCxnSpPr>
        <p:spPr>
          <a:xfrm>
            <a:off x="4649584" y="1905645"/>
            <a:ext cx="1682150" cy="89953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68DCC958-6C1E-4FC0-A850-22FAE43A4431}"/>
              </a:ext>
            </a:extLst>
          </p:cNvPr>
          <p:cNvSpPr txBox="1"/>
          <p:nvPr/>
        </p:nvSpPr>
        <p:spPr>
          <a:xfrm>
            <a:off x="4143052" y="2029891"/>
            <a:ext cx="990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/>
              <a:t>依存</a:t>
            </a:r>
            <a:endParaRPr kumimoji="1" lang="ja-JP" altLang="en-US" sz="2400" b="1" dirty="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86EA7DD-FA2B-4698-B122-9C0BC3B6F65A}"/>
              </a:ext>
            </a:extLst>
          </p:cNvPr>
          <p:cNvSpPr/>
          <p:nvPr/>
        </p:nvSpPr>
        <p:spPr>
          <a:xfrm>
            <a:off x="6420516" y="4128260"/>
            <a:ext cx="1611230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テストダブル</a:t>
            </a:r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739B7767-29DB-469E-A044-059BDF71F5F7}"/>
              </a:ext>
            </a:extLst>
          </p:cNvPr>
          <p:cNvCxnSpPr>
            <a:cxnSpLocks/>
            <a:stCxn id="27" idx="0"/>
            <a:endCxn id="10" idx="2"/>
          </p:cNvCxnSpPr>
          <p:nvPr/>
        </p:nvCxnSpPr>
        <p:spPr>
          <a:xfrm flipH="1" flipV="1">
            <a:off x="6331734" y="3261654"/>
            <a:ext cx="894397" cy="866606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99ED8FF-64DB-4FC9-9AA1-80C390A7DBA3}"/>
              </a:ext>
            </a:extLst>
          </p:cNvPr>
          <p:cNvSpPr txBox="1"/>
          <p:nvPr/>
        </p:nvSpPr>
        <p:spPr>
          <a:xfrm>
            <a:off x="6778932" y="3462703"/>
            <a:ext cx="990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/>
              <a:t>実現</a:t>
            </a:r>
            <a:endParaRPr kumimoji="1" lang="ja-JP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76774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93BB88BD-C670-4454-9CE3-5DCD01BAAB7F}"/>
              </a:ext>
            </a:extLst>
          </p:cNvPr>
          <p:cNvSpPr/>
          <p:nvPr/>
        </p:nvSpPr>
        <p:spPr>
          <a:xfrm>
            <a:off x="1621410" y="1272619"/>
            <a:ext cx="7984504" cy="3902696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6F4E78C-B73E-4D59-A7B3-CFB828264010}"/>
              </a:ext>
            </a:extLst>
          </p:cNvPr>
          <p:cNvSpPr txBox="1"/>
          <p:nvPr/>
        </p:nvSpPr>
        <p:spPr>
          <a:xfrm>
            <a:off x="2546756" y="733345"/>
            <a:ext cx="3740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b="1" dirty="0"/>
              <a:t>GameTester.java</a:t>
            </a:r>
            <a:endParaRPr kumimoji="1" lang="ja-JP" altLang="en-US" sz="2400" b="1" dirty="0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3F244784-5D3C-48C0-B885-104BBE116F22}"/>
              </a:ext>
            </a:extLst>
          </p:cNvPr>
          <p:cNvSpPr/>
          <p:nvPr/>
        </p:nvSpPr>
        <p:spPr>
          <a:xfrm>
            <a:off x="2364801" y="1998482"/>
            <a:ext cx="1819373" cy="2752627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コントローラーは何か不明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EA919958-2654-4B14-AEDB-75E1B140D6CA}"/>
              </a:ext>
            </a:extLst>
          </p:cNvPr>
          <p:cNvSpPr txBox="1"/>
          <p:nvPr/>
        </p:nvSpPr>
        <p:spPr>
          <a:xfrm>
            <a:off x="1618706" y="1574276"/>
            <a:ext cx="33214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b="1" dirty="0" err="1"/>
              <a:t>GameConsole</a:t>
            </a:r>
            <a:r>
              <a:rPr lang="ja-JP" altLang="en-US" sz="2000" b="1" dirty="0"/>
              <a:t>クラス</a:t>
            </a:r>
            <a:endParaRPr kumimoji="1" lang="ja-JP" altLang="en-US" sz="2000" b="1" dirty="0"/>
          </a:p>
        </p:txBody>
      </p:sp>
      <p:sp>
        <p:nvSpPr>
          <p:cNvPr id="33" name="矢印: 右 32">
            <a:extLst>
              <a:ext uri="{FF2B5EF4-FFF2-40B4-BE49-F238E27FC236}">
                <a16:creationId xmlns:a16="http://schemas.microsoft.com/office/drawing/2014/main" id="{048A1EF2-28A1-46FF-9260-707F34CA8536}"/>
              </a:ext>
            </a:extLst>
          </p:cNvPr>
          <p:cNvSpPr/>
          <p:nvPr/>
        </p:nvSpPr>
        <p:spPr>
          <a:xfrm>
            <a:off x="4693711" y="2920615"/>
            <a:ext cx="1979629" cy="791852"/>
          </a:xfrm>
          <a:prstGeom prst="rightArrow">
            <a:avLst>
              <a:gd name="adj1" fmla="val 50000"/>
              <a:gd name="adj2" fmla="val 678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4F41071-D8AF-4FBA-B685-0D245509C0FF}"/>
              </a:ext>
            </a:extLst>
          </p:cNvPr>
          <p:cNvSpPr txBox="1"/>
          <p:nvPr/>
        </p:nvSpPr>
        <p:spPr>
          <a:xfrm>
            <a:off x="4937185" y="2689783"/>
            <a:ext cx="123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b="1" dirty="0"/>
              <a:t>new</a:t>
            </a:r>
            <a:endParaRPr kumimoji="1" lang="ja-JP" altLang="en-US" sz="2400" b="1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2BC11689-CB8E-4737-A6E6-BD081E671F52}"/>
              </a:ext>
            </a:extLst>
          </p:cNvPr>
          <p:cNvSpPr txBox="1"/>
          <p:nvPr/>
        </p:nvSpPr>
        <p:spPr>
          <a:xfrm>
            <a:off x="4693711" y="3712466"/>
            <a:ext cx="17816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 dirty="0">
                <a:solidFill>
                  <a:srgbClr val="FF0000"/>
                </a:solidFill>
              </a:rPr>
              <a:t>ここでどんな</a:t>
            </a:r>
            <a:r>
              <a:rPr lang="en-US" altLang="ja-JP" sz="2000" b="1" dirty="0">
                <a:solidFill>
                  <a:srgbClr val="FF0000"/>
                </a:solidFill>
              </a:rPr>
              <a:t>Controller</a:t>
            </a:r>
            <a:r>
              <a:rPr lang="ja-JP" altLang="en-US" sz="2000" b="1" dirty="0">
                <a:solidFill>
                  <a:srgbClr val="FF0000"/>
                </a:solidFill>
              </a:rPr>
              <a:t>か決めてる</a:t>
            </a:r>
            <a:endParaRPr kumimoji="1" lang="ja-JP" altLang="en-US" sz="2000" b="1" dirty="0">
              <a:solidFill>
                <a:srgbClr val="FF0000"/>
              </a:solidFill>
            </a:endParaRPr>
          </a:p>
        </p:txBody>
      </p:sp>
      <p:pic>
        <p:nvPicPr>
          <p:cNvPr id="2050" name="Picture 2" descr="ゲームのコントローラーのアイコン | フリーのアイコンイラスト素材 icon-pit">
            <a:extLst>
              <a:ext uri="{FF2B5EF4-FFF2-40B4-BE49-F238E27FC236}">
                <a16:creationId xmlns:a16="http://schemas.microsoft.com/office/drawing/2014/main" id="{F2AFE8B9-F8CC-484A-9C7C-97B1B80F6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0944" y="1628800"/>
            <a:ext cx="1516734" cy="1516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6AEE16C0-46C0-4744-AF7F-84C8760C80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6997"/>
          <a:stretch/>
        </p:blipFill>
        <p:spPr>
          <a:xfrm>
            <a:off x="6673340" y="1998482"/>
            <a:ext cx="2695575" cy="1070285"/>
          </a:xfrm>
          <a:prstGeom prst="rect">
            <a:avLst/>
          </a:prstGeom>
        </p:spPr>
      </p:pic>
      <p:pic>
        <p:nvPicPr>
          <p:cNvPr id="38" name="Picture 2" descr="ゲームのコントローラーのアイコン | フリーのアイコンイラスト素材 icon-pit">
            <a:extLst>
              <a:ext uri="{FF2B5EF4-FFF2-40B4-BE49-F238E27FC236}">
                <a16:creationId xmlns:a16="http://schemas.microsoft.com/office/drawing/2014/main" id="{7A208375-2662-4A72-8F12-A6CC1D130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090" y="2743109"/>
            <a:ext cx="1516734" cy="1516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731BB611-EC7B-478A-834C-359D183EBAAF}"/>
              </a:ext>
            </a:extLst>
          </p:cNvPr>
          <p:cNvSpPr txBox="1"/>
          <p:nvPr/>
        </p:nvSpPr>
        <p:spPr>
          <a:xfrm>
            <a:off x="6475376" y="4080474"/>
            <a:ext cx="33214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b="1" dirty="0" err="1"/>
              <a:t>GameConsole</a:t>
            </a:r>
            <a:r>
              <a:rPr lang="ja-JP" altLang="en-US" sz="2000" b="1" dirty="0"/>
              <a:t>型</a:t>
            </a:r>
            <a:endParaRPr lang="en-US" altLang="ja-JP" sz="2000" b="1" dirty="0"/>
          </a:p>
          <a:p>
            <a:pPr algn="ctr"/>
            <a:r>
              <a:rPr kumimoji="1" lang="ja-JP" altLang="en-US" sz="2000" b="1" dirty="0"/>
              <a:t>オブジェクト</a:t>
            </a:r>
          </a:p>
        </p:txBody>
      </p:sp>
    </p:spTree>
    <p:extLst>
      <p:ext uri="{BB962C8B-B14F-4D97-AF65-F5344CB8AC3E}">
        <p14:creationId xmlns:p14="http://schemas.microsoft.com/office/powerpoint/2010/main" val="3274026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6ED5BB75-9BE3-41BF-82E2-16D49014B5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57"/>
          <a:stretch/>
        </p:blipFill>
        <p:spPr>
          <a:xfrm>
            <a:off x="1999133" y="1173284"/>
            <a:ext cx="8049840" cy="451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5742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EDF20F8-7DC2-4099-A65A-1B9470330D5B}"/>
              </a:ext>
            </a:extLst>
          </p:cNvPr>
          <p:cNvSpPr/>
          <p:nvPr/>
        </p:nvSpPr>
        <p:spPr>
          <a:xfrm>
            <a:off x="4703975" y="1988144"/>
            <a:ext cx="1668545" cy="2404748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sz="1600" b="1" dirty="0"/>
          </a:p>
          <a:p>
            <a:pPr algn="ctr"/>
            <a:endParaRPr lang="en-US" altLang="ja-JP" sz="1600" b="1" dirty="0"/>
          </a:p>
          <a:p>
            <a:pPr algn="ctr"/>
            <a:endParaRPr kumimoji="1" lang="en-US" altLang="ja-JP" sz="1600" b="1" dirty="0"/>
          </a:p>
          <a:p>
            <a:pPr algn="ctr"/>
            <a:r>
              <a:rPr lang="ja-JP" altLang="en-US" sz="1600" b="1" dirty="0"/>
              <a:t>検索処理</a:t>
            </a:r>
            <a:endParaRPr kumimoji="1" lang="ja-JP" altLang="en-US" sz="1600" b="1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AF2CFAE-3AFA-495A-A308-78615B68695A}"/>
              </a:ext>
            </a:extLst>
          </p:cNvPr>
          <p:cNvSpPr/>
          <p:nvPr/>
        </p:nvSpPr>
        <p:spPr>
          <a:xfrm>
            <a:off x="1206631" y="2507530"/>
            <a:ext cx="2677212" cy="1545996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/>
              <a:t>条件「優先度：高」</a:t>
            </a:r>
            <a:endParaRPr kumimoji="1" lang="en-US" altLang="ja-JP" sz="1600" b="1" dirty="0"/>
          </a:p>
          <a:p>
            <a:pPr algn="ctr"/>
            <a:endParaRPr lang="en-US" altLang="ja-JP" sz="1600" b="1" dirty="0"/>
          </a:p>
          <a:p>
            <a:pPr algn="ctr"/>
            <a:r>
              <a:rPr kumimoji="1" lang="ja-JP" altLang="en-US" sz="1600" b="1" dirty="0"/>
              <a:t>タスク一覧を表示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BA85879-0FAB-493E-82A3-3E23085CA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03" y="2744630"/>
            <a:ext cx="1370271" cy="1950563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B3403E8-48BC-463B-A7B2-2D367E3F8CEF}"/>
              </a:ext>
            </a:extLst>
          </p:cNvPr>
          <p:cNvSpPr txBox="1"/>
          <p:nvPr/>
        </p:nvSpPr>
        <p:spPr>
          <a:xfrm>
            <a:off x="404931" y="4630635"/>
            <a:ext cx="1899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/>
              <a:t>ユーザー</a:t>
            </a:r>
            <a:endParaRPr kumimoji="1" lang="ja-JP" altLang="en-US" sz="2400" b="1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355C5BC-9A0B-4A8A-B624-C4C6B6C9FC7A}"/>
              </a:ext>
            </a:extLst>
          </p:cNvPr>
          <p:cNvSpPr txBox="1"/>
          <p:nvPr/>
        </p:nvSpPr>
        <p:spPr>
          <a:xfrm>
            <a:off x="1595730" y="1988143"/>
            <a:ext cx="1899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b="1" dirty="0"/>
              <a:t>CUI</a:t>
            </a:r>
            <a:endParaRPr kumimoji="1" lang="ja-JP" altLang="en-US" sz="2400" b="1" dirty="0"/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CDF0F830-F1C9-45CF-B02C-E89FFD7CCA4A}"/>
              </a:ext>
            </a:extLst>
          </p:cNvPr>
          <p:cNvSpPr/>
          <p:nvPr/>
        </p:nvSpPr>
        <p:spPr>
          <a:xfrm>
            <a:off x="4006391" y="3129699"/>
            <a:ext cx="2997724" cy="3016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E0AFF9B-7711-4F94-AB16-F9E420E9A99B}"/>
              </a:ext>
            </a:extLst>
          </p:cNvPr>
          <p:cNvSpPr txBox="1"/>
          <p:nvPr/>
        </p:nvSpPr>
        <p:spPr>
          <a:xfrm>
            <a:off x="4555746" y="4411994"/>
            <a:ext cx="1899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/>
              <a:t>システム</a:t>
            </a:r>
            <a:endParaRPr kumimoji="1" lang="ja-JP" altLang="en-US" sz="2400" b="1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CAB81A5-BA64-4FD0-906A-81881ADA6ADB}"/>
              </a:ext>
            </a:extLst>
          </p:cNvPr>
          <p:cNvSpPr/>
          <p:nvPr/>
        </p:nvSpPr>
        <p:spPr>
          <a:xfrm>
            <a:off x="8069343" y="2507530"/>
            <a:ext cx="2916025" cy="195056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/>
              <a:t>優先度：高　のタスク一覧</a:t>
            </a:r>
            <a:endParaRPr kumimoji="1" lang="en-US" altLang="ja-JP" sz="1600" b="1" dirty="0"/>
          </a:p>
          <a:p>
            <a:pPr algn="ctr"/>
            <a:endParaRPr lang="en-US" altLang="ja-JP" sz="1600" b="1" dirty="0"/>
          </a:p>
          <a:p>
            <a:pPr algn="ctr"/>
            <a:endParaRPr kumimoji="1" lang="en-US" altLang="ja-JP" sz="1600" b="1" dirty="0"/>
          </a:p>
          <a:p>
            <a:pPr algn="ctr"/>
            <a:endParaRPr lang="en-US" altLang="ja-JP" sz="1600" b="1" dirty="0"/>
          </a:p>
          <a:p>
            <a:pPr algn="ctr"/>
            <a:endParaRPr kumimoji="1" lang="en-US" altLang="ja-JP" sz="1600" b="1" dirty="0"/>
          </a:p>
          <a:p>
            <a:pPr algn="ctr"/>
            <a:endParaRPr lang="en-US" altLang="ja-JP" sz="1600" b="1" dirty="0"/>
          </a:p>
          <a:p>
            <a:pPr algn="ctr"/>
            <a:endParaRPr kumimoji="1" lang="ja-JP" altLang="en-US" sz="1600" b="1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B11DEC26-AB2B-4E4D-8DA4-462E6D025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371" y="2744630"/>
            <a:ext cx="1370271" cy="1950563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5EBE075-F648-45E7-B213-4EB9CEBC827A}"/>
              </a:ext>
            </a:extLst>
          </p:cNvPr>
          <p:cNvSpPr txBox="1"/>
          <p:nvPr/>
        </p:nvSpPr>
        <p:spPr>
          <a:xfrm>
            <a:off x="6899999" y="4630635"/>
            <a:ext cx="1899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/>
              <a:t>ユーザー</a:t>
            </a:r>
            <a:endParaRPr kumimoji="1" lang="ja-JP" altLang="en-US" sz="2400" b="1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4BC2CFA-E03D-4EA0-925B-1DF0910051BD}"/>
              </a:ext>
            </a:extLst>
          </p:cNvPr>
          <p:cNvSpPr txBox="1"/>
          <p:nvPr/>
        </p:nvSpPr>
        <p:spPr>
          <a:xfrm>
            <a:off x="8458443" y="1988143"/>
            <a:ext cx="1899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b="1" dirty="0"/>
              <a:t>CUI</a:t>
            </a:r>
            <a:endParaRPr kumimoji="1" lang="ja-JP" altLang="en-US" sz="2400" b="1" dirty="0"/>
          </a:p>
        </p:txBody>
      </p:sp>
      <p:graphicFrame>
        <p:nvGraphicFramePr>
          <p:cNvPr id="15" name="表 14">
            <a:extLst>
              <a:ext uri="{FF2B5EF4-FFF2-40B4-BE49-F238E27FC236}">
                <a16:creationId xmlns:a16="http://schemas.microsoft.com/office/drawing/2014/main" id="{DCAE5443-84E3-4B22-8A37-DCD875533D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154157"/>
              </p:ext>
            </p:extLst>
          </p:nvPr>
        </p:nvGraphicFramePr>
        <p:xfrm>
          <a:off x="8243214" y="3078033"/>
          <a:ext cx="2568282" cy="121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9094">
                  <a:extLst>
                    <a:ext uri="{9D8B030D-6E8A-4147-A177-3AD203B41FA5}">
                      <a16:colId xmlns:a16="http://schemas.microsoft.com/office/drawing/2014/main" val="4122104363"/>
                    </a:ext>
                  </a:extLst>
                </a:gridCol>
                <a:gridCol w="929188">
                  <a:extLst>
                    <a:ext uri="{9D8B030D-6E8A-4147-A177-3AD203B41FA5}">
                      <a16:colId xmlns:a16="http://schemas.microsoft.com/office/drawing/2014/main" val="4065850247"/>
                    </a:ext>
                  </a:extLst>
                </a:gridCol>
              </a:tblGrid>
              <a:tr h="296346">
                <a:tc>
                  <a:txBody>
                    <a:bodyPr/>
                    <a:lstStyle/>
                    <a:p>
                      <a:r>
                        <a:rPr kumimoji="1" lang="ja-JP" altLang="en-US" sz="1400" b="1" dirty="0"/>
                        <a:t>タイトル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1" dirty="0"/>
                        <a:t>状態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05797"/>
                  </a:ext>
                </a:extLst>
              </a:tr>
              <a:tr h="296346">
                <a:tc>
                  <a:txBody>
                    <a:bodyPr/>
                    <a:lstStyle/>
                    <a:p>
                      <a:r>
                        <a:rPr kumimoji="1" lang="en-US" altLang="ja-JP" sz="1400" b="1" dirty="0"/>
                        <a:t>Java</a:t>
                      </a:r>
                      <a:r>
                        <a:rPr kumimoji="1" lang="ja-JP" altLang="en-US" sz="1400" b="1" dirty="0"/>
                        <a:t>のお勉強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1" dirty="0"/>
                        <a:t>未完了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402743"/>
                  </a:ext>
                </a:extLst>
              </a:tr>
              <a:tr h="296346">
                <a:tc>
                  <a:txBody>
                    <a:bodyPr/>
                    <a:lstStyle/>
                    <a:p>
                      <a:r>
                        <a:rPr kumimoji="1" lang="en-US" altLang="ja-JP" sz="1400" b="1" dirty="0"/>
                        <a:t>SQL</a:t>
                      </a:r>
                      <a:r>
                        <a:rPr kumimoji="1" lang="ja-JP" altLang="en-US" sz="1400" b="1" dirty="0"/>
                        <a:t>のお勉強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1" dirty="0"/>
                        <a:t>完了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265205"/>
                  </a:ext>
                </a:extLst>
              </a:tr>
              <a:tr h="302381">
                <a:tc>
                  <a:txBody>
                    <a:bodyPr/>
                    <a:lstStyle/>
                    <a:p>
                      <a:r>
                        <a:rPr kumimoji="1" lang="ja-JP" altLang="en-US" sz="1400" b="1" dirty="0"/>
                        <a:t>テーブル設計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1" dirty="0"/>
                        <a:t>未完了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364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12025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9B9B84E-440D-4D08-BCE0-3B0DCCFE7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068" y="1782937"/>
            <a:ext cx="10601863" cy="329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552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六角形 3">
            <a:extLst>
              <a:ext uri="{FF2B5EF4-FFF2-40B4-BE49-F238E27FC236}">
                <a16:creationId xmlns:a16="http://schemas.microsoft.com/office/drawing/2014/main" id="{F6FF0168-3E44-49E5-99F0-010292BDED36}"/>
              </a:ext>
            </a:extLst>
          </p:cNvPr>
          <p:cNvSpPr/>
          <p:nvPr/>
        </p:nvSpPr>
        <p:spPr>
          <a:xfrm>
            <a:off x="5560294" y="3097553"/>
            <a:ext cx="2813323" cy="2138365"/>
          </a:xfrm>
          <a:prstGeom prst="hexagon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 sz="2400" b="1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F0E2654-66E6-46E5-BB48-73758E0245E7}"/>
              </a:ext>
            </a:extLst>
          </p:cNvPr>
          <p:cNvSpPr/>
          <p:nvPr/>
        </p:nvSpPr>
        <p:spPr>
          <a:xfrm>
            <a:off x="6240042" y="4539850"/>
            <a:ext cx="1453823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Task</a:t>
            </a:r>
            <a:endParaRPr kumimoji="1" lang="ja-JP" altLang="en-US" b="1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4218019-B7BB-497B-AE5C-DA9162CB8BD1}"/>
              </a:ext>
            </a:extLst>
          </p:cNvPr>
          <p:cNvSpPr/>
          <p:nvPr/>
        </p:nvSpPr>
        <p:spPr>
          <a:xfrm>
            <a:off x="5988648" y="3411836"/>
            <a:ext cx="1956612" cy="395923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i="1" dirty="0" err="1"/>
              <a:t>TaskRepository</a:t>
            </a:r>
            <a:endParaRPr kumimoji="1" lang="ja-JP" altLang="en-US" b="1" i="1" dirty="0"/>
          </a:p>
        </p:txBody>
      </p:sp>
      <p:sp>
        <p:nvSpPr>
          <p:cNvPr id="7" name="六角形 6">
            <a:extLst>
              <a:ext uri="{FF2B5EF4-FFF2-40B4-BE49-F238E27FC236}">
                <a16:creationId xmlns:a16="http://schemas.microsoft.com/office/drawing/2014/main" id="{0577E0FE-C795-4751-9E6F-C7C104D6581C}"/>
              </a:ext>
            </a:extLst>
          </p:cNvPr>
          <p:cNvSpPr/>
          <p:nvPr/>
        </p:nvSpPr>
        <p:spPr>
          <a:xfrm>
            <a:off x="2790333" y="1772239"/>
            <a:ext cx="6023728" cy="3582185"/>
          </a:xfrm>
          <a:prstGeom prst="hexagon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 sz="2400" b="1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55B56B8-0103-48CF-BD1B-92595823EE9E}"/>
              </a:ext>
            </a:extLst>
          </p:cNvPr>
          <p:cNvSpPr/>
          <p:nvPr/>
        </p:nvSpPr>
        <p:spPr>
          <a:xfrm>
            <a:off x="3704734" y="3331706"/>
            <a:ext cx="1540528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 err="1"/>
              <a:t>UpdateTaskService</a:t>
            </a:r>
            <a:endParaRPr kumimoji="1" lang="ja-JP" altLang="en-US" b="1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C2F1358-72E8-4185-9D82-FA7D5D998697}"/>
              </a:ext>
            </a:extLst>
          </p:cNvPr>
          <p:cNvSpPr/>
          <p:nvPr/>
        </p:nvSpPr>
        <p:spPr>
          <a:xfrm>
            <a:off x="3626495" y="4425974"/>
            <a:ext cx="1618767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 err="1"/>
              <a:t>UpdateTaskCommand</a:t>
            </a:r>
            <a:endParaRPr kumimoji="1" lang="ja-JP" altLang="en-US" b="1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F68AE94-29C5-45F7-8254-1A112F2C64CD}"/>
              </a:ext>
            </a:extLst>
          </p:cNvPr>
          <p:cNvSpPr/>
          <p:nvPr/>
        </p:nvSpPr>
        <p:spPr>
          <a:xfrm>
            <a:off x="4175641" y="2003905"/>
            <a:ext cx="2917018" cy="456471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i="1" dirty="0" err="1"/>
              <a:t>UpdateTaskUseCase</a:t>
            </a:r>
            <a:endParaRPr kumimoji="1" lang="ja-JP" altLang="en-US" b="1" i="1" dirty="0"/>
          </a:p>
        </p:txBody>
      </p:sp>
      <p:sp>
        <p:nvSpPr>
          <p:cNvPr id="11" name="六角形 10">
            <a:extLst>
              <a:ext uri="{FF2B5EF4-FFF2-40B4-BE49-F238E27FC236}">
                <a16:creationId xmlns:a16="http://schemas.microsoft.com/office/drawing/2014/main" id="{EE6A7875-DE4B-4176-B067-5CA1E9B4AEF4}"/>
              </a:ext>
            </a:extLst>
          </p:cNvPr>
          <p:cNvSpPr/>
          <p:nvPr/>
        </p:nvSpPr>
        <p:spPr>
          <a:xfrm>
            <a:off x="1234911" y="339365"/>
            <a:ext cx="9266549" cy="5287704"/>
          </a:xfrm>
          <a:prstGeom prst="hexagon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 sz="2400" b="1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98437DF-DD11-436C-81EF-D6B455D75A23}"/>
              </a:ext>
            </a:extLst>
          </p:cNvPr>
          <p:cNvSpPr/>
          <p:nvPr/>
        </p:nvSpPr>
        <p:spPr>
          <a:xfrm>
            <a:off x="2768189" y="548185"/>
            <a:ext cx="2367621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 err="1"/>
              <a:t>ConsoleController</a:t>
            </a:r>
            <a:endParaRPr kumimoji="1" lang="ja-JP" altLang="en-US" b="1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1C1F814-6EA5-4170-9929-97A8159A7B62}"/>
              </a:ext>
            </a:extLst>
          </p:cNvPr>
          <p:cNvSpPr/>
          <p:nvPr/>
        </p:nvSpPr>
        <p:spPr>
          <a:xfrm>
            <a:off x="6606653" y="835761"/>
            <a:ext cx="2677213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b="1" dirty="0" err="1"/>
              <a:t>SQLiteTaskRepository</a:t>
            </a:r>
            <a:endParaRPr kumimoji="1" lang="ja-JP" altLang="en-US" b="1" dirty="0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2FA343F9-C89E-4683-9D5F-D842EAA4FD29}"/>
              </a:ext>
            </a:extLst>
          </p:cNvPr>
          <p:cNvCxnSpPr>
            <a:cxnSpLocks/>
            <a:stCxn id="8" idx="0"/>
            <a:endCxn id="10" idx="2"/>
          </p:cNvCxnSpPr>
          <p:nvPr/>
        </p:nvCxnSpPr>
        <p:spPr>
          <a:xfrm flipV="1">
            <a:off x="4474998" y="2460376"/>
            <a:ext cx="1159152" cy="87133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4D2BE67-23F8-470A-87B1-656488FEA5B9}"/>
              </a:ext>
            </a:extLst>
          </p:cNvPr>
          <p:cNvSpPr txBox="1"/>
          <p:nvPr/>
        </p:nvSpPr>
        <p:spPr>
          <a:xfrm>
            <a:off x="4034910" y="2660541"/>
            <a:ext cx="990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/>
              <a:t>実現</a:t>
            </a:r>
            <a:endParaRPr kumimoji="1" lang="ja-JP" altLang="en-US" sz="2400" b="1" dirty="0"/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34F0ECE0-62BD-4632-9257-48EDC287D1F9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4435879" y="3887888"/>
            <a:ext cx="39119" cy="53808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A13F07A-5C93-440C-8D42-75E3BB602ED7}"/>
              </a:ext>
            </a:extLst>
          </p:cNvPr>
          <p:cNvSpPr txBox="1"/>
          <p:nvPr/>
        </p:nvSpPr>
        <p:spPr>
          <a:xfrm>
            <a:off x="3365930" y="3922496"/>
            <a:ext cx="990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/>
              <a:t>依存</a:t>
            </a:r>
            <a:endParaRPr kumimoji="1" lang="ja-JP" altLang="en-US" sz="2400" b="1" dirty="0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D15254F9-1442-4094-BFE8-CCA7154E9E8B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5245262" y="3609797"/>
            <a:ext cx="743386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EF34F7F4-C6EA-4B4F-B6A3-DB5CA6B4D5BC}"/>
              </a:ext>
            </a:extLst>
          </p:cNvPr>
          <p:cNvCxnSpPr>
            <a:cxnSpLocks/>
            <a:stCxn id="12" idx="2"/>
            <a:endCxn id="10" idx="0"/>
          </p:cNvCxnSpPr>
          <p:nvPr/>
        </p:nvCxnSpPr>
        <p:spPr>
          <a:xfrm>
            <a:off x="3952000" y="1104367"/>
            <a:ext cx="1682150" cy="89953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897D59B-4AC1-4A98-9D98-8FDFBAEEC0C7}"/>
              </a:ext>
            </a:extLst>
          </p:cNvPr>
          <p:cNvSpPr txBox="1"/>
          <p:nvPr/>
        </p:nvSpPr>
        <p:spPr>
          <a:xfrm>
            <a:off x="6315211" y="3896870"/>
            <a:ext cx="990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/>
              <a:t>依存</a:t>
            </a:r>
            <a:endParaRPr kumimoji="1" lang="ja-JP" altLang="en-US" sz="2400" b="1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0B4F487-A9A5-46C5-BB41-59408F004935}"/>
              </a:ext>
            </a:extLst>
          </p:cNvPr>
          <p:cNvSpPr txBox="1"/>
          <p:nvPr/>
        </p:nvSpPr>
        <p:spPr>
          <a:xfrm>
            <a:off x="3445468" y="1228613"/>
            <a:ext cx="990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/>
              <a:t>依存</a:t>
            </a:r>
            <a:endParaRPr kumimoji="1" lang="ja-JP" altLang="en-US" sz="2400" b="1" dirty="0"/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51167AA0-9026-485C-80E3-530D889F9071}"/>
              </a:ext>
            </a:extLst>
          </p:cNvPr>
          <p:cNvCxnSpPr>
            <a:cxnSpLocks/>
            <a:stCxn id="8" idx="3"/>
            <a:endCxn id="5" idx="0"/>
          </p:cNvCxnSpPr>
          <p:nvPr/>
        </p:nvCxnSpPr>
        <p:spPr>
          <a:xfrm>
            <a:off x="5245262" y="3609797"/>
            <a:ext cx="1721692" cy="93005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EE950C59-88D6-41E7-ACD4-7704DF6553A5}"/>
              </a:ext>
            </a:extLst>
          </p:cNvPr>
          <p:cNvCxnSpPr>
            <a:cxnSpLocks/>
            <a:stCxn id="13" idx="2"/>
            <a:endCxn id="6" idx="0"/>
          </p:cNvCxnSpPr>
          <p:nvPr/>
        </p:nvCxnSpPr>
        <p:spPr>
          <a:xfrm flipH="1">
            <a:off x="6966954" y="1391943"/>
            <a:ext cx="978306" cy="2019893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156EEBC-E1DE-4936-B820-6E39B68F4247}"/>
              </a:ext>
            </a:extLst>
          </p:cNvPr>
          <p:cNvSpPr txBox="1"/>
          <p:nvPr/>
        </p:nvSpPr>
        <p:spPr>
          <a:xfrm>
            <a:off x="7297865" y="2401889"/>
            <a:ext cx="990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/>
              <a:t>実現</a:t>
            </a:r>
            <a:endParaRPr kumimoji="1" lang="ja-JP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3510447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図 17">
            <a:extLst>
              <a:ext uri="{FF2B5EF4-FFF2-40B4-BE49-F238E27FC236}">
                <a16:creationId xmlns:a16="http://schemas.microsoft.com/office/drawing/2014/main" id="{D2767CD6-2C0D-4613-AB40-332C6BBDF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872" y="1499115"/>
            <a:ext cx="7419080" cy="4241556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138A2EC-A42C-4A05-88E8-DAF6890D441E}"/>
              </a:ext>
            </a:extLst>
          </p:cNvPr>
          <p:cNvSpPr/>
          <p:nvPr/>
        </p:nvSpPr>
        <p:spPr>
          <a:xfrm>
            <a:off x="1974347" y="1282045"/>
            <a:ext cx="7697554" cy="4835950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A35DD9-A6B6-43BC-9F09-EEB1CE450113}"/>
              </a:ext>
            </a:extLst>
          </p:cNvPr>
          <p:cNvSpPr txBox="1"/>
          <p:nvPr/>
        </p:nvSpPr>
        <p:spPr>
          <a:xfrm>
            <a:off x="4873617" y="912713"/>
            <a:ext cx="1899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システム</a:t>
            </a:r>
            <a:endParaRPr kumimoji="1" lang="ja-JP" altLang="en-US" b="1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DBB0C6F-F8E5-4A84-9D9C-4A9AFDF84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5" y="2709468"/>
            <a:ext cx="1370271" cy="1950563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F3CA5FD-336C-442C-BB05-98A00CD2CA6F}"/>
              </a:ext>
            </a:extLst>
          </p:cNvPr>
          <p:cNvSpPr txBox="1"/>
          <p:nvPr/>
        </p:nvSpPr>
        <p:spPr>
          <a:xfrm>
            <a:off x="-206987" y="4595473"/>
            <a:ext cx="1899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ユーザー</a:t>
            </a:r>
            <a:endParaRPr kumimoji="1" lang="ja-JP" altLang="en-US" b="1" dirty="0"/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45A89972-E8AE-4F6F-B63F-AEB498FAC67C}"/>
              </a:ext>
            </a:extLst>
          </p:cNvPr>
          <p:cNvSpPr/>
          <p:nvPr/>
        </p:nvSpPr>
        <p:spPr>
          <a:xfrm rot="20441353">
            <a:off x="866357" y="2546894"/>
            <a:ext cx="2609210" cy="137034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ACE3864-A7FC-4216-A9F4-BD0CA9E17D60}"/>
              </a:ext>
            </a:extLst>
          </p:cNvPr>
          <p:cNvSpPr txBox="1"/>
          <p:nvPr/>
        </p:nvSpPr>
        <p:spPr>
          <a:xfrm>
            <a:off x="409641" y="1816365"/>
            <a:ext cx="1637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タスクを編集したい！</a:t>
            </a:r>
            <a:r>
              <a:rPr lang="en-US" altLang="ja-JP" b="1" dirty="0"/>
              <a:t>(UC3)</a:t>
            </a:r>
            <a:endParaRPr kumimoji="1" lang="ja-JP" altLang="en-US" b="1" dirty="0"/>
          </a:p>
        </p:txBody>
      </p:sp>
      <p:sp>
        <p:nvSpPr>
          <p:cNvPr id="11" name="円柱 10">
            <a:extLst>
              <a:ext uri="{FF2B5EF4-FFF2-40B4-BE49-F238E27FC236}">
                <a16:creationId xmlns:a16="http://schemas.microsoft.com/office/drawing/2014/main" id="{5BBA6BE6-3952-4201-B6E1-12EFD689F3CF}"/>
              </a:ext>
            </a:extLst>
          </p:cNvPr>
          <p:cNvSpPr/>
          <p:nvPr/>
        </p:nvSpPr>
        <p:spPr>
          <a:xfrm>
            <a:off x="10144374" y="2902670"/>
            <a:ext cx="1382525" cy="1175833"/>
          </a:xfrm>
          <a:prstGeom prst="ca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b="1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B7686C2-40BE-4DD4-8955-65F1D139DC69}"/>
              </a:ext>
            </a:extLst>
          </p:cNvPr>
          <p:cNvSpPr txBox="1"/>
          <p:nvPr/>
        </p:nvSpPr>
        <p:spPr>
          <a:xfrm>
            <a:off x="9880003" y="2524304"/>
            <a:ext cx="1899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/>
              <a:t>SQLite</a:t>
            </a:r>
            <a:endParaRPr kumimoji="1" lang="ja-JP" altLang="en-US" b="1" dirty="0"/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3C3F66B9-CB07-46BA-A016-87F062F57D62}"/>
              </a:ext>
            </a:extLst>
          </p:cNvPr>
          <p:cNvSpPr/>
          <p:nvPr/>
        </p:nvSpPr>
        <p:spPr>
          <a:xfrm rot="1826978">
            <a:off x="7926337" y="2858291"/>
            <a:ext cx="2339340" cy="18134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145E05A-F322-4943-8BD5-DCD07475C4C6}"/>
              </a:ext>
            </a:extLst>
          </p:cNvPr>
          <p:cNvSpPr txBox="1"/>
          <p:nvPr/>
        </p:nvSpPr>
        <p:spPr>
          <a:xfrm>
            <a:off x="9731888" y="4143984"/>
            <a:ext cx="1795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編集後のタスクを保存</a:t>
            </a:r>
            <a:endParaRPr kumimoji="1" lang="ja-JP" altLang="en-US" b="1" dirty="0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2AF7EC09-0C85-4488-A8AB-BFAF44E13E19}"/>
              </a:ext>
            </a:extLst>
          </p:cNvPr>
          <p:cNvSpPr/>
          <p:nvPr/>
        </p:nvSpPr>
        <p:spPr>
          <a:xfrm>
            <a:off x="3708780" y="2759369"/>
            <a:ext cx="807029" cy="53004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In</a:t>
            </a:r>
            <a:endParaRPr kumimoji="1" lang="ja-JP" altLang="en-US" b="1" dirty="0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B3DD0430-58A3-4BCD-AC10-85509C807BD5}"/>
              </a:ext>
            </a:extLst>
          </p:cNvPr>
          <p:cNvSpPr/>
          <p:nvPr/>
        </p:nvSpPr>
        <p:spPr>
          <a:xfrm>
            <a:off x="7581305" y="3773807"/>
            <a:ext cx="920816" cy="58254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Out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3189054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六角形 22">
            <a:extLst>
              <a:ext uri="{FF2B5EF4-FFF2-40B4-BE49-F238E27FC236}">
                <a16:creationId xmlns:a16="http://schemas.microsoft.com/office/drawing/2014/main" id="{DFE6B615-B6C2-4457-8107-1E4EFC024A53}"/>
              </a:ext>
            </a:extLst>
          </p:cNvPr>
          <p:cNvSpPr/>
          <p:nvPr/>
        </p:nvSpPr>
        <p:spPr>
          <a:xfrm>
            <a:off x="5990743" y="3280528"/>
            <a:ext cx="2427391" cy="1981649"/>
          </a:xfrm>
          <a:prstGeom prst="hexagon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 sz="2400" b="1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98FA6D9F-99E1-4CB2-85DD-EEDE672CD918}"/>
              </a:ext>
            </a:extLst>
          </p:cNvPr>
          <p:cNvSpPr/>
          <p:nvPr/>
        </p:nvSpPr>
        <p:spPr>
          <a:xfrm>
            <a:off x="6477526" y="4463679"/>
            <a:ext cx="1453823" cy="55618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Entity</a:t>
            </a:r>
            <a:endParaRPr kumimoji="1" lang="ja-JP" altLang="en-US" b="1" dirty="0"/>
          </a:p>
        </p:txBody>
      </p:sp>
      <p:sp>
        <p:nvSpPr>
          <p:cNvPr id="25" name="六角形 24">
            <a:extLst>
              <a:ext uri="{FF2B5EF4-FFF2-40B4-BE49-F238E27FC236}">
                <a16:creationId xmlns:a16="http://schemas.microsoft.com/office/drawing/2014/main" id="{2AD86782-C79C-4AF1-A61E-73A68C68D47A}"/>
              </a:ext>
            </a:extLst>
          </p:cNvPr>
          <p:cNvSpPr/>
          <p:nvPr/>
        </p:nvSpPr>
        <p:spPr>
          <a:xfrm>
            <a:off x="2564091" y="1371599"/>
            <a:ext cx="6476212" cy="4383466"/>
          </a:xfrm>
          <a:prstGeom prst="hexagon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 sz="2400" b="1" dirty="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1EE63FC1-D21E-4043-95AD-8F8FEF8D83BC}"/>
              </a:ext>
            </a:extLst>
          </p:cNvPr>
          <p:cNvSpPr/>
          <p:nvPr/>
        </p:nvSpPr>
        <p:spPr>
          <a:xfrm>
            <a:off x="6477526" y="3306494"/>
            <a:ext cx="1453823" cy="754101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i="1" dirty="0"/>
              <a:t>Out Port</a:t>
            </a:r>
          </a:p>
          <a:p>
            <a:pPr algn="ctr"/>
            <a:r>
              <a:rPr lang="en-US" altLang="ja-JP" b="1" i="1" dirty="0"/>
              <a:t>(interface)</a:t>
            </a:r>
            <a:endParaRPr kumimoji="1" lang="ja-JP" altLang="en-US" b="1" i="1" dirty="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6CEDC1FC-FB13-480C-9A2D-75CFB06C79A1}"/>
              </a:ext>
            </a:extLst>
          </p:cNvPr>
          <p:cNvSpPr/>
          <p:nvPr/>
        </p:nvSpPr>
        <p:spPr>
          <a:xfrm>
            <a:off x="3656817" y="1388096"/>
            <a:ext cx="1453823" cy="75410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i="1" dirty="0"/>
              <a:t>In Port</a:t>
            </a:r>
          </a:p>
          <a:p>
            <a:pPr algn="ctr"/>
            <a:r>
              <a:rPr lang="en-US" altLang="ja-JP" b="1" i="1" dirty="0"/>
              <a:t>(interface)</a:t>
            </a:r>
            <a:endParaRPr kumimoji="1" lang="ja-JP" altLang="en-US" b="1" i="1" dirty="0"/>
          </a:p>
        </p:txBody>
      </p:sp>
      <p:sp>
        <p:nvSpPr>
          <p:cNvPr id="28" name="六角形 27">
            <a:extLst>
              <a:ext uri="{FF2B5EF4-FFF2-40B4-BE49-F238E27FC236}">
                <a16:creationId xmlns:a16="http://schemas.microsoft.com/office/drawing/2014/main" id="{94FA3ECE-D1ED-4522-B7B4-15707975A618}"/>
              </a:ext>
            </a:extLst>
          </p:cNvPr>
          <p:cNvSpPr/>
          <p:nvPr/>
        </p:nvSpPr>
        <p:spPr>
          <a:xfrm>
            <a:off x="2108462" y="339365"/>
            <a:ext cx="7384330" cy="5646656"/>
          </a:xfrm>
          <a:prstGeom prst="hexagon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 sz="2400" b="1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3B6A2805-67A5-4295-8A5F-1D449B232A5B}"/>
              </a:ext>
            </a:extLst>
          </p:cNvPr>
          <p:cNvSpPr/>
          <p:nvPr/>
        </p:nvSpPr>
        <p:spPr>
          <a:xfrm>
            <a:off x="6325386" y="613875"/>
            <a:ext cx="1739509" cy="5561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Adapter(Out)</a:t>
            </a:r>
            <a:endParaRPr kumimoji="1" lang="ja-JP" altLang="en-US" b="1" dirty="0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B0A92CEA-83D8-4841-A32B-B46EF0FF55F7}"/>
              </a:ext>
            </a:extLst>
          </p:cNvPr>
          <p:cNvSpPr/>
          <p:nvPr/>
        </p:nvSpPr>
        <p:spPr>
          <a:xfrm>
            <a:off x="3554958" y="429484"/>
            <a:ext cx="1739509" cy="5561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Adapter(In)</a:t>
            </a:r>
            <a:endParaRPr kumimoji="1" lang="ja-JP" altLang="en-US" b="1" dirty="0"/>
          </a:p>
        </p:txBody>
      </p: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6BDABEE9-6272-4E2F-9D5C-CDDC5FFB6C14}"/>
              </a:ext>
            </a:extLst>
          </p:cNvPr>
          <p:cNvCxnSpPr>
            <a:cxnSpLocks/>
            <a:stCxn id="29" idx="2"/>
            <a:endCxn id="26" idx="0"/>
          </p:cNvCxnSpPr>
          <p:nvPr/>
        </p:nvCxnSpPr>
        <p:spPr>
          <a:xfrm>
            <a:off x="7195141" y="1170057"/>
            <a:ext cx="9297" cy="2136437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88C3F216-8C72-4456-9647-5A5ECFF21A56}"/>
              </a:ext>
            </a:extLst>
          </p:cNvPr>
          <p:cNvSpPr/>
          <p:nvPr/>
        </p:nvSpPr>
        <p:spPr>
          <a:xfrm>
            <a:off x="3654448" y="3028403"/>
            <a:ext cx="1540528" cy="556182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Service</a:t>
            </a:r>
            <a:endParaRPr kumimoji="1" lang="ja-JP" altLang="en-US" b="1" dirty="0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A3CA25D0-1ACC-4131-AE0E-3670E0F6BE6C}"/>
              </a:ext>
            </a:extLst>
          </p:cNvPr>
          <p:cNvSpPr/>
          <p:nvPr/>
        </p:nvSpPr>
        <p:spPr>
          <a:xfrm>
            <a:off x="3656185" y="3799001"/>
            <a:ext cx="1540528" cy="556182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DTO</a:t>
            </a:r>
            <a:endParaRPr kumimoji="1" lang="ja-JP" altLang="en-US" b="1" dirty="0"/>
          </a:p>
        </p:txBody>
      </p:sp>
      <p:sp>
        <p:nvSpPr>
          <p:cNvPr id="42" name="吹き出し: 四角形 41">
            <a:extLst>
              <a:ext uri="{FF2B5EF4-FFF2-40B4-BE49-F238E27FC236}">
                <a16:creationId xmlns:a16="http://schemas.microsoft.com/office/drawing/2014/main" id="{1603B55A-C9A9-432F-9159-3942B8F64B39}"/>
              </a:ext>
            </a:extLst>
          </p:cNvPr>
          <p:cNvSpPr/>
          <p:nvPr/>
        </p:nvSpPr>
        <p:spPr>
          <a:xfrm>
            <a:off x="563927" y="1639041"/>
            <a:ext cx="2627576" cy="1006312"/>
          </a:xfrm>
          <a:prstGeom prst="wedgeRectCallout">
            <a:avLst>
              <a:gd name="adj1" fmla="val 72199"/>
              <a:gd name="adj2" fmla="val -28782"/>
            </a:avLst>
          </a:prstGeom>
          <a:solidFill>
            <a:schemeClr val="bg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UC1</a:t>
            </a:r>
            <a:r>
              <a:rPr kumimoji="1" lang="ja-JP" altLang="en-US" b="1" dirty="0"/>
              <a:t>から</a:t>
            </a:r>
            <a:r>
              <a:rPr kumimoji="1" lang="en-US" altLang="ja-JP" b="1" dirty="0"/>
              <a:t>UC6</a:t>
            </a:r>
            <a:r>
              <a:rPr kumimoji="1" lang="ja-JP" altLang="en-US" b="1" dirty="0"/>
              <a:t>まで、</a:t>
            </a:r>
            <a:endParaRPr kumimoji="1" lang="en-US" altLang="ja-JP" b="1" dirty="0"/>
          </a:p>
          <a:p>
            <a:pPr algn="ctr"/>
            <a:r>
              <a:rPr kumimoji="1" lang="en-US" altLang="ja-JP" b="1" dirty="0"/>
              <a:t>6</a:t>
            </a:r>
            <a:r>
              <a:rPr kumimoji="1" lang="ja-JP" altLang="en-US" b="1" dirty="0" err="1"/>
              <a:t>つの</a:t>
            </a:r>
            <a:r>
              <a:rPr kumimoji="1" lang="ja-JP" altLang="en-US" b="1" dirty="0"/>
              <a:t>インターフェース</a:t>
            </a:r>
          </a:p>
        </p:txBody>
      </p:sp>
      <p:sp>
        <p:nvSpPr>
          <p:cNvPr id="43" name="吹き出し: 四角形 42">
            <a:extLst>
              <a:ext uri="{FF2B5EF4-FFF2-40B4-BE49-F238E27FC236}">
                <a16:creationId xmlns:a16="http://schemas.microsoft.com/office/drawing/2014/main" id="{8471BC40-0DAF-4D8E-8D97-8672076D9FF8}"/>
              </a:ext>
            </a:extLst>
          </p:cNvPr>
          <p:cNvSpPr/>
          <p:nvPr/>
        </p:nvSpPr>
        <p:spPr>
          <a:xfrm>
            <a:off x="480510" y="3081428"/>
            <a:ext cx="2627576" cy="1006313"/>
          </a:xfrm>
          <a:prstGeom prst="wedgeRectCallout">
            <a:avLst>
              <a:gd name="adj1" fmla="val 72199"/>
              <a:gd name="adj2" fmla="val -28782"/>
            </a:avLst>
          </a:prstGeom>
          <a:solidFill>
            <a:schemeClr val="bg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UC1</a:t>
            </a:r>
            <a:r>
              <a:rPr kumimoji="1" lang="ja-JP" altLang="en-US" b="1" dirty="0"/>
              <a:t>から</a:t>
            </a:r>
            <a:r>
              <a:rPr kumimoji="1" lang="en-US" altLang="ja-JP" b="1" dirty="0"/>
              <a:t>UC6</a:t>
            </a:r>
            <a:r>
              <a:rPr kumimoji="1" lang="ja-JP" altLang="en-US" b="1" dirty="0"/>
              <a:t>まで、</a:t>
            </a:r>
            <a:endParaRPr kumimoji="1" lang="en-US" altLang="ja-JP" b="1" dirty="0"/>
          </a:p>
          <a:p>
            <a:pPr algn="ctr"/>
            <a:r>
              <a:rPr kumimoji="1" lang="en-US" altLang="ja-JP" b="1" dirty="0"/>
              <a:t>6</a:t>
            </a:r>
            <a:r>
              <a:rPr kumimoji="1" lang="ja-JP" altLang="en-US" b="1" dirty="0" err="1"/>
              <a:t>つの</a:t>
            </a:r>
            <a:r>
              <a:rPr kumimoji="1" lang="ja-JP" altLang="en-US" b="1" dirty="0"/>
              <a:t>インターフェース実装クラス</a:t>
            </a:r>
          </a:p>
        </p:txBody>
      </p:sp>
      <p:sp>
        <p:nvSpPr>
          <p:cNvPr id="44" name="吹き出し: 四角形 43">
            <a:extLst>
              <a:ext uri="{FF2B5EF4-FFF2-40B4-BE49-F238E27FC236}">
                <a16:creationId xmlns:a16="http://schemas.microsoft.com/office/drawing/2014/main" id="{5767F8A4-AFEE-41A7-B05A-9D9F2302BF0E}"/>
              </a:ext>
            </a:extLst>
          </p:cNvPr>
          <p:cNvSpPr/>
          <p:nvPr/>
        </p:nvSpPr>
        <p:spPr>
          <a:xfrm>
            <a:off x="8621627" y="3180387"/>
            <a:ext cx="2871329" cy="1006313"/>
          </a:xfrm>
          <a:prstGeom prst="wedgeRectCallout">
            <a:avLst>
              <a:gd name="adj1" fmla="val -78247"/>
              <a:gd name="adj2" fmla="val -7237"/>
            </a:avLst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UC1</a:t>
            </a:r>
            <a:r>
              <a:rPr kumimoji="1" lang="ja-JP" altLang="en-US" b="1" dirty="0"/>
              <a:t>から</a:t>
            </a:r>
            <a:r>
              <a:rPr kumimoji="1" lang="en-US" altLang="ja-JP" b="1" dirty="0"/>
              <a:t>UC6</a:t>
            </a:r>
            <a:r>
              <a:rPr kumimoji="1" lang="ja-JP" altLang="en-US" b="1" dirty="0"/>
              <a:t>まで、</a:t>
            </a:r>
            <a:endParaRPr kumimoji="1" lang="en-US" altLang="ja-JP" b="1" dirty="0"/>
          </a:p>
          <a:p>
            <a:pPr algn="ctr"/>
            <a:r>
              <a:rPr kumimoji="1" lang="en-US" altLang="ja-JP" b="1" dirty="0"/>
              <a:t>6</a:t>
            </a:r>
            <a:r>
              <a:rPr kumimoji="1" lang="ja-JP" altLang="en-US" b="1" dirty="0" err="1"/>
              <a:t>つの</a:t>
            </a:r>
            <a:r>
              <a:rPr kumimoji="1" lang="ja-JP" altLang="en-US" b="1" dirty="0"/>
              <a:t>抽象メソッドがあるインターフェース</a:t>
            </a:r>
          </a:p>
        </p:txBody>
      </p:sp>
      <p:sp>
        <p:nvSpPr>
          <p:cNvPr id="45" name="吹き出し: 四角形 44">
            <a:extLst>
              <a:ext uri="{FF2B5EF4-FFF2-40B4-BE49-F238E27FC236}">
                <a16:creationId xmlns:a16="http://schemas.microsoft.com/office/drawing/2014/main" id="{29121820-7086-48FC-999C-49B362207FDB}"/>
              </a:ext>
            </a:extLst>
          </p:cNvPr>
          <p:cNvSpPr/>
          <p:nvPr/>
        </p:nvSpPr>
        <p:spPr>
          <a:xfrm>
            <a:off x="8621626" y="4388242"/>
            <a:ext cx="2871329" cy="748509"/>
          </a:xfrm>
          <a:prstGeom prst="wedgeRectCallout">
            <a:avLst>
              <a:gd name="adj1" fmla="val -77262"/>
              <a:gd name="adj2" fmla="val 6617"/>
            </a:avLst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システムで使うテーブルに対応したクラス</a:t>
            </a:r>
          </a:p>
        </p:txBody>
      </p:sp>
      <p:sp>
        <p:nvSpPr>
          <p:cNvPr id="46" name="吹き出し: 四角形 45">
            <a:extLst>
              <a:ext uri="{FF2B5EF4-FFF2-40B4-BE49-F238E27FC236}">
                <a16:creationId xmlns:a16="http://schemas.microsoft.com/office/drawing/2014/main" id="{DA052D68-2D20-4820-A794-A72914865723}"/>
              </a:ext>
            </a:extLst>
          </p:cNvPr>
          <p:cNvSpPr/>
          <p:nvPr/>
        </p:nvSpPr>
        <p:spPr>
          <a:xfrm>
            <a:off x="1356557" y="4680869"/>
            <a:ext cx="2871329" cy="748509"/>
          </a:xfrm>
          <a:prstGeom prst="wedgeRectCallout">
            <a:avLst>
              <a:gd name="adj1" fmla="val 41585"/>
              <a:gd name="adj2" fmla="val -105471"/>
            </a:avLst>
          </a:prstGeom>
          <a:solidFill>
            <a:schemeClr val="bg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UC</a:t>
            </a:r>
            <a:r>
              <a:rPr kumimoji="1" lang="ja-JP" altLang="en-US" b="1" dirty="0"/>
              <a:t>に対応した</a:t>
            </a:r>
            <a:endParaRPr kumimoji="1" lang="en-US" altLang="ja-JP" b="1" dirty="0"/>
          </a:p>
          <a:p>
            <a:pPr algn="ctr"/>
            <a:r>
              <a:rPr kumimoji="1" lang="ja-JP" altLang="en-US" b="1" dirty="0"/>
              <a:t>データ保管用クラス</a:t>
            </a:r>
          </a:p>
        </p:txBody>
      </p:sp>
      <p:sp>
        <p:nvSpPr>
          <p:cNvPr id="47" name="吹き出し: 四角形 46">
            <a:extLst>
              <a:ext uri="{FF2B5EF4-FFF2-40B4-BE49-F238E27FC236}">
                <a16:creationId xmlns:a16="http://schemas.microsoft.com/office/drawing/2014/main" id="{5AB94002-5DE5-4E88-80FB-AC6A41265FB6}"/>
              </a:ext>
            </a:extLst>
          </p:cNvPr>
          <p:cNvSpPr/>
          <p:nvPr/>
        </p:nvSpPr>
        <p:spPr>
          <a:xfrm>
            <a:off x="507164" y="401773"/>
            <a:ext cx="2627576" cy="1006312"/>
          </a:xfrm>
          <a:prstGeom prst="wedgeRectCallout">
            <a:avLst>
              <a:gd name="adj1" fmla="val 72199"/>
              <a:gd name="adj2" fmla="val -28782"/>
            </a:avLst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ポートのメソッドを</a:t>
            </a:r>
            <a:endParaRPr kumimoji="1" lang="en-US" altLang="ja-JP" b="1" dirty="0"/>
          </a:p>
          <a:p>
            <a:pPr algn="ctr"/>
            <a:r>
              <a:rPr kumimoji="1" lang="ja-JP" altLang="en-US" b="1" dirty="0"/>
              <a:t>呼び出すクラス</a:t>
            </a:r>
          </a:p>
        </p:txBody>
      </p:sp>
      <p:sp>
        <p:nvSpPr>
          <p:cNvPr id="48" name="吹き出し: 四角形 47">
            <a:extLst>
              <a:ext uri="{FF2B5EF4-FFF2-40B4-BE49-F238E27FC236}">
                <a16:creationId xmlns:a16="http://schemas.microsoft.com/office/drawing/2014/main" id="{AD286A13-9D06-4294-A2E3-AC70B55F910C}"/>
              </a:ext>
            </a:extLst>
          </p:cNvPr>
          <p:cNvSpPr/>
          <p:nvPr/>
        </p:nvSpPr>
        <p:spPr>
          <a:xfrm>
            <a:off x="8444130" y="482510"/>
            <a:ext cx="2627576" cy="1006312"/>
          </a:xfrm>
          <a:prstGeom prst="wedgeRectCallout">
            <a:avLst>
              <a:gd name="adj1" fmla="val -66643"/>
              <a:gd name="adj2" fmla="val -8173"/>
            </a:avLst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ポートのメソッドを</a:t>
            </a:r>
            <a:endParaRPr kumimoji="1" lang="en-US" altLang="ja-JP" b="1" dirty="0"/>
          </a:p>
          <a:p>
            <a:pPr algn="ctr"/>
            <a:r>
              <a:rPr kumimoji="1" lang="ja-JP" altLang="en-US" b="1" dirty="0"/>
              <a:t>実装するクラス</a:t>
            </a:r>
          </a:p>
        </p:txBody>
      </p: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2E203AB9-8D23-452E-A5F0-D3776CE34116}"/>
              </a:ext>
            </a:extLst>
          </p:cNvPr>
          <p:cNvCxnSpPr>
            <a:cxnSpLocks/>
            <a:stCxn id="40" idx="0"/>
            <a:endCxn id="27" idx="2"/>
          </p:cNvCxnSpPr>
          <p:nvPr/>
        </p:nvCxnSpPr>
        <p:spPr>
          <a:xfrm flipH="1" flipV="1">
            <a:off x="4383729" y="2142197"/>
            <a:ext cx="40983" cy="886206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811439D8-9B5E-41D5-A9A1-E81874461672}"/>
              </a:ext>
            </a:extLst>
          </p:cNvPr>
          <p:cNvCxnSpPr>
            <a:cxnSpLocks/>
            <a:stCxn id="30" idx="2"/>
            <a:endCxn id="27" idx="0"/>
          </p:cNvCxnSpPr>
          <p:nvPr/>
        </p:nvCxnSpPr>
        <p:spPr>
          <a:xfrm flipH="1">
            <a:off x="4383729" y="985666"/>
            <a:ext cx="40984" cy="4024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569F9F2D-1542-45D2-AE1E-B295AB341DDC}"/>
              </a:ext>
            </a:extLst>
          </p:cNvPr>
          <p:cNvCxnSpPr>
            <a:cxnSpLocks/>
            <a:stCxn id="40" idx="3"/>
          </p:cNvCxnSpPr>
          <p:nvPr/>
        </p:nvCxnSpPr>
        <p:spPr>
          <a:xfrm>
            <a:off x="5194976" y="3306494"/>
            <a:ext cx="1314237" cy="3859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1079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7DFB8E3C-FE0A-4D07-867B-C2D8FCE74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62" y="591066"/>
            <a:ext cx="11107875" cy="567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7011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A1D9B22-DF99-4B44-A06D-D09221083794}"/>
              </a:ext>
            </a:extLst>
          </p:cNvPr>
          <p:cNvSpPr/>
          <p:nvPr/>
        </p:nvSpPr>
        <p:spPr>
          <a:xfrm>
            <a:off x="289123" y="1308731"/>
            <a:ext cx="2055043" cy="59388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要件定義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4974152-6A6B-4D6F-85D1-11486D038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592" y="607236"/>
            <a:ext cx="672685" cy="957559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45522D1-D709-4310-9D77-251656371EC6}"/>
              </a:ext>
            </a:extLst>
          </p:cNvPr>
          <p:cNvSpPr/>
          <p:nvPr/>
        </p:nvSpPr>
        <p:spPr>
          <a:xfrm>
            <a:off x="3602394" y="477614"/>
            <a:ext cx="1175739" cy="1087181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1D27A12-8361-4E33-B111-4FF7FEACDC3E}"/>
              </a:ext>
            </a:extLst>
          </p:cNvPr>
          <p:cNvSpPr txBox="1"/>
          <p:nvPr/>
        </p:nvSpPr>
        <p:spPr>
          <a:xfrm>
            <a:off x="2447475" y="1564795"/>
            <a:ext cx="1154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b="1" dirty="0"/>
              <a:t>アクター</a:t>
            </a:r>
            <a:endParaRPr kumimoji="1" lang="ja-JP" altLang="en-US" sz="1600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C61A167-18ED-4509-A3AB-030AA67B0B05}"/>
              </a:ext>
            </a:extLst>
          </p:cNvPr>
          <p:cNvSpPr txBox="1"/>
          <p:nvPr/>
        </p:nvSpPr>
        <p:spPr>
          <a:xfrm>
            <a:off x="3602394" y="1564795"/>
            <a:ext cx="1154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b="1" dirty="0"/>
              <a:t>システム</a:t>
            </a:r>
            <a:endParaRPr kumimoji="1" lang="ja-JP" altLang="en-US" sz="1600" b="1" dirty="0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B59A1FB3-852A-4EAF-B4BB-8AE9802402CB}"/>
              </a:ext>
            </a:extLst>
          </p:cNvPr>
          <p:cNvSpPr/>
          <p:nvPr/>
        </p:nvSpPr>
        <p:spPr>
          <a:xfrm>
            <a:off x="3693688" y="789072"/>
            <a:ext cx="972330" cy="519659"/>
          </a:xfrm>
          <a:prstGeom prst="ellips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UC</a:t>
            </a:r>
            <a:endParaRPr kumimoji="1" lang="ja-JP" altLang="en-US" b="1" dirty="0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053760D3-13EF-4463-A58E-E55CE4B51E4E}"/>
              </a:ext>
            </a:extLst>
          </p:cNvPr>
          <p:cNvCxnSpPr>
            <a:stCxn id="7" idx="3"/>
            <a:endCxn id="11" idx="2"/>
          </p:cNvCxnSpPr>
          <p:nvPr/>
        </p:nvCxnSpPr>
        <p:spPr>
          <a:xfrm flipV="1">
            <a:off x="3361277" y="1048902"/>
            <a:ext cx="332411" cy="3711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CD332AC-5202-481D-9C3A-ED55200A7D0D}"/>
              </a:ext>
            </a:extLst>
          </p:cNvPr>
          <p:cNvSpPr/>
          <p:nvPr/>
        </p:nvSpPr>
        <p:spPr>
          <a:xfrm>
            <a:off x="2447475" y="249699"/>
            <a:ext cx="2447760" cy="1653650"/>
          </a:xfrm>
          <a:prstGeom prst="rect">
            <a:avLst/>
          </a:prstGeom>
          <a:noFill/>
          <a:ln w="28575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580317D-15F2-41CF-BD0C-EB5D3EAE7E1F}"/>
              </a:ext>
            </a:extLst>
          </p:cNvPr>
          <p:cNvSpPr txBox="1"/>
          <p:nvPr/>
        </p:nvSpPr>
        <p:spPr>
          <a:xfrm>
            <a:off x="2770685" y="1922332"/>
            <a:ext cx="18013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b="1" dirty="0"/>
              <a:t>ユースケース図</a:t>
            </a:r>
            <a:endParaRPr kumimoji="1" lang="ja-JP" altLang="en-US" sz="1600" b="1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4B9477D-E9EE-4993-BBC0-FC71A4DBD941}"/>
              </a:ext>
            </a:extLst>
          </p:cNvPr>
          <p:cNvSpPr/>
          <p:nvPr/>
        </p:nvSpPr>
        <p:spPr>
          <a:xfrm>
            <a:off x="1662585" y="3259520"/>
            <a:ext cx="2055043" cy="59388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基本設計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FB8B587-AA0E-4E28-A0FF-A1B794AD9601}"/>
              </a:ext>
            </a:extLst>
          </p:cNvPr>
          <p:cNvSpPr txBox="1"/>
          <p:nvPr/>
        </p:nvSpPr>
        <p:spPr>
          <a:xfrm>
            <a:off x="3900395" y="2482699"/>
            <a:ext cx="1154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b="1" dirty="0"/>
              <a:t>アクター</a:t>
            </a:r>
            <a:endParaRPr kumimoji="1" lang="ja-JP" altLang="en-US" sz="1600" b="1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E93BD31-A659-4A1D-85B9-F0597B8E66CB}"/>
              </a:ext>
            </a:extLst>
          </p:cNvPr>
          <p:cNvSpPr txBox="1"/>
          <p:nvPr/>
        </p:nvSpPr>
        <p:spPr>
          <a:xfrm>
            <a:off x="5010468" y="2482699"/>
            <a:ext cx="1154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b="1" dirty="0"/>
              <a:t>システム</a:t>
            </a:r>
            <a:endParaRPr kumimoji="1" lang="ja-JP" altLang="en-US" sz="1600" b="1" dirty="0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67BF791A-44D4-4388-A626-EFD3F13B093A}"/>
              </a:ext>
            </a:extLst>
          </p:cNvPr>
          <p:cNvCxnSpPr>
            <a:cxnSpLocks/>
          </p:cNvCxnSpPr>
          <p:nvPr/>
        </p:nvCxnSpPr>
        <p:spPr>
          <a:xfrm flipV="1">
            <a:off x="5010468" y="2482700"/>
            <a:ext cx="0" cy="129231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2993F046-7D7B-488D-81DC-0B2BDDDC7187}"/>
              </a:ext>
            </a:extLst>
          </p:cNvPr>
          <p:cNvCxnSpPr>
            <a:cxnSpLocks/>
          </p:cNvCxnSpPr>
          <p:nvPr/>
        </p:nvCxnSpPr>
        <p:spPr>
          <a:xfrm flipV="1">
            <a:off x="3945239" y="2485857"/>
            <a:ext cx="0" cy="129231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C669CBDD-0347-4821-BEE6-5C8B80E3E314}"/>
              </a:ext>
            </a:extLst>
          </p:cNvPr>
          <p:cNvCxnSpPr>
            <a:cxnSpLocks/>
          </p:cNvCxnSpPr>
          <p:nvPr/>
        </p:nvCxnSpPr>
        <p:spPr>
          <a:xfrm flipV="1">
            <a:off x="6165387" y="2482700"/>
            <a:ext cx="0" cy="129231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楕円 23">
            <a:extLst>
              <a:ext uri="{FF2B5EF4-FFF2-40B4-BE49-F238E27FC236}">
                <a16:creationId xmlns:a16="http://schemas.microsoft.com/office/drawing/2014/main" id="{AA561B6D-166B-4D1A-A911-6B48FF2AEC72}"/>
              </a:ext>
            </a:extLst>
          </p:cNvPr>
          <p:cNvSpPr/>
          <p:nvPr/>
        </p:nvSpPr>
        <p:spPr>
          <a:xfrm>
            <a:off x="4331152" y="2816639"/>
            <a:ext cx="257728" cy="27334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9DC1F199-E563-4E61-8FC5-B3EF3F3D7E60}"/>
              </a:ext>
            </a:extLst>
          </p:cNvPr>
          <p:cNvSpPr/>
          <p:nvPr/>
        </p:nvSpPr>
        <p:spPr>
          <a:xfrm>
            <a:off x="4105495" y="3152019"/>
            <a:ext cx="744718" cy="2922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119B3BA0-D31F-4CF2-BB31-61DEA5286529}"/>
              </a:ext>
            </a:extLst>
          </p:cNvPr>
          <p:cNvSpPr/>
          <p:nvPr/>
        </p:nvSpPr>
        <p:spPr>
          <a:xfrm>
            <a:off x="5237992" y="3152019"/>
            <a:ext cx="744718" cy="2922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9EE214C3-EEFB-4D16-968C-0CC787FF6E8D}"/>
              </a:ext>
            </a:extLst>
          </p:cNvPr>
          <p:cNvSpPr/>
          <p:nvPr/>
        </p:nvSpPr>
        <p:spPr>
          <a:xfrm>
            <a:off x="5419318" y="3512260"/>
            <a:ext cx="382065" cy="1873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CD47743A-45DA-4924-A866-D54860904A57}"/>
              </a:ext>
            </a:extLst>
          </p:cNvPr>
          <p:cNvSpPr/>
          <p:nvPr/>
        </p:nvSpPr>
        <p:spPr>
          <a:xfrm>
            <a:off x="3831434" y="2325194"/>
            <a:ext cx="2447760" cy="1528215"/>
          </a:xfrm>
          <a:prstGeom prst="rect">
            <a:avLst/>
          </a:prstGeom>
          <a:noFill/>
          <a:ln w="28575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36EC6206-9DED-4615-8CEE-A69957C91FA7}"/>
              </a:ext>
            </a:extLst>
          </p:cNvPr>
          <p:cNvSpPr txBox="1"/>
          <p:nvPr/>
        </p:nvSpPr>
        <p:spPr>
          <a:xfrm>
            <a:off x="4067752" y="3915442"/>
            <a:ext cx="1975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b="1" dirty="0"/>
              <a:t>アクティビティ図</a:t>
            </a:r>
            <a:endParaRPr kumimoji="1" lang="ja-JP" altLang="en-US" sz="1600" b="1" dirty="0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CB4AA241-8D63-4452-9EF0-BF79BCEAC8B3}"/>
              </a:ext>
            </a:extLst>
          </p:cNvPr>
          <p:cNvSpPr/>
          <p:nvPr/>
        </p:nvSpPr>
        <p:spPr>
          <a:xfrm>
            <a:off x="3450332" y="5370696"/>
            <a:ext cx="2055043" cy="59388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詳細設計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006B3804-7468-41D5-B422-C45B14F9B0D3}"/>
              </a:ext>
            </a:extLst>
          </p:cNvPr>
          <p:cNvSpPr/>
          <p:nvPr/>
        </p:nvSpPr>
        <p:spPr>
          <a:xfrm>
            <a:off x="2168326" y="4825195"/>
            <a:ext cx="624740" cy="578414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6CDF5581-8FE3-4961-8753-3A89B03EB8AC}"/>
              </a:ext>
            </a:extLst>
          </p:cNvPr>
          <p:cNvSpPr/>
          <p:nvPr/>
        </p:nvSpPr>
        <p:spPr>
          <a:xfrm>
            <a:off x="2638675" y="5122139"/>
            <a:ext cx="624740" cy="578414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</a:t>
            </a:r>
            <a:endParaRPr kumimoji="1" lang="ja-JP" altLang="en-US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2320E06-32B2-4163-8F16-575B020566E0}"/>
              </a:ext>
            </a:extLst>
          </p:cNvPr>
          <p:cNvSpPr/>
          <p:nvPr/>
        </p:nvSpPr>
        <p:spPr>
          <a:xfrm>
            <a:off x="1962185" y="4639501"/>
            <a:ext cx="1387062" cy="1357997"/>
          </a:xfrm>
          <a:prstGeom prst="rect">
            <a:avLst/>
          </a:prstGeom>
          <a:noFill/>
          <a:ln w="28575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B7922BE-3124-44EF-A40B-72CC47072670}"/>
              </a:ext>
            </a:extLst>
          </p:cNvPr>
          <p:cNvSpPr txBox="1"/>
          <p:nvPr/>
        </p:nvSpPr>
        <p:spPr>
          <a:xfrm>
            <a:off x="1655904" y="6081487"/>
            <a:ext cx="1975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b="1" dirty="0"/>
              <a:t>クラス図</a:t>
            </a:r>
            <a:endParaRPr kumimoji="1" lang="ja-JP" altLang="en-US" sz="1600" b="1" dirty="0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4752CC38-F8D5-427C-B197-D2123DDBD2F1}"/>
              </a:ext>
            </a:extLst>
          </p:cNvPr>
          <p:cNvSpPr/>
          <p:nvPr/>
        </p:nvSpPr>
        <p:spPr>
          <a:xfrm>
            <a:off x="5610349" y="4524401"/>
            <a:ext cx="2443763" cy="1454261"/>
          </a:xfrm>
          <a:prstGeom prst="rect">
            <a:avLst/>
          </a:prstGeom>
          <a:noFill/>
          <a:ln w="28575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244597A4-AE64-4A48-9550-227846A5ED1D}"/>
              </a:ext>
            </a:extLst>
          </p:cNvPr>
          <p:cNvSpPr txBox="1"/>
          <p:nvPr/>
        </p:nvSpPr>
        <p:spPr>
          <a:xfrm>
            <a:off x="5291632" y="5997498"/>
            <a:ext cx="1975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b="1" dirty="0"/>
              <a:t>シーケンス図</a:t>
            </a:r>
            <a:endParaRPr kumimoji="1" lang="ja-JP" altLang="en-US" sz="1600" b="1" dirty="0"/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B457B8D3-45F8-4BD9-BF6E-CDB4D1F11D59}"/>
              </a:ext>
            </a:extLst>
          </p:cNvPr>
          <p:cNvCxnSpPr>
            <a:cxnSpLocks/>
          </p:cNvCxnSpPr>
          <p:nvPr/>
        </p:nvCxnSpPr>
        <p:spPr>
          <a:xfrm flipV="1">
            <a:off x="6786710" y="4634742"/>
            <a:ext cx="0" cy="129231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618ED30D-C699-47C0-BAD6-98C2189DE9CB}"/>
              </a:ext>
            </a:extLst>
          </p:cNvPr>
          <p:cNvCxnSpPr>
            <a:cxnSpLocks/>
          </p:cNvCxnSpPr>
          <p:nvPr/>
        </p:nvCxnSpPr>
        <p:spPr>
          <a:xfrm flipV="1">
            <a:off x="5721481" y="4637899"/>
            <a:ext cx="0" cy="129231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457C849F-93AF-4497-90EA-A18676DA280A}"/>
              </a:ext>
            </a:extLst>
          </p:cNvPr>
          <p:cNvCxnSpPr>
            <a:cxnSpLocks/>
          </p:cNvCxnSpPr>
          <p:nvPr/>
        </p:nvCxnSpPr>
        <p:spPr>
          <a:xfrm flipV="1">
            <a:off x="7941629" y="4634742"/>
            <a:ext cx="0" cy="129231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9D342B82-2975-4700-BA34-53E1BE1A54E8}"/>
              </a:ext>
            </a:extLst>
          </p:cNvPr>
          <p:cNvSpPr/>
          <p:nvPr/>
        </p:nvSpPr>
        <p:spPr>
          <a:xfrm>
            <a:off x="5662177" y="4784499"/>
            <a:ext cx="166191" cy="3903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A0D3AB34-4A8B-484C-A654-E14F7981E889}"/>
              </a:ext>
            </a:extLst>
          </p:cNvPr>
          <p:cNvSpPr/>
          <p:nvPr/>
        </p:nvSpPr>
        <p:spPr>
          <a:xfrm>
            <a:off x="6721605" y="5178498"/>
            <a:ext cx="166191" cy="3903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FAEE2541-0003-4195-9F4C-7206E7911C76}"/>
              </a:ext>
            </a:extLst>
          </p:cNvPr>
          <p:cNvSpPr/>
          <p:nvPr/>
        </p:nvSpPr>
        <p:spPr>
          <a:xfrm>
            <a:off x="7846139" y="5568850"/>
            <a:ext cx="166190" cy="1951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C736A9B8-C2E3-4A51-960F-F9DE57BCF446}"/>
              </a:ext>
            </a:extLst>
          </p:cNvPr>
          <p:cNvCxnSpPr>
            <a:stCxn id="45" idx="2"/>
            <a:endCxn id="48" idx="0"/>
          </p:cNvCxnSpPr>
          <p:nvPr/>
        </p:nvCxnSpPr>
        <p:spPr>
          <a:xfrm>
            <a:off x="5745273" y="5174851"/>
            <a:ext cx="1059428" cy="364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1028F5A0-8137-402E-97EE-F578B98EA076}"/>
              </a:ext>
            </a:extLst>
          </p:cNvPr>
          <p:cNvCxnSpPr>
            <a:cxnSpLocks/>
            <a:stCxn id="48" idx="2"/>
            <a:endCxn id="49" idx="0"/>
          </p:cNvCxnSpPr>
          <p:nvPr/>
        </p:nvCxnSpPr>
        <p:spPr>
          <a:xfrm>
            <a:off x="6804701" y="5568850"/>
            <a:ext cx="112453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D6FB6B18-3735-4FAA-A6DE-CEC367B4EC83}"/>
              </a:ext>
            </a:extLst>
          </p:cNvPr>
          <p:cNvCxnSpPr>
            <a:cxnSpLocks/>
            <a:stCxn id="49" idx="2"/>
          </p:cNvCxnSpPr>
          <p:nvPr/>
        </p:nvCxnSpPr>
        <p:spPr>
          <a:xfrm flipH="1">
            <a:off x="5721481" y="5764026"/>
            <a:ext cx="220775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楕円 58">
            <a:extLst>
              <a:ext uri="{FF2B5EF4-FFF2-40B4-BE49-F238E27FC236}">
                <a16:creationId xmlns:a16="http://schemas.microsoft.com/office/drawing/2014/main" id="{222CEA51-7374-4483-8E84-4E197CDD2FF0}"/>
              </a:ext>
            </a:extLst>
          </p:cNvPr>
          <p:cNvSpPr/>
          <p:nvPr/>
        </p:nvSpPr>
        <p:spPr>
          <a:xfrm>
            <a:off x="8173040" y="5125550"/>
            <a:ext cx="2788551" cy="93592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/>
              <a:t>単体テスト</a:t>
            </a:r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493B9CCA-6760-45A5-AB82-F77B12E235FF}"/>
              </a:ext>
            </a:extLst>
          </p:cNvPr>
          <p:cNvSpPr/>
          <p:nvPr/>
        </p:nvSpPr>
        <p:spPr>
          <a:xfrm>
            <a:off x="9016320" y="3044296"/>
            <a:ext cx="2788551" cy="93592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/>
              <a:t>結合テスト</a:t>
            </a:r>
          </a:p>
        </p:txBody>
      </p:sp>
      <p:sp>
        <p:nvSpPr>
          <p:cNvPr id="61" name="楕円 60">
            <a:extLst>
              <a:ext uri="{FF2B5EF4-FFF2-40B4-BE49-F238E27FC236}">
                <a16:creationId xmlns:a16="http://schemas.microsoft.com/office/drawing/2014/main" id="{1A058E73-22C1-4988-8F35-3713D9C90530}"/>
              </a:ext>
            </a:extLst>
          </p:cNvPr>
          <p:cNvSpPr/>
          <p:nvPr/>
        </p:nvSpPr>
        <p:spPr>
          <a:xfrm>
            <a:off x="9859600" y="1137711"/>
            <a:ext cx="2788551" cy="93592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/>
              <a:t>システム</a:t>
            </a:r>
            <a:endParaRPr kumimoji="1" lang="en-US" altLang="ja-JP" sz="2400" b="1" dirty="0"/>
          </a:p>
          <a:p>
            <a:pPr algn="ctr"/>
            <a:r>
              <a:rPr kumimoji="1" lang="ja-JP" altLang="en-US" sz="2400" b="1" dirty="0"/>
              <a:t>テスト</a:t>
            </a:r>
          </a:p>
        </p:txBody>
      </p:sp>
      <p:sp>
        <p:nvSpPr>
          <p:cNvPr id="62" name="矢印: 右 61">
            <a:extLst>
              <a:ext uri="{FF2B5EF4-FFF2-40B4-BE49-F238E27FC236}">
                <a16:creationId xmlns:a16="http://schemas.microsoft.com/office/drawing/2014/main" id="{5A481F2D-4236-4510-94F6-841DCF201F50}"/>
              </a:ext>
            </a:extLst>
          </p:cNvPr>
          <p:cNvSpPr/>
          <p:nvPr/>
        </p:nvSpPr>
        <p:spPr>
          <a:xfrm rot="4087109">
            <a:off x="1637926" y="2409014"/>
            <a:ext cx="958194" cy="3273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矢印: 右 62">
            <a:extLst>
              <a:ext uri="{FF2B5EF4-FFF2-40B4-BE49-F238E27FC236}">
                <a16:creationId xmlns:a16="http://schemas.microsoft.com/office/drawing/2014/main" id="{B951CD0A-B323-49BF-ACC8-895EC82AC3E1}"/>
              </a:ext>
            </a:extLst>
          </p:cNvPr>
          <p:cNvSpPr/>
          <p:nvPr/>
        </p:nvSpPr>
        <p:spPr>
          <a:xfrm rot="4087109">
            <a:off x="3274312" y="4519319"/>
            <a:ext cx="958194" cy="3273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矢印: 右 63">
            <a:extLst>
              <a:ext uri="{FF2B5EF4-FFF2-40B4-BE49-F238E27FC236}">
                <a16:creationId xmlns:a16="http://schemas.microsoft.com/office/drawing/2014/main" id="{DE8CD226-5D05-4648-A5F7-BC0BA3031C24}"/>
              </a:ext>
            </a:extLst>
          </p:cNvPr>
          <p:cNvSpPr/>
          <p:nvPr/>
        </p:nvSpPr>
        <p:spPr>
          <a:xfrm rot="17954880">
            <a:off x="8729933" y="4419025"/>
            <a:ext cx="958194" cy="3273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矢印: 右 64">
            <a:extLst>
              <a:ext uri="{FF2B5EF4-FFF2-40B4-BE49-F238E27FC236}">
                <a16:creationId xmlns:a16="http://schemas.microsoft.com/office/drawing/2014/main" id="{86E2AA5C-2B50-475A-86F3-2F1781336DD7}"/>
              </a:ext>
            </a:extLst>
          </p:cNvPr>
          <p:cNvSpPr/>
          <p:nvPr/>
        </p:nvSpPr>
        <p:spPr>
          <a:xfrm rot="17954880">
            <a:off x="9678504" y="2319007"/>
            <a:ext cx="958194" cy="3273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69707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3DC70D3-FF1D-4FE1-8F36-111818914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6483"/>
            <a:ext cx="12192000" cy="616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671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5384</TotalTime>
  <Words>558</Words>
  <Application>Microsoft Office PowerPoint</Application>
  <PresentationFormat>ワイド画面</PresentationFormat>
  <Paragraphs>259</Paragraphs>
  <Slides>26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26</vt:i4>
      </vt:variant>
    </vt:vector>
  </HeadingPairs>
  <TitlesOfParts>
    <vt:vector size="3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oka</dc:creator>
  <cp:lastModifiedBy>oka</cp:lastModifiedBy>
  <cp:revision>44</cp:revision>
  <dcterms:created xsi:type="dcterms:W3CDTF">2026-03-24T04:33:03Z</dcterms:created>
  <dcterms:modified xsi:type="dcterms:W3CDTF">2026-04-03T08:34:54Z</dcterms:modified>
</cp:coreProperties>
</file>