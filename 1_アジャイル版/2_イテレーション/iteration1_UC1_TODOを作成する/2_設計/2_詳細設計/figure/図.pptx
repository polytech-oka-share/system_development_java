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7EF3FD2-89BB-4402-BBBE-BBC4543664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551D4F6-D6B5-4446-AD2C-9717DC7618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5041770-51FC-4429-AF16-5EB32C61C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C11FA-B635-42AE-BC94-CD15D022E2E6}" type="datetimeFigureOut">
              <a:rPr kumimoji="1" lang="ja-JP" altLang="en-US" smtClean="0"/>
              <a:t>2026/3/30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E296D50-4B33-4527-AC94-10874DA7C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B628FC4-384E-4336-B4A8-60FA9797B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9CCA3-EFA1-428D-B6AE-0F40B3C503E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23320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F847A1-D7B1-4BB8-84FC-009956985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4ED0167-410F-4DE5-A52A-EBE6157389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7FE3C26-6B27-439C-ACF4-C025332FF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C11FA-B635-42AE-BC94-CD15D022E2E6}" type="datetimeFigureOut">
              <a:rPr kumimoji="1" lang="ja-JP" altLang="en-US" smtClean="0"/>
              <a:t>2026/3/30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A8B1ACE-862C-4CA6-B640-D20F1C077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53291DD-5166-46E7-B6CC-988287235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9CCA3-EFA1-428D-B6AE-0F40B3C503E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78524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EA689AC-3C58-4F76-9417-F69CA19A3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EC86FD3-B6A9-4535-97B4-F14D48D47A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E485D7C-A2B0-43A9-8894-28C77114C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C11FA-B635-42AE-BC94-CD15D022E2E6}" type="datetimeFigureOut">
              <a:rPr kumimoji="1" lang="ja-JP" altLang="en-US" smtClean="0"/>
              <a:t>2026/3/30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7C6D109-FC3A-4E20-9648-2FFA0DB1A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9A8B8D3-6790-4D00-84D2-546E3392E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9CCA3-EFA1-428D-B6AE-0F40B3C503E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267984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833F80C-3300-4EC1-8E7F-78642EDED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A4771C9-44C1-4476-B61F-769B238AE7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DD42E57-9CC5-474D-AD63-44F1297C6F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0C07D73-16F1-4C86-8132-3C95C7951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C11FA-B635-42AE-BC94-CD15D022E2E6}" type="datetimeFigureOut">
              <a:rPr kumimoji="1" lang="ja-JP" altLang="en-US" smtClean="0"/>
              <a:t>2026/3/30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4515167-384E-4B8F-94FB-A1F033FFE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D05618A-84A7-4250-8561-7762052BA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9CCA3-EFA1-428D-B6AE-0F40B3C503E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078381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C91B76-BB3B-42F9-9D3D-F25CCFF74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AB05165-4374-49B5-80D6-811B56512A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95BFE85-2BF1-401B-9FEB-BE5F356D94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D54C7A06-083E-4FFB-9155-5ABA4B0357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FD3E39F-4D49-468B-86C0-6ED8EAB717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EF7D58DA-76EF-433F-9B14-18262B8E5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C11FA-B635-42AE-BC94-CD15D022E2E6}" type="datetimeFigureOut">
              <a:rPr kumimoji="1" lang="ja-JP" altLang="en-US" smtClean="0"/>
              <a:t>2026/3/30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2429CEE-30CC-4F16-B8F7-C99D00CAB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D3B760D1-4F5C-48A2-BEA0-C5C3BDE25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9CCA3-EFA1-428D-B6AE-0F40B3C503E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55572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3C094DB-EDB7-4740-99F4-C81494058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42012F3-AFB5-4691-9DFB-7348CDFD1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C11FA-B635-42AE-BC94-CD15D022E2E6}" type="datetimeFigureOut">
              <a:rPr kumimoji="1" lang="ja-JP" altLang="en-US" smtClean="0"/>
              <a:t>2026/3/30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EF14A8-C837-44E3-92CC-363DD7E18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4420038-8E68-4566-9507-5B1761F5E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9CCA3-EFA1-428D-B6AE-0F40B3C503E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48115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432E7E8-EDD7-4B38-9221-7D1C4AE5D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C11FA-B635-42AE-BC94-CD15D022E2E6}" type="datetimeFigureOut">
              <a:rPr kumimoji="1" lang="ja-JP" altLang="en-US" smtClean="0"/>
              <a:t>2026/3/30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EA562B73-CD44-40BD-A36A-3A1F05CDC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66D0604-8F1A-4F9F-94E4-BB13C7E60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9CCA3-EFA1-428D-B6AE-0F40B3C503E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81992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A740010-B516-459E-844A-B29DE0321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9587835-B3EC-489A-A948-9221FB7276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CE7F2CC-DCDC-4E08-AE85-1EB0D57221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2F10BF6-17D7-4D4E-838B-7F86C7149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C11FA-B635-42AE-BC94-CD15D022E2E6}" type="datetimeFigureOut">
              <a:rPr kumimoji="1" lang="ja-JP" altLang="en-US" smtClean="0"/>
              <a:t>2026/3/30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EE13A8D-B4B3-41F8-BEB1-05E8F86CA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A77C727-9870-4A6B-9568-F6DE87E16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9CCA3-EFA1-428D-B6AE-0F40B3C503E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19547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26A4D8D-91F2-4ED8-91AF-78D91DA3E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61AD527E-3CCC-4085-A89E-651FC70EC3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1C715EB-8798-4D0E-B417-2B3B95B146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11A4BD7-A8B6-4A26-94DE-36F4E1D46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C11FA-B635-42AE-BC94-CD15D022E2E6}" type="datetimeFigureOut">
              <a:rPr kumimoji="1" lang="ja-JP" altLang="en-US" smtClean="0"/>
              <a:t>2026/3/30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2C27158-45B2-4A91-B023-C2E852C54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9633881-6C96-4AA8-96CD-318F8D17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9CCA3-EFA1-428D-B6AE-0F40B3C503E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208498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08A7F36-0C3B-453C-A07E-3F1A4D100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3E82093-DBB5-4396-A7BA-6E199D8F0C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85510B0-AEEF-428B-90C2-AA96360D3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C11FA-B635-42AE-BC94-CD15D022E2E6}" type="datetimeFigureOut">
              <a:rPr kumimoji="1" lang="ja-JP" altLang="en-US" smtClean="0"/>
              <a:t>2026/3/30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57ACA38-6AD4-41EF-9043-5554D2137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CA13A13-26CA-4239-8498-7EB0C12A0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9CCA3-EFA1-428D-B6AE-0F40B3C503E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13733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4B168DB6-0AE0-47E0-A49B-CA0810B725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0863A00-CE08-4DA1-96E3-F84CC8550E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854C359-B0C7-42C7-9A9C-04288B03F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C11FA-B635-42AE-BC94-CD15D022E2E6}" type="datetimeFigureOut">
              <a:rPr kumimoji="1" lang="ja-JP" altLang="en-US" smtClean="0"/>
              <a:t>2026/3/30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F982FB6-6C7F-42EC-A32E-E05C4BF3D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EFC35B2-F20B-46D7-B3AD-978758BAA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9CCA3-EFA1-428D-B6AE-0F40B3C503E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90386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5D4A1076-E13B-4BF1-950B-4DA5C6758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DEB23CF-332B-4CD9-A934-A3CFF70B93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4510BFC-5BBA-4635-BEAE-C527A61E44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DC11FA-B635-42AE-BC94-CD15D022E2E6}" type="datetimeFigureOut">
              <a:rPr kumimoji="1" lang="ja-JP" altLang="en-US" smtClean="0"/>
              <a:t>2026/3/30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FED16CE-F8B9-4C86-9211-F377F091A3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2CFE8EF-EE14-42DC-A9B8-7C5EBB8BF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19CCA3-EFA1-428D-B6AE-0F40B3C503E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280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C1A6344-71B1-409F-A9EB-3A6F158F2964}"/>
              </a:ext>
            </a:extLst>
          </p:cNvPr>
          <p:cNvSpPr/>
          <p:nvPr/>
        </p:nvSpPr>
        <p:spPr>
          <a:xfrm>
            <a:off x="1974347" y="1282045"/>
            <a:ext cx="7697554" cy="4835950"/>
          </a:xfrm>
          <a:prstGeom prst="rect">
            <a:avLst/>
          </a:prstGeom>
          <a:noFill/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509BAC6-78FC-49B5-9BFB-59664CD271B9}"/>
              </a:ext>
            </a:extLst>
          </p:cNvPr>
          <p:cNvSpPr txBox="1"/>
          <p:nvPr/>
        </p:nvSpPr>
        <p:spPr>
          <a:xfrm>
            <a:off x="4873617" y="912713"/>
            <a:ext cx="1899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b="1" dirty="0"/>
              <a:t>システム</a:t>
            </a:r>
            <a:endParaRPr kumimoji="1" lang="ja-JP" altLang="en-US" b="1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5769B4AF-701C-4497-B140-C78D77B84C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55" y="2629222"/>
            <a:ext cx="1370271" cy="1950563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19C064B-F7CB-4F65-84C5-8FF0D8FB93B5}"/>
              </a:ext>
            </a:extLst>
          </p:cNvPr>
          <p:cNvSpPr txBox="1"/>
          <p:nvPr/>
        </p:nvSpPr>
        <p:spPr>
          <a:xfrm>
            <a:off x="-206987" y="4595473"/>
            <a:ext cx="1899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b="1" dirty="0"/>
              <a:t>ユーザー</a:t>
            </a:r>
            <a:endParaRPr kumimoji="1" lang="ja-JP" altLang="en-US" b="1" dirty="0"/>
          </a:p>
        </p:txBody>
      </p:sp>
      <p:sp>
        <p:nvSpPr>
          <p:cNvPr id="9" name="矢印: 右 8">
            <a:extLst>
              <a:ext uri="{FF2B5EF4-FFF2-40B4-BE49-F238E27FC236}">
                <a16:creationId xmlns:a16="http://schemas.microsoft.com/office/drawing/2014/main" id="{451A8964-DCB8-42C8-A7FF-1F4CD33F2316}"/>
              </a:ext>
            </a:extLst>
          </p:cNvPr>
          <p:cNvSpPr/>
          <p:nvPr/>
        </p:nvSpPr>
        <p:spPr>
          <a:xfrm rot="20441353">
            <a:off x="818907" y="2210220"/>
            <a:ext cx="1383359" cy="195777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円柱 10">
            <a:extLst>
              <a:ext uri="{FF2B5EF4-FFF2-40B4-BE49-F238E27FC236}">
                <a16:creationId xmlns:a16="http://schemas.microsoft.com/office/drawing/2014/main" id="{91444B85-63D9-436B-94D7-7F983E79CA62}"/>
              </a:ext>
            </a:extLst>
          </p:cNvPr>
          <p:cNvSpPr/>
          <p:nvPr/>
        </p:nvSpPr>
        <p:spPr>
          <a:xfrm>
            <a:off x="10080280" y="4964805"/>
            <a:ext cx="1382525" cy="1175833"/>
          </a:xfrm>
          <a:prstGeom prst="can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b="1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7E55EB21-5620-485B-BB1D-B7AAE6F1C1B9}"/>
              </a:ext>
            </a:extLst>
          </p:cNvPr>
          <p:cNvSpPr txBox="1"/>
          <p:nvPr/>
        </p:nvSpPr>
        <p:spPr>
          <a:xfrm>
            <a:off x="9815909" y="4586439"/>
            <a:ext cx="1899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b="1" dirty="0"/>
              <a:t>SQLite</a:t>
            </a:r>
            <a:endParaRPr kumimoji="1" lang="ja-JP" altLang="en-US" b="1" dirty="0"/>
          </a:p>
        </p:txBody>
      </p:sp>
      <p:sp>
        <p:nvSpPr>
          <p:cNvPr id="13" name="矢印: 右 12">
            <a:extLst>
              <a:ext uri="{FF2B5EF4-FFF2-40B4-BE49-F238E27FC236}">
                <a16:creationId xmlns:a16="http://schemas.microsoft.com/office/drawing/2014/main" id="{D21B784D-9464-48F8-823B-4DF79BBE0FD6}"/>
              </a:ext>
            </a:extLst>
          </p:cNvPr>
          <p:cNvSpPr/>
          <p:nvPr/>
        </p:nvSpPr>
        <p:spPr>
          <a:xfrm>
            <a:off x="8605548" y="5808880"/>
            <a:ext cx="2339340" cy="181341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0E34C837-3A5C-4926-A22D-5D1ED1B42C9A}"/>
              </a:ext>
            </a:extLst>
          </p:cNvPr>
          <p:cNvSpPr/>
          <p:nvPr/>
        </p:nvSpPr>
        <p:spPr>
          <a:xfrm>
            <a:off x="2177837" y="1482591"/>
            <a:ext cx="2349440" cy="809264"/>
          </a:xfrm>
          <a:prstGeom prst="rect">
            <a:avLst/>
          </a:prstGeom>
          <a:noFill/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 err="1"/>
              <a:t>ConsoleController</a:t>
            </a:r>
            <a:endParaRPr kumimoji="1" lang="ja-JP" altLang="en-US" b="1" dirty="0"/>
          </a:p>
        </p:txBody>
      </p:sp>
      <p:sp>
        <p:nvSpPr>
          <p:cNvPr id="19" name="楕円 18">
            <a:extLst>
              <a:ext uri="{FF2B5EF4-FFF2-40B4-BE49-F238E27FC236}">
                <a16:creationId xmlns:a16="http://schemas.microsoft.com/office/drawing/2014/main" id="{811EB3AE-C2CE-4140-A80E-251007B24D80}"/>
              </a:ext>
            </a:extLst>
          </p:cNvPr>
          <p:cNvSpPr/>
          <p:nvPr/>
        </p:nvSpPr>
        <p:spPr>
          <a:xfrm>
            <a:off x="2339731" y="2661186"/>
            <a:ext cx="4211898" cy="2757335"/>
          </a:xfrm>
          <a:prstGeom prst="ellipse">
            <a:avLst/>
          </a:prstGeom>
          <a:noFill/>
          <a:ln w="381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矢印: 右 19">
            <a:extLst>
              <a:ext uri="{FF2B5EF4-FFF2-40B4-BE49-F238E27FC236}">
                <a16:creationId xmlns:a16="http://schemas.microsoft.com/office/drawing/2014/main" id="{4E47D1DD-9DEA-40F9-BF15-48E65D0985A3}"/>
              </a:ext>
            </a:extLst>
          </p:cNvPr>
          <p:cNvSpPr/>
          <p:nvPr/>
        </p:nvSpPr>
        <p:spPr>
          <a:xfrm rot="4803224">
            <a:off x="2757252" y="2496079"/>
            <a:ext cx="821678" cy="214352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D9A99A81-5592-45F6-B623-8595BA264BD0}"/>
              </a:ext>
            </a:extLst>
          </p:cNvPr>
          <p:cNvSpPr/>
          <p:nvPr/>
        </p:nvSpPr>
        <p:spPr>
          <a:xfrm>
            <a:off x="3300554" y="3026432"/>
            <a:ext cx="2349440" cy="555754"/>
          </a:xfrm>
          <a:prstGeom prst="rect">
            <a:avLst/>
          </a:prstGeom>
          <a:noFill/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 err="1"/>
              <a:t>CreateTaskUC</a:t>
            </a:r>
            <a:endParaRPr kumimoji="1" lang="ja-JP" altLang="en-US" b="1" dirty="0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F652800F-203B-42C9-8CFB-783A206D6E85}"/>
              </a:ext>
            </a:extLst>
          </p:cNvPr>
          <p:cNvSpPr/>
          <p:nvPr/>
        </p:nvSpPr>
        <p:spPr>
          <a:xfrm>
            <a:off x="3300554" y="3723919"/>
            <a:ext cx="2349440" cy="555754"/>
          </a:xfrm>
          <a:prstGeom prst="rect">
            <a:avLst/>
          </a:prstGeom>
          <a:noFill/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 err="1"/>
              <a:t>GetTasksUC</a:t>
            </a:r>
            <a:endParaRPr kumimoji="1" lang="ja-JP" altLang="en-US" b="1" dirty="0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5DC9865E-5799-4842-863F-379BFEF70085}"/>
              </a:ext>
            </a:extLst>
          </p:cNvPr>
          <p:cNvSpPr/>
          <p:nvPr/>
        </p:nvSpPr>
        <p:spPr>
          <a:xfrm>
            <a:off x="3300554" y="4409051"/>
            <a:ext cx="2349440" cy="555754"/>
          </a:xfrm>
          <a:prstGeom prst="rect">
            <a:avLst/>
          </a:prstGeom>
          <a:noFill/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 err="1"/>
              <a:t>DeleteTaskUC</a:t>
            </a:r>
            <a:endParaRPr kumimoji="1" lang="ja-JP" altLang="en-US" b="1" dirty="0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51746D21-8343-427C-A03C-B9C3ED219422}"/>
              </a:ext>
            </a:extLst>
          </p:cNvPr>
          <p:cNvSpPr txBox="1"/>
          <p:nvPr/>
        </p:nvSpPr>
        <p:spPr>
          <a:xfrm>
            <a:off x="3392478" y="5049189"/>
            <a:ext cx="1899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b="1" dirty="0"/>
              <a:t>…</a:t>
            </a:r>
            <a:endParaRPr kumimoji="1" lang="ja-JP" altLang="en-US" b="1" dirty="0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54F83865-7872-477D-95D1-4F3930606471}"/>
              </a:ext>
            </a:extLst>
          </p:cNvPr>
          <p:cNvSpPr txBox="1"/>
          <p:nvPr/>
        </p:nvSpPr>
        <p:spPr>
          <a:xfrm>
            <a:off x="2406410" y="5445092"/>
            <a:ext cx="38711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b="1" dirty="0"/>
              <a:t>ポート</a:t>
            </a:r>
            <a:endParaRPr lang="en-US" altLang="ja-JP" b="1" dirty="0"/>
          </a:p>
          <a:p>
            <a:pPr algn="ctr"/>
            <a:r>
              <a:rPr kumimoji="1" lang="ja-JP" altLang="en-US" b="1" dirty="0"/>
              <a:t>ユーザーの操作に合う</a:t>
            </a:r>
            <a:r>
              <a:rPr kumimoji="1" lang="en-US" altLang="ja-JP" b="1" dirty="0"/>
              <a:t>UC</a:t>
            </a:r>
            <a:r>
              <a:rPr kumimoji="1" lang="ja-JP" altLang="en-US" b="1" dirty="0"/>
              <a:t>呼び出し</a:t>
            </a:r>
          </a:p>
        </p:txBody>
      </p:sp>
    </p:spTree>
    <p:extLst>
      <p:ext uri="{BB962C8B-B14F-4D97-AF65-F5344CB8AC3E}">
        <p14:creationId xmlns:p14="http://schemas.microsoft.com/office/powerpoint/2010/main" val="40538588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4ABDDBDF-8F5B-4A2F-89D5-C846075981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379" y="968873"/>
            <a:ext cx="1819529" cy="1752845"/>
          </a:xfrm>
          <a:prstGeom prst="rect">
            <a:avLst/>
          </a:prstGeom>
        </p:spPr>
      </p:pic>
      <p:sp>
        <p:nvSpPr>
          <p:cNvPr id="3" name="矢印: 右 2">
            <a:extLst>
              <a:ext uri="{FF2B5EF4-FFF2-40B4-BE49-F238E27FC236}">
                <a16:creationId xmlns:a16="http://schemas.microsoft.com/office/drawing/2014/main" id="{7143C99A-43B6-4D1D-8E41-78B4845B82B5}"/>
              </a:ext>
            </a:extLst>
          </p:cNvPr>
          <p:cNvSpPr/>
          <p:nvPr/>
        </p:nvSpPr>
        <p:spPr>
          <a:xfrm rot="702161">
            <a:off x="3422871" y="2013026"/>
            <a:ext cx="1017566" cy="27157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BDC08217-F8E9-44D8-B1AE-3212217FC07B}"/>
              </a:ext>
            </a:extLst>
          </p:cNvPr>
          <p:cNvSpPr/>
          <p:nvPr/>
        </p:nvSpPr>
        <p:spPr>
          <a:xfrm>
            <a:off x="4656841" y="1696825"/>
            <a:ext cx="1743959" cy="86249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/>
              <a:t>id </a:t>
            </a:r>
            <a:r>
              <a:rPr kumimoji="1" lang="ja-JP" altLang="en-US" b="1" dirty="0"/>
              <a:t>が </a:t>
            </a:r>
            <a:r>
              <a:rPr kumimoji="1" lang="en-US" altLang="ja-JP" b="1" dirty="0"/>
              <a:t>1 </a:t>
            </a:r>
            <a:r>
              <a:rPr kumimoji="1" lang="ja-JP" altLang="en-US" b="1" dirty="0"/>
              <a:t>で</a:t>
            </a:r>
            <a:endParaRPr kumimoji="1" lang="en-US" altLang="ja-JP" b="1" dirty="0"/>
          </a:p>
          <a:p>
            <a:pPr algn="ctr"/>
            <a:r>
              <a:rPr lang="en-US" altLang="ja-JP" b="1" dirty="0"/>
              <a:t>name</a:t>
            </a:r>
            <a:r>
              <a:rPr lang="ja-JP" altLang="en-US" b="1" dirty="0"/>
              <a:t>が </a:t>
            </a:r>
            <a:r>
              <a:rPr lang="en-US" altLang="ja-JP" b="1" dirty="0"/>
              <a:t>”</a:t>
            </a:r>
            <a:r>
              <a:rPr lang="ja-JP" altLang="en-US" b="1" dirty="0"/>
              <a:t>高</a:t>
            </a:r>
            <a:r>
              <a:rPr lang="en-US" altLang="ja-JP" b="1" dirty="0"/>
              <a:t>”</a:t>
            </a:r>
            <a:endParaRPr kumimoji="1" lang="ja-JP" altLang="en-US" b="1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F55E66CD-DC01-437A-ACF7-3509B0CA0D82}"/>
              </a:ext>
            </a:extLst>
          </p:cNvPr>
          <p:cNvSpPr/>
          <p:nvPr/>
        </p:nvSpPr>
        <p:spPr>
          <a:xfrm>
            <a:off x="4656840" y="3133657"/>
            <a:ext cx="1743959" cy="86249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/>
              <a:t>id </a:t>
            </a:r>
            <a:r>
              <a:rPr kumimoji="1" lang="ja-JP" altLang="en-US" b="1" dirty="0"/>
              <a:t>が </a:t>
            </a:r>
            <a:r>
              <a:rPr lang="en-US" altLang="ja-JP" b="1" dirty="0"/>
              <a:t>2</a:t>
            </a:r>
            <a:r>
              <a:rPr kumimoji="1" lang="en-US" altLang="ja-JP" b="1" dirty="0"/>
              <a:t> </a:t>
            </a:r>
            <a:r>
              <a:rPr kumimoji="1" lang="ja-JP" altLang="en-US" b="1" dirty="0"/>
              <a:t>で</a:t>
            </a:r>
            <a:endParaRPr kumimoji="1" lang="en-US" altLang="ja-JP" b="1" dirty="0"/>
          </a:p>
          <a:p>
            <a:pPr algn="ctr"/>
            <a:r>
              <a:rPr lang="en-US" altLang="ja-JP" b="1" dirty="0"/>
              <a:t>name</a:t>
            </a:r>
            <a:r>
              <a:rPr lang="ja-JP" altLang="en-US" b="1" dirty="0"/>
              <a:t>が </a:t>
            </a:r>
            <a:r>
              <a:rPr lang="en-US" altLang="ja-JP" b="1" dirty="0"/>
              <a:t>”</a:t>
            </a:r>
            <a:r>
              <a:rPr lang="ja-JP" altLang="en-US" b="1" dirty="0"/>
              <a:t>中</a:t>
            </a:r>
            <a:r>
              <a:rPr lang="en-US" altLang="ja-JP" b="1" dirty="0"/>
              <a:t>”</a:t>
            </a:r>
            <a:endParaRPr kumimoji="1" lang="ja-JP" altLang="en-US" b="1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0F4828D-53DF-4D8D-A292-1A94A4E8EEAC}"/>
              </a:ext>
            </a:extLst>
          </p:cNvPr>
          <p:cNvSpPr/>
          <p:nvPr/>
        </p:nvSpPr>
        <p:spPr>
          <a:xfrm>
            <a:off x="2278143" y="4136283"/>
            <a:ext cx="1743959" cy="86249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/>
              <a:t>id </a:t>
            </a:r>
            <a:r>
              <a:rPr kumimoji="1" lang="ja-JP" altLang="en-US" b="1" dirty="0"/>
              <a:t>が </a:t>
            </a:r>
            <a:r>
              <a:rPr kumimoji="1" lang="en-US" altLang="ja-JP" b="1" dirty="0"/>
              <a:t>3 </a:t>
            </a:r>
            <a:r>
              <a:rPr kumimoji="1" lang="ja-JP" altLang="en-US" b="1" dirty="0"/>
              <a:t>で</a:t>
            </a:r>
            <a:endParaRPr kumimoji="1" lang="en-US" altLang="ja-JP" b="1" dirty="0"/>
          </a:p>
          <a:p>
            <a:pPr algn="ctr"/>
            <a:r>
              <a:rPr lang="en-US" altLang="ja-JP" b="1" dirty="0"/>
              <a:t>name</a:t>
            </a:r>
            <a:r>
              <a:rPr lang="ja-JP" altLang="en-US" b="1" dirty="0"/>
              <a:t>が </a:t>
            </a:r>
            <a:r>
              <a:rPr lang="en-US" altLang="ja-JP" b="1" dirty="0"/>
              <a:t>”</a:t>
            </a:r>
            <a:r>
              <a:rPr lang="ja-JP" altLang="en-US" b="1" dirty="0"/>
              <a:t>低</a:t>
            </a:r>
            <a:r>
              <a:rPr lang="en-US" altLang="ja-JP" b="1" dirty="0"/>
              <a:t>”</a:t>
            </a:r>
            <a:endParaRPr kumimoji="1" lang="ja-JP" altLang="en-US" b="1" dirty="0"/>
          </a:p>
        </p:txBody>
      </p:sp>
      <p:sp>
        <p:nvSpPr>
          <p:cNvPr id="7" name="矢印: 右 6">
            <a:extLst>
              <a:ext uri="{FF2B5EF4-FFF2-40B4-BE49-F238E27FC236}">
                <a16:creationId xmlns:a16="http://schemas.microsoft.com/office/drawing/2014/main" id="{F0A07186-5D9E-48CB-AB05-BF8929702225}"/>
              </a:ext>
            </a:extLst>
          </p:cNvPr>
          <p:cNvSpPr/>
          <p:nvPr/>
        </p:nvSpPr>
        <p:spPr>
          <a:xfrm rot="2047494">
            <a:off x="3391165" y="3020491"/>
            <a:ext cx="1140537" cy="2456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矢印: 右 7">
            <a:extLst>
              <a:ext uri="{FF2B5EF4-FFF2-40B4-BE49-F238E27FC236}">
                <a16:creationId xmlns:a16="http://schemas.microsoft.com/office/drawing/2014/main" id="{732B8CF9-48E9-425A-BDA8-147A40F01E02}"/>
              </a:ext>
            </a:extLst>
          </p:cNvPr>
          <p:cNvSpPr/>
          <p:nvPr/>
        </p:nvSpPr>
        <p:spPr>
          <a:xfrm rot="3962443">
            <a:off x="2140376" y="3316905"/>
            <a:ext cx="1140537" cy="2456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41A2FF0-E85D-4CDB-8E3A-5FD18CD38EB2}"/>
              </a:ext>
            </a:extLst>
          </p:cNvPr>
          <p:cNvSpPr txBox="1"/>
          <p:nvPr/>
        </p:nvSpPr>
        <p:spPr>
          <a:xfrm>
            <a:off x="3387345" y="1634379"/>
            <a:ext cx="1051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b="1" dirty="0"/>
              <a:t>new</a:t>
            </a:r>
            <a:endParaRPr kumimoji="1" lang="ja-JP" altLang="en-US" b="1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3611C527-7E03-4289-AD05-B7200FEEB871}"/>
              </a:ext>
            </a:extLst>
          </p:cNvPr>
          <p:cNvSpPr txBox="1"/>
          <p:nvPr/>
        </p:nvSpPr>
        <p:spPr>
          <a:xfrm>
            <a:off x="3450914" y="2559318"/>
            <a:ext cx="1051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b="1" dirty="0"/>
              <a:t>new</a:t>
            </a:r>
            <a:endParaRPr kumimoji="1" lang="ja-JP" altLang="en-US" b="1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837A0DCF-790C-4EB5-B03F-007702B07CD3}"/>
              </a:ext>
            </a:extLst>
          </p:cNvPr>
          <p:cNvSpPr txBox="1"/>
          <p:nvPr/>
        </p:nvSpPr>
        <p:spPr>
          <a:xfrm>
            <a:off x="1658082" y="3403689"/>
            <a:ext cx="1051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b="1" dirty="0"/>
              <a:t>new</a:t>
            </a:r>
            <a:endParaRPr kumimoji="1" lang="ja-JP" altLang="en-US" b="1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B0F36173-9A2D-4380-8AE1-4ADB1E04C0D5}"/>
              </a:ext>
            </a:extLst>
          </p:cNvPr>
          <p:cNvSpPr txBox="1"/>
          <p:nvPr/>
        </p:nvSpPr>
        <p:spPr>
          <a:xfrm>
            <a:off x="4346916" y="4357401"/>
            <a:ext cx="3175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b="1" dirty="0"/>
              <a:t>この</a:t>
            </a:r>
            <a:r>
              <a:rPr lang="en-US" altLang="ja-JP" b="1" dirty="0"/>
              <a:t>3</a:t>
            </a:r>
            <a:r>
              <a:rPr lang="ja-JP" altLang="en-US" b="1" dirty="0" err="1"/>
              <a:t>つの</a:t>
            </a:r>
            <a:r>
              <a:rPr lang="ja-JP" altLang="en-US" b="1" dirty="0"/>
              <a:t>インスタンスしか</a:t>
            </a:r>
            <a:endParaRPr lang="en-US" altLang="ja-JP" b="1" dirty="0"/>
          </a:p>
          <a:p>
            <a:pPr algn="ctr"/>
            <a:r>
              <a:rPr kumimoji="1" lang="ja-JP" altLang="en-US" b="1" dirty="0"/>
              <a:t>生成</a:t>
            </a:r>
            <a:r>
              <a:rPr kumimoji="1" lang="en-US" altLang="ja-JP" b="1" dirty="0"/>
              <a:t>(new)</a:t>
            </a:r>
            <a:r>
              <a:rPr kumimoji="1" lang="ja-JP" altLang="en-US" b="1" dirty="0"/>
              <a:t>させたくない！</a:t>
            </a:r>
          </a:p>
        </p:txBody>
      </p:sp>
    </p:spTree>
    <p:extLst>
      <p:ext uri="{BB962C8B-B14F-4D97-AF65-F5344CB8AC3E}">
        <p14:creationId xmlns:p14="http://schemas.microsoft.com/office/powerpoint/2010/main" val="87644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95D989EB-FE95-4737-85AB-5F470A15B0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189" y="550271"/>
            <a:ext cx="4324954" cy="5191850"/>
          </a:xfrm>
          <a:prstGeom prst="rect">
            <a:avLst/>
          </a:prstGeom>
        </p:spPr>
      </p:pic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7C11A6FF-D30D-48BC-AC18-BDA4D14863F4}"/>
              </a:ext>
            </a:extLst>
          </p:cNvPr>
          <p:cNvSpPr/>
          <p:nvPr/>
        </p:nvSpPr>
        <p:spPr>
          <a:xfrm>
            <a:off x="1272618" y="3940403"/>
            <a:ext cx="3912123" cy="32051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" name="直線矢印コネクタ 6">
            <a:extLst>
              <a:ext uri="{FF2B5EF4-FFF2-40B4-BE49-F238E27FC236}">
                <a16:creationId xmlns:a16="http://schemas.microsoft.com/office/drawing/2014/main" id="{17419093-5466-49D6-B8DE-2575F992A91B}"/>
              </a:ext>
            </a:extLst>
          </p:cNvPr>
          <p:cNvCxnSpPr>
            <a:cxnSpLocks/>
            <a:endCxn id="3" idx="3"/>
          </p:cNvCxnSpPr>
          <p:nvPr/>
        </p:nvCxnSpPr>
        <p:spPr>
          <a:xfrm flipH="1">
            <a:off x="5184741" y="3733014"/>
            <a:ext cx="556183" cy="36764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08C765E5-F13C-40A7-8DF1-05892EDA7E6A}"/>
              </a:ext>
            </a:extLst>
          </p:cNvPr>
          <p:cNvSpPr txBox="1"/>
          <p:nvPr/>
        </p:nvSpPr>
        <p:spPr>
          <a:xfrm>
            <a:off x="5462832" y="3086683"/>
            <a:ext cx="32516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b="1" dirty="0"/>
              <a:t>UC2:</a:t>
            </a:r>
            <a:r>
              <a:rPr kumimoji="1" lang="ja-JP" altLang="en-US" b="1" dirty="0"/>
              <a:t>タイトル・内容・期限・優先度でタスク生成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F896BB4D-04E7-4F98-92CF-40041EAFF449}"/>
              </a:ext>
            </a:extLst>
          </p:cNvPr>
          <p:cNvSpPr/>
          <p:nvPr/>
        </p:nvSpPr>
        <p:spPr>
          <a:xfrm>
            <a:off x="1272618" y="4260914"/>
            <a:ext cx="3912123" cy="32051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B3223848-DAC3-4520-A060-421E0316EF0A}"/>
              </a:ext>
            </a:extLst>
          </p:cNvPr>
          <p:cNvCxnSpPr>
            <a:cxnSpLocks/>
            <a:endCxn id="10" idx="3"/>
          </p:cNvCxnSpPr>
          <p:nvPr/>
        </p:nvCxnSpPr>
        <p:spPr>
          <a:xfrm flipH="1">
            <a:off x="5184741" y="4143379"/>
            <a:ext cx="556183" cy="27779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B18F7E7D-6ACD-48DF-BEB3-79B66997509E}"/>
              </a:ext>
            </a:extLst>
          </p:cNvPr>
          <p:cNvSpPr txBox="1"/>
          <p:nvPr/>
        </p:nvSpPr>
        <p:spPr>
          <a:xfrm>
            <a:off x="5740924" y="3820213"/>
            <a:ext cx="27620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b="1" dirty="0"/>
              <a:t>UC1</a:t>
            </a:r>
            <a:r>
              <a:rPr kumimoji="1" lang="ja-JP" altLang="en-US" b="1" dirty="0"/>
              <a:t>と</a:t>
            </a:r>
            <a:r>
              <a:rPr kumimoji="1" lang="en-US" altLang="ja-JP" b="1" dirty="0"/>
              <a:t>UC5: </a:t>
            </a:r>
            <a:r>
              <a:rPr kumimoji="1" lang="ja-JP" altLang="en-US" b="1" dirty="0"/>
              <a:t>検索結果を保持するため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E5C2F8F1-E721-4320-B1BE-E46F5E3D7F89}"/>
              </a:ext>
            </a:extLst>
          </p:cNvPr>
          <p:cNvSpPr/>
          <p:nvPr/>
        </p:nvSpPr>
        <p:spPr>
          <a:xfrm>
            <a:off x="1272618" y="4581425"/>
            <a:ext cx="3912123" cy="32051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85229E56-6B36-4751-B755-4114F4A8AA95}"/>
              </a:ext>
            </a:extLst>
          </p:cNvPr>
          <p:cNvCxnSpPr>
            <a:cxnSpLocks/>
            <a:endCxn id="15" idx="3"/>
          </p:cNvCxnSpPr>
          <p:nvPr/>
        </p:nvCxnSpPr>
        <p:spPr>
          <a:xfrm flipH="1">
            <a:off x="5184741" y="4602784"/>
            <a:ext cx="752496" cy="13889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52178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81194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12873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80</Words>
  <Application>Microsoft Office PowerPoint</Application>
  <PresentationFormat>ワイド画面</PresentationFormat>
  <Paragraphs>23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9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oka</dc:creator>
  <cp:lastModifiedBy>oka</cp:lastModifiedBy>
  <cp:revision>3</cp:revision>
  <dcterms:created xsi:type="dcterms:W3CDTF">2026-03-30T06:25:18Z</dcterms:created>
  <dcterms:modified xsi:type="dcterms:W3CDTF">2026-03-30T08:51:32Z</dcterms:modified>
</cp:coreProperties>
</file>