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2.xml" ContentType="application/vnd.openxmlformats-officedocument.presentationml.notesSlide+xml"/>
  <Override PartName="/ppt/ink/ink16.xml" ContentType="application/inkml+xml"/>
  <Override PartName="/ppt/notesSlides/notesSlide3.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4.xml" ContentType="application/vnd.openxmlformats-officedocument.presentationml.notesSlide+xml"/>
  <Override PartName="/ppt/ink/ink26.xml" ContentType="application/inkml+xml"/>
  <Override PartName="/ppt/notesSlides/notesSlide5.xml" ContentType="application/vnd.openxmlformats-officedocument.presentationml.notesSlide+xml"/>
  <Override PartName="/ppt/ink/ink27.xml" ContentType="application/inkml+xml"/>
  <Override PartName="/ppt/notesSlides/notesSlide6.xml" ContentType="application/vnd.openxmlformats-officedocument.presentationml.notesSlide+xml"/>
  <Override PartName="/ppt/ink/ink28.xml" ContentType="application/inkml+xml"/>
  <Override PartName="/ppt/ink/ink29.xml" ContentType="application/inkml+xml"/>
  <Override PartName="/ppt/notesSlides/notesSlide7.xml" ContentType="application/vnd.openxmlformats-officedocument.presentationml.notesSlide+xml"/>
  <Override PartName="/ppt/ink/ink30.xml" ContentType="application/inkml+xml"/>
  <Override PartName="/ppt/notesSlides/notesSlide8.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sldIdLst>
    <p:sldId id="256" r:id="rId2"/>
    <p:sldId id="268" r:id="rId3"/>
    <p:sldId id="258" r:id="rId4"/>
    <p:sldId id="261" r:id="rId5"/>
    <p:sldId id="263" r:id="rId6"/>
    <p:sldId id="264" r:id="rId7"/>
    <p:sldId id="262" r:id="rId8"/>
    <p:sldId id="266" r:id="rId9"/>
    <p:sldId id="269" r:id="rId10"/>
    <p:sldId id="271" r:id="rId11"/>
    <p:sldId id="272" r:id="rId12"/>
    <p:sldId id="273" r:id="rId13"/>
    <p:sldId id="275" r:id="rId14"/>
    <p:sldId id="274" r:id="rId15"/>
    <p:sldId id="276" r:id="rId16"/>
    <p:sldId id="270" r:id="rId17"/>
    <p:sldId id="280" r:id="rId18"/>
    <p:sldId id="278" r:id="rId19"/>
    <p:sldId id="281" r:id="rId20"/>
    <p:sldId id="282" r:id="rId21"/>
    <p:sldId id="283" r:id="rId22"/>
    <p:sldId id="284" r:id="rId23"/>
    <p:sldId id="285"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B6E7"/>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9" autoAdjust="0"/>
    <p:restoredTop sz="94660"/>
  </p:normalViewPr>
  <p:slideViewPr>
    <p:cSldViewPr snapToGrid="0" showGuides="1">
      <p:cViewPr varScale="1">
        <p:scale>
          <a:sx n="59" d="100"/>
          <a:sy n="59" d="100"/>
        </p:scale>
        <p:origin x="772"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39:13.188"/>
    </inkml:context>
    <inkml:brush xml:id="br0">
      <inkml:brushProperty name="width" value="0.05292" units="cm"/>
      <inkml:brushProperty name="height" value="0.05292" units="cm"/>
      <inkml:brushProperty name="color" value="#FF0000"/>
    </inkml:brush>
  </inkml:definitions>
  <inkml:trace contextRef="#ctx0" brushRef="#br0">11080 7433 1383 0,'0'0'211'16,"0"0"-117"-16,0 0 49 16,-68-9-55-16,49 7 3 0,-2 0-42 15,-1 0-12-15,1 0-37 0,-2 2-48 16,-2-2-5-16,3 2 53 0,-5 0 55 15,0 2 13-15,0 2-55 0,-2 4-13 16,4-1-19-16,-8 5 19 0,0 2 25 16,-2 1 40-16,-4 3 7 0,1 4 50 15,-3 0-12-15,0 5-16 16,1 2-4-16,-3 2 26 0,0 4-29 0,3 2-29 16,3-1-13-16,2 5-26 0,-2-4 0 15,10 2 7-15,0-3-13 0,2 0-10 16,5-2-1-16,5-2 0 0,3 2-2 15,1 0-13-15,3 1-9 0,6 0 9 16,2 0 11-16,0 3-21 16,4 1 4-16,4-1 19 0,7 4-22 15,1-1 20-15,3 0-15 0,6 0-5 16,6 0-16-16,2-1 25 0,10 6 11 16,15 2 2-16,10 1 2 0,11-2-2 15,4-9 13-15,-7-9-13 0,-1-2 1 16,7-5 22-16,-3-1-21 0,8-2 18 15,2 1-19-15,2-2 11 0,2-2 4 16,6 1-14-16,0-3-2 0,6-2 16 16,3-3-16-16,1-1 1 0,-1-3 11 15,1-2 1-15,-3-2-11 0,6-1 1 16,-7-3 0-16,2-1 51 0,-1-4-22 16,1 0-16-16,-1-3 0 0,-7-1 0 15,0-3-4-15,-2-4-11 0,-6-4 20 16,-2-5-1-16,0-3 11 0,-6-2 8 15,-1-4-10-15,-7-3-4 0,-5-1-3 16,-6 0-9-16,-10 3 3 16,-17 5 6-16,-6 5-20 0,-2-2 14 15,-2-3 10-15,0-7-7 0,6-4 6 16,-10-1 4-16,-3-1-1 0,-7-5 1 16,-3-10-1-16,-10-9-6 0,0 1-6 15,-12 4-16-15,-9 5 0 0,-6 8-19 16,-2 6-25-16,-2 8-26 0,-14-7 3 15,-7-4 64-15,-16-3-9 0,-13-4-1 16,1 8 10-16,3 9 2 0,-6 1-21 16,-5 5 21-16,-1-1-20 0,-6 6 19 15,-5 0-23-15,3 5-14 0,-4 0 4 16,2 5-19-16,-7 1 9 0,-1 4-9 16,1 2 51-16,-3 2 3 0,5 2 10 15,1 0 3-15,-4 3-12 16,3 2 22-16,-3 2-4 0,3 0 3 15,3 5 26-15,0 4-16 0,4 4-16 16,4 3 0-16,2 4-16 0,6 4 0 16,-2 4 0-16,9 4-2 0,-3 3-17 15,2 3 3-15,7 5 16 0,4 1-16 16,-7 4-13-16,9 4 0 0,8-2 4 16,7-4-4-16,11-9 26 0,7-9-7 15,11 0 10-15,-5 4 0 0,0 5-13 16,-4 5-3-16,6 1 3 0,6 0-6 15,3 9-10-15,1 7 13 0,3 12-6 16,6 0 20-16,6-4 0 0,0-15-14 16,8-15-4-16,0-6 1 0,5-2 19 15,5 4 13-15,5 6 6 0,10 5 0 16,13 2-18-16,12 1-1 0,14 0-1 16,11-5-34-16,-1-11-3 15,1-10-11-15,-7-5 17 0,7-2-16 0,-2-2 22 16,6 0 10-16,-3-1 15 15,3 2-1-15,-2-1-1 0,8 0-10 16,0 0-19-16,0-1-39 0,6-2-7 16,2 0 11-16,3-1 25 0,3-3 15 15,-3 1 27-15,5-3 3 0,-3-2 10 16,-3-1 51-16,-2 0 33 0,1-4-10 16,-5-3-35-16,2-2 6 0,-2-3-10 15,-2-6 26-15,0-2-23 0,0-5-6 16,-6-6-13-16,2-1-6 0,0-4 3 15,-10-2-16-15,-1-2 6 0,-7-2 0 16,-7-1-16-16,-6 0-1 0,-11 4 24 16,-11 6-25-16,-7 5 1 0,-4-3 11 15,2-2 6-15,6-9-16 0,-2-4 8 16,-4 0-11-16,0 0-45 0,-11 1 3 16,1-1-2-16,-13 0 18 15,2 1 7-15,-8 0-7 0,0 1 13 16,-10 1 13-16,-2-1-1 0,-13 2-9 15,0 1-10-15,-6 1 17 0,-6 4-122 16,-3 3 48-16,-1 4-1 0,-6 3-25 16,3 4-26-16,-5 5-55 0,1 3-76 15,3 5-126-15,11 3-144 0,-17 4-187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12.2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8457 9103 167 0,'0'0'95'0,"0"0"26"15,0 0 612-15,0 0-447 0,0 0-136 16,0 0 9-16,0 0-48 0,0 0-11 15,-17 25-57-15,17-25-43 0,0 0 1 16,0 0 40-16,0 0 17 0,0 0-3 16,0 0 39-16,-2 0 13 0,2 0 6 15,0 0-13-15,0-3-22 0,0 3 2 16,0-4 7-16,0-3-9 0,0-1-24 16,-2-1-19-16,2-5-15 0,-2-3-8 15,2 0 1-15,-2-6 7 16,-2 1-17-16,4-3 16 0,-2-5-3 0,2-2 2 15,0-5-18-15,0-4 0 0,0-10 1 16,-2-11 0-16,-1-7 0 0,1-3 0 16,-2 5 3-16,2 9-1 0,-2 5 13 15,2 2-13-15,-2-1 10 16,2-1-11-16,-2 2 17 0,2-2-17 16,-3-1 11-16,3-1 0 0,-2 1 6 15,2 2-3-15,-2 6 16 0,0 9 0 16,2 6 16-16,-2 2 0 0,-2-6 2 15,1-6 1-15,-3-3-3 0,0 0-7 16,2 3-6-16,-3 0-3 0,3 2-10 16,0-2 0-16,0 0-3 0,2 0-17 15,-1-4 11-15,1 3-12 0,0 0-1 16,0 0-3-16,2 1-10 0,-2 0 12 16,2 2 0-16,-2 0 1 0,2 0 0 15,0 2 2-15,-1-2 1 0,1 4 0 16,0-2-1-16,0 2-1 0,2-1 1 15,0 1-1-15,0 0 0 0,0-2-1 16,0 3 1-16,4-3-1 0,1 1-1 16,-1-4 0-16,0 2 0 0,2 1-1 15,0-4-10-15,0 3 9 0,1-1-10 16,-1 1 12-16,2 6 1 0,-4-1 3 16,2 2-3-16,1 6 0 15,-5-1 16-15,2 5-15 0,0-2 2 16,-2 4-1-16,2 1 0 0,-2 2 2 15,-2 1-3-15,4 3 0 0,-2 1-1 16,1 2-4-16,-1 2-8 0,0-2-1 16,2 2 10-16,0-1-10 0,0-2 10 15,2-1 3-15,0 1 1 0,1-2 2 16,1 2-3-16,-2-1-3 0,2 1-19 16,-1 1 22-16,3-1 2 0,-4 2-2 15,2-3 0-15,-1 4-2 0,1 0 1 16,-4 2-15-16,2 1 13 0,0 1 0 15,-1 1 1-15,-1-1-11 16,0 1 10-16,2-2-13 0,0 0 16 0,0 0-1 16,3 1 1-16,1-2 1 15,-2-1 1-15,5 1 0 0,-1-2-1 16,0-1 12-16,3-1-11 0,1 1 14 16,1-2-16-16,2 2 3 0,-3-2-1 15,5 1 11-15,0-2-11 0,-1 3-1 16,1-2 0-16,2 2 12 0,-1 0 3 15,-1-1-15-15,2 3-1 0,-3 1 2 16,3 2-1-16,-2-3 0 0,-1 3 2 16,3-1 26-16,0 0-29 0,-2 0 0 15,3 1 1-15,1 0 1 0,-2-1-1 16,2 2-1-16,0-1 1 0,-1 1-1 16,3 2 0-16,-2-3-1 0,4 1-1 15,-2 1 1-15,4-1 1 0,-2-1 1 16,2-1-1-16,0-1-2 0,2 0 2 15,0-1 0-15,0-3 1 0,0 3-1 16,0-1 0-16,-2-1 0 16,0 1 1-16,2 1-1 0,-4 0 0 15,2-2 0-15,0 3 0 0,0-1 0 16,-2 3-1-16,0-2 0 0,2 0 1 16,-2 0 0-16,2-1-2 0,0 2 2 15,0-3-1-15,2-1 1 0,-2 2 0 16,2-2 1-16,-2 2 3 0,0-2-1 15,-2 1 0-15,0 0 13 0,0 2-16 16,2-1 12-16,-6 1-12 0,4-1 1 16,0 2-1-16,-2 0 1 0,4-2 2 15,0-1-3-15,2-2-1 0,0 0 1 16,2-2 0-16,-2 0 0 0,0-1 0 16,2-1 2-16,0 2 0 0,-4-2 1 15,0 2 19-15,0 2-20 0,-2 0 17 16,0 1-17-16,-2 1 0 0,0 0-2 15,0 0 3-15,2 0-2 0,0-1-1 16,0 1 0-16,-4 0 0 16,6-1-2-16,-5-1 2 0,3 2 12 0,-2-2-11 15,2 2 0-15,-6 0 1 16,4 0 0-16,0 0-2 0,0-2 2 16,-1 1-2-16,-1 2-1 0,2-3 0 15,0 2 1-15,0-1 0 0,2-2 0 16,-4 3 0-16,1-1 0 0,1 0 0 15,0-1 0-15,0 3 0 0,2-2-1 16,-2 1 1-16,0 1-1 0,0 0-1 16,2 0 0-16,2-1 1 0,0 0-1 15,2-1 2-15,0-1 1 16,-2 3-1-16,2-1-1 0,0 1-1 16,0-1 2-16,-2 1 0 0,2 0 0 15,0 0 0-15,-2 0 0 0,4 2 2 16,-2 0-2-16,0-1 0 0,5 2 1 15,-5-1 0-15,4 1-1 0,-4-1 2 16,4 1 0-16,-2 0 0 0,0 3 11 16,1-2-12-16,-1 2 0 0,0 0 14 15,0 0-12-15,-2 2 0 0,2 2 12 16,5-2-12-16,-3 0 0 0,-2 1 29 16,0 0-31-16,2 0-1 0,0 0 2 15,3-2 2-15,-5 1 8 0,6-2-11 16,-4 2 1-16,1-2 0 0,-1 1 0 15,2-1 1-15,-2 1-2 16,-2-1 0-16,3 1 1 0,-1 0-2 0,-2 1 1 16,0-1-1-16,-2 0-1 0,4-1 1 15,-4 2-1-15,3-2-1 16,1 0 1-16,0 0 1 0,0 0-13 0,3 0 12 16,-1-2-1-16,-2 0 2 15,-2-2-1-15,2 2 0 0,1 0 1 16,-3-1 0-16,0 0-1 0,-4 1 1 15,0 1 2-15,-2 1 0 0,0 0-1 16,-2 0-1-16,-5 0-1 0,1 1 1 16,2 3 1-16,-9-3 1 0,7 2-1 15,-2 0 0-15,-3 2 1 0,3-3-1 16,-4 1-1-16,3 0 0 0,-1 0 0 16,-3-1 1-16,5 0 1 0,-4 2 11 15,1-3-13-15,-5 1 3 0,5 1 0 16,-5-2 0-16,-1 2-1 0,5-1 0 15,-7 0 2-15,4-1 11 0,-3 2-12 16,-1-1 13-16,2 1-13 0,-1-1 13 16,1-1-13-16,3 1 13 15,-7 1-5-15,4-2-10 0,3 0 1 16,-7 1-2-16,2 0 2 0,5 0-1 0,-7-2 0 16,0 1 2-16,5 2-2 15,-7-2 1-15,2 1 10 0,-1 0-12 16,5 0 1-16,-4 1-2 0,0 0 0 15,5-2 0-15,-1 0 1 0,-1 1-1 16,3 0-1-16,-4 1 0 0,3 0 0 16,3-3 1-16,-5 2 1 0,1-1 1 15,1 2 0-15,-5-2 0 16,4 0 0-16,-1 1 0 0,-5 1 2 0,2-1-2 16,2 2 3-16,-1-2-2 15,-5 0 1-15,4 2-3 0,2-2 0 16,-1 1 1-16,-5 0 2 0,4 1-3 15,2 1 1-15,-1-3-1 0,-3 2 0 16,4-2 0-16,-2 2 0 0,1-3 0 16,-3 2 2-16,2 0-2 0,-2-2 2 15,5 0 10-15,-5 3-10 0,-2-2 1 16,4 1 0-16,-4-2 9 0,5 1-11 16,-3-2 0-16,-2 3-1 0,0-1 0 15,0-2 0-15,2 3 1 0,1-2 0 16,-1 1 0-16,-2 0 1 0,-2-2-1 15,4 3-1-15,-2-1 0 0,1-1 0 16,3 1 1-16,-4 0-1 0,0-1 0 16,-2 0 0-16,0 1 0 0,2-1 1 15,1 1 0-15,-3-1-1 0,0 1 0 16,4-2 0-16,-2 3-1 0,0-3-1 16,0 2-1-16,-2 0 1 15,2-1 0-15,3 0 1 0,-5 1 0 0,4 0 0 16,-2-1 1-16,0 1 2 15,-2-1-1-15,0 1 0 0,2-1 0 16,1 1-1-16,-1-1-2 0,-2 1 1 16,8-1-1-16,-6 2 2 0,0-3-2 15,3 3 0-15,-3-3 1 0,0 3 1 16,6-2 0-16,-4-1 0 0,-1 3-1 16,1-2-1-16,0 0 1 0,4 0 0 15,-4-1 0-15,-1 2 0 0,3-2 1 16,-4 2 0-16,6-2 2 0,-3 1-1 15,-3 0 2-15,0-1-2 0,2 3 0 16,2-3 0-16,-2 2-1 0,1-1 1 16,-3 0 0-16,4 1 0 15,0-2 1-15,3 1-2 0,-7 1 0 0,4-1 0 16,0 0 1-16,1 0 0 0,-3 0 0 16,2 1-1-16,-2-2 0 15,5 0-1-15,-3 1 1 0,-2 0 0 16,2 0 0-16,5-1-2 0,-5 3 1 15,0-3 0-15,5 1 1 0,-3 1 0 16,-2-2 0-16,7 1-1 0,-5 2 1 16,0-3-1-16,3 0 1 0,-3 1 1 15,-2 1-1-15,5-1 0 0,-5-1-1 16,0 2 1-16,3 0-1 0,1 0-1 16,-4 0 1-16,5 0 1 0,-1 0 2 15,-1 0-2-15,3-1 0 0,-2-1 0 16,1 0-1-16,1 2 1 0,-3-1 0 15,1-1 0-15,0 2 0 16,-1-2 0-16,-1 0 1 0,3 1-1 0,-5-1 0 16,0 3 0-16,-4-2 0 0,7-1 1 15,-5 0-1-15,-2 3 0 16,2-3 1-16,-2 1-1 0,4-1-1 16,-1 2 1-16,-1-2-1 0,-2 2 2 15,2-2 0-15,-2 2 0 0,5-2-1 16,-3 2 0-16,-2-2-1 0,-2 2 1 15,4-1 1-15,-2-1-1 0,7 2-2 16,-5-1 0-16,0 1 0 0,2-2 2 16,3 1-1-16,-1-1 0 0,-2 0 0 15,1 0 0-15,3 0 0 0,-4 0 1 16,0 0 2-16,1 0 0 0,-1 0-2 16,-2 0-1-16,3 0 0 0,-3 0 0 15,4 0 1-15,-4 0-1 16,0 0 0-16,1 1 1 0,1-1 1 15,0 2-1-15,-2-2 0 0,3 1-1 16,-3-1 1-16,4 0 2 0,-4 2-1 0,1-2 0 16,1 0 0-16,0 1 1 0,0 0-1 15,1 1-1-15,-3 1 0 16,2-2-1-16,0 1 1 0,-1 0 1 16,1-1 0-16,4 1-1 0,-3 1 0 15,-1-1 1-15,0 0-1 0,4-1 1 16,-3 1 0-16,-1-1 0 0,2 0 2 15,1 1-3-15,-3 0 1 0,-2-1 0 16,4 2 0-16,-1-1 2 0,-1-1 0 16,-2 2 9-16,3-1-12 0,1 0 0 15,-4 0-1-15,2 1 0 0,3-1 1 16,-3 2-1-16,0-3 2 0,-2 2-2 16,-1-1 2-16,5 0-1 0,-4-1 1 15,-4 2 1-15,2-1 0 0,2 0-1 16,-1 0 1-16,3 0-1 0,-2 1 0 15,-2-1-1-15,2 0-1 0,1 2-1 16,3-3 1-16,-2 1-1 0,-2 1 1 16,1-1 0-16,3 2 0 0,-4-2 0 15,0 2 1-15,3-1 1 16,-3 2 1-16,8 1 0 0,-8-1 0 16,3 1 0-16,1 0-2 0,0-2 1 15,-3 3 1-15,1-3-2 0,6 4 0 16,-3-1 0-16,-1 1 0 0,7-1 0 15,-7 2 2-15,4-2-2 0,1 0 0 16,-5 1 0-16,9 0 0 16,-7 0 0-16,3 0 0 0,-3 0-3 0,3-1 3 15,-3 2 1-15,0-1-1 16,5 0 0-16,-7 0 2 0,5 1 0 0,-5-1 10 16,0 1-12-16,1 0 1 15,-1-2 0-15,-2 1 0 0,-2-1-1 16,3 0 1-16,-1 2 0 0,-4-2-1 15,0 2 0-15,0-3 0 0,-1 2 2 16,-1-2-1-16,0 2 0 0,0 0-1 16,4 1 0-16,-4-3-2 0,2 1-13 15,-2 0-1-15,0-1-3 0,0 1 7 16,5-2 10-16,-5 1-14 0,2 0 15 16,4-1 0-16,-4 1 1 0,2-1 0 15,-4 0 0-15,5 1 0 0,-5 0 0 16,2-2 0-16,2 0 0 15,0 0 3-15,-2 1 0 0,-2-1 10 16,5 0-1-16,-5 1-8 0,2 1 11 16,2-2-13-16,-2 2 11 0,2 1-11 15,1-2 13-15,-1 1-2 0,-2 1-12 16,2-1-1-16,2 2 0 0,-1-1 0 16,-1 0-1-16,0 0-1 0,2-1-1 15,0 0 1-15,-1 0-1 0,-1-1 2 16,0 1 1-16,2 1 2 0,-4-3 2 15,3 1 8-15,-3 0-11 0,0 0 2 16,0-1 0-16,2-1-1 0,-2 1-2 16,3 0 0-16,-3 0-3 0,0-1-12 15,0 1 12-15,0-1-10 0,-2-1 11 16,4 0 0-16,-1 0-10 0,-1-1-1 16,0 2 1-16,-2-2-4 0,4 1-32 15,0 0-71-15,1 1-64 0,3-2-54 16,0 1-43-16,5-2-53 0,3-2-141 15,-3-2-230-15,10-9-523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14.4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17043 5932 13 0,'0'0'91'0,"0"0"-3"0,0 0-16 16,0 0 541-16,0 0-268 0,0 0-244 15,0 0-98-15,0 0 10 0,0 29 69 16,5-27 19-16,-1-1 35 16,2 1 20-16,-4 0-26 0,2 0-4 15,4 0-12-15,-4 0-10 0,1 2-14 16,-1-1-6-16,0 0-6 0,-2 1 2 16,4 0-2-16,-2 1-1 0,5 1-9 15,-1 1-11-15,0 0-5 0,4 4-1 16,1 0-12-16,-1 1-1 0,5 2-9 15,-3-1-13-15,5 1 6 0,-3 3-6 16,5 1-14-16,2-1 1 0,-2 2 10 16,1 2-10-16,5 1 10 0,-4 0-12 15,4 2 12-15,2 0-10 0,-2 1 29 16,4 0 0-16,0 2-3 0,0-1 6 16,0 1 3-16,2 1-3 0,-2-1-6 15,2 3-4-15,0 0-6 0,0-1-18 16,2 0 0-16,-2-1-1 15,2-1-10-15,0-1 8 0,1-4 1 0,3 3 1 16,-2-3 12-16,4-1-9 16,1-1 10-16,-1 1-10 0,0-3 13 15,1 0-13-15,-1-1-1 0,0 0 11 16,1 1-11-16,-5-1-1 0,6 0-1 16,-3 1 2-16,-3 1 2 0,4-2-2 15,-4 1-1-15,7-1 0 0,-5-2 11 16,-2 2-11-16,5-4 1 0,-5 1-1 15,4-1 0-15,-4-1 0 0,3-1 1 16,-5 2 0-16,2-1-2 0,-2 1 0 16,0-3-1-16,0 4 1 0,-1-1 0 15,-1-1-1-15,0-2 0 0,0 2 1 16,0-1 0-16,-2 1 0 0,0 1 1 16,0-2 1-16,-2 2-2 0,0-1 1 15,2 1 2-15,-2-1 0 0,-2 2 16 16,1 0-18-16,3-3 1 0,-2 4 1 15,-2-1-2-15,2 0 1 16,-2 0-2-16,0 1-2 0,0 0 0 16,0 1-11-16,0 2 11 0,-1-3 2 15,-1 1 1-15,4 3 1 0,-2-3-1 16,-2-1 0-16,4 0 12 0,-2 1 9 16,2-1 3-16,0-1-9 0,0 0-3 15,-1-1-10-15,1 0 0 0,0-3-1 16,0 1 0-16,0-1-1 0,-2 0 0 15,4 2 0-15,-4-3 0 0,0 0 0 16,2 0-1-16,0-1-1 0,-2-1 1 16,2 1 0-16,-3-1 0 0,-1-1 0 15,4 2 1-15,-4-1-1 16,0 1 2-16,2 2 0 0,-3-3 1 16,3 0-1-16,-2 2 1 0,2-1-2 15,-2 3 1-15,2-3-2 0,2 2 1 16,0-2 12-16,2-1-13 0,0 1 1 15,2 0 2-15,0-2 16 0,4 0-16 16,-4 0 19-16,4-1-19 0,-4 1 0 16,4 2 13-16,-3-1-15 0,-1 1-1 15,4 0 1-15,-4 0 0 0,6 1-1 16,-4-1-1-16,3 2 1 0,3-3 0 16,-2 1 0-16,0 1 0 0,3-2 2 15,-1 0-2-15,0 1 2 0,1-1 2 16,3 0-1-16,-1-1 0 0,-3 0 0 15,5 0-1-15,-3 1 0 0,0 0 14 16,1 1-16-16,-1-1 2 0,1 1 0 16,1-1 1-16,1 0 10 0,-3 1-12 15,4 0 1-15,-1-1-1 16,1 0 0-16,-1-2 1 0,2 1 0 0,-5 0-1 16,2 0 0-16,-1 1-1 15,-1-1 3-15,-1 1 25 0,1 0-27 16,-2-1-1-16,1 1 0 0,-1 0 1 15,-2 2 2-15,-2-2 10 0,5-1-11 16,-5 1-2-16,4-1 3 0,-5 0 16 16,3 0-16-16,-2-1 0 0,2 1 0 15,1-4-1-15,1 2 1 0,-4-2-3 16,0 0 0-16,-2 1-3 0,1-1 0 16,-5-1-9-16,0 3 8 0,-5 0-21 15,-3-1-28-15,0 3-4 0,-2-1-22 16,-7 0-15-16,3 1-49 0,-9-3-61 15,-4-2-96-15,-2-1-235 0,-6-3-662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20.37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23071 8416 63 0,'0'0'222'0,"0"0"32"0,0 0 150 16,0 0-169-16,0 0-82 0,56 23-20 15,-44-21-6-15,5 0-20 0,-3-2-39 16,7 0 1-16,-2 0-11 0,1-2-12 15,5-1 9-15,-2 0-26 0,2-1 10 16,2-1-20-16,-1 1 23 0,3 0-6 16,-4 0-10-16,0 2-7 15,2-2 7-15,0 2-13 0,2-1 16 16,-5 1 1-16,1 1 15 0,2 1 3 16,2-1-9-16,-2 1-6 0,0 0-4 15,-2 0-10-15,1 0 0 0,1 0 10 16,2 0 0-16,-4 0 0 0,2 1 4 15,0 0-11-15,0 2 4 0,0 0-3 16,-3 0-1-16,3 0 7 0,-2 2-13 16,2-3 0-16,0 3-3 0,-2-1 10 15,1 0-1-15,1 1 4 0,0 0 9 16,2 1-6-16,-4-1-16 0,2 1 22 16,-2-2-6-16,4 1-10 0,0 0 4 15,-1 0-10-15,-1-1-1 0,4 1-10 16,0 0 18-16,0-3-19 0,0 2 2 15,2-2 10-15,3-2-13 0,-3 0 1 16,2 2-1-16,0-2 0 0,0 0 1 16,-2 0 2-16,2 0 0 15,-2 0 0-15,0 0 1 0,1 0 8 16,-1 0-12-16,0 0 1 0,4 0-1 16,-4 0 1-16,-4 0 15 0,2-2-16 15,0 2 13-15,0 0-10 0,-4 0 1 16,0 0 15-16,4 0-6 0,-4 0-10 15,-5 0 13-15,3 0 6 0,2 0 0 16,-2 2-20-16,0-1 0 0,-1-1 0 16,1 0 17-16,0 0-19 0,0 0 0 15,-2 1 1-15,3-1 0 0,-1 0-1 16,-2 2 1-16,0-1-1 0,1 2 0 16,-3-1 0-16,0-1 0 0,4 3 1 15,-7-3-1-15,3 2 1 0,2 0 2 16,-5 1-1-16,5-1 2 15,-6 2-1-15,1-1 0 0,3-1 10 0,-5 3-10 16,3-2 10-16,0 0-11 0,1 1-2 16,-5 0 1-16,3-1 2 15,-3 0 0-15,3 0 0 0,-5 1 1 0,1-1-3 16,-1 1 1-16,-1 2 0 16,3-1 1-16,-5-1 0 0,4 0 0 15,-3-1 13-15,-1 1-3 0,2 0-11 16,-1-1 0-16,1 1-1 0,1-1 2 15,-3 1 13-15,2-1-15 0,1 0 2 16,-3 1-3-16,0 0 1 0,5-1 2 16,-5 0 19-16,5 1-9 0,-3 0-10 15,-2 0 13-15,3 1-16 0,-3-2 12 16,3 2-9-16,-1 0 0 16,-2-1 9-16,3 2-8 0,-1-3-2 15,-2 2 17-15,1 0-7 0,3 0 4 16,-3-2-3-16,3 2 3 0,-2 0-14 15,-5-2-2-15,7 2 3 0,-2-2 16 16,-5 2-6-16,3 0-10 0,2 0 13 16,-3 0 6-16,-1 1 0 0,2-1 0 15,-1 2 12-15,-3 0 1 0,2 1 6 16,4 0-13-16,-3 1-12 0,-3-1 9 16,8 1-3-16,-5 2-19 0,-1-1 10 15,2 0 2-15,1 0-14 0,-3 0 3 16,2 2-2-16,1-1 0 0,1 0-2 15,-6 1 0-15,9-2-2 0,-5 1 0 16,-2 1 2-16,0 0 0 0,7 0 1 16,-7-2-1-16,3 1 1 0,1 2-1 15,-4-3-1-15,0 1-1 0,3 2 2 16,-3-1 0-16,-2-1 0 0,-2 2-3 16,5 0 2-16,-1 0 1 15,-4 0 0-15,2 0 0 0,-4 1 3 16,2 0-2-16,1-1 1 0,-3 3 1 15,0-1 0-15,4 1 16 0,-4 0-19 16,0-1 1-16,-2 1 1 0,2 0-1 16,0 1 1-16,0-1 11 0,-2 0-11 15,0 0 0-15,0 0 1 0,0-2-1 16,0 1 1-16,0 0 0 0,0 1 1 16,0-3-2-16,0 2 2 0,0 0-2 15,0-1-2-15,0-1-2 0,-2-1 2 16,0-1-1-16,0 1-1 0,0 0 1 15,0 0 1-15,-2 2 0 0,2 0 3 16,-2-1 0-16,-1 0 9 16,1-3-10-16,0 6 1 0,-2-5 9 0,2 1-11 15,-4 1-1-15,1-1 1 0,3 1-1 16,-2-1 0-16,-2 2-1 0,0-2 1 16,-3 2 1-16,7 1-1 15,-6 1-16-15,-3 0 14 0,5 1 0 0,0 0 1 16,-5 0-2-16,3 1-9 0,2-1 12 15,-5 1 0-15,3-1 0 16,-2 1-1-16,1 0 1 0,-1-2 3 16,2 3-3-16,-3-3 0 0,1-1-2 15,1 5 2-15,-5-2 2 0,6 2 1 16,-7-2-3-16,5 1 0 0,1-1 10 16,-5 0-8-16,3 0-1 0,-1-1 0 15,1 1 0-15,-5 1-1 0,3-1 0 16,3 2 0-16,-7-2 11 0,5 1-11 15,-5 2 0-15,5-2 0 16,-5 4 2-16,1-3 0 0,1 1 0 16,-2 2-1-16,5 0-1 0,-5 1 0 15,3 0 1-15,-3 0 1 0,5 1-2 16,-5-1 0-16,5 1-19 0,-7 1 16 16,7-2-12-16,-7 3 13 0,4-3 2 15,-1 2-4-15,-1 0 1 0,-1 0 3 16,1-2 2-16,4 4-1 0,-7-2 11 15,3-2-12-15,-2 4 0 0,5-2-1 16,-5 2 1-16,-2-3-1 0,5 2 1 16,-7 1 0-16,2-1 0 0,3 0-1 15,-3 0 1-15,-4 1 0 0,0 1-3 16,2 2-1-16,-2 0-9 0,-1 0 13 16,-3 0 1-16,0 2 1 15,0 1-2-15,-3 0-22 0,3 2 10 0,-2 0 9 16,2-2 3-16,0 3 2 15,2-4 1-15,0 3 15 0,5-2-5 16,-3 1-12-16,0-3 15 0,4 1-16 16,3-1 0-16,-7-1 1 0,6 0 2 15,0-1-1-15,1 0 0 0,3 0 1 16,-4-1-1-16,9-1 0 0,-7 0 2 16,7-2 11-16,-2 1-15 0,1-3 1 15,-1 0 1-15,1-2-2 0,1 2-1 16,-1-2-11-16,1 1 10 0,2 0 0 15,-3-1-2-15,1-1 1 0,0 2 2 16,3-4 0-16,-3 4 0 0,6-2 1 16,-7-1-1-16,5 0-1 0,2-1 0 15,-7 3 2-15,5-2 0 0,-2 0 12 16,-1-1-9-16,-5 2-3 0,8 0 2 16,-7 0-1-16,1-1-1 0,3 1 3 15,-5-1-2-15,3 1-1 16,-3 0 1-16,1 2-1 0,-1-1 1 15,-1 1 0-15,-1-1 1 0,3 4-1 0,-5-2 0 16,1 1 0-16,-2-1 1 16,1 2-1-16,1-1-1 0,-2 1-11 15,1 0 8-15,-5 2-10 0,2 2 12 16,0-2 0-16,1 1 1 0,-5 0-1 16,4-1 0-16,0 2 0 0,-1-2 1 15,-1 4 1-15,0-2 0 0,2-1-1 16,-4 3 1-16,2-2 0 0,1 1 1 15,1 0-2-15,-4 0 1 0,2-1-1 16,3 0 0-16,1 1 2 16,-2-2 0-16,2 1 0 0,1-1-1 0,-1-1 0 15,3 0 1-15,-5-2-1 0,2 2-1 16,2-1-3-16,-3-2-10 16,5 1 12-16,-3-1-1 0,-1 0 1 15,2-3 1-15,1 4 0 0,3-4-1 16,-5 2 1-16,5-2 0 0,-4-1 1 15,5-2 1-15,-5 3-1 0,3-1 0 16,-3 0-1-16,5 1 0 0,-7-1 1 16,0 0 0-16,1-1-1 0,-3 2 2 15,0-3 0-15,3 2-2 0,-5 2 0 16,2-1 0-16,0 0 0 0,-4 2 1 16,1 0 0-16,1 0 2 0,2-2 0 15,-4 1 9-15,2-1-10 0,5 2-2 16,-3-3 0-16,0-1-1 0,3-1-2 15,-3-1-15-15,-2 0 18 0,4 0 2 16,-1-1-2-16,-3 0 0 0,2 1-2 16,-2 1 2-16,2-2 0 0,-3 3 2 15,3-3-1-15,0 4 2 16,-2-4-3-16,1 1 1 0,1 1 1 16,0-2 0-16,-2 0 0 0,3-3-1 15,-1 2 0-15,-2-2 0 0,-2 0-1 16,2 1 0-16,-2-1 1 0,1 0-1 15,-3 0 0-15,0 1 1 0,-2-1-2 16,2 0 2-16,-4 1-1 0,0-3 2 16,4 2-2-16,-4 0 1 0,-1-1 0 15,1 1 0-15,0-1-1 0,0 0 3 16,2-1-1-16,0-3 11 0,0 1-11 16,4 0 1-16,-4-3 0 0,2-1 12 15,0-2-15-15,1-1-13 0,-3-2 12 16,-3-1 1-16,3 0-1 0,-4 1-11 15,0-1 12-15,0-1-1 0,-2 3-1 16,2-3 2-16,-5 0 0 0,3 3 1 16,2-3 0-16,-4 0 0 0,0 0 0 15,-1 1 1-15,-1-1 0 16,0 4 1-16,-1-3 0 0,1 4 10 16,0-4-1-16,-1 2-9 0,-1 1 0 15,1-1 10-15,-1 0-10 0,-2-2-2 16,3 3 0-16,-3-3-2 0,3 0 1 15,-1 1 0-15,0-2 0 0,-1 0-1 16,1 0-1-16,-1 0 2 0,3 0-1 16,-4-2 2-16,3 1 0 0,-1 0 0 15,1-3 1-15,-1 1 0 0,0-1 0 16,1 0-1-16,1-2-1 0,-2-2-1 16,-1 4-1-16,-1-3-1 0,1-1-7 15,-1 1 10-15,-1 0 1 16,1 0-1-16,-3 1 0 0,3-2 0 0,-3 1 1 15,1 1-1-15,-3 0-1 0,5 1 1 16,-5 0 0-16,2 1 0 16,-7-1 1-16,-7 4-1 0,-11-1 0 15,1 2 0-15,6 3 0 0,6 3 2 16,8-2-1-16,-2 0 0 0,1 3 11 16,-1-1-12-16,0-1 1 0,0 1 11 15,-1 0-11-15,1-1-2 0,2 2 1 16,5-1 0-16,9-2-1 0,-5 3-1 15,-9-2 1-15,1 2 1 16,-1-1 2-16,13 1 10 0,10-2-12 16,-8-1 0-16,-3 2-2 0,-11 0 2 0,5 0-1 15,-3 0 1-15,3 1 2 0,-2-3-1 16,3 6-1-16,0-5 12 0,-3 2-12 16,7 0-2-16,-3-3 0 0,1 1 1 15,1-1 1-15,-1-2 3 16,0 1-2-16,-3-3-1 0,5 2 0 15,-3-2-1-15,1 0-11 0,-2 0 11 16,3 1 0-16,-3-1-1 0,-1 0 1 16,5 0-1-16,-5 0 1 0,3 0 1 15,0 0-1-15,-3-1 1 0,5 1 0 16,-3-2-1-16,-3 2 1 0,1 0-1 16,-5 0 0-16,3 0 1 0,-10 2 0 15,9 4-1-15,-5-1 0 0,-4 3 0 16,0 1 1-16,-14 0 1 0,2 2 1 15,12 0 13-15,10-5-14 0,17 0-1 16,0-2-2-16,-12 2 0 0,-17 1 2 16,-11 5-2-16,1-3-1 15,10 0 0-15,15-4 3 0,-1 3-2 0,9-3 2 16,-2-1 0-16,-3 3 0 0,5-4 3 16,-6 2 0-16,-5-1-2 15,-1-1-1-15,3 0 3 0,-5-2-3 16,7 1-2-16,1-2 0 0,-5 0 0 15,3 0-1-15,-1 0 1 0,-1 0 1 16,3 0 1-16,-3 0-1 0,3 0 1 16,1-2 2-16,-3-2 0 0,5 1 1 15,0-2-2-15,-3-1-1 0,-1-2 0 16,4 1-1-16,-1-1-1 0,-1 0 1 16,-1 0-2-16,5-1 1 15,-2 1 1-15,-3 0-1 0,1 1 4 0,2-1-1 16,-5 1-1-16,3 0 1 15,1-2-1-15,1 1 1 0,-4 0-1 16,1 0-1-16,3-1 1 0,-3 1 0 16,1-3 0-16,4 1 1 0,-3-1 0 15,1 0-1-15,0-3-3 0,1 0 0 16,5 2 2-16,-2-4-2 0,-2 0-9 16,-1 1-1-16,1-2-2 0,0-1 12 15,4 1-10-15,-5-2 11 0,1 1-1 16,2-1-9-16,0-2 11 0,2 0-2 15,-3-1-9-15,5-2 9 0,-2-2 0 16,2-1 0-16,0-1-1 0,-2-4 4 16,4 3 1-16,-4-5 2 0,4 0-2 15,0 2 1-15,-2-2-1 0,2 0-1 16,0 1 1-16,-2 0 0 0,2 0 0 16,-2 0 1-16,-1 1 1 0,1-1 0 15,-2 0 0-15,0 2-1 16,-2-2 0-16,2 2 0 0,0 2-2 0,-1-2-3 15,3 0-9-15,-4 0 11 0,2-1-1 16,-4-2 1-16,4 3 0 16,2-3 0-16,-5-1 1 0,5 0 0 15,-4 0 1-15,2 1 0 0,0-2 0 16,-2 4 0-16,4-4 2 0,-3 1 0 16,1 0 10-16,0-2-12 0,0 0 1 15,2-2-1-15,-6 0 1 0,3-2 0 16,3 2-1-16,-2-3-1 0,0 1-25 15,0 0 22-15,-2 1 0 0,0-2 0 16,1 0 2-16,-1 3 1 0,0-1 2 16,-4 0 10-16,3 1-10 0,-1 0 1 15,0 3 16-15,0-1-17 0,-3-1 11 16,5-1-10-16,-2 0 15 0,-3-1-2 16,5 0 0-16,-2-2-13 0,-2-1 9 15,1 0-12-15,-1 4 0 0,4-3-3 16,0 4 0-16,-5-1 0 0,5-3-10 15,0-1 13-15,0 0 0 16,-1 0 0-16,1-1-1 0,0 0 1 16,4 0 1-16,-2 2-1 0,-4 0 1 15,5 1 1-15,1-1 2 0,-2 1-1 16,2-2-1-16,-2 1 1 0,2-1 0 16,-2 1-3-16,2 0-17 0,0 3 15 15,-3-1 1-15,3 0 1 0,0-1 0 16,0 1 1-16,0 2 12 0,0 0-11 15,0-1 0-15,0 2 10 0,2-1-11 16,-2 1 2-16,2 1 0 0,-2-1-1 16,2-3 10-16,-2 4-11 0,2-3 1 15,0 0 0-15,2-3 0 16,0 1 2-16,0 2-3 0,2-1-1 16,0-1-13-16,0 1 11 0,2-1-14 15,1-1 15-15,-3 0-1 0,0 1 1 16,4 2 1-16,-4-1 2 0,0 3 0 15,1 0 1-15,1 1 0 0,-2-2 0 16,2 2 9-16,-2-3-12 0,0 0 1 16,3-1 2-16,-3-1 1 0,2-1-1 15,-2 0 9-15,4 0-12 0,-4-1-1 16,3 2-2-16,-1-1 1 0,2 0-1 16,-4-2 1-16,4 0-1 0,1 1 0 15,-1-2 3-15,0 2 2 0,3 1 0 16,-1 0 1-16,0 1 12 0,1-3-14 15,-1 2 2-15,2-3 10 0,3 2-11 16,-3-2 0-16,-2 3 1 0,5 0-3 16,-1 1 0-16,-1 2-3 0,1-1-12 15,1 2 13-15,1 0 2 0,-1 1 2 16,1-1 0-16,1 1 10 16,-1 1-11-16,1 2 0 0,3 0 12 0,-3 0-11 15,4 2 1-15,-1-1 0 16,1 3-1-16,0-1 1 0,1 1 0 15,1 1 9-15,2 0-9 0,0 0 0 16,0-1 9-16,-1 2-11 0,3-1-1 16,-2 2-1-16,2 0-24 0,0-1 10 15,-2 3 13-15,3 2-1 0,-1 2 2 16,0 2 0-16,0 3-1 0,2 1 0 16,0 5-16-16,0-1-4 0,2 0-25 15,0 2-34-15,0-2-98 0,4-4-76 16,2-6-132-16,-2 6-271 0,-2-17-1061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5.0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13848 3377 1023 0,'0'0'1052'0,"0"0"-906"0,-50-15 12 15,27 9 65-15,-8 2 35 0,4 3-69 16,-4 1-87-16,-2 0-15 0,0 3-1 16,-4 7-19-16,0 2-16 0,2 1-10 15,-5 5-3-15,1 2 13 0,-2 4-13 16,4 2-22-16,-1 4-16 0,5-1-15 15,0 3-7-15,6 4-1 16,0-1 1-16,7 1-9 0,-5 1-1 16,8-3-19-16,3-3 10 0,6-2 2 15,2-3-2-15,3-2-16 0,3-1-7 16,9 1-3-16,5-1 3 0,7-1 15 16,8 1-5-16,2 2 12 0,6-1 10 15,2 2-6-15,5 1 15 0,5 1 4 16,-5-2 18-16,5 0 0 0,-7-1 1 15,1-5-2-15,-6 2 2 0,-2-1 14 16,-4-1 41-16,-6 1-20 0,-2 0-9 16,-11 3 32-16,-3-1 28 0,-3 5 46 15,-6 1-5-15,-6 3-16 0,-3 5-6 16,-1 0-10-16,-11 3 3 0,1-1 0 16,-3-1-4-16,-6-1-9 0,2-2 3 15,-2-3-16-15,-2-1-16 0,6-2-12 16,-4-3-4-16,1-2-12 15,-1-5-9-15,4 0-18 0,2-4-1 16,0-3-3-16,3-4-28 0,3-2 3 16,1-4-69-16,3-2-9 0,5 0-36 15,-2-2-24-15,1-7-62 0,3-2-192 16,6-4-265-16,-2 0-656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5.50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13759 3641 2002 0,'0'0'489'0,"0"0"-256"16,0 0 11-16,0 0 12 15,0 0-170-15,0 0 16 0,0 0 66 16,51-56 9-16,-20 38-10 0,19-3-25 16,12-5-36-16,17-6-6 0,1 0-10 15,3-3-13-15,-7 6-21 0,-9 3-22 16,-1-2-22-16,0 6-12 0,-19 1-1 15,-3 5 1-15,-15 6-1 16,-2 0-13-16,-1 3-5 0,1 0-39 0,4 3-39 16,-14 1-24-16,-1 3-16 0,-9 0-18 15,-3 7-5-15,-4 3 8 16,0 5 13-16,-4 3-77 0,-3 3-75 16,-9 2-28-16,1-1-13 0,-5 1-93 15,-1-2-164-15,-2-5-202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5.89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14240 3498 285 0,'0'0'821'0,"0"0"-385"15,-66 0-56-15,46 0-43 0,5 0-13 16,5 0-38-16,-1 0-29 0,7 0 11 16,2 5-87-16,2 5-175 0,0 7 19 15,4 18 23-15,9 23 119 0,-1 28-19 16,9 14-50-16,-3 9-23 0,7 5-25 15,-10-8-28-15,3 2-5 0,-7-3-17 16,-1-8-34-16,-2-4-50 0,-4-11-2 16,-2-11 30-16,3-18 34 0,-1-16 19 15,0-10-13-15,4-6-9 0,-2-1-41 16,1-2-66-16,5-2-61 16,2-9-78-16,-3-7-84 0,-1-9-51 15,5-5-233-15,-9-20-611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6.3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14137 4223 1088 0,'0'0'1747'0,"0"0"-1574"0,0 0-73 0,0 0 8 16,0 0 220-16,60-38-66 0,-39 24-98 15,8 2-57-15,4-4-7 0,2 0-3 16,2 1-13-16,6-1-25 0,1 2 12 16,8-5-40-16,7 1-28 0,8 1-3 15,-3-1 0-15,-13 6-2 16,-15 5 0-16,-12 4-1 0,1-1-10 16,4 0-15-16,-2 3-49 0,-2 1-35 15,-13 3-25-15,1 3-5 0,-9 4-15 16,-4 3-10-16,0 5-61 0,-11 4-161 15,1 3-180-15,4-6-549 0,-17 9-260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6.81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14189 4723 844 0,'0'0'1803'0,"0"0"-1507"15,0 0-49-15,0 0 52 0,0 0-27 16,0 0-108-16,0 0-161 0,0 0-3 15,0 0 0-15,0 0 54 0,33-6 35 16,-10-1 8-16,3-1 12 0,5-2-4 16,2-4-12-16,5 1-9 0,-1-3-23 15,4 1-27-15,5-2-12 0,-5 1-10 16,0-1-12-16,-1 1 0 0,-1 4-1 16,-8-1 1-16,-4 5-2 0,-4 2-1 15,-3 2-15-15,-9 2-7 16,-5 2 3-16,-4 0-2 0,0 0 8 15,-2 0 15-15,0 1-57 0,0 1-82 16,0 2-84-16,0 1-128 0,0-1-215 16,2 1-237-16,-2-4-754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7.19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15257 4004 1630 0,'0'0'250'0,"0"0"-81"0,0 0 106 16,0 0 3-16,0 0-65 0,0 0-114 15,0 0-97-15,0 0 0 0,0 0 0 16,0 0 30-16,-35 52 16 0,33-38 0 15,2 3 3-15,0-2-16 0,0 1-35 16,4 1-18-16,3-4-1 0,-3-2-13 16,4-1-6-16,2-3 6 0,1-3 30 15,-5 0 2-15,4-3 0 0,3-1 4 16,-7 0 18-16,0-1-3 0,0-3 10 16,2-1 10-16,-1-1 2 0,-3-1-2 15,-2-1 5-15,-2 0 4 0,0-1 16 16,0-1-10-16,0-1-25 0,0-1 2 15,-4 0 11-15,-3 2-1 0,-3-3-25 16,4 3 3-16,0 1-18 16,-3 1 24-16,-1 4-3 0,4 0-19 15,0 2 11-15,2 2-14 0,-3 0-31 16,5 7-36-16,-2 2-41 0,4 6-3 16,0 1 53-16,2 1-44 0,4 0-222 15,1-5-370-15,1-6-950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8.24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15782 4786 295 0,'0'0'1296'0,"0"0"-958"15,0 0-92-15,0 0 33 0,0 0-12 16,0 0-10-16,0 0-42 0,0 0-36 15,0 0-21-15,0 0 1 0,-49 18-49 16,49-18-38-16,0 0-21 0,-2-3-17 16,2-2 4-16,-2-5-23 0,0-6-13 15,0-7 16-15,-3-7 4 16,1-8-8-16,-2-9 8 0,2-17-10 16,-4-15 10-16,4-7-3 0,-3-1-1 15,-5 0 1-15,6 2-6 0,0-5 12 16,-5-3 3-16,1-2 0 0,0-1-9 15,-1 3-17-15,1 1 9 0,2-1 1 16,1 7-9-16,5 3 0 0,-4 4 16 16,2 11-7-16,-2 11 1 0,4 15-13 15,0 11-14-15,-2 10 13 0,1-4 1 16,-1 2 3-16,2-2 13 0,0 10 3 16,-2 3 8-16,2 3 1 0,0 3-6 15,2 3-6-15,-2 1-4 0,-2 1 6 16,4 1-18-16,0 0 0 0,0 0-24 15,0 0-7-15,0 0 3 16,0 1 6-16,0 1 0 0,0-2 7 0,4 0 12 16,-2 1-13-16,-2 0 4 0,4 3-7 15,-2-4-4-15,2 6 22 16,0-4 1-16,7 3-22 0,1 1 6 0,1 0 14 16,5 0-10-16,1 2 12 15,6-1-3-15,-1 3 0 0,3-1 3 16,0 3-2-16,4 0 1 0,0 5 0 15,2-1 1-15,-2 3 0 0,0 1 3 16,2 1 10-16,-6 1-12 0,2 2 2 16,-8 0 10-16,2 5-1 0,-5-2 0 15,-3 0 1-15,-7 2 9 0,0 1 2 16,-6 1-11-16,-2 0-10 0,0 2 9 16,-8 0-9-16,4 2 0 15,-2-1 13-15,-5-2-14 0,-3-1 10 16,3 0-8-16,-3-4 17 0,-3 0-8 15,1-2 2-15,-7 0 10 0,-2-1-4 16,-2-2-8-16,-4-3 2 0,7 1 1 16,-5-4-4-16,0-3-10 0,0-3-2 15,6 0-2-15,9-4-38 0,-5-3-3 16,7-3-13-16,3 0 3 0,-1 0-21 16,8 0-29-16,0 0-31 0,2 0-62 15,0 0-154-15,2-3-234 0,0 2 0 16,6-1-100-16,-1 2-509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8.89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16686 3613 42 0,'0'0'248'0,"0"0"388"15,0-50-268-15,0 35-4 0,-4-1-10 16,-3 1-43-16,-1 1-65 0,0-1-63 16,2 0 17-16,-3 1-21 0,-3 0-9 15,4 1-24-15,-3 2-10 0,-1 3-15 16,0-1-5-16,1 3-6 0,-5 2-10 16,3 1-30-16,-5 3-29 0,3 0-22 15,-5 5-17-15,-5 6-2 16,8 3-25-16,-10 6 0 0,3 5 9 15,-1 4 16-15,0 8 0 0,-2 9 16 16,-2 16-15-16,2 13 2 0,5 6 9 16,-1-3-11-16,4-3 1 0,9-7 0 15,2 0 0-15,-1-4-2 0,3-4-2 16,4-12-11-16,2-9-15 0,0-9 6 16,2-3-10-16,6 4 10 0,1 4 19 15,1 3 3-15,7-7 12 0,-1-2 21 16,5-7-12-16,-3-1 14 15,5-5-4-15,4-4-15 0,-2-2-15 0,-2-4 30 16,5-1-16-16,1-4-15 16,0-1 2-16,4-1-2 0,-4-5 0 15,-2-4 0-15,-2 1 12 0,0-2-11 16,0-2-1-16,-9 2 0 0,3 0 12 16,-7 1-10-16,3-1-2 0,-9 3-22 15,2-2-35-15,-4 2 8 0,5-1-15 16,-5 2-21-16,0-2-59 0,-2 0-68 15,0 0-105-15,2 1-138 0,-4 0-223 16,0 2-574-16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4:39.4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16392 4230 2257 0,'0'0'395'0,"0"0"-125"15,0 0 66-15,0 0-164 0,0 0-172 16,0 0-131-16,0 0 131 0,0 0 7 16,0 0 9-16,54 2 3 0,-33-2-19 15,6 0 0-15,-1 0 17 0,5 0 2 16,0 0 3-16,3-4 0 0,-1-1-3 15,0 0-15-15,-2-2 9 0,-2 3-13 16,-5 0 0-16,1-1 3 0,-6 2 9 16,-1 0-10-16,-1 0 1 0,-3 2-1 15,1-1 10-15,-5 2-11 0,-1-1-1 16,-1 0-1-16,0 1 1 0,-2 0 1 16,-4 0 0-16,-2 0 15 0,2 0 16 15,-2 2 19-15,0-2-1 0,0 3 1 16,0-1-1-16,0 0 23 15,0 3-4-15,2 0-37 0,3 3-20 0,-5 2-12 16,4 3 1-16,0-1 1 16,4 5 11-16,-4 2 2 0,2 3-11 15,1 6 21-15,-3 3-10 0,2 2 4 16,2 5-6-16,1 1-10 0,-3 1 0 16,0-3 39-16,2 2 1 0,0-2-30 15,-3-2-10-15,1 0 12 0,0-3-15 16,0-3 2-16,0-4-2 0,1 0 0 15,-3-6-4-15,0-3-11 0,0-1 14 16,-2-5-2-16,2 1-25 16,0-4-13-16,-4-4-20 0,2 0-23 0,-2-3-29 15,0 0-17-15,0 0-31 16,0 0-46-16,0-5-148 0,0-3-231 16,0 2-642-16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40:05.908"/>
    </inkml:context>
    <inkml:brush xml:id="br0">
      <inkml:brushProperty name="width" value="0.05292" units="cm"/>
      <inkml:brushProperty name="height" value="0.05292" units="cm"/>
      <inkml:brushProperty name="color" value="#FF0000"/>
    </inkml:brush>
  </inkml:definitions>
  <inkml:trace contextRef="#ctx0" brushRef="#br0">16454 2762 24 0,'0'0'0'0,"0"0"127"16,0 0 417-16,0 0-358 0,0 0-85 16,0 0 56-16,0 0 22 0,0 0-49 15,-10 5-16-15,10-5 3 0,0 0 13 16,0 0 9-16,0 0-9 0,0 0-7 16,0 0-3-16,0 0-10 0,0 0-26 15,0 0-32-15,4-1 2 0,0-1 27 16,0 1-20-16,3-2-29 0,1 0 1 15,6 0 2-15,-3-1 20 0,3-2-1 16,3 1-9-16,-1-1 3 0,3 0-25 16,4 0-20-16,-5 2-3 0,5-1 0 15,4 1-2-15,-2 1-2 16,-1-1 1-16,7 1 0 0,-2-1 3 0,4-1 9 16,2 3-6-16,1-2-3 0,7 3 22 15,-4-2-9-15,5 1 3 0,-5 0 3 16,15-2-6-16,8 0 6 0,8 0 10 15,2-2 6-15,1 0 6 16,-7 0-9-16,-6 0 6 0,2-1 13 16,0 1-3-16,-2-1-7 0,-6 1-3 15,3 1-12-15,-11 3-7 0,-5-2-18 16,1 3 0-16,11-4 0 0,5 3 15 16,13-1 50-16,-12 1 0 0,3 2-40 15,-2 0-24-15,0 0 0 0,4 0 17 16,1 0 9-16,5 0-12 0,0 0-13 15,-2-2-1-15,7 0 11 0,-5-1-10 16,4 2 0-16,-1-1 9 0,-3 2-8 16,2 0 8-16,-3 0-10 0,-1 0 10 15,0 0-12-15,-2 0 0 0,0 0 0 16,-2 0 0-16,0 2 0 16,1-2 0-16,-3 1 2 0,-2 0-2 0,-3-1 0 15,1 2 1-15,-10 0 2 0,-9-2 0 16,-8 0 0-16,-2 0 0 15,6 0 0-15,2 0 0 0,5 0-3 16,-7 0 1-16,-4 0-1 0,-4 0-2 16,-2-2-1-16,-9 2-10 0,-3 0-3 15,-3 0-15-15,-2 0-4 0,-2 0 7 16,-4 0 6-16,3 0 0 0,-1 0 3 16,-2 0 0-16,0 0 0 0,0 2 3 15,0-2-19-15,0 1-18 0,-2 0-33 16,0 1-38-16,0-2-39 0,0 1-6 15,0 1-53-15,0-2-35 0,-4 2-44 16,-4 2-107-16,-1-2-236 16,-9-1-406-16</inkml:trace>
  <inkml:trace contextRef="#ctx0" brushRef="#br0" timeOffset="1450.41">16413 2716 23 0,'0'0'649'0,"0"0"-239"15,0 0-172-15,47 0-95 0,-26 0-13 16,-6 0 13-16,5 1-45 0,-3 1-24 16,4-2 20-16,-1 0 43 15,1 0-1-15,2 1-59 0,-1-1-51 16,1 1 16-16,2-1 49 0,2 3 35 0,0-2 15 16,-1 1-38-16,3 3-64 15,4-2-36-15,3 1 10 0,-1-1 12 16,8 1 1-16,-1 0-25 0,-1 0 15 15,15-1 3-15,4 0 17 0,12-2 25 16,4 1 6-16,-5-2 12 0,-5 0 11 16,-6 0-11-16,0 0-22 0,0 0-19 15,0 0-15-15,-5-3-4 0,5 1 0 16,0 1-16-16,-4-1 0 16,2 2-2-16,4-4-1 0,0 2 0 0,2 1 2 15,-2-5 11-15,2 3-12 16,-2 1 0-16,-4-3 0 0,2 0 24 15,-4 3-6-15,0-2-3 0,-3 3 3 16,-9-2 0-16,-5 2 6 0,-8-1 7 16,-2 0-1-16,8 0 7 0,5 0-22 15,3-1 6-15,5 3-6 0,-3-3-4 16,-1 3-11-16,1 0 2 0,-1-1-2 16,-3-1 1-16,-1 2 1 0,-1 0-2 15,-2-1 1-15,0 1 0 0,-1 0 1 16,-3 0-2-16,-2 0-1 0,0 0 0 15,-4 0 2-15,-2 1-1 0,0 1-1 16,-3-1 0-16,-1 2 0 0,0-1-1 16,-2-1 1-16,1 3-1 0,-3-3 1 15,2 2 0-15,1-2 0 0,-3 1 3 16,0 0 16-16,-1 0-16 16,-1 0-1-16,-1-1 17 0,-1 0-18 0,-1 3-1 15,1-3 0-15,-1 0 0 16,-2 2 0-16,5-2 0 0,-5 1 0 15,5-2 0-15,0 0 2 0,-1 0 1 16,-1 0 0-16,-1 0 0 0,-2 0 10 16,1 0-11-16,-1 0 1 0,1 0 10 15,-3 0-10-15,0 0 0 0,3 0 10 16,-5 0-11-16,2-2 1 0,-4 2-1 16,1-1 0-16,-3 1-2 0,-2 0 0 15,-2 0 0-15,4 0 2 0,-4 0 18 16,0-1 5-16,0 1-3 0,0 0 3 15,0-2-7-15,0 2-5 0,0 0-13 16,0 0-3-16,0 0-22 0,0 0 3 16,2 0-3-16,4 0 23 0,-2 0 0 15,1 0 1-15,1 0 0 0,0-1 1 16,2 1-1-16,0-1 0 0,3-1 0 16,-1 0 1-16,0 2 0 0,1-2 1 15,1 1 1-15,1-2-1 16,-1 2 0-16,-4 0 1 0,5-2 0 15,-5 1 0-15,0 0-1 0,-4 0 1 16,3 0-1-16,-5 2 1 0,2-1-1 16,-2 1 0-16,0-2 0 0,0 2 3 15,0 0-1-15,0-1 9 0,2-1-10 16,-2 2 1-16,0-1-2 16,3-1 0-16,-1 1-1 0,0-1-1 0,-2 2 0 15,2-2 0-15,0 2 1 16,-2-2 1-16,2 2 0 0,-2-1 1 15,0-1 1-15,1 1 0 0,-3 1-2 16,4-1-1-16,-2-1 0 0,2 2-3 16,-2 0-13-16,0-2 0 0,0 2 1 15,2 0-1-15,-2-1-19 0,0 1-28 16,-2 0-9-16,2-1-7 0,-2 1-31 16,0 0-55-16,0 0-114 0,0 0-122 15,-2 1-163-15,0 2-426 0</inkml:trace>
  <inkml:trace contextRef="#ctx0" brushRef="#br0" timeOffset="8213.25">21277 2758 221 0,'0'0'0'0,"0"0"0"16,0 0 577-16,0 0-509 0,0 0-68 15,0 0-140-15,0 0 0 0,0 0 22 16,-8 9-15-16,8-9 22 0,0 2 29 15,0-2 66-15,0 0 16 0,0 0 121 16,0 0 136-16,0 0 69 0,0 0-23 16,0 0-127-16,0 0-153 0,0 1-23 15,0-1 0-15,4 0 16 0,-2 0 75 16,2 0 0-16,0 1 7 0,2 1-4 16,3-2 26-16,1 0 10 15,0 0-3-15,3-2-7 0,-1 0-10 16,2-3-7-16,3 1-25 0,0 0-42 15,-1 0-36-15,-1 2-17 0,1 0 15 16,-1 0 2-16,-1 1-29 0,3 1 28 16,-1 0-1-16,1 0-2 0,-1 0-14 15,1 0 18-15,3 0 16 0,-3 0-13 16,4 0 10-16,-3 0-11 0,3 0-1 16,0 0 2-16,1 0 13 0,-1 0-15 15,0 0 0-15,3 0-1 0,-3 0 1 16,4 0-1-16,-2 0 1 0,-1 0-1 15,1 0 1-15,0 0 11 0,0-1-12 16,1-1 0-16,1 2 45 0,0-3 68 16,0 3-13-16,2 0-71 0,0-3-27 15,2 2-1-15,-3-2 2 0,5 0-2 16,0 1 41-16,0 0 42 0,5 0-17 16,-1 0-55-16,4 0-12 15,-4 2 0-15,0-2 2 0,2 2-1 16,-1 0-1-16,-1 0-3 0,-2 0 3 15,2 0 1-15,-2 0 21 0,0 0-6 16,2 2 0-16,-2-2 3 0,0 2 7 16,0-2-1-16,1 2 4 0,3-1 0 15,-2-1-26-15,2 1 10 0,4-1-11 16,-1 0-2-16,-1 0-1 0,4 0 0 16,1 0-2-16,-1 0-10 0,1 0 12 15,1 0 0-15,-6 0-11 16,3 0 9-16,1 1-16 0,-2 0 16 0,-3-1-13 15,-1 4 16-15,0-2 0 16,-2-2 1-16,5 2-1 0,-5 0 3 16,0 0 10-16,0-2-2 0,2 0-10 15,-2 0-1-15,0 0 23 0,1 0 2 16,-1 0 4-16,0 0-10 0,2 0 10 16,0 0-27-16,3 0 1 0,-5 0 13 15,4 0-14-15,-4 0-2 0,0 0 1 16,0 0 0-16,-2 3-1 0,1-1 0 15,-1 0-2-15,0 0-1 0,0 0 3 16,0 0 1-16,-2 2 0 0,0-2 2 16,2 0 20-16,0-1-1 0,2 0-19 15,0-1 19-15,0 1-22 0,-2-1-1 16,3 0-1-16,-1 0 2 0,2 1 1 16,-2-1-1-16,2 0 0 0,-4 2 0 15,0-2 0-15,1 0 0 0,-1 1 1 16,-2-1 1-16,0 0 11 0,0 0-10 15,0 0 26-15,0 0-13 0,0 0 0 16,0 0 9-16,0-3-6 16,-2 3 6-16,4-2-6 0,-2-2 0 15,2 3-6-15,0-2 0 0,0 1-12 16,2 0 1-16,-2 0 14 0,4 0-13 16,-2 0-2-16,1 0 0 0,-1-1 0 15,-2 3-1-15,4-2 0 0,-4 1 1 16,2 0 0-16,0-1 1 0,1 2 1 15,-1 0 13-15,-2 0-14 0,2-1 2 16,4 1 11-16,-4 0-11 0,3 0-2 16,-1 0-2-16,-2 0-1 0,2 0-2 15,0 0 3-15,0 0-1 0,-3 0-1 16,5 0 0-16,-4 0 2 0,0 0 1 16,-2 0 0-16,0 0 1 0,0 0 11 15,0 0-11-15,0 0 17 0,1 0-16 16,1-3 22-16,2 0-6 0,-2 1-16 15,0-1 0-15,2-1-1 0,1 1 17 16,-1 1-1-16,2 0-2 16,-2-1 19-16,1 0 6 0,-1 1-23 15,-2-1 4-15,0 2-22 0,0-1 2 16,-2 2 2-16,4 0-1 0,1 0-2 16,-5 0 0-16,6 0 1 0,-4 0-1 15,-2 0 2-15,0 0 0 0,2 0 0 16,-2 0 10-16,1 0-12 0,1 0 1 15,0 0 1-15,0 0 10 0,-2 0-11 16,0-1 1-16,0 1 0 0,-2 0-2 16,0 0 1-16,0 0 0 15,-2 0-2-15,-2 0 0 0,4 0 0 16,-4 0 1-16,6 0 2 0,-6 0 1 16,2-1 8-16,0 1-11 0,-7-2 13 15,3 1-12-15,4-1 13 0,-6 1-13 16,0 1-2-16,2-1 0 0,-1 1 2 15,-5-2 1-15,6 2 0 0,0 0 0 16,-1 0 8-16,-1-2-10 0,2 1-1 16,2 1 4-16,-2-3-3 0,-3 1 0 15,3 0 0-15,2-2 0 0,0 0 11 16,-4 0-10-16,-1 1 0 0,3 0-2 16,-8 0 1-16,5 0 1 0,-3 1 2 15,-5-1 14-15,3 1-2 0,-5-1-13 16,5 0 9-16,2 0-12 0,-1 0-1 15,3 2-1-15,2-3 0 0,1 3-1 16,1-4-12-16,2 4 15 0,6 0 0 16,0-1-3-16,0 1 1 15,0 0 0-15,2 1 2 0,1 0 2 16,-1 0 26-16,4 2-24 0,-4 0-2 16,0 0-1-16,-2 0 2 0,3 1 0 15,-1 0 9-15,-4-1-12 0,0-1-1 16,2 0 1-16,-4-1 0 0,-2 0 13 15,2 0-10-15,-3 0 9 0,-1-1-8 16,0-2 11-16,-4 1 1 0,3 0-4 16,-1-2 1-16,-2 2-11 0,2 2-1 15,-3-3-1-15,1 3 1 0,-2-1-1 16,-3 1-1-16,3 0-1 0,-7 0-1 16,1 0-10-16,-1 0 11 0,-4 0 1 15,3 0 1-15,-3 0 0 0,-2 0 2 16,2 0 1-16,-4 0-1 15,5 0 0-15,-5-1 11 0,-2 1-11 0,2 0 0 16,-2 0 1-16,-2-1 9 0,0 1-11 16,4 0-1-16,-2 0-2 15,0 0-13-15,0-1-16 0,0 1-35 16,-2-2-43-16,0 2-23 0,0 0-29 16,0 0-41-16,0 0-74 0,-2 0-98 15,-2 4-151-15,-2 1-88 0,-13 1-174 16,42-18-240-16</inkml:trace>
  <inkml:trace contextRef="#ctx0" brushRef="#br0" timeOffset="10632.55">21329 2860 21 0,'0'0'104'0,"0"0"1099"0,0 0-1050 16,0 0-153-16,0 0-351 16,0 0 243-16,0 0 89 0,0 0 17 15,0 0 2-15,0 0 2 0,35 3 14 16,-27-3 75-16,0 0 49 0,3 0 43 16,-1 0 2-16,2 0-26 0,-1 0-29 15,3 0 6-15,-1 0-35 0,3 0-1 16,5 0-12-16,-3-3 2 0,3 2-2 15,2-4-1-15,4 3 0 0,-5-4 9 16,7 4-18-16,-2-3-14 0,0-2-19 16,2 2-4-16,4-1-5 0,-2 0-14 15,0 2-19-15,2-2 33 0,2 3 34 16,0-1 45-16,-2 1-61 0,5 0-53 16,-1 0 0-16,0-1 0 0,4 2 0 15,-3 1-1-15,3-1-2 0,-2 2-1 16,3 0 0-16,-1 0-13 15,0 0 16-15,-1 0 1 0,1 0-1 0,0 0 0 16,-4 0 0-16,3 0 2 16,-1 2 1-16,4-2 26 0,-1 0 3 15,-1 0 6-15,3 0-6 0,-3 0-7 16,4 0 0-16,-3-4-12 0,11 4-10 16,-9-2-2-16,3 0 3 0,1 1-2 15,-5-2 0-15,7 0-2 0,-5 2 1 16,7-1 2-16,-6-1-2 0,-1 0 2 15,1 1-1-15,-3 0 14 0,0 0-3 16,1 0 3-16,-5 1 3 0,2 0-4 16,1 1-2-16,-1 0 0 0,-2-2 6 15,1 2-18-15,1 0 2 0,2 0 19 16,-1 0-19-16,1 0 0 0,1 0 13 16,-1 0-13-16,0 0-3 0,1 0-1 15,-1 0 0-15,-4 0 1 16,3 0 3-16,-1-1-2 0,-2 0 2 15,-3-1 0-15,1 2 9 0,-4-3 7 0,2 3-16 16,0 0 10-16,-2 0 9 16,2 0-9-16,0 0-11 0,1-2 1 15,1 2 13-15,2 0-16 0,-4 0 0 16,5 0 0-16,-3 0 1 0,-2 0 2 16,2 0-3-16,-2 0 3 0,0 0 0 15,0 0 16-15,1 0-6 0,-1-1-1 16,-2 1 7-16,0-1-17 0,0 1 14 15,0 0-4-15,0 0-9 0,0 0 10 16,2 0-12-16,-2 0 0 16,3 0 0-16,-1 0-1 0,4 0 0 0,-2 0 0 15,0 0 1-15,3 0 1 16,-1 0-2-16,2 0 1 0,1 0 0 16,-5 2-1-16,2 0 0 0,5 0 0 15,-3-1 2-15,0 2-2 0,-2-2 0 16,3 1 3-16,-1-2 0 0,1 1 9 15,-5-1-12-15,0 2 0 0,4-1 0 16,-1-1 0-16,-3 2 3 0,2-1 15 16,-2 0-18-16,0-1 0 0,3 0 0 15,-3 0 0-15,4 1 0 0,-1-1 0 16,-3 0 2-16,0 0 11 0,2 0-12 16,-2 0 1-16,3 0-1 0,-5 0 0 15,0 0 1-15,-4 0 1 16,2 0 0-16,-4 0 10 0,-2 0 4 0,2 0-2 15,-4 0 1-15,4 0 6 0,-3 0-10 16,-1 0 4-16,4 0-13 0,-2 0 12 16,4 0-11-16,-2 0 11 0,0 0 7 15,0 0-20-15,2 0 1 16,2 0 10-16,-2 0-10 0,2 0-1 16,-4 1 1-16,2 1 0 0,2 0 0 15,0-1 0-15,0 0-3 0,0 2-1 16,0-3 1-16,0 3-1 0,1-3 1 15,-3 1 0-15,2 1 0 0,-2-2 1 16,2 0 1-16,0 0 0 0,-2 0 0 16,0 0 1-16,2 0-2 0,0 1 0 15,-2-1 0-15,0 2 0 0,0-1 1 16,2 0 0-16,-4-1 1 0,0 2-2 16,2 0 0-16,-6 0 15 0,8-1-14 15,-4 1 13-15,0-1-12 0,4-1 1 16,-2 0 8-16,-2 0 3 0,4 0-13 15,-6 0 11-15,0 0-13 0,-1-1 3 16,-1 1 9-16,2-2 1 0,-2 2-11 16,-2 0 0-16,1-1 0 0,3 1 1 15,-2-1-2-15,-2 1 1 16,2-1 0-16,4 1-1 0,0 0 0 16,-3 0 1-16,5 0 0 0,0 0 0 15,2 0 0-15,-6 0 0 0,6 0-1 16,-2 0 0-16,-2-2-1 0,-4 2 2 15,-2 0-1-15,-4 0 2 0,3 0 0 16,-7 0 9-16,3 0-11 0,-1 0 0 16,-1 0 2-16,-1 0 0 0,6-2 15 15,-7 2-15-15,9 0 0 0,-5 0 1 16,1 0-1-16,-3-1-1 0,1 0 1 16,0 1-1-16,-3-2-2 15,-6 1 0-15,7 1 1 0,-7 0 0 16,0-2 2-16,1 2 0 0,-3 0-1 15,2-1 1-15,-2 1 0 0,7 0-2 16,-1 0 2-16,0 0-1 0,7 0-2 16,-2 0-1-16,3 0 1 0,-1 0-1 15,-1 0 0-15,-3 0 1 0,-1 0 0 16,-1 0 1-16,1 0 1 0,-3 0-1 16,-3 0 2-16,6 0 0 0,-3 0 0 15,-1 0 8-15,7-1-11 0,-7 1-1 16,2-2 1-16,-1 2-1 0,-1-1 1 15,2-1-12-15,-1 2 12 0,-1 0 1 16,2-1 0-16,-1 1 1 0,1-1-1 16,1 0 0-16,-1-2 1 0,-4 3 0 15,5-2 10-15,-5 0-10 0,0 0 2 16,-2 1 8-16,3-1-10 0,-3 1-1 16,-2-1 0-16,2 1-1 15,-2-2-2-15,5 2-1 0,-3-1-9 16,2 2 8-16,-2 0-20 0,-2-2-38 15,1 2-31-15,3 0-57 0,-2 0-41 16,-4 0-39-16,0 2-137 0,-2 1-193 16,0 3-258-16,-18-2-819 0</inkml:trace>
  <inkml:trace contextRef="#ctx0" brushRef="#br0" timeOffset="20804.91">924 2558 164 0,'0'0'20'0,"0"0"9"0,0 0 222 0,0 0 371 16,0 0-397-16,0 0 22 16,0 0 4-16,0 0-76 0,-12-34-29 15,12 29 16-15,0-1 9 0,0 3 20 16,-2 0 2-16,2 0 6 0,0 2 9 15,-3 0-20-15,3-2-20 0,0 3-26 16,0 0-89-16,0 0-53 0,0 0-41 16,0 4-3-16,0 6-9 0,5 4 53 15,1 11 60-15,2 6-10 0,2 7-25 16,1 4-6-16,1-1-3 0,3-3 3 16,-3-4-16-16,2-5 9 0,-1-2-8 15,1-6-1-15,1-3-1 0,-5-3-2 16,5-5 1-16,-5-1-1 0,0-1 0 15,3-4-1-15,-3-1-1 16,0-3-17-16,3 0 4 0,-3 0 15 0,-2-4 0 16,3-2 1-16,-1-2-1 15,-4-4 3-15,0-1 16 0,3-4-16 16,-3 1 10-16,0-7 3 0,-2 1-14 16,2-4 0-16,3 1 0 0,-1-3 0 15,2 2 17-15,-3 2-16 0,1 6-1 16,2 3-2-16,-2 7-19 0,-6 2 1 15,5 4-5-15,-3 2 5 0,2 0 5 16,0 5 10-16,2 4 3 0,-3 2 12 16,5 7 1-16,2 1 3 0,-3 3 6 15,1 0-3-15,2 3-1 0,-1-4-2 16,-3-2-16-16,4-4 13 0,1-3-12 16,-1-2 0-16,1-3-1 0,-3 1 1 15,2-6 0-15,3-2 1 0,-7 0 1 16,4 0 19-16,1-2-19 0,-5-3 19 15,0-2 3-15,5-1-23 16,-5-1 0-16,2-1 0 0,3-1 0 16,-3-1-2-16,3-3-1 0,-1 3-2 0,-4-1 0 15,0 2-19-15,1 1 7 16,-1 5 11-16,0-1-14 0,-4 3 2 16,3-2 3-16,-1 5 12 0,2-1-1 15,-2 1 0-15,-2 0-10 0,5 6 12 16,-3-1 1-16,6 4 0 15,-5-1-1-15,5 2 0 0,2-1 0 16,-3-2-1-16,5 0 1 16,-5 0 0-16,3-3-1 0,3-1 1 15,-3-3 0-15,5 0 18 0,-5-2 1 0,5-3 0 0,-5-2-3 16,5-3 3-16,-5 0 3 0,3 1-18 16,-9-3 11-16,4 3-2 0,-3-1-10 15,-1-1 16-15,-4 1 12 16,4-1-19-16,-3-1-11 0,5 0 0 15,-4 1-1-15,-2 2 1 0,2 2-2 16,1 3 1-16,-1 4-31 0,0 0-6 16,-2 5 9-16,7 7 28 0,-1 6 11 15,2 2-9-15,1 4 0 0,3-2 1 16,-3-2-3-16,5-4-2 0,-1-2-10 16,5-4 12-16,-1-6 1 0,2-1 21 15,2-3-20-15,-1 0 17 0,-5-3-1 16,4-3 1-16,0-1-7 0,-3 0 7 15,1-2-6-15,-5-1-10 0,3 0-2 16,0 0 1-16,-5 1-2 0,1-2-2 16,-1-1 0-16,-2 2 0 0,1-2-2 15,-3 2 4-15,-2-2 2 0,1 0 0 16,-3 5-2-16,-2 2-2 0,-2 3-11 16,0 2 13-16,-2 0 19 15,0 1-19-15,2 6-13 0,0 5-9 16,0 6 22-16,5 4 32 0,-1 1-14 15,4 0-15-15,-2 0 0 0,1-7-3 16,7 0 12-16,-5-4-11 0,7-2 5 16,-5-4-6-16,5-1 0 0,-3-4 0 15,5-1 3-15,-5 0 10 0,3-1 2 16,-3-3-2-16,1-1-10 0,-1-1 9 16,-5-1-8-16,5-2 11 0,-7 0-12 15,2 0 16-15,-1 0-4 0,-1-4 1 16,-2 0 5-16,2 0 7 0,3-4 16 15,-1 3-22-15,-4 0-22 0,4 6-3 16,1 2-21-16,-3 1 2 0,-2 5 3 16,3 0 1-16,5 2 15 0,-4 6-19 15,7 1 7-15,-3 3 15 0,3 3 0 16,-3 1 0-16,7-1-1 0,-6 1-2 16,7-3 1-16,-3-2-1 15,4-4-15-15,-3-1 18 0,3-4 0 16,2-2 12-16,2 0-10 0,-5-4 0 15,-3-3 10-15,6-2-9 0,-7-1 12 16,1-2-15-16,-4 1 1 0,1 0 0 16,-6 1 1-16,3-1-1 0,-5 3 15 15,-4-1 12-15,-2 1 24 0,2-2 38 16,-2 0 18-16,1 0-25 0,1-1-49 16,0 5-34-16,-2 2-19 0,-2 2-5 15,2 2-1-15,0 0-12 0,2 6-37 16,2 2 59-16,1 3 15 15,3 3 1-15,0 1-1 0,3-1 0 0,-1 1-16 16,2-3 4-16,-3-3 0 16,5 1-7-16,-1-3 17 0,3-1 0 15,-1-4 1-15,2-1 0 0,-5-1-1 16,3-1 1-16,-3-5 0 0,-2 1-1 16,-1-2 2-16,-3 0 0 0,-2 2 1 15,0 1 11-15,-1-2 0 0,-1 0 13 16,-2 0 3-16,2-1 9 0,-4-1-9 15,4 1-10-15,0 0-18 0,4 1-12 16,-1 0-22-16,-1 3 6 0,-2 1-6 16,2 2-3-16,5 0 0 0,-1 8 6 15,-4 1 10-15,6 4 20 0,3 1 0 16,-3 2 1-16,3-1-2 0,-3 2 2 16,1-5-3-16,3-1-9 0,-3-4 10 15,5-1 0-15,-3-3 2 0,3-2 3 16,-3-1 12-16,3-1 7 0,-3-5-19 15,3-1 13-15,-5-2-1 0,3-2-2 16,-3 0-13-16,-5-1 11 16,4 4-11-16,-3-3-18 0,-1 1 18 15,-2-3 19-15,4 3-5 0,-1-2-13 16,-5 1-1-16,2 1 19 0,-2 1-19 16,2 5-3-16,-1 1-10 0,-3 2 1 15,0 1-3-15,0 0-13 0,2 1 12 16,0 5 1-16,2 6 13 0,7 1 2 15,-3 1 1-15,0 2 0 0,5-1 0 16,-3-1-1-16,3-4-2 0,1 3-11 16,1-4 10-16,-1-5-9 0,1 2 11 15,-1-2-2-15,-1-2 1 0,-1-2-1 16,-3 0-10-16,5 0 11 0,-6 0 0 16,-1-1 2-16,7-4 0 0,-7 1 1 15,7-2 2-15,-4-3 10 0,-1-3-11 16,5 2 1-16,-3-3 12 0,1-3-12 15,1 1 0-15,-5-1 1 0,5 0 8 16,-5 2-9-16,-2 3-3 16,7 1-15-16,-7 4 11 0,0 2-11 15,5 2 3-15,-3 2-7 0,-2 2 7 16,5 8 12-16,-1 3 0 0,0 5-1 16,7 5 1-16,-5-1 0 0,5 1-1 15,0-3 1-15,-1-1 0 0,1-5-2 16,-3-2-1-16,5-5-7 0,-4-2 10 15,3-4 1-15,1-1 2 0,-2-5 28 16,1-4-15-16,-1-2-1 16,1-3-2-16,-3-3 2 0,0 4 10 0,-7-2-22 15,2 1-2-15,-3 0 27 16,-3 3-10-16,-2-3 13 0,2 3 15 16,0 2-9-16,-2 2-18 0,1 1-4 15,-3 3-15-15,0 1-10 0,0 2-8 16,0 0-4-16,0 2-12 0,2 4 0 15,0 3 22-15,4 1 12 0,1 5 2 16,1-2-2-16,-2 1-1 0,7-3-12 16,-5 2 12-16,3-4-2 0,-1-3-18 15,-2-1 18-15,5-1-13 0,-1-2 15 16,3-2-2-16,-3 0 3 0,3 0 0 16,1-4 2-16,1-3 14 0,0-4-4 15,1 0 0-15,-3-2-11 0,3 1 1 16,-1-3 14-16,0-1-1 0,-5 1 4 15,1 0 12-15,-3 1-7 16,2-2-8-16,-1 3-1 0,-7 0-15 0,4 5-11 16,-3 3-8-16,-5 4 4 15,0 1 13-15,0 0 1 0,-2 0 0 16,0 2-33-16,2 2 12 0,0 4 22 16,0-3 16-16,2 3-13 0,4 0-1 15,1 0-2-15,-1-1 0 0,0 1 0 16,7-2 12-16,-3 1-9 0,3 0 13 15,-1-2-14-15,-2 0 0 0,7 0-1 16,-7-3 1-16,5 3-1 0,-5-3 0 16,1 0 0-16,-3 0-1 0,-2-2-2 15,1 0 0-15,3 0-20 0,-4-4-12 16,1-3-55-16,-1 0-63 0,0-5-230 16,-2 2-394-16,1-11-743 0</inkml:trace>
  <inkml:trace contextRef="#ctx0" brushRef="#br0" timeOffset="27954.84">883 3161 92 0,'0'0'219'0,"0"0"842"0,0 0-690 16,0 0-154-16,0 0 56 0,0 0-44 15,0 0-125-15,-4-9-37 0,4 8 17 16,0-1 19-16,0 1 19 0,0 1 29 16,0 0 34-16,0 0 16 0,0 0-21 15,0 0-35-15,0 1-22 0,0 1-10 16,0 0-3-16,-5 3-47 0,-1 6-42 16,-4-1 4-16,0 7 13 0,-1 7 2 15,-7 4 19-15,-3 5 18 16,2 6 1-16,-8 3-29 0,3 2 16 0,-1 0-4 15,0 1 1-15,-2 0-1 0,2-1-9 16,3-1-12-16,-3-1-16 0,2-4 4 16,0-7-13-16,7-3-3 0,3-6-11 15,1-5-1-15,6-6-24 16,4-6-65-16,2 2-92 0,0-3-75 16,4 0-42-16,4-3-92 0,5-1-127 15,-5-5-50-15,4-6 21 0,-1 4-475 16</inkml:trace>
  <inkml:trace contextRef="#ctx0" brushRef="#br0" timeOffset="28299.99">814 3226 681 0,'0'0'362'0,"0"0"-95"16,0 0-39-16,0 0 110 0,0 0-79 15,0 0-58-15,0 0 58 0,0 0 43 16,0 0-81-16,0 0-74 0,23-25-48 16,-21 26-48-16,0 1-50 0,2 3 60 15,5 2 75-15,7 0 37 0,-1 2-25 16,10 0-12-16,1 3 11 0,7 0-11 16,3 0-55-16,3 2-34 0,2-2-7 15,3 2 6-15,3 1-3 0,-3-2-15 16,1 1-6-16,-4-2-21 0,-3 2 0 15,-5-3-1-15,0 2-19 0,-10-4-40 16,-7-1-15-16,-1-2 37 0,-7 0-3 16,-4-1-6-16,-4 0-7 0,0 1 0 15,0 0-34-15,0 2-80 0,-2 0-128 16,-2 2-223-16,0-4-201 16,-9 4-653-16</inkml:trace>
  <inkml:trace contextRef="#ctx0" brushRef="#br0" timeOffset="28525.87">1081 3492 3146 0,'0'0'591'0,"0"0"-191"16,0 0 19-16,0 0-231 0,0 0-188 15,0 0-28-15,0 0-24 0,0 0 21 16,0 0 31-16,21 81 49 0,-13-37-15 15,2 2-16-15,-1 1-18 0,-1 2 0 16,-2-12-49-16,2 5-59 0,3-7-68 16,1-4-51-16,-6-3-153 0,7-8-274 15,-5-7-369-15,0-4-381 0</inkml:trace>
  <inkml:trace contextRef="#ctx0" brushRef="#br0" timeOffset="28742.89">1168 3798 2707 0,'0'0'689'16,"0"0"-167"-16,0 0-72 0,0 0-184 15,0 0-162-15,0 0-33 0,0 0-71 16,0 0-36-16,39-59 3 0,-28 51-63 16,9 0-49-16,-5 2-10 0,3 3 0 15,-1 1 4-15,1 0 10 16,-5 2-17-16,-5 2-143 0,2 3-114 0,-10 5-70 15,0-2-160-15,-6 3-867 0</inkml:trace>
  <inkml:trace contextRef="#ctx0" brushRef="#br0" timeOffset="28964.41">907 3664 1566 0,'0'0'2404'0,"0"0"-2029"16,0 0 2-16,0 0-83 0,0 0-249 16,0 0-44-16,-2 65 23 0,9-40 6 15,-1 0-5-15,2 6-7 0,2 0-16 16,-1-1-1-16,-5 3-1 0,2 1-2 16,0-5-59-16,0 2-55 0,1-3-83 15,-1-4-57-15,-2-3-114 0,2-2-225 16,-2-6-380-16,-4 1-377 0</inkml:trace>
  <inkml:trace contextRef="#ctx0" brushRef="#br0" timeOffset="29229.37">744 4146 2652 0,'0'0'1197'0,"0"0"-988"0,0 0-53 15,0 0-4-15,0 0-81 0,0 0 130 16,0 0 33-16,62-11-81 0,-39 3-44 16,6-1-26-16,6-2-31 0,13-5-19 15,11-4-12-15,10-1-6 0,-5 3-15 16,-15 3-9-16,-11 9-3 0,-12 4-6 16,3 2-31-16,4-2-57 0,1 2-38 15,-8 2-40-15,-1 2-34 0,-4 2-76 16,0 2-142-16,-7-3-226 15,1 0-139-15,-3-4-837 0</inkml:trace>
  <inkml:trace contextRef="#ctx0" brushRef="#br0" timeOffset="29788.27">1867 3013 1376 0,'0'0'1815'16,"0"0"-1462"-16,0 0-2 0,0 0 77 16,0 0-161-16,0 0-255 15,0 0-12-15,0 0-90 0,0 0-21 16,0 0 111-16,4 72 22 0,-2-40 3 15,4 3-13-15,-2 1-12 0,2-3 0 16,1-6-43-16,-1 0-69 0,-2-8-56 16,6-4-96-16,3-7-205 0,-3-8-203 15,0 0-451-15,9-15-486 0</inkml:trace>
  <inkml:trace contextRef="#ctx0" brushRef="#br0" timeOffset="29953.43">2170 2978 1942 0,'0'0'1628'16,"0"0"-1313"-16,0 0 52 0,-22 53-48 16,16-32-202-16,3 4-86 0,3 0-31 15,0 0 0-15,0 0-18 0,7-1-13 16,-1-2-43-16,0-1-93 16,0-6-38-16,3-1-2 0,-5 1-117 15,2-5-248-15,-4-2-178 0,-2-1-668 0</inkml:trace>
  <inkml:trace contextRef="#ctx0" brushRef="#br0" timeOffset="30180.44">1674 3154 2078 0,'0'0'1199'0,"0"0"-1049"0,-6 50 18 16,8-30-38-16,2 1-101 15,9 1-29-15,5-4-32 0,1-2-66 16,8-3-38-16,4-7-23 0,2-3-7 16,6-3 19-16,3-3 38 0,-1-8 61 15,0-6-13-15,7-4-104 0,-3-6-187 16,1-4-268-16,-11 7-372 0</inkml:trace>
  <inkml:trace contextRef="#ctx0" brushRef="#br0" timeOffset="30309.98">2425 2963 730 0,'0'0'1665'0,"0"0"-1011"0,0 0-223 16,0 0-46-16,-58 44-164 0,39-25-118 16,7-1-44-16,-5 1-59 0,5 3-16 15,6-1-34-15,-5 0-74 0,1 3-75 16,2-1-101-16,2-1-194 16,-1-3-295-16,-13 4-896 0</inkml:trace>
  <inkml:trace contextRef="#ctx0" brushRef="#br0" timeOffset="30580.04">1705 3513 2511 0,'0'0'783'0,"0"0"-510"16,0 0-77-16,0 0 31 0,0 0 2 15,50-29-49-15,-27 15-44 0,8-2-40 16,12-6-50-16,13-8-31 0,12-1-13 16,-6 1 10-16,-6 9-12 0,-19 4-3 15,-8 8-31-15,4-1-31 0,2 2-37 16,0 1-71-16,-6 1-48 16,-8 3-88-16,-2 3-131 0,-11 0-69 15,-2 3-62-15,-4-1-185 0,-4 3-55 0</inkml:trace>
  <inkml:trace contextRef="#ctx0" brushRef="#br0" timeOffset="30747.44">2013 3371 138 0,'0'0'2213'0,"0"0"-1967"15,-16 53-101-15,12-36-20 0,0 2-125 16,4-2-22-16,4-2-152 15,6-4-110-15,-2-1-121 0,3-6-222 0,1-3-172 16</inkml:trace>
  <inkml:trace contextRef="#ctx0" brushRef="#br0" timeOffset="30904.68">2237 3277 458 0,'0'0'1424'15,"0"0"-728"-15,0 0-143 0,0 0-129 16,0 0-74-16,0 0-89 0,0 0-90 15,0 0-134-15,0 0-37 0,0 0-62 16,-27 50 12-16,23-26 16 0,-3 2-13 16,-1-1-78-16,-2 0-95 0,2-1-147 15,-1-2-205-15,3-6-196 0,-8 2-838 16</inkml:trace>
  <inkml:trace contextRef="#ctx0" brushRef="#br0" timeOffset="31142.79">1939 3591 464 0,'0'0'1299'16,"0"0"-819"-16,0 0 111 0,0 0 32 16,0 0-262-16,0 0-163 0,62-38-53 15,-50 28-33-15,7 2-81 0,-5-1-31 16,9 0-13-16,-4-1-5 0,4 1-29 15,3 0-71-15,-1 0-46 0,-2 2-34 16,0 1-40-16,-3-1-131 0,-7 3-103 16,-3 0-156-16,-4 3-503 0</inkml:trace>
  <inkml:trace contextRef="#ctx0" brushRef="#br0" timeOffset="31351.02">1993 3607 1027 0,'0'0'1361'0,"0"0"-865"0,0 0-332 16,0 0 28-16,0 0 82 0,0 0 16 15,0 0-34-15,0 0-91 0,51-9-78 16,-34 3-47-16,-1-1-37 0,5 0-3 16,-2 2-24-16,1-3-32 0,-3 3-25 15,2 0-57-15,-5 1-44 0,-2 4-64 16,-5 0-126-16,-3 0-90 0,-4 4-155 15,0 1-403-15,-4 5-137 0</inkml:trace>
  <inkml:trace contextRef="#ctx0" brushRef="#br0" timeOffset="31629.85">1811 3825 259 0,'0'0'2385'0,"0"0"-1356"16,0 0-884-16,0 0-29 0,0 0 33 16,0 0-68-16,0 0 96 0,0 0 27 15,60-22-99-15,-44 12-58 0,7 1-32 16,4 0-3-16,0 0-11 0,2 0 11 16,6 0-11-16,0-1 2 0,4-1-2 15,-2 1-1-15,5 0 0 0,-5-1-53 16,2-1-24-16,-4 1-34 0,-4 2-16 15,-6 2-34-15,-2 1-65 16,-11 0-95-16,1 2-156 0,-7 2-46 0,-4 1-144 16,-2 1-499-16</inkml:trace>
  <inkml:trace contextRef="#ctx0" brushRef="#br0" timeOffset="31887.34">2137 3517 249 0,'0'0'3114'0,"0"0"-2551"0,0 0-256 15,0 0-28-15,0 0-115 0,0 0-164 16,0 0-46-16,0 0-41 0,0 0 84 16,0 0 3-16,27 65 25 0,-18-34 6 15,-1 4-13-15,2 4-5 0,-4 0-13 16,-2 1 0-16,1 0-34 0,-5-1-62 15,4-5-68-15,-2 0-51 0,2-5-81 16,0-5-172-16,0-2-138 0,2-7-144 16,-4-5-343-16</inkml:trace>
  <inkml:trace contextRef="#ctx0" brushRef="#br0" timeOffset="32149.34">2113 3971 1482 0,'0'0'1042'0,"0"0"-547"15,0 0 110-15,0 0-113 0,0 0-172 16,0 0-138-16,0 0-55 0,0 0-51 16,0 0 1-16,-50-29-10 15,50 28-8-15,0-1-32 0,0-2-27 0,2 1-16 16,2-5-15-16,-2 0-9 16,9-3 4-16,3-1 14 0,1-1 1 15,5 0 2-15,1 2 7 0,2 0-25 16,6 1-3-16,-1 0-3 0,3 2 16 15,-2 2-26-15,-4 1-24 16,2 2-31-16,-2 0-25 0,-9 3-82 0,1 0-144 16,-7 1-75-16,3 4 18 0,-7 1-28 15,-4-1-188-15,0 3-424 0</inkml:trace>
  <inkml:trace contextRef="#ctx0" brushRef="#br0" timeOffset="32739.96">2749 3452 2219 0,'0'0'1110'0,"0"0"-919"15,0 0-109-15,0 0-82 0,0 0-6 16,0 0 6-16,0 0 44 0,60-4-25 16,-35 1-16-16,2 1-3 15,0-3 0-15,0 1-31 0,0 0-26 16,-3 0-38-16,1 3-109 0,-8 1-68 15,-3 2-120-15,-6 5-320 0,-8 10-576 0</inkml:trace>
  <inkml:trace contextRef="#ctx0" brushRef="#br0" timeOffset="32941.11">2807 3771 2195 0,'0'0'1636'16,"0"0"-1429"-16,0 0-75 0,0 0 24 15,0 0-70-15,0 0 47 0,0 0 52 16,0 0-62-16,58 2-55 0,-44-6-38 16,7 1-30-16,0-4-2 0,2-1-44 15,-1-1-30-15,7-1-32 0,-2-1-80 16,-2 0-60-16,2-1-175 0,0-1-256 16,-9 1-290-16,3-4-500 0</inkml:trace>
  <inkml:trace contextRef="#ctx0" brushRef="#br0" timeOffset="33147.02">3134 3232 1308 0,'0'0'2321'0,"0"0"-1909"16,0 0-180-16,0 0-55 0,0 0-97 15,0 0-80-15,0 0-90 0,0 0 78 16,0 0 12-16,29 66 0 0,-17-43-2 15,3 1-107-15,-5-3-53 0,2-2-4 16,3-3-32-16,-5-1-52 0,5-6-174 16,-5-2-54-16,-2-4-105 0,5-3-559 0</inkml:trace>
  <inkml:trace contextRef="#ctx0" brushRef="#br0" timeOffset="33333.17">3318 3178 833 0,'0'0'1973'16,"0"0"-1352"-16,0 0-330 0,0 0-80 16,0 0-72-16,0 0 1 0,0 0-56 15,14 60-37-15,-14-41 3 0,8 1-13 16,-3-3-37-16,5 2-19 0,-2-5-40 16,0 0-99-16,5-1-47 0,1-1-59 15,-1-3-161-15,5-2-81 0,-7-4-156 16,9-3-773-16</inkml:trace>
  <inkml:trace contextRef="#ctx0" brushRef="#br0" timeOffset="33561.4">3638 3227 1099 0,'0'0'2126'15,"0"0"-1764"-15,0 0-181 0,0 0 1 16,0 0-37-16,4 61-73 0,2-42-16 16,3 1-37-16,-3 1-19 0,2 0-2 15,5-2-95-15,-3-5-114 0,0 2-69 16,7-5-175-16,-5-5-123 0,9-2-131 16,-9-2 0-16,11-5-271 0</inkml:trace>
  <inkml:trace contextRef="#ctx0" brushRef="#br0" timeOffset="33814.2">3899 3317 1929 0,'0'0'583'0,"0"0"-17"0,0 0-69 0,0 0-194 15,0 0-86-15,-60 24-45 16,47-6-58-16,-5 0-39 0,5 5-16 16,1 2-1-16,-3-2 22 0,7 0 31 15,0-1 49-15,2-1-32 0,-1-3-27 16,5-4-22-16,2 0-27 0,0-1-13 15,0-2-14-15,0 1-13 0,0 1-12 16,9-3-2-16,-3 0-23 0,0 1-17 16,2 0-46-16,7-3-16 0,-3 0 6 15,1-4 19-15,5 2-38 0,-1-2-9 16,5-3-28-16,-1-1-48 0,-2-5-161 16,8-1-170-16,-1-6-123 0,-9 5-455 15</inkml:trace>
  <inkml:trace contextRef="#ctx0" brushRef="#br0" timeOffset="34245.2">4455 3321 3419 0,'0'0'606'16,"0"0"-225"-16,0 0-26 15,0 0-168-15,0 0-123 0,0 0-36 16,0 0-1-16,0 0-8 0,0 0 20 15,0 0-11-15,-27 64-1 0,16-43-9 16,-5-2-5-16,6-1-10 0,-5-1 0 16,3-4 7-16,3-1-10 0,-1-4-31 15,4-3-5-15,-2-1-10 0,3-4-27 16,1 0-25-16,2 0-15 0,-2-6-1 16,2-1-12-16,-2-5-4 15,2-1-7-15,2-3 69 0,-2-2 37 16,2-2-3-16,0 1 6 0,4-2 6 15,2 3 20-15,0 3 0 0,1-1 1 16,3 5 1-16,2-1 59 0,-1 4-6 16,3 2-3-16,3-1 5 0,-1 5 14 15,1 0 5-15,3 0-3 0,-1 2-22 16,6 2-24-16,-7 4-22 0,3 3 0 16,0 4 10-16,-7 2 2 0,5 1 13 15,-7 4-16-15,1-1-10 0,-3 5 10 16,-2 0-12-16,-2-2-21 0,3 3-96 15,-1-4-100-15,-4-1-130 0,0-1-217 16,-4-7-237-16,4 1-766 0</inkml:trace>
  <inkml:trace contextRef="#ctx0" brushRef="#br0" timeOffset="34914.34">1563 4667 712 0,'0'0'2583'0,"0"0"-2164"15,0 0-271-15,0 0-145 16,0 0-3-16,0 0 0 0,0 0 60 16,53-20 31-16,-26 7-15 0,6-4-32 15,5 1-41-15,13-6 12 0,11 3 13 16,9 1-28-16,-3 6-3 0,-16 5 3 16,-15 6 3-16,-10 1-2 0,-1 2 9 15,3 4-10-15,-2 2-1 0,-12 3 1 16,-7 4 22-16,-4 6 74 0,-8 7 167 15,-6 5-121-15,-3 3-68 0,-5-1-34 16,3 1-38-16,-3-3-2 0,9-4-12 16,-1-3-58-16,4-4-100 0,4-3-56 15,2-7-108-15,8-3-317 0,2-7-327 16,1-2-158-16,9-11-118 0</inkml:trace>
  <inkml:trace contextRef="#ctx0" brushRef="#br0" timeOffset="35264.52">2439 4381 844 0,'0'0'1958'0,"0"0"-1599"0,0 0 39 16,0 0-76-16,0 0-206 0,-47 44-88 16,45-22-17-16,2 4-11 0,4 4-16 15,6-4 15-15,0-1-21 0,9-6 3 16,-2-3-18-16,3-2-33 0,1-8 26 15,2-4 44-15,-1-2 19 0,-1 0-19 16,-4-4-60-16,5-6 50 0,-7-3 10 16,1-3 13-16,-5 1 21 0,-1-4 4 15,-2-1 0 1,-6 0 21-16,-2-1 13 0,-2 2-11 0,-6-1 1 0,-4 2-18 16,-1 2 0-16,-7 2 5 0,-3 5-18 15,4 3 13-15,-6 6 24 16,5 0-68-16,1 6-37 0,-2 3-31 15,7 3-63-15,-3 1-61 0,7 3-6 16,0-2-95-16,-1-1-186 0,7-1-107 16,0-2-237-16,2-4-246 0</inkml:trace>
  <inkml:trace contextRef="#ctx0" brushRef="#br0" timeOffset="35536.5">2952 4309 2862 0,'0'0'1375'0,"0"0"-1083"16,0 0 160-16,0 0-187 0,0 0-265 15,0 0-15-15,0 0-52 0,0 0 11 16,0 0 56-16,8 69 1 0,-4-40-1 15,0 2-12-15,3 1-6 0,-1 1-19 16,2-5-55-16,-2 0-30 0,0-5-44 16,5 0-109-16,1-4-157 0,-4-2-197 15,-1-3-77-15,-3-4-474 0,4-5-253 0</inkml:trace>
  <inkml:trace contextRef="#ctx0" brushRef="#br0" timeOffset="35970.14">2954 4359 1727 0,'0'0'1028'0,"0"0"-730"15,0 0 79-15,0 0-67 0,0 0-102 16,14-56-54-16,-5 45-41 0,5 3-48 16,-4-2-46-16,9 1-17 0,-2 1-2 15,5-1-28-15,-1 3 0 0,8 6 3 16,-2 0-6-16,4 0-7 0,0 7 23 15,-2 3-20-15,-4 2-41 0,-3 3-12 16,3 1-56-16,-8 0-43 0,-5 2-143 16,-8 5-32-16,-4-3 8 0,-2 2 34 15,-10 2-24-15,-7-1 62 0,-4 0 197 16,3-2 85-16,-7 0 0 0,-2 0 33 16,0-5 9-16,0 1 111 0,0 0 16 15,4-2-59-15,3-3-91 0,-1 0 11 16,10-1 25-16,1-6 187 15,0 1 107-15,7-3 43 0,3-3 50 0,2 1-117 16,0-1-117-16,0 0-46 0,0 0 12 16,0 0 5-16,0 0-28 0,2 0-40 15,3 0-17-15,1-1-26 16,2 1-41-16,2 0-25 0,3 0-2 16,10 0 0-16,-1-2-55 0,9-1-43 15,4-1-55-15,7-3-72 0,1 1-60 16,13-4-139-16,-8 1-319 0,-9 3 87 15,10-7-876-15</inkml:trace>
  <inkml:trace contextRef="#ctx0" brushRef="#br0" timeOffset="36429.03">3642 4271 1824 0,'0'0'1712'0,"0"0"-1349"0,0 0-206 15,0 0-57-15,0 0-100 0,0 0 25 16,0 0 47-16,0 0 77 16,64-29-37-16,-37 19-48 0,2-2-30 15,4 1-12-15,0 0-1 0,0 2-8 16,-4 2-1-16,-2 3-12 0,-8 2-1 15,-1 1-2-15,-7 1-12 0,-5 1-1 16,-4 4 5-16,-2 2 11 0,0 4 37 16,-2 4-6-16,-4 5-31 0,0-1-19 15,-5 2-64-15,1-2-31 0,4-1-41 16,2-3-104-16,-1-5-106 0,3-1-217 16,2-6-191-16,0-3-835 0</inkml:trace>
  <inkml:trace contextRef="#ctx0" brushRef="#br0" timeOffset="36788.04">3739 4025 291 0,'0'0'1414'0,"0"0"44"0,0 0-1031 15,0 0-81-15,0 0-91 0,0 0-56 16,0 0-119-16,0 0-80 0,0 0-18 16,0 0 11-16,0 57 7 0,2-25 47 15,3 7-23-15,-3-1-23 16,-2 0 16-16,4-1 11 0,0-5 15 0,0-1 3 16,2-5 7-16,3-3 2 15,5-3-6-15,-4-3-18 0,5-3-10 16,1-2-5-16,5-1-15 0,-2 0-1 0,3-5-3 15,-1-2-16-15,2 0-33 16,0-3 3-16,-3-1 6 0,-3 0-16 16,-1-2-33-16,1-2-10 0,-7-1-10 15,3 1-74-15,-3-2-122 0,0-3-311 16,1 3-379-16,1-7-547 0</inkml:trace>
  <inkml:trace contextRef="#ctx0" brushRef="#br0" timeOffset="37157.68">4225 4027 2055 0,'0'0'1581'0,"0"0"-1250"15,0 0-74-15,0 0-40 0,0 0-118 16,0 0-99-16,0 0 2 0,0 0 17 16,0 0 12-16,64-18-10 0,-37 11-18 15,0 0 0-15,6 0-2 0,0 1 2 16,-2-3-1-16,2 5-2 0,-8 0-1 16,0 3-21-16,-7 1-3 0,-5 0 4 15,-7 3 2-15,-4 8 19 0,-2 3 29 16,-4 8 54-16,-6 6-18 15,-7 7-25-15,1 1-16 0,-5 0-24 0,2 0-33 16,3-4-26-16,3-4-18 0,1-5-40 16,8-2-54-16,0-5-56 0,4-3-135 15,0-3-271-15,0-3-178 0,2-6-577 16</inkml:trace>
  <inkml:trace contextRef="#ctx0" brushRef="#br0" timeOffset="37348.17">4492 4199 435 0,'0'0'2334'0,"0"0"-1640"0,0 0-224 16,0 0-78-16,0 0-154 0,0 0-170 15,0 0-68-15,0 0-43 0,0 0 43 16,0 0 3-16,35 30 0 0,-21-20 15 16,-3 0-18-16,-1 2-19 0,3 0-58 15,-1-1-84-15,-2-3-76 0,7 3-112 16,-5-4-210-16,1-2-193 0,1-2-799 15</inkml:trace>
  <inkml:trace contextRef="#ctx0" brushRef="#br0" timeOffset="37835.51">4934 4226 2021 0,'0'0'1784'15,"0"0"-1500"-15,0 0 21 0,0 0-76 16,0 0-164-16,0 0-65 0,0 0-37 15,0 0-21-15,0 0-10 0,0 0 28 16,0 16-1-16,0-10-5 0,2-1 12 16,-2-1-7-16,2-2-11 15,0 0-4-15,0 1-19 0,3-1-14 16,-3-1-17-16,2-1-14 0,0 1-22 16,0 1-6-16,-2-2 62 0,4 0 51 15,-4 0 35-15,3 0 0 0,-1 0 22 16,-2-2 4-16,0 1 31 0,0 0 16 15,0-2-10-15,-2-1-6 0,2 2 12 16,-2-2 4-16,0-1 2 0,0 2 3 16,0-1 24-16,0-1-9 0,0 1-15 15,-4 0-22-15,-2-1-3 0,-1-1 2 16,1 0 7-16,-2 4-18 0,2-2-44 16,0 2 0-16,4 2-75 0,-5-2-70 15,5 2-64-15,0 0-43 0,-2 2-283 16,4 0-731-16,-2 2-802 0</inkml:trace>
  <inkml:trace contextRef="#ctx0" brushRef="#br0" timeOffset="46170.75">221 3062 109 0,'0'0'19'0,"0"0"-6"15,0 0-13-15,0 0 36 0,0 0 10 16,0 0 358-16,0 0 13 0,0 0-309 16,-10-2-11-16,8 2-35 0,0 0 3 15,-2 0-3-15,4 0 10 0,-5 3-17 16,1 3-23-16,2 2-21 0,-4 1-9 15,2 4-2-15,0 2 20 0,-4 4-4 16,1 2 7-16,-1 4 22 0,2 0-32 16,4 3 7-16,-2 3 9 0,-3 1 17 15,3 0-4-15,2 4-6 0,0-3-1 16,2 6-5-16,0 2-1 0,2 3 0 16,4 9-26-16,3 10-3 0,-3 16-1 15,6 5-16-15,1 1 17 0,-3-2 2 16,5-6-2-16,-1 0-2 15,5-2 2-15,-1-4 0 0,3-8-1 16,0-4-25-16,-1-12 26 0,1-6 39 16,-5-11-36-16,5-2 36 0,0 5-7 15,6 4-6-15,4 4 3 0,2-3-25 16,-2-5 18-16,-6 2-20 0,-3-6 2 16,-1 0-1-16,0-3 16 0,-7-2-16 15,1 2 10-15,-1-3-10 0,-2-4-3 16,3 1 1-16,-7-4-2 0,2 1-34 15,3-6 6-15,-5 0 0 0,2-3-20 16,-1-1 10-16,3 1-32 16,-4-3 16-16,3 0-23 0,-1 1-26 15,-2-2-75-15,1-1-71 0,-1 0-86 16,2-2-159-16</inkml:trace>
  <inkml:trace contextRef="#ctx0" brushRef="#br0" timeOffset="70540.94">19660 2902 10 0,'0'0'55'0,"0"0"4"15,0 0-36-15,0 0 404 0,0 0-62 16,0 0-238-16,0 0-127 0,0 0-23 16,5 0 23-16,-5 0 13 15,0 0 62-15,0 0 23 0,0 0 9 16,0 0 13-16,0 0 7 0,-3 0-32 15,1 0-21-15,-2 0 34 0,-2 0-1 16,0 0-68-16,2 0 0 0,-5 0-39 16,-1 0-20-16,0 0-55 0,-3 1-19 15,1 1-26-15,-3 1 6 0,-1-1 66 16,-5 1-60-16,-1-3 85 0,-3 2 21 16,-2-2-7-16,-4 1 9 15,0-1 162-15,-4 0-90 0,-2 0 32 0,-1 0-36 16,-5 0-52-16,2 1 0 0,-3 1 30 15,-1 0 6-15,-1-2-52 0,3 4-7 16,-3-2-9-16,-1 2-59 0,-5 0-3 16,-12-1 33-16,-4 0 29 15,0 0 16-15,3-1 0 0,6-2 55 0,5 0 23 16,0 0-13-16,-2 0 0 16,5 0 29-16,-7 0-16 0,6 2-43 15,-4-2 4-15,0 2-39 0,11-1-16 16,8-1 0-16,-11 0-4 0,1 0-38 0,-9 0 25 15,-10 0-15-15,8-3 23 16,6-4 25-16,-4 4 19 0,5-2-6 16,-7-2 10-16,0 2 23 0,4 0 12 15,-2-2-42-15,0 2-13 0,1-1-3 16,-1-1-45-16,2 2-33 0,-2-3-19 16,5 1-20-16,-1 1-55 0,2-2 25 15,-3-1 69-15,3 2 36 0,-2-2 42 16,7 1 85-16,6 1 42 0,-7-3 61 15,9 1-26-15,0-1 10 16,-15-5 68-16,17 3-47 0,-7-1-93 16,-3-6-38-16,2 6-60 0,-1-5 1 15,5 1-2-15,0 2 0 0,3-2 1 16,3 0-1-16,4 1 0 0,3 1 0 16,-1-3 19-16,8 4-17 0,-2-5 39 15,1 1 13-15,5 0 31 0,-3-1-63 16,5 0-20-16,1 0-3 0,0-5-40 15,1 4 27-15,3-4-15 0,-2 1-40 16,5-2-12-16,1 0 47 0,4-4 4 16,-2-1-35-16,0-1 45 0,2-1 19 15,0-4-4-15,4 2-15 0,2-2 16 16,-1 3-26-16,5 5 0 0,-4 1 16 16,2-2-16-16,7-1-23 0,-3-7-48 15,7-2-55-15,0 1-66 0,5-3 0 16,-1 0-26-16,2-1 153 15,2 0-27-15,0 1 50 0,-1 2 57 16,-3 0 14-16,4 3 29 0,0-1 39 0,2 1-29 16,-2 1 7-16,2 0 9 15,-2 2-53-15,4 1 2 0,2 1-1 16,-4 5 46-16,-3 4-27 0,1 1 8 16,-2 3-1-16,8-4-6 0,2 0 16 15,3-1 10-15,-1 4-27 0,4 1 17 16,-2 0 3-16,7 4-22 0,4-3 16 15,9-1-36-15,12 1-9 0,7-1 8 16,7 1 2-16,4 1-2 0,-6 5-7 16,-1-2 8-16,-11 7 1 0,-7 0 2 15,2-1 0-15,-4 3-3 0,0 1 0 16,2 0 16-16,0-2 4 0,-2 4-17 16,2-4-1-16,4 4 0 15,3 0 16-15,3 0-18 0,-2 1 0 0,3 0 0 16,-5 0 0-16,4 0 0 0,-1 0 15 15,-3 3-14-15,-4 0 22 16,0 0 6-16,-2 3-29 0,-2 1 0 16,3-1 0-16,-8 3-1 0,5-3 2 15,-4 4 11-15,0 1-12 0,-10-1 16 16,-11-2-16-16,-4-1-20 0,-12-3-1 16,4 0 21-16,-3 3 2 0,5 1 1 15,6 0 19-15,6 1-22 0,5 3-14 16,-3 1 14-16,3-1 2 0,-3 3 1 15,7 1-3-15,3 3 2 0,1 0-15 16,-3 3-3-16,-5-4 3 0,-7 0 13 16,0-2-6-16,-4 1 6 15,3-1 13-15,-8 1-13 0,1 0-4 16,2-1 4-16,-6 0-16 0,0 0-16 16,0 2-20-16,-2-2 16 0,-3 0-36 15,-1 3 24-15,-1-1 15 0,-1-1 12 16,-3 2 19-16,-1 0-27 0,-1 0 29 15,-1-1 0-15,-1 1 1 0,0 1-1 16,1 2 13-16,-1-2-29 0,0 2 13 16,3 0-10-16,-1-1-20 0,3 4 32 15,-3-2-25-15,2 2 26 0,-1 0-32 16,-1 2 30-16,-1-1-1 0,-1 1 1 16,0-1-53-16,-4-1-23 0,5 6 61 15,-1-1-28-15,-2 1 16 0,1-1 15 16,-3-4 14-16,-2-3-1 0,-2-1 0 15,0-1-48-15,-2 2 14 0,-2 1-37 16,-2-1-16-16,-6 1-16 16,-1 4 81-16,-5-3 3 0,-1 1-9 15,-1 2 28-15,-1-3 0 0,-2 2 0 16,1-2 2-16,-3 1-1 0,0-1 42 16,-2-1 30-16,1 1-13 0,1 0-17 15,-2-4-3-15,2 2 13 0,-2 0-3 16,3-2 3-16,1-1-39 0,-2 1 20 15,3-4 3-15,-1 0-17 0,2-3 1 16,-5 3-20-16,1-4 0 0,0 0-1 16,-4 0-3-16,2 1 3 0,1-4-28 15,-5 3 29-15,0-2-7 0,0 0 10 16,0-1-6-16,-2 1-22 0,2-1 25 16,0 1 39-16,0 0-22 0,-2 1 12 15,2 0-16-15,0-2-13 0,2-1-23 16,-4 3-19-16,2-5-4 0,2 1-81 15,-2-1 20-15,-2-2-23 0,3 1 16 16,-6-3-30-16,6 0 108 0,-3 0-6 16,0-1 42-16,2 1 65 0,-2 0-65 15,4-1-81-15,0 3-86 0,8 0-139 16</inkml:trace>
  <inkml:trace contextRef="#ctx0" brushRef="#br0" timeOffset="91447.74">20041 2817 57 0,'0'0'228'0,"0"0"-150"0,0 0-42 15,0 0-35-15,0 0 0 16,0 0 48-16,0 0 29 0,0 0 7 16,0 0 9-16,-50 11 60 0,38-7-14 15,-5-2 16-15,1 3-9 16,-3 0-53-16,0-1-3 0,-3 2-39 16,-3 4-6-16,0 0-46 0,-2 4 0 0,-2-4-17 15,0 2 14-15,0-1-52 16,-2-1 32-16,2-1 3 0,-2-3 20 0,3 0 13 15,-1 1-13-15,0-3 36 0,-4 2-13 16,-1-4 6-16,1 4-7 16,-2-2-22-16,-4-1 0 0,-2 2-1 15,-1 0-12-15,-3 1 13 0,1 0-1 16,-3 0 0-16,3-2-25 0,-3 1 11 16,-3 1 15-16,3-1 16 0,-3-2 29 15,3 3-6-15,-5-3-9 0,4-1 28 16,-3 1 7-16,-3-1 20 0,6-1 22 15,-1 1-4-15,-9-2-31 0,2 0-33 16,-16 0-39-16,8 0 0 0,12 2-13 16,-2-2 0-16,17 1-29 0,0-1-17 15,-9 0-22-15,9 0 20 0,-4 0 12 16,-9 0 48-16,1-3 1 0,-1-1 22 16,0 0 14-16,-5 3 42 0,7-3 0 15,-4 1-20-15,7-3-35 16,1 3 3-16,-3 0-13 0,1-4 9 0,3 2 11 15,-2-1-33-15,3 0 2 0,-3-2 17 16,1 1-19-16,3-3 0 16,-7-2 15-16,5 0 5 0,-5 3 16 15,-1-4 6-15,3 1 6 0,-3-3 7 16,1 2-13-16,3-1-13 0,-1 0-27 16,7 0-2-16,2-1-1 0,2 0-12 15,2 1-3-15,0-2-10 0,2-3-3 16,0 1-10-16,-1-1 17 0,1-1 19 15,0-1 3-15,-2-2 25 0,2-1-5 16,0-2 15-16,-2 1 33 0,0-2-7 16,2-1 10-16,0-1-22 0,0 1-33 15,11-3-16-15,-3 3-13 0,4-3 11 16,5 3-14-16,1-1 6 0,1-2 10 16,6-2 0-16,2 1-15 0,-1-1 5 15,1 0 10-15,2-1 23 0,0 0-4 16,0 5 7-16,2 1-23 0,0 1-1 15,0 0-2-15,4-4-22 0,5-7-11 16,-1 1 17-16,6-3-13 16,1 0 10-16,5 1 16 0,-1-1-13 15,2 3 3-15,1-3 12 0,-3 4 1 16,4-3 0-16,-7 4 0 0,5 1-13 16,2 0 0-16,-3 1 0 0,3 1 0 15,4 2-6-15,0 2-10 0,0 0-29 16,4 1 12-16,2 0 1 0,2 3-13 15,-2 3-30-15,-4 3 50 16,2 1 8-16,0 1-9 0,6-2-9 16,9-1 28-16,-3-1-2 0,0 3 22 15,5 1 1-15,0-1 18 0,-5 2-6 16,7 0-11-16,-5 0 11 0,5 1-11 16,-3 1 2-16,9-3-2 0,8 0-2 15,4-1 0-15,11-1 0 0,4 1-2 16,-3 1 2-16,-3 5-13 0,-9-1 13 15,-8 5 0-15,-15 3 0 0,-7-2 0 16,7 4 3-16,9 1 0 0,8 1-1 16,8-1 1-16,-4 1-3 0,-6 0 1 15,0 0-1-15,-2 0 0 0,4 0-3 16,-2 1 2-16,0 0 0 0,-2 1 1 16,-2 1 0-16,-5-2 0 0,-3 2 0 15,-9 0-1-15,7 2-1 0,-9-1 2 16,2 0-1-16,-2 2 0 0,-14-1 1 15,2-2-1-15,6 2 0 16,4 3-1-16,2 1 2 0,11 1-3 16,-3 0 1-16,-4 2 0 0,5 0-1 15,-3-2 0-15,1 5-17 0,1-3-16 16,-1 1 1-16,-1-1-7 0,3 2 9 16,-5 1 1-16,6 1 12 0,3 4-19 15,4 1 10-15,-5 1-46 0,-7-3-26 16,-3 2-6-16,-2 1-33 0,0 0-19 15,-1 2-34-15,-3 2 47 0,0-1 19 16,-2 2 26-16,-6-2 68 0,-1 0 30 16,-5-4 3-16,-3 2 0 0,-1-6 1 15,-3 3 54-15,-3-3 7 0,-1-1-6 16,-2 1-20-16,0 1-35 0,-2-2 1 16,3 4-2-16,-5 1-104 0,4 1-125 15,-4-6-136-15</inkml:trace>
  <inkml:trace contextRef="#ctx0" brushRef="#br0" timeOffset="92541.21">19307 2926 11 0,'0'0'127'0,"0"0"-101"15,0 0-6-15,0 0-19 0,0 0 0 16,56 5-1-16,-46-8 1 0,0 1 18 15,3-1 50-15,-3 1 32 0,0 0 26 16,3-1-36-16,1 0-19 0,1 0-7 16,1 0-26-16,1-1-39 0,1 2 13 15,3-3-13-15,0 3 0 16,2-1-1-16,-1 0 0 0,5-1-12 0,-2-2 0 16,2 1 12-16,0 1 0 0,-2-5 1 15,1 2 18 1,1 0-1-16,-2-3 54 0,-2 0 27 0,0-1 20 15,1-1 5-15,-3-2-28 0,0 1-27 16,-1-5-13-16,1 2 4 0,-4 0-14 16,3 2-25-16,1-2-19 0,-2 1 12 15,1 0 33-15,-1-2 48 16,-1-1 13-16,1 0 23 0,4-3-23 0,-5 0-16 16,3-4 3-16,-4 3-4 0,1-3-9 15,1-1-16-15,-3-2-4 0,-1 2-6 16,-1-4-23-16,3 1-19 0,-5-4-12 15,3 2-1-15,-3-1-1 16,0-1-1-16,3-2-11 0,-3-1 11 16,-1 3 2-16,-1-4-1 0,-6 6 0 15,2 4-34-15,-2 0-4 0,-1 1 0 16,-3-7 37-16,0-1 1 0,0-2 1 16,0 4 2-16,-3-1-2 0,-1 2 0 15,-2 0 0-15,2 2 25 0,0 3-24 16,-2-1-1-16,-1 1 0 0,1 1-13 15,-4 1-3-15,4 1-33 0,-5 2 4 16,1 0-29-16,0 0-36 0,-1 1-1 16,-3 3 4-16,2-1-23 0,-3 3 17 15,1 3-27-15,-1 2-36 0,-1 3-52 16,3 1-114-16,-5 0-300 0</inkml:trace>
  <inkml:trace contextRef="#ctx0" brushRef="#br0" timeOffset="106588.42">7146 3623 5 0,'0'0'405'0,"0"0"-216"16,0 0-134-16,0 0-55 15,0 0-1-15,0 0 1 0,0 0 26 16,0 0 39-16,0 0 30 0,0 0 12 16,0 0 1-16,0 0-27 0,0 0-81 15,0 0-9-15,0 0-76 0,0 0-29 16,6 0 65-16,-4 0 0 0,2 0-32 15,1 0-20-15,1 0-7 0,0 2 0 16,-4-2 27-16,6 0 29 16,-1 2 40-16,-1-2 12 0,0 0 0 15,0 0 26-15,2 0 62 0,1 0-33 16,-3-2-3-16,0 0-12 0,0 2-12 16,3-2-27-16,-1 2-2 0,0 0 1 15,-2 0-98-15,5 0-91 0,-1 0-3 16</inkml:trace>
  <inkml:trace contextRef="#ctx0" brushRef="#br0" timeOffset="106802.82">7514 3623 86 0,'0'0'169'0,"0"0"-120"16,0 0-47-16,0 0 12 0,0 0-12 16,0 0-1-16,0 0 2 0,0 0 10 15,0 0-13-15,0 0-23 16,54 4-75-16,-46-4-3 0,0 0 33 16,1 0 19-16</inkml:trace>
  <inkml:trace contextRef="#ctx0" brushRef="#br0" timeOffset="106898.67">7731 3614 8 0,'0'0'38'0,"0"0"-37"0,58-12 0 16,-39 8-1-16,1-2-48 0</inkml:trace>
  <inkml:trace contextRef="#ctx0" brushRef="#br0" timeOffset="107179.67">7940 3577 245 0,'0'0'453'0,"51"-6"-453"16,-24 2-82-16,-6 4-221 0,8-2 215 15,-4 2 68-15,2 0 19 0,-3-1-38 16,3 0 39-16,2 1 362 15,-4 0-208-15,2-2-154 0,0 2-143 0,-4 0 74 16,1 0 69-16,1 0 0 0,-2 0 2 16,4 0 44-16,0 0 140 0,-3 0-186 15,3 0-55-15,-2 2-219 0,0-2 166 16,-2 2 108-16,1-2 62 16,3 0 245-16,0 0-171 0,0 0-136 15,0 0-110-15,-2 0 93 0,0-1 17 16,1 0 186-16,3-1-98 0,-2 0-75 15,2 2-13-15,0-4 0 0,2 1 1 16,2 2 8-16,0-2-9 0,-2 1-65 16,4-2-7-16,-1 1 59 0,-1 2 12 15,0-2-22-15,-2 0 10 0,2 3-6 16,0-2 6-16,-6 1-1 16,4 1-106-16,-11 0-226 0</inkml:trace>
  <inkml:trace contextRef="#ctx0" brushRef="#br0" timeOffset="107723.83">9684 3607 490 0,'89'-12'111'0,"13"1"-65"15,-11 0-46-15,-3 3-15 16,5-2-213-16,-24 3-130 0</inkml:trace>
  <inkml:trace contextRef="#ctx0" brushRef="#br0" timeOffset="111043.54">17201 3664 418 0,'0'0'525'0,"0"0"844"0,0 0-1139 0,0 0-50 16,0 0 65-16,0 0 11 16,0 0-55-16,0 0-71 0,0 0-45 15,0 0-37-15,-13-13 24 0,9 3 1 16,2 1 27-16,-2-3 23 0,0-3 15 15,-3-2-35-15,3-4-20 0,0-3-27 16,2-2-34-16,2-4 3 0,0-3-23 16,0-3 1-16,0-1 12 0,0-4-2 15,0 3 5-15,0-1 4 0,0 0-1 16,0 3 4-16,-2 0-24 0,2 4 2 16,-4 3 9-16,4 1-10 0,-2 6 1 15,2 0-1-15,0 1-2 0,0 5-1 16,0-1 1-16,0 4 12 0,0 1 0 15,0 3 1-15,2-1 2 0,-2 2 3 16,4 2 7-16,-2-1 3 16,0 1 12-16,0 0-4 0,0-2-11 15,5 1 0-15,-3 1 5 0,2-1-11 0,-2 0 8 16,2 0-9-16,-2 2 4 16,3-4-10-16,3 3 3 0,-4-1-12 15,2-3-1-15,7 2-2 0,-5-1-1 16,3 1 0-16,5 1-2 0,1 0-9 15,3-1 9-15,5 1 0 0,6 0 0 16,5-2 3-16,11-1-1 0,9 2 0 16,17-1-1-16,-1 2 2 0,-6 4-1 15,-2 2 1-15,-10 1 0 0,0 0 0 16,4 4 2-16,-2-1-1 0,2 3-1 16,-4 1 1-16,6-1 0 15,-5 3 1-15,-11-1-2 0,-3-3-1 16,-14 1 1-16,-4-3-2 0,8 3 0 15,0 0 2-15,6 0 1 0,-5 0 0 16,-8 0 1-16,1-2-2 0,-8-1 3 16,-3 0 0-16,-5-3 0 0,-1 1 0 15,-6 1 0-15,-2-2 0 0,2 0-1 16,-2 0-2-16,1 1 0 0,-1-1-3 16,-2 1-9-16,2 0-3 0,2 0 13 15,2 3-10-15,-2 0 9 0,2 2 0 16,3-1-9-16,-1 5 9 0,0 2 0 15,0 2-12-15,3 5 12 0,-5 3 2 16,4 0-2-16,-3 7-9 16,3 0 12-16,-8 0 1 0,6 5 0 0,-2-2-1 15,-1 0 1-15,1 2 3 0,0 0 8 16,-4-1-10-16,6-1 10 16,1 0-12-16,-5-2-3 0,2 1-9 15,-2-2 12-15,-2-3-1 0,2 1 1 16,0-2 0-16,-2-3 1 0,0 0-1 15,-2-3 1-15,0-3 0 0,0-1 2 16,-2-2-1-16,2 0 10 0,-2-4-9 16,-2-1 0-16,4 2 0 0,-4-6-1 15,4 2 1-15,-2-2-1 0,2 1 0 16,0-3-1-16,0 2-1 0,0-3 2 16,0 1 1-16,-4-1-1 0,2 1 0 15,-2 0 0-15,2 0 1 0,0 0 15 16,-5 0 3-16,-5 3 4 0,6-2-1 15,-7 1 4-15,-1 1-16 0,-3-3 3 16,-1 4-12-16,-3-2 12 16,0 0-15-16,-3 2-3 0,-7-1 2 0,4 1-3 15,-6 1-8-15,0-3 12 16,-5 3 0-16,3-2 0 0,-4-2-1 0,-2 3 0 16,-1-2 0-16,-3-1 0 0,1 0 1 15,1-1 2-15,0-2 0 16,-1 0 0-16,3 0-2 0,-5 0-3 15,7 0 1-15,-4 0-19 0,-1 0 9 16,1-4-10-16,6 3-5 0,-3-1 12 16,5 1 12-16,0 1 2 0,2-1-11 15,2 1 0-15,0 0-6 0,2-2 15 16,2 2-13-16,2 0-2 0,3 0 16 16,1 0-10-16,2 0-4 0,1 0 4 15,3 0 9-15,1 0-21 0,-1 0 11 16,-1-1 12-16,5 1-2 15,-3 0 1-15,4-2-13 0,1 2 14 16,1 0-15-16,-2 0 14 0,4 0-10 16,-3 0-19-16,3 0-15 0,-2 0 13 15,-3 0 20-15,3 0-5 0,-2 0-1 16,-3 0 1-16,5 0 17 0,-4 0-13 16,-1 0 12-16,5 0 1 0,-2-1-11 15,-3 1 11-15,5-3-2 0,0 3 2 16,-2-1 0-16,1 0-1 0,1 1 0 15,4-1 2-15,-2-1 3 0,-1 0-1 16,3 1 10-16,0 0-11 0,2-1 18 16,0 1-18-16,-2-1 17 0,2 1-15 15,2 1 16-15,-4-1-4 0,2-2-12 16,-3 1 10-16,1-3-11 0,-2 1 0 16,2 1 1-16,-2-1 0 0,2-2 7 15,0 3-10-15,-3-2 0 0,1-2 3 16,2 0-1-16,2-4 1 15,-4 1-3-15,2-3 0 0,-3-3-12 16,-3-1 9-16,4-3-9 0,0-1-1 16,2 0 10-16,-1-4-9 0,-1 0 9 15,0-2 0-15,4-1-19 0,0 0 10 16,0-2 10-16,2 3 0 0,0-3-14 16,0 0 1-16,2 3-4 0,2-1 16 15,0 4-40-15,0-2 18 0,0 7-6 16,1 0 7-16,-1 2 5 0,-2 4 17 15,0-2-17-15,0 2 7 0,0 1 11 16,0 4 1-16,0-3 0 0,-2 1 0 16,0 1 3-16,4 1-3 0,-4-1 0 15,4 1-1-15,-4-2 1 0,2 3-1 16,3-3-1-16,-1 2 0 0,-2-2 1 16,2-1 1-16,-2 3 2 0,2-1 20 15,-2 1-19-15,6 0 15 0,-3 2-5 16,-1-4-10-16,-2 5-2 15,0 1-1-15,4-1 0 0,-4 1-1 16,2 1-2-16,4 0-10 0,-1-2 10 16,-1 2 1-16,4 1 2 0,3-2 1 15,-3-1 1-15,2 2 1 0,5-1 10 16,-3 0 2-16,5-1 1 0,-5 1-1 16,7 0 1-16,-2 0-13 0,1 0 9 15,3 2-9-15,0-1 0 0,0 0 9 16,1 0-9-16,3 2-2 0,-2-1 2 15,4 2 0-15,2-1-1 0,0 0 1 16,2 1 9-16,0-2-11 0,2 1 1 16,0 0 1-16,3 0 10 0,-3 1-12 15,0 0-1-15,-2 0 0 16,0 0 0-16,2 1 0 0,-2 1 0 16,2 1 0-16,1 0 0 0,-1 0 0 15,-2-1-1-15,2 3 0 0,-2-3 1 16,0 2-1-16,0-1 1 0,0 2 1 15,2-1 0-15,-2 1 1 0,1-1-2 16,-1 1-1-16,-2 1-1 0,0-1 2 16,-4-1-2-16,-5 1 1 0,5 1 1 15,-4 0 0-15,-2 0-2 0,-1-1 0 16,1 1-2-16,-5 0 2 0,-3-3 0 16,-1 0-1-16,-1-1 2 0,-3 2-1 15,-2-2 1-15,-2 0-1 0,-2-1 1 16,0 1-1-16,-2-2 0 0,0 0 1 15,0 0 0-15,0 0 0 0,0 0-1 16,0 0-14-16,0 0 14 16,0 1-10-16,0 0 10 0,2 0 1 15,2 2-1-15,-4-3 1 0,3 2 0 16,-1 0 0-16,-2 0 0 0,2 0 0 16,2 2-1-16,-4-1 1 0,4 2 1 15,0 2-1-15,-2 1-2 0,2 3 0 16,-2 3 3-16,5 5 1 0,-3 2 0 15,-2 5 0-15,2 4-1 0,2 2 3 16,-4 6 0-16,2 0 15 0,-2 4 1 16,5-2-1-16,-3-1-15 0,-2 0-1 15,0-5 11-15,6 2-10 0,-4-4 0 16,0-1 9-16,1-3 1 0,-3-2-10 16,2-2 12-16,-2-2-12 0,0-2 19 15,-2-3-10-15,0-4-10 0,0-3 17 16,0-2-4-16,0-1-3 0,0-4 0 15,0 1-8-15,0-2-1 0,0 1-2 16,0-1-1-16,0-2-25 16,0 3-40-16,0-1-15 0,0 3-46 15,0-1-101-15,0 2-156 0,-2 0-108 0,2 1-88 16,-2-1-448-16,-4-2-638 16</inkml:trace>
  <inkml:trace contextRef="#ctx0" brushRef="#br0" timeOffset="112259.81">19144 3485 33 0,'0'0'26'0,"0"0"290"0,0 0 117 16,0 0-266-16,0 0-122 0,0 0-44 15,0 0-1-15,0 0 13 0,0 0-13 16,0 0-127-16,-2 3-114 0,-3-2-127 16</inkml:trace>
  <inkml:trace contextRef="#ctx0" brushRef="#br0" timeOffset="113157.4">18914 3477 21 0,'0'0'3'0,"0"0"49"0,0 0 330 16,0 0-210-16,0 0-97 0,64 0 0 16,-49 0-52-16,-1 0 3 0,5 0-3 15,-3 0 22-15,3 0 17 0,0 0 36 16,-1 0 3-16,7 0 42 0,-2 0 17 15,-1 0-11-15,5 0 1 0,0 0-30 16,-2 0-19-16,6 0-10 0,2 0-40 16,0 0-2-16,0 0-23 15,-2 0-3-15,2 0-22 0,-2 0 1 16,0 0 0-16,-2 0 1 0,2 0 10 16,-2-1 16-16,0-1-3 0,-2 1-6 15,0 1 6-15,0 0-7 0,-2-2 0 16,1 2-16-16,1 0-3 0,0 0 0 15,-4 0 0-15,4 0-2 0,-2 0-10 16,1 0 10-16,-3 0-36 0,4 0-1 16,-6-1-10-16,4 1 4 0,-3-2 13 15,1 1 16-15,-2-2 16 0,-1 0 0 16,-3 1 1-16,6 0-1 0,-3 0 0 16,-1-1 12-16,2 1-11 0,5 0 11 15,1 2 150-15,8 0 19 0,5 0-97 16,1 0-84-16,2 0-54 0,9 0 12 15,12 0 29-15,13 0 13 0,3 0 84 16,-3 0-55-16,-7 0-29 0,-10 0-1 16,-2 0 1-16,2-2 1 15,0 1 3-15,-2-1-2 0,2 0 1 16,-2 0 33-16,1 1-20 0,-1 1-16 16,0-3 0-16,-2 3-2 0,2 0-1 15,-4 0-13-15,-1 0-3 0,1 0 16 16,0-3-14-16,0 1 1 0,-3-2-3 15,3 1 16-15,-2-1-17 0,1 1 17 16,-3-1 1-16,2-1 0 0,-1 0 1 16,3 1-1-16,2 1-1 0,0-1 0 15,4 1-32-15,-2 0-7 0,4 0-7 16,-4 0-2-16,1 1 2 0,4 1 4 16,-6 0-1-16,3-1-28 0,-2 2 25 15,0 0 30-15,-2 3 2 0,4 0 17 16,0 2 17-16,-2-1-17 0,2 2 0 15,-2 1-1-15,-1 1 2 0,3-1-1 16,-6-2 0-16,2 3 2 0,2-2-2 16,-4 0-1-16,-1-1-1 0,5 1-1 15,0-2 3-15,-2-1-13 0,4-1 2 16,2 0 10-16,0 1-24 16,-2-2-21-16,6 0-15 0,0 2-4 15,4-3-69-15,1 2 1 0,-1-1 3 16,0 1 29-16,3-1-16 0,1 1 6 15,0-2 30-15,1 1-40 0,-3-1 4 16,3 0 62-16,-1 2-69 0,0-2 49 16,-5 2 13-16,1-1-36 15,-2 1-39-15,-4-1-10 0,2 0 42 0</inkml:trace>
  <inkml:trace contextRef="#ctx0" brushRef="#br0" timeOffset="113265.48">26089 3499 10 0,'56'3'114'15,"2"0"-52"-15,-7 1-59 0,7-2-3 16,2 1-2-16,4 3-60 0,-4-2-62 16</inkml:trace>
  <inkml:trace contextRef="#ctx0" brushRef="#br0" timeOffset="114185.94">26912 3010 86 0,'0'0'1072'0,"0"0"-366"15,0 0-495-15,0 0-98 0,0 0-32 16,0 0-16-16,0 0-26 0,0 0-23 15,0 0-3-15,0 0 0 0,0 0-13 16,-10-12 55-16,16 20 103 0,2 0-20 16,6 5 20-16,-3-1-68 0,9 1-42 15,-1 4-47-15,2-3 1 0,4 2 21 16,-3 1-4-16,3-1-16 0,2 0 10 16,-2 0-10-16,-3 0 13 15,1-1-3-15,-2-1-13 0,-5 0 2 16,3-3 1-16,-7-1-1 0,5 1-1 15,-7 1-2-15,1-3 1 0,1 0-1 16,-4 0 0-16,-1-1 0 0,1 0 0 16,-4-1-15-16,4 1 3 0,-8-2-9 15,4 1-4-15,-4-1 10 0,0-2-3 16,0 2-23-16,0 3-3 0,0-3 4 16,0 2 12-16,0-1 6 0,0 0 20 15,0 0 0-15,0-1-10 0,0 0 11 16,0 0-11-16,0-2 13 0,0-1 1 15,0 0 0-15,0-2-1 0,0 3 0 16,0-3 1-16,0 2-1 0,-2-3 0 16,0 4-25-16,0-1-33 0,-6 0 46 15,4 3 12-15,-2 2 16 0,-5 0-5 16,-3 2-11-16,-1 2 0 0,-7 3 4 16,1 1-2-16,-4 0-2 0,0 1 1 15,-4 0 0-15,2 1 0 0,7-1-1 16,-3-1 0-16,-2 2 1 0,5 0 0 15,-1-4-1-15,6 3-1 16,-3-2 0-16,5 2-2 0,-1-3 3 16,4 0-3-16,-1-2 0 0,-1-1-9 15,4 0-14-15,3-1-22 0,-1-2-23 16,-2 1-33-16,4-4-93 0,-2-1-46 16,1-1-130-16,3 1-151 0,-6-1-284 0</inkml:trace>
  <inkml:trace contextRef="#ctx0" brushRef="#br0" timeOffset="140065.9">29388 14636 79 0,'0'0'0'0,"0"0"-79"0</inkml:trace>
  <inkml:trace contextRef="#ctx0" brushRef="#br0" timeOffset="141235.96">29388 14636 17 0,'-25'-53'108'0,"23"52"-82"0,-2-2 20 16,-4 3-14-16,0-2 604 0,-3 1-327 15,5-2-74-15,-2 2-50 0,0 1-9 16,-3 0 12-16,5 0-19 0,0 0-33 16,0 0-26-16,-1 1-46 0,-1 3-34 15,2-2-27-15,2 3 13 0,-2 0-13 16,-1-1 13-16,-3 0-3 0,4 1 0 15,-2 1 0-15,-1 0-10 0,-3-2 17 16,0 1-18-16,-7 1 14 0,7-2-13 16,-9 0-2-16,4 0 2 0,-5 0 1 15,-5 0-2-15,0-1 14 16,-2 0 10-16,-6-3 16 0,-7 3 9 16,3-1 17-16,-2 0 38 0,-11 0-4 15,9 0-5-15,-7-2-14 0,-4 4 0 16,-8 0-13-16,-8-2 3 0,0-1-16 15,12 2-9-15,12-3-7 0,15 2-3 16,3-2-9-16,-10 0-1 0,-7 0-6 16,1 0-20-16,-3 0 1 0,-1-2-1 15,5-2-2-15,-7-2-19 0,9 1 6 16,-7-2-6-16,3 0-10 0,-1-3-9 16,-3 2 13-16,3-2-10 0,-3 1 16 15,-5-4 0-15,-12-3 17 0,-4-1-1 16,-5-2-10-16,3 1 13 0,6 3-3 15,6-1 3-15,-2 3 1 16,4-2 1-16,-6 1 24 0,2-3 2 16,4 3-9-16,0-4 6 0,0 0-12 15,-4 2 0-15,2-1-12 0,0 0-1 16,2 2-1-16,-2-2 0 0,0-1 0 16,-2 4 1-16,5-3 0 0,5 2 3 15,-4-3 0-15,4 1-1 0,-1 1 1 16,-1-1-1-16,4-1-2 0,-6 0-2 15,13 2 2-15,4 2 0 0,8 2 0 16,0 2 0-16,-6-5 0 0,-15-6 0 16,6 2-2-16,-5-1-23 0,3-3-45 15,3 3 19-15,-3-2-9 0,-1-3 3 16,1 3-17-16,5-3 26 0,-7 2 29 16,9-2 6-16,-5 4-1 15,5-4 14-15,-3 0 0 0,7 0 0 0,-6 0-16 16,6-1 4-16,-3 1 10 15,3-2-18-15,0 0 1 0,2 0 0 16,2 1 6-16,-2-3 0 0,1 1 10 16,3 0 0-16,0 0 0 0,7 1 2 15,-1-2-3-15,4 0 1 0,-2 1-10 16,3-2 13-16,1 1 0 0,3-2 2 16,-1 0 2-16,3 1-3 0,1 1 1 15,5-1 17-15,2 0-19 0,4 0-16 16,-2 1 0-16,4-2-6 0,0 2 6 15,6-2 3-15,0-1-10 0,2-1 20 16,3 0 0-16,3 0-26 0,-2-1 0 16,7-2-26-16,-2 1-9 0,3-2-23 15,3-1 0-15,-2-1-29 0,1 0 35 16,3-1 16-16,-2-1 23 0,0-2 7 16,1 0 23-16,-5 1 12 0,0 0 13 15,-3 1 0-15,3 0-12 16,-3 1 57-16,1 2-3 0,-1 0-10 15,3 0-9-15,4 1-34 0,-3-1-2 16,5-1 0-16,2 0 0 0,4-1 90 16,2-3-90-16,0 4-22 0,2 1 2 15,3 0 17-15,1 2 0 0,0 0-36 16,3 2-9-16,-1 0 2 0,-2 1-2 16,0 2 2-16,5 0 21 0,-5 2 12 15,-2 2 12-15,1 1 0 0,3 1 1 16,-4 3 15-16,4-1 7 0,-1 1 11 15,-3 2 31-15,4 0-12 16,-1 1 10-16,1 2-14 0,0-2 10 0,-2 2-16 16,3 0-19-16,1-1-1 15,-1 4-21-15,1-3-1 0,0 0 1 0,3 3 3 16,-5-1-3-16,5-1-1 16,-3 2-1-16,-4 2-3 0,1-1 2 15,-3 1-14-15,2 4-16 0,-4-1-46 16,-4 2 7-16,-4 0-10 0,4 5-25 15,-6-3-47-15,4 4-220 0,-8 1-183 16,3 0-151-16</inkml:trace>
  <inkml:trace contextRef="#ctx0" brushRef="#br0" timeOffset="143097.81">31131 11328 226 0,'0'0'0'0,"0"0"0"0,0 0 522 15,0 0-167-15,0 0-183 0,0 0 7 16,0 0-65-16,0 0-13 0,0 0 3 15,0 0-33-15,56 9-25 0,-38-7-23 16,5 2 3-16,-2-3 0 0,6 3-25 16,-1 1 25-16,1-1-13 15,2 3 22-15,0-2 20 0,2 2-3 0,2-1 20 16,2 2-5-16,3 1-2 16,1 0-32-16,2 2 2 0,9 3-3 15,8 2 1-15,0-1-1 0,-9-1 13 16,-3 0 7-16,-9-3-4 0,4 3 10 15,13 0 3-15,-4 1 1 0,-1 1 5 16,-3-2-6-16,3 2 0 0,-5 0-10 16,-1-1-12-16,0 2-7 0,-3-1-17 15,3 3 11-15,-4-1-13 0,3 1-11 16,-3 1 14-16,4 1 0 0,-3 1-3 16,-1 0 12-16,0 3 1 0,-1 0-10 15,-1 2 0-15,-2 0 0 0,2 3-14 16,-4-2 17-16,0 2-17 0,0 0 0 15,-4 1 0-15,0 0 0 0,0 0-2 16,-4 1-1-16,0 2 1 0,0 0-2 16,-1 2-1-16,-3 0 0 0,-2-1 3 15,-1 0-16-15,-3 1 15 0,-5-1 1 16,0 0 0-16,-3-1 1 16,-3 0 14-16,0 2-12 0,-4 1 0 15,0-1 13-15,0 2-3 0,-4 1 6 16,-3 0 9-16,-1 2 7 0,-2-2 3 15,0 3 10-15,-1-2-7 0,-1 3 3 16,-1-1-6-16,-1-1-9 0,-1 4-10 16,3-2-18-16,-2 0 11 0,1-1-11 15,-3-3 21-15,1-1-19 0,-1 2 0 16,-1-3 0-16,-1-5 0 0,-3 4 16 16,2-2-16-16,-4-2 13 0,3 0-13 15,-3 0-1-15,0 1-2 0,1-2 1 16,-3 1 0-16,0-1-1 0,0-1 1 15,-2 0-1-15,0 0 1 16,1-3 1-16,-3 2-2 0,-2-4 2 16,0 1-2-16,-2-1 0 0,-3 0-1 15,3-1-1-15,-4-4 2 0,0-1-1 16,0-3-1-16,-1-1 0 0,-3-2 2 16,0-1 3-16,-3-2 0 0,-1 1 0 15,-1-4 10-15,1 0-1 0,-3 1-12 16,1-2 3-16,-1-2 0 0,1 0 9 15,-3 2-12-15,-6-1 0 0,-4-1 0 16,-10 2 12-16,2-2-12 0,2 2 0 16,8-5 0-16,4 3 2 0,-2-2-2 15,3 0 2-15,-7 0 0 0,8-1 0 16,0 4-1-16,7-3 0 0,8 1-1 16,8 0 0-16,-2-2-1 0,-2 3 0 15,-9 0-1-15,-3-1 1 0,3 3 0 16,-1-1 0-16,2-2 1 0,-1 2 0 15,1 0 0-15,2 1 0 16,-3-2-3-16,1 0 2 0,2-2-1 16,-3 1-11-16,1 2 10 0,-2-4-13 15,1 1 14-15,1-2-1 0,-2 4 0 16,1-3 0-16,-3 0 2 0,3 3-1 16,-3-2-2-16,6 0 4 0,-5 1 0 15,-1 0 0-15,6 0 0 0,-5-1 1 16,1 2 0-16,-1-2 12 0,1 1-12 15,-3 0 2-15,1-1-2 0,1 1 2 16,-5 0-3-16,10 0 0 0,-5-1 3 16,1 2-2-16,-1-4 0 0,7 2 0 15,-2 2-1-15,2-2-1 0,-1-2 1 16,3 2 0-16,0 0 1 0,-2-1 0 16,4-1-1-16,0 0-1 0,4 1-1 15,-4-1 0-15,4 2-11 16,-2-2-3-16,0 0 14 0,2 0-17 0,-4 0 3 15,4 0-12-15,0 0-16 16,-2 0 6-16,0 0-16 0,6 0 4 16,-4 3-4-16,4-3 0 0,-1 1-6 15,-1-1 6-15,2 2-4 0,0-2 14 16,0 0-17-16,-6 0 7 0,6 0-26 16,3-2-23-16,-3 1-35 0,-2 1-46 15,8-1-54-15,-1 1-106 0,-1-2-169 16,9 0-86-16,-9 1-177 0</inkml:trace>
  <inkml:trace contextRef="#ctx0" brushRef="#br0" timeOffset="143684.17">28142 14434 30 0,'0'0'49'0,"0"0"-10"0,0 0-26 16,0 0 1-16,0 0-1 0,0 0 13 15,0 0 98-15,0 0 159 0,0 0-123 16,0 0-46-16,33 28-10 16,-21-24-3-16,-1-2 13 0,7 3 7 0,-3 0 12 15,7 1 0-15,-3 1-38 16,4-1-17-16,2 2-20 0,1-1 7 16,1-1-26-16,4-1 7 0,2 1-11 15,3-1-12-15,3 0-10 16,-6-3-13-16,0 2 3 0,2-2 13 0,-4 1 14 15,2-1-8-15,0-1 7 0,-2 0 10 16,2 0 20-16,0 0-4 0,3 1 6 16,-1-2 17-16,4 2-20 0,-2-1-6 15,2 0-23-15,7 2 3 0,-3-2-16 16,3-1-16-16,1 0 0 0,3 0 0 16,0 0-2-16,-1 0 0 0,1 0 1 15,-1 0 0-15,1 0-2 0,-2 0 3 16,-1 0-1-16,3 0-1 0,-7 0-1 15,9 0-10-15,2 0 0 0,-7 0-3 16,-1 0 3-16,11 0 11 0,-15 0-30 16,7-1-10-16,-1-2-20 15,-3-1-6-15,3-2 0 0,-7 0-19 16,5 0-33-16,-9-1-36 0,0 1-133 16,-2-3-98-16,-10 5-33 0,6-6-229 0</inkml:trace>
  <inkml:trace contextRef="#ctx0" brushRef="#br0" timeOffset="144140.24">30031 14191 298 0,'0'0'156'16,"0"0"76"-16,0 0 234 0,0 0-252 15,-60 29-18-15,44-22 15 0,1-1-16 16,-3 1-33-16,3 0-36 16,-4 0-29-16,1 1-29 0,1 0-35 15,1-1-31-15,-1 0-2 0,1 0-1 16,-3-1-22-16,1-1-32 0,-3 0-52 15,0-1-19-15,1-1-13 0,-5-1-14 16,-2-2-61-16,-2 2-79 0,-4 0-65 16,10-1-187-16</inkml:trace>
  <inkml:trace contextRef="#ctx0" brushRef="#br0" timeOffset="145657.85">28535 14397 190 0,'0'0'548'0,"0"0"-431"15,0 0-117-15,0 0-45 0,0 0-40 16,0 0 16-16,0 0 69 0,0 0 0 16,0 0 82-16,0 0 35 0,53 51 17 0,-36-47 3 15,6 2 42-15,3-3-39 16,-1 1-43-16,4-1-12 0,-2 0-27 15,6 0-12-15,2 0-4 0,7-2-6 16,-3 1-4-16,4-1 10 0,-3-1-6 16,9 2 10-16,-5-2 31 0,3 2-51 15,-3 0-13-15,-1 0-13 0,4 0 4 16,-1 0-4-16,-3 1 0 0,7-2 2 16,-7 1 11-16,5-1-12 0,-1 2 1 15,-3-3 21-15,8 1 3 0,-7-1 29 16,5 0 32-16,-5 0-16 15,3 0 29-15,-5 0 10 0,3-1-19 16,-5 1-14-16,0 0-6 0,-4-1-4 16,1 1-19-16,-3-2-19 0,0 1-13 15,0 0-16-15,-2-1-2 0,4-1 1 16,7-1-15-16,-3 0-13 0,3-2-22 16,1-1 6-16,-2 1 25 0,1-1 8 15,-3-3 12-15,-2 1 0 0,-3 1 12 16,-5-2 1-16,-5 0 13 0,1 1 29 15,-4-1 25-15,-2 1 3 0,1 0-6 16,-1-1-10-16,4-2-9 0,-2 3-23 16,6-2-13-16,-2 0-6 0,1 0-16 15,3-1 0-15,3 2 0 0,-3-5-1 16,0 5 1-16,0-2 1 0,0 0-1 16,0-1 0-16,2 4-13 0,-2-1 11 15,-2 0-11-15,4 2 11 0,-2 1 0 16,4 1-11-16,-2 0 1 15,0 1 10-15,0 0 1 0,0 2 1 16,0-2 1-16,-2 0 2 0,2 1 0 16,-2-1 10-16,0-1-11 0,2 0 14 15,-2-2-14-15,0 1 10 0,0 0-9 16,0-1-2-16,2 1-1 0,1-2 0 16,-1-1-1-16,0 0-2 0,0-1 0 15,0 0-22-15,2-1-10 0,-2-1 0 16,0 2 6-16,-2-2 10 0,0 1 17 15,-2 0 0-15,-2 3 1 0,0-2-2 16,0 2-13-16,-3 0 15 0,-1 2-1 16,2 0 1-16,0 1-1 0,-2-1-1 15,-3 0 2-15,3 2 1 0,-2-5 1 16,-3 3 11-16,-1 0 4 0,-1-1 4 16,-1-2 15-16,-5-1-10 15,3-1 1-15,-3 2-7 0,0-2 6 0,1-1-5 16,-3-1-19-16,0 3 1 0,0-4 0 15,3 1-2-15,1 0 0 16,-2 0-2-16,3-3-1 0,-1 2-17 16,3-1-2-16,-1-2-3 0,1 2-42 15,-1-2 6-15,-1-3 3 0,-1 1 10 16,0-2 23-16,-1 0 21 0,-1 0 4 16,-4 0-3-16,2 0 0 0,-3-1 0 15,1 1 2-15,-2 0-1 0,0-2-1 16,-2 2-13-16,2-2 15 15,0-1-15-15,1 2 14 0,-1-2-1 16,0 1 2-16,0-2-1 0,0 1 1 0,0-3 1 16,0 0 0-16,0 0-4 15,1-1-8-15,-1 1-4 0,2 0-10 16,-2 1 24-16,0-1-14 0,0 2 16 16,0 0 0-16,1-3 2 0,-3 3 0 15,0-2 17-15,0-1 4 0,-2 2-21 16,0-1 1-16,0 2-3 0,0-3-3 15,0 2-39-15,0 0-41 0,0-1 9 16,0 1 3-16,0-1-7 0,-2 0 10 16,0 0-9-16,-2 0-4 0,-3-1 16 15,3 1-3-15,-6 1-19 0,2-2-10 16,-5 1-1-16,1 0 37 0,-1 0-50 16,1 1 70-16,-2 0 40 0,-3 1-21 15,0 2 22-15,1 1-2 0,-1-2-1 16,1 4-13-16,-1-3-56 0,-1 3-38 15,-1-1 15-15,-2 1 56 0,3-1 38 16,-3 3 2-16,3 0 40 0,-3-1 34 16,0 2-6-16,1-2-14 0,-1 1-26 15,-2 1-6-15,0-2-23 16,1 4 16-16,-3-1-32 0,0 1-4 16,0 2 20-16,-2-1 26 0,0 2-23 15,1 0 10-15,-3 1 0 0,0-2-11 16,-4 1 63-16,0 1-46 0,0 1-19 15,-3-2-1-15,1 1 1 0,-2 1 3 16,0 0 29-16,2-1-32 0,0 2 0 16,1 0 0-16,-1 0 35 0,0 0-35 15,0-1 13-15,0 1 52 0,-2-1-16 16,-1 1-10-16,1 1 10 0,-2-1-10 16,2 1 3-16,-2 1-10 0,-1 0-9 15,1 2-11-15,0 0-12 0,-3-1 0 16,1 2 0-16,-2 0 3 0,5 2 7 15,1-2-10-15,0 2-25 0,2-1 24 16,0 0-14-16,2 3-18 16,2-2-15-16,0 3-4 0,4 0-81 15,-2-1-56-15,8 1-133 0,5 0-120 16,-3 0-360-16</inkml:trace>
  <inkml:trace contextRef="#ctx0" brushRef="#br0" timeOffset="152219.59">26560 11357 99 0,'0'0'1244'16,"0"0"-896"-16,0 0-79 0,0 0-74 15,0 0-85-15,0 0-16 0,0 0-26 16,0 0 3-16,2 0-3 0,-2 0-4 15,0 0-6-15,-2 0-29 16,-6 0-29-16,4 2 0 0,-4 1-16 16,-3 0 13-16,-1 1-10 0,0 2 0 15,-5-2 10-15,1 2-13 0,-5-1 16 16,2 1 0-16,-6-1 3 0,3 5 10 16,-1-5-13-16,-4 4 13 0,-2-1-11 15,0 1 1-15,2 0 16 16,0 1 4-16,3-1-20 0,-1 2 0 0,-2 0 1 15,2 2-4-15,2 0-2 0,-1 1-14 16,1 1-3-16,-4 3 6 0,6 0 0 16,-5 0 12-16,1 3-1 0,-2 0-11 15,2 1 11-15,-2-2 2 16,-2 5 1-16,0-2 0 0,0 0-1 16,2-1 1-16,-1 0 3 0,-1 0-1 15,0 2-1-15,0-1 0 0,-2 2 1 16,4-1-1-16,2 2-2 0,-2-1 0 15,2 0-2-15,-2 0 2 0,5 0-3 16,-1-3-10-16,-2 2-3 0,2 0-10 16,3-1 4-16,-3-1 9 0,-4 3 9 15,4 0 1-15,5 2-10 0,-7-1 11 16,4 3-11-16,3-1 0 0,-3 1 11 16,5 1-11-16,-3 0 13 0,2 1-13 15,-1-1 13-15,3 1 0 0,-1 1 0 16,3 0 2-16,-1-2 11 0,1 3 0 15,1-2 0-15,0 0 3 0,-1-1-12 16,3 3-4-16,-2-4 0 16,1 0-4-16,5 1-15 0,-4-4-10 0,1 3-7 15,1-3 1-15,0 0 9 16,0 1 0-16,-3-1 7 0,5-1 3 16,-2 0 13-16,0 0-10 0,-1 0 13 15,3 0 0-15,2-3-1 0,-2 1 0 16,0-2-2-16,3-1-16 0,1 2-1 15,2-3 1-15,0 1-7 0,0-1-6 16,5 2-7-16,1-2-10 0,0 2 7 16,0-2 19-16,2 3 4 0,3 0-4 15,-3-1 10-15,-2 2-1 0,2-3 14 16,3 4 0-16,-1-1-14 0,0 1 11 16,5-2 3-16,-5 1-1 15,7 0-19-15,1-1 19 0,5 2-1 16,-2-4 0-16,4 2 2 0,2-1 16 15,4-2 26-15,-5 1 10 0,7 0 0 16,-2 0-36-16,3-1-3 0,-1 3-10 16,0-4 1-16,0 4-1 0,2-1-1 15,-2-1-2-15,4 3-19 0,0-2-50 16,-1 1 18-16,1-2-11 0,4 3-22 16,3-1-40-16,-3 0-12 0,2 0-11 15,13 4-42-15,4 1-12 0,12 4-8 16,1-2-16-16,-3-2-39 0,-18-10 7 15</inkml:trace>
  <inkml:trace contextRef="#ctx0" brushRef="#br0" timeOffset="159157.42">7514 3870 79 0,'0'0'304'15,"0"0"790"-15,0 0-610 0,0 0-140 16,0 0-63-16,0 0 12 0,0 0-75 15,0 0-42-15,-23 6-27 0,23-6-47 16,0 0-35-16,0 0-36 0,0 0-5 16,0 0-7-16,0 0 3 0,0 0 0 15,0 0-10-15,0 0-12 0,2 0-12 16,-2 0 12-16,4 0 0 0,1 0 44 16,3-3 16-16,0-2 3 0,2 0 6 15,5-4-3-15,-1 0-25 0,3-4-22 16,-1-1-16-16,3 1 0 0,-2-3 0 15,-1 1 0-15,1 0 9 16,-1-2-9-16,-1 2 0 0,-5 2 16 16,2 0-6-16,-3 3-1 0,-3 1 7 15,-2 2-4-15,-2 3 13 0,2 0 38 16,-4 4 27-16,0-1 49 0,0 1-34 16,0 0-43-16,0 0-16 0,0 0-9 15,0 0-15-15,0 0-15 0,0 1-10 16,0 1-18-16,0 0-10 0,0 6 0 15,-4 5 16-15,2 4 12 0,-4 6 3 16,0 5 13-16,-1 5-4 0,-1 0 3 16,-2 2 13-16,2-1 12 0,-3 0 6 15,5-3 3-15,-2-3 6 0,2-3-9 16,1 0-28-16,1-6-16 16,0 1-1-16,4-5-1 0,-2-1-1 15,2-3-2-15,0 1-12 0,0-3 2 16,0-2-8-16,0-1-19 0,0-2-30 15,0 1-10-15,0-2-21 0,0 1-13 16,0-1-4-16,2-2-46 0,-2 1-63 16,0-2-88-16,0 0-119 0,6 0-95 15,-4-5-3-15,5 0-156 0,-3-8-510 16</inkml:trace>
  <inkml:trace contextRef="#ctx0" brushRef="#br0" timeOffset="160143.4">7516 3421 35 0,'0'0'420'15,"0"0"967"-15,0 0-1020 0,0 0-73 16,-54 18-20-16,42-13-14 0,-1-1-52 15,1 4-49-15,-2-3 13 0,3 4-39 16,-3-2-23-16,3 4-16 0,-3 2-3 16,2 0 11-16,-1 3 10 0,-1 5-19 15,1 1-34-15,-1 4-9 0,-3 2-7 16,7 4-3-16,-4-3-6 16,1 2-3-16,3 0 12 0,-1-2-9 15,1 6 0-15,6-3 0 0,0 4 3 0,2-3-13 16,0 0-8-16,2 1-15 15,4-1 0-15,4 0 0 0,0-2 0 16,3-1-1-16,1-1-25 0,5-4-9 16,-3 1 4-16,5-2 11 0,-1-1 4 15,1-2-4-15,4-2 4 0,-1-3 13 16,1 1-14-16,4-5 14 0,-2-1 1 16,4-2-1-16,-2-2 2 15,2-3 1-15,0-3 1 0,2-1 14 0,0 0-4 16,-3-5-11-16,3-3 2 15,-6-3 10-15,6-1 8 0,-4-3 1 0,0-2-7 16,-4 0-14-16,2 0 1 0,-5-2 0 16,1-2 1-16,-5 2-2 15,5-2 1-15,-2-1 0 0,-3 0-2 16,-1 1-1-16,-1 0 1 0,-1 1-1 16,-3 0 0-16,2-2-17 0,-5 0 17 15,1-1 0-15,-2-2 1 0,-2 0 2 16,0 0 10-16,0-2 0 0,-1 4 1 15,-3-2-10-15,0 2 9 0,0-1 3 16,-3 3-14-16,-1-2 12 0,0 2 8 16,-2 0 4-16,-4-1-13 0,1 2 10 15,-3-1-22-15,-3 2 2 0,1-1 13 16,0 4 0-16,-3 2 7 0,-2-3-4 16,-1 5 0-16,1-2 4 0,1 3-4 15,-3-3 10-15,0 5 5 0,1-1 31 16,3 1-12-16,-2 2-15 15,1 1-7-15,-1 0-5 0,1 2-4 16,1 1-21-16,0 1 1 0,-3 1 17 16,-1 1-15-16,5 0-1 0,-3 0 10 15,-4 0-12-15,5 0 2 0,-1 0 15 16,-2 0 1-16,5 0-16 0,-1 1-1 16,1 1 0-16,-1-1 0 0,5 0-1 15,-1 0-1-15,3 0-2 0,2-1-12 16,0 1 2-16,1 1-5 0,1-2 6 15,4 2-21-15,-2-1-40 0,2-1-46 16,0 0-50-16,2 1-70 0,0 1-160 16,0 3-343-16,0-4-513 0,0 2-506 15</inkml:trace>
  <inkml:trace contextRef="#ctx0" brushRef="#br0" timeOffset="199113.32">7303 4342 138 0,'0'0'3'0,"0"0"-3"0,0 0 20 16,0 0 9-16,0 0 164 0,0 0-170 15,0 0-21-15,6-21-2 0,-6 18 39 16,0 2 81-16,0-1 33 0,0 0 20 16,0 0-39-16,0 1 3 0,-2-2-7 15,-2 1-26-15,2 0-75 0,2 1-29 16,-2-2-22-16,0 2 9 16,0-1-3-16,2 2 16 0,0 0 11 0,-2 0-11 15,0-1-1-15,2 1-11 0,0-2 11 16,0 1-40-16,0-2-112 15,0-1-140-15,0 1-160 0,0-3 20 0</inkml:trace>
  <inkml:trace contextRef="#ctx0" brushRef="#br0" timeOffset="200590.08">7293 4146 17 0,'0'0'46'0,"0"0"-10"0,0 0-34 15,0 0 21-15,0 0-7 0,0 0 7 0,0 0 3 16,0 0-6-16,0 0 413 15,0 0-214-15,6-17-21 0,-6 17 14 16,0 0 9-16,0 0-39 0,-2 0-29 16,2 0 0-16,0 0 6 0,0 0-23 15,-2 0-59-15,2 0-31 0,-2 0 2 16,0 0 4-16,0 0 3 0,0 0-7 16,0 0 13-16,-1 0-9 0,-3 0 3 15,6 2-7-15,-6-1 0 0,4 2-6 16,-2-1-23-16,2 0-19 0,-2 2-3 15,0-1-16-15,-5 2 3 16,5 1-4-16,-2 0 7 0,0 4 10 0,-3 1 1 16,-1-2-11-16,4 3 10 15,-4 0 2-15,-1 1 0 0,1-1-1 16,0 1 2-16,-1 0 1 0,3 1 0 16,0-1-1-16,-1-1 0 0,1 2 2 15,0-1 0-15,2-1-2 0,-1 1-1 16,3-1 0-16,-2 2-1 0,-2-1 1 15,6 0 1-15,-6 1 1 0,1-3 2 16,1 4 0-16,0 0 10 0,0-3-11 16,0 1-1-16,-1 0 2 0,3 1-1 15,-2 0-2-15,-2-1 0 0,4 2-13 16,-1-1 0-16,-1 0-3 0,2 1 0 16,-4 0 3-16,2 1-3 0,4 2-7 15,-5-3 10-15,3 2 1 0,0 1-5 16,-4-3 1-16,4 4 0 0,-2 1 14 15,1-3 1-15,1 2 0 0,0 0 0 16,0 1-1-16,2-1 1 16,-2-2-12-16,2 4 12 0,-4-3 1 15,6-1-2-15,-3 2-21 0,3-2-13 16,0-2 4-16,0 3-10 0,0 0 3 16,0 0 1-16,0 0 5 0,3 1 7 15,1 1-3-15,-2-1-3 0,0 2-33 16,2-4 7-16,0 2 9 0,0 2 36 15,0-3-29-15,3 1 26 0,-1-3-20 16,2 0 1-16,-2 0-24 0,0-1-19 16,3 0 43-16,3-1-30 0,-4 1 65 15,3-2 26-15,-3-1-26 0,2 1-14 16,-1-1 13-16,-3-3-2 0,4-1-7 16,0 2 7-16,-1-3-22 0,1-1 24 15,0 0 0-15,1-1 0 0,-3-1 1 16,6 0 3-16,-3-1-3 0,3 0 2 15,1-2 11-15,-5 3 2 0,9-3-14 16,-5-1 20-16,-1 0-4 16,1 0-1-16,-2 0-14 0,1 0 0 15,-3 1 11-15,0-1 3 0,-1 2-16 16,-1-2 4-16,-4 2-1 0,2-1-3 16,-4 0 19-16,3-1-17 0,-3 2-1 15,0-2 1-15,-2 0-2 0,2 0-2 16,-2 0 2-16,2 1-3 0,-2-1 1 15,2 2-17-15,-2-2-27 0,2 2 1 16,-2-2-7-16,0 0 45 0,0 0 7 16,0 0 82-16,0 0 15 0,0 0 10 15,0 0-3-15,-2 0-78 0,0 0-26 16,-2-2 13-16,2 0-10 0,-5-1 13 16,5-1-16-16,-4-1-16 0,0-1-3 15,0-1-4-15,-3-2-5 16,-1 0 27-16,0-2 1 0,-3-2-12 15,-1 1 11-15,-1-3-1 0,-1 0 2 16,-1-1-17-16,1 1 15 0,-3-3-24 16,3 3 10-16,-1-2 14 0,3 0-1 15,-1 1-49-15,3-2 26 0,-3-1-7 16,5 1 32-16,0-2-2 0,-1 1-10 16,3 1 26-16,-2-1-3 0,6 1-10 15,-3-2 0-15,1 3 1 0,2-2-3 16,-2-1-2-16,4-1-15 0,-4-1 17 15,6-1-11-15,0 0 12 0,-2 0 1 16,2-2 0-16,0 1 2 0,0 2 4 16,0 0 63-16,0-1-18 0,0 2-15 15,0 1 22-15,0 1-22 0,2 1 13 16,-2-1-1-16,0 2-22 16,6 2-26-16,-2-3 0 0,2-2-13 15,0-1 0-15,-2 1 0 0,3 0 13 16,1-3 12-16,-2 3-12 0,0-1 0 15,1 3 2-15,-1 1 18 0,-4 1 9 16,6 1-3-16,-2 2-23 0,-2-2 0 16,3 2-2-16,-1 1-1 0,0-1-3 15,0 1 1-15,0 2-11 0,-1 1-6 16,1 0-4-16,-2 2-29 0,2-1-22 16,2 1-17-16,-4 1-32 0,5-1 35 15,-3 1-71-15,0 1-92 0,-2-1-68 16,5 0 32-16,-5 0-286 0</inkml:trace>
  <inkml:trace contextRef="#ctx0" brushRef="#br0" timeOffset="206224.13">7258 4051 145 0,'0'0'48'0,"0"0"428"0,0 0-72 0,0 0-224 15,0 0-73-15,0 0-19 16,0 0-13-16,-2 0-40 0,2 0-9 16,0 0 0-16,0 0 13 0,0 0 30 15,0 0 18-15,0 0-2 0,0 0-10 16,0 0-24-16,0 0-15 0,0 0-16 15,0 0-7-15,0 0-11 0,0 0 11 16,0 0 3-16,-2 2 23 0,-1-2-4 16,1 3 17-16,-4-2-3 0,6 1-14 15,0-2-2-15,0 1-11 0,-2 1-5 16,2-1-17-16,0-1-17 0,0 1-2 16,0 0-20-16,-2 0-19 15,2 0 3-15,-2 2 29 0,2 0 13 16,-2 0 13-16,-2 0 2 0,2 0-2 15,-2 0 0-15,-1 1 3 0,-3 1 10 16,6-1-13-16,-6 2 0 0,2-1 0 16,-1-1 1-16,1 1 2 0,0 2-2 15,-2-3 24-15,2 2-25 0,-1 0 30 16,3-2-30-16,-4 4-2 0,6-2-18 16,-4-2-3-16,2 3 11 0,-1-2 12 15,-1 0 0-15,2 1 16 0,-2-3 6 16,6 3 40-16,-6-3-33 0,2 2 39 15,-1-2-29-15,3 1-17 16,-4 0-22-16,4 0-3 0,-4 1-10 0,4-2-3 16,-2 3-10-16,0 1 7 15,-1-1-4-15,3 3 7 0,-4 2-10 16,2-2 7-16,-4 1 15 0,6 1-25 16,-5-1 26-16,1 2-10 0,-2-1 0 15,0 0 0-15,4 0 0 0,-3 0 0 16,1 1-6-16,-2-1-4 0,0 0-13 15,6 4 4-15,-5-2 3 0,1 0 0 16,0 1 12-16,2 0-2 0,-4 0 6 16,6-1 11-16,-3 3 1 0,1-1-12 15,0-2 12-15,0 1 0 0,-2 1-3 16,4-1 3-16,-4 0-12 0,3 1-39 16,-1-2-35-16,-2 1 22 0,2 0 19 15,0-1 4-15,0-1-7 0,-5 0 17 16,7 0 12-16,-2-2 7 0,0 0-3 15,2 1-4-15,-2 2-6 0,2-1 23 16,0 1-23-16,-2-1 25 0,4 1-22 16,0-1 10-16,0-2 11 0,0 2-27 15,0-2 29-15,0-1-2 0,0 0 2 16,0 1 0-16,0-1 3 0,0 1-3 16,2 0-2-16,0 1-37 15,0-3-14-15,0 3-34 0,0-1-66 16,0-1-14-16,0 1-25 0,-2-1-4 15,2-2-120-15</inkml:trace>
  <inkml:trace contextRef="#ctx0" brushRef="#br0" timeOffset="-207445.89">11303 5051 83 0,'0'0'94'15,"0"0"363"-15,0 0 155 0,0 0-361 16,0 0-128-16,0 0-71 0,0 0 29 16,-8 3-16-16,6-3-19 15,2 0-27-15,0 0-6 0,0 0 0 0,0 0 30 16,0 0 25-16,0 0-3 15,0 0-33-15,0 0-32 0,0 0-52 16,0 0 10-16,0 0 19 0,0 0 10 16,0 0-9-16,0 0-17 0,0 0-17 15,0 0-9-15,0 0 17 0,0 0 25 16,0 0 20-16,0 0 2 0,0 0 0 16,0 0 1-16,0 0 3 0,0 0 29 15,0 0 27-15,0 0 9 0,0 0 7 16,0 0-17-16,0 0-26 0,0 0-28 15,0 0 18-15,0 0 4 0,0 0 16 16,0 0-3-16,0 0-9 0,0 0-14 16,0 0-16-16,0 0-1 0,0 0-25 15,0 0-23-15,0 0-9 0,0 0-30 16,0 0 10-16,0 0 4 0,0 0 58 16,0 0 16-16,0 0 23 0,0 0 3 15,0 0-3-15,0 0 0 0,0 0-4 16,0 0-6-16,0 0-10 15,0 0-2-15,0 0-1 0,0 0-22 16,0 0-17-16,0 0-10 0,0 0 48 16,0 0 1-16,2 0 0 0,-2-1 2 15,6 0 0-15,-4 0 0 0,0-1 1 16,0 2 10-16,2-1-13 0,-4 1 2 16,2 0-2-16,2 0-1 0,-1 0 1 15,-1 0 1-15,-2-2-1 0,2 2-1 16,0 0-42-16,0 0-28 0,-2 0-7 15,2 0-6-15,0 0-8 0,-2 0 14 16,2-3 23-16,-2 3 19 0,2 0 10 16,0-1 13-16,0-1-23 0,0 0-42 15,0 0-52-15,5-3-49 0,-3 2-124 16,-4-1-108-16,-27 26 236 0</inkml:trace>
  <inkml:trace contextRef="#ctx0" brushRef="#br0" timeOffset="-207153.44">11351 4959 21 0,'0'0'0'16,"0"0"-1"-16,0 0-19 0</inkml:trace>
  <inkml:trace contextRef="#ctx0" brushRef="#br0" timeOffset="-207057.07">11351 4959 52 0,'-15'-6'36'0,"15"6"-10"0,0 0-3 15,0 0 6-15,0 0-6 0,0 0 270 16,0 0-293-16,0 0-65 0,0 0-29 16,0 0 19-16,2 0-17 15,0 0-51-15</inkml:trace>
  <inkml:trace contextRef="#ctx0" brushRef="#br0" timeOffset="-206559.41">11344 4949 195 0,'0'0'423'0,"0"0"-120"16,0 0-140-16,0 0-114 16,0 0-49-16,0 0-68 0,0 0-30 0,0 0-49 15,0 0-35-15,7-1 61 16,-5 1 30-16,0 0-49 0,-2-1 16 16,0 1 62-16,0 0 62 0,0 0 98 15,0 0 104-15,0 0-23 0,0 0-48 16,0 0-4-16,0 0-30 0,0 0-52 15,0 0-45-15,0 0-42 0,0 0 42 16,4 0 25-16,-2 0 20 0,0 0-15 16,2 0-8-16,0 0-2 0,-2-2 6 15,0 2 13-15,0 0 29 0,-2 0 30 16,0 0 42-16,0 0 52 16,0 0-10-16,0 0-62 0,0 0-110 0,0 0-10 15,0 0-49-15,0 0 21 0,0 0 28 16,0 0 3-16,0 0 13 0,0 0 1 15,0 0 12-15,0 0 7 0,0 0 6 16,0 0-7-16,0 0-2 16,0 0-15-16,0 0-18 0,0 0-39 15,0 0-22-15,0 0-11 0,0 0 24 16,0 0 22-16,0 0 13 0,0 0 9 16,0 0 1-16,0 0 3 0,0 0 1 15,0 0 12-15,0 0 0 0,0 0 3 16,0 0-16-16,0 0-1 0,0 0-31 15,0 0-14-15,0 0-2 0,0 0-11 16,0 0 10-16,0 0 49 0,0 0 13 16,0 0 26-16,0 0-13 0,0 0-26 15,0 0-104-15,0 0-117 0,0 0-69 16,0 0-3-16,0-2-36 0,7 2-65 16,-14 2 299-16</inkml:trace>
  <inkml:trace contextRef="#ctx0" brushRef="#br0" timeOffset="-204326.24">11322 4467 1 0,'0'0'46'16,"0"0"-27"-16,0 0 14 0,0 0-14 15,0 0 8-15,0 0 8 0,0 0 357 16,0 0-236-16,0 0-104 0,0 0-22 16,-2-28 22-16,2 23-17 0,0 0 18 15,0 1-11-15,2-2 10 0,-2 1-52 16,2 0-32-16,2-2-8 0,-2 0-38 16,2 2-42-16,2-1-50 0,-2 1 4 15,-2-1 32-15,5 2 53 0,-5-1 25 16,0 0 40-16,0 0 16 0,0 3 54 15,-2-2 64-15,0 1 74 16,4 0-48-16,-4 0-63 0,2-2-56 16,2 1-25-16,-2 1 0 0,0-3 1 15,0 2 12-15,-2 1 16 0,0 0 33 16,2-1 26-16,-2 1 0 0,0 2-3 16,0-3-13-16,0 3-1 0,0-1-6 15,0 1-19-15,0-2 22 0,5 3-22 16,-5-1-46-16,0-1-52 0,2 1-4 15,-2-1 21-15,2 0-4 0,-2 2 35 16,2-2-9-16,-2-1 13 0,0 3 23 16,0 0 36-16,0 0 103 0,0 0 43 15,0 0 0-15,0 0-30 0,0 0-49 16,0 0-16-16,0 0-16 0,0 0-46 16,0 0-48-16,0 0-9 0,0 0-20 15,0 0 28-15,0 0 1 0,0 0 19 16,0 0 4-16,0 0-1 0,0 0 1 15,0 0-10-15,0 0 0 16,0 0 3-16,0 0-3 0,0 0-10 16,0 0-3-16,0 0-12 0,0 6 6 15,0 0 6-15,0-1 16 0,0 3-14 16,0 2-1-16,0-1 0 0,0 0 15 16,0 1-3-16,0 0 0 0,0 1 3 15,0-1-13-15,0 2 17 0,0-1-8 16,0 3 1-16,0-1 10 0,0-2-21 15,0 3 11-15,0 1-11 0,0 0 24 16,-2 0-13-16,2 1 12 0,0-1 17 16,-2 0 26-16,0 1-14 0,2-1-6 15,0 1-6-15,0 1-20 0,0 0 4 16,0-1-7-16,0 1-6 0,0 0-11 16,0-1 1-16,0 3 13 0,0-2-16 15,2 1 2-15,-2-1 0 16,0 2 9-16,2-1-11 0,-2-1-19 15,0 1 17-15,0 1-17 0,2 0-4 0,0 2 7 16,0 0 4-16,-2-2-4 16,2 1-13-16,0-1-3 0,0 0 6 15,0 0 10-15,0 0-7 0,0-1 4 16,0-4-6-16,1 3 5 0,-3-4 18 16,0 1-14-16,0-3 16 0,2 3 0 15,-2-4 2-15,4 1 0 0,-2-1 1 16,-2 0 9-16,2 1-12 0,-2-3 0 15,0 1 0-15,2-1-2 0,-2 0 2 16,2-1 1-16,-2 0 0 16,0-2 0-16,2 1-1 0,-2-2 4 15,0 0-1-15,0 2 10 0,0-2-10 0,0-3 0 16,0 1 0-16,0-1-1 16,0 1-2-16,0-1-1 0,0 3-1 15,0-4-1-15,0 0-10 0,0 0 12 16,0 0 1-16,0 0 0 0,0 0 2 15,0 0 0-15,0 0 14 0,0 0 0 16,0 0-3-16,0 0 7 0,0 0 8 16,0 0 4-16,0-5-32 0,-2 0-19 15,0-4 16-15,0 0 2 0,0-2 1 16,-4-1-2-16,4-4 0 0,-3 0 2 16,3-6-2-16,-2 2 0 0,2-3-1 15,0-1 0-15,0-1-16 0,2 0 17 16,-2 0 0-16,2 0 0 0,-2-1 2 15,2 1 2-15,-2-2-2 0,2-1-11 16,0 1 9-16,-2 0 2 16,0 2-26-16,2-3 10 0,0 3-6 0,0-1-1 15,0 2 21-15,0-1-17 0,0 1 3 16,2 3 16-16,0-2-17 16,-2 3 17-16,0 2 3 0,0-2 10 15,0 1-12-15,0 1 1 0,0-1 1 16,0 1 7-16,0 0-10 0,2-1-13 15,-2 4-7-15,2-1-2 0,-2 0 21 16,2 3-10-16,-2 0 11 0,2 1 13 16,0 1-10-16,-2 0 13 0,2 0-14 15,-2 2-2-15,0-2-1 0,2 3 1 16,-2 0 0-16,0-1 1 0,0 4 16 16,0-1-15-16,2 3-2 0,-2-3-11 15,0 4 11-15,0 0 0 0,0 1 0 16,0 0-1-16,0 1 1 0,0 0 1 15,0 0 12-15,0 0 3 16,0 0 13-16,0 0 13 0,0 0-14 16,0 0-13-16,0 0-15 0,0 1-16 15,0 2-22-15,0-1-7 0,0 3 19 0,0 2 26 16,0 4 3-16,0 3 10 16,0 3-11-16,0 2 11 0,0 3-11 15,0 3 2-15,-4 5 8 0,0 1-9 16,0 5 9-16,0 2 1 0,2 3-11 15,-7 1-1-15,7-1 1 0,-2 1 0 16,0 1 1-16,0-1 13 0,2 0-14 16,-2-1 0-16,2-1 1 0,0-3-2 15,-7 1-1-15,7-3 0 0,-2-2-3 16,0-3-13-16,2 1 13 16,-2-2 0-16,4-3 2 0,-2-1-2 15,0-5-1-15,2 1 2 0,0-3-1 16,0-4-10-16,0 0 13 0,0-5 1 15,0 2-1-15,0-2 3 0,0-4 1 16,0 3 8-16,0-4-10 0,0 0 0 16,0-2 1-16,0 0 13 0,0-1-13 15,0-1 16-15,0 0 7 0,0 0-4 16,0 0-9-16,0 0-12 0,0 0-1 16,0 0 0-16,0 0 0 0,0-1 0 15,0-1 0-15,-2-2-1 0,2 2-37 16,0-2-4-16,0 1 23 0,0-2-26 15,-2 1 6-15,2 0 4 0,-3-2 6 16,-1 3 3-16,2-1 10 0,2-1-19 16,0 2-4-16,-2-1 17 0,0 0-33 15,2 1-52-15,0-3-100 16,0 0-101-16,4-1-189 0,-4 1-141 16</inkml:trace>
  <inkml:trace contextRef="#ctx0" brushRef="#br0" timeOffset="-201444.79">11377 4982 10 0,'0'0'29'16,"0"0"-28"-16,0 0 12 0,0 0-11 15,0 0 25-15,0 0-24 0,0 0 39 16,0 0 4-16,0 0-14 16,0 0 630-16,0 0-212 0,0 0-216 15,0 0-127-15,0 0-55 0,0 0 0 16,0 0-19-16,0 0 6 0,0 0-39 16,0 0-10-16,0 0-45 0,0 0-17 15,0 0 7-15,0 0 10 0,0 0 35 16,0 0 18-16,0 0-14 0,0 0-10 15,0 0-10-15,0 0-9 0,0 0-17 16,0 0 61-16,0 0 1 0,0 0 19 16,7 0-18-16,-3 0-1 0,-2 0 0 15,2 0 2-15,0 0-2 0,0 0 1 16,0 0-1-16,1 0 0 0,3 0 25 16,-2-1-23-16,0 0 27 0,5 0-27 15,-1 0 0-15,-2-1-1 0,2-1 0 16,3 2-1-16,-3-3 12 0,1 3-12 15,3-2-1-15,-6 0 0 16,5 1-11-16,-1 0 12 0,-4 0 20 16,5 0-20-16,-1 0-13 0,-4 2 13 15,5-3 20-15,-3 2-19 0,-2-1-1 16,1-1 2-16,-1 3-2 0,0-1 0 16,-2-1 13-16,-1 1-11 0,-1-1 14 15,-2 2-16-15,2-1 3 0,0 0 17 16,-2 1 9-16,0-2-6 0,4 0 3 15,-2 0-23-15,1 0-3 0,-1 0 1 16,0 1-1-16,2-2 16 0,-2 0-14 16,5 0 24-16,-7 0-24 0,2 1 0 15,0-2 0-15,2 2 8 0,0-1-10 16,0 1-3-16,-1 1-12 0,-1-2 15 16,-2 0 21-16,6 1-21 0,-2-1 0 15,-2 1 0-15,7 0 0 0,-7-2 0 16,8 2 29-16,1-1 43 15,-5 2-51-15,6-2-21 0,1 0-21 0,-1 1 20 16,1-1-1-16,-1 1 0 0,5 0 2 16,-5-1 0-16,5 2-11 15,-5-1-11-15,7-1 20 0,-4 2-15 16,1-4-5-16,1 2-1 0,-3-1 46 16,3 0-30-16,0-1 20 0,3 1-16 15,-3-1 3-15,2-1-2 0,-1 4 2 16,3-3 0-16,0 2-17 0,4 0 17 15,-5 0 10-15,3 0-9 0,0 0-2 16,2 0-21-16,-4-1 22 0,-1 3-3 16,3-2-13-16,-4 1 13 15,2-1 6-15,-1 2 12 0,-1-1-14 16,0-1-1-16,1 2 46 0,-5-1-20 0,4-1 32 16,-3 3-32-16,-1-1 3 15,1 0-25-15,1 1 15 0,4-2 1 16,-7 2-18-16,5 0-2 0,-7 0 0 15,5 0 1-15,-5 0-4 0,5-1-7 16,-7 1 8-16,5 0 2 0,-7 0 0 16,3 0 1-16,1 0 1 0,-1 0-1 15,-1 0-1-15,-2 0 1 0,5 0 1 16,-1 0 18-16,-1 0-19 0,1 0 0 16,-4 0 0-16,7-2 2 0,-3 1-2 15,1 1-1-15,4-1-3 0,-7 1 3 16,2-1-1-16,-1-2-1 0,5 3 0 15,-7 0-8-15,5 0 10 0,1 0 2 16,-1 0-2-16,1 0-1 0,4 0-1 16,-5 0 2-16,5 0 0 0,-5 3 0 15,7-2 0-15,-4 0 0 0,1 0-1 16,5 1 1-16,-4-1-1 0,4-1-9 16,-1 2 9-16,1-1 0 15,0 0 1-15,0-1 1 0,0 2 0 16,4-2 1-16,0 0-1 0,-5 0 0 15,1 0-1-15,2 0-1 0,2 0 1 16,-4 0 0-16,0 0-3 0,-1 0 3 16,3 0-26-16,2 0-33 0,-4-2-25 15,2 2-20-15,-2-2 19 0,2 2-2 16,1-2 25-16,-7 2 0 0,6-1 33 16,-4-1 22-16,4 2 4 0,-7 0 6 15,-1 0 12-15,6 0-15 0,-9 0 0 16,7 0 7-16,-7 0 12 0,5 2 1 15,2-1-20-15,-4-1-14 0,3 0 12 16,-5 0-12-16,6 0 14 0,-1 0 2 16,-3-1 7-16,2-1-9 0,1 1 0 15,-5 0 0-15,6 0 0 0,-7-2 3 16,5 2 8-16,-3 1-9 0,1-1 24 16,4 1 6-16,-7-1 1 15,7 0-33-15,-2-1 3 0,-1 1-3 16,3 0-10-16,-6-3 10 0,5 4 4 15,1 0-4-15,-4 0-2 0,1 0 2 16,-5 0 4-16,8 0-4 0,-3 0 9 16,-3 0-9-16,6 0-1 0,-7 0-13 15,5 0 13-15,1 0 2 0,-3 0-2 16,4 0-42-16,0 0-39 0,-5-1 17 16,7-2 3-16,-2 3 61 0,-3-4-15 15,3 3 15-15,0 0 1 16,-2-2 0-16,-1 2 10 0,3 0-9 0,-4 0 28 15,3-2-9-15,-3 3-7 16,2 0 0-16,-1-1 13 0,-1 0-25 16,1 0-1-16,-3-2-20 0,4 3 20 15,-1-2 11-15,-3 0-11 0,4 0 0 16,-5 0 0-16,3 1-18 0,-3-2 17 16,3 2 1-16,-7-1 0 0,5 0 6 15,-7 0-6-15,3 0 3 0,3 1-1 16,-8 1-2-16,5 0-3 0,-1 0 3 15,-6 0 20-15,5 0-17 0,-1 0-6 16,-2 1 6-16,-2 1 18 0,3-2-19 16,3 3 35-16,-6-2 21 0,-2-1 17 15,3 0-3-15,1 0 6 0,-2 0-3 16,0 0-14-16,-2 0-31 0,5 0-11 16,-1 0 40-16,2 0-58 0,-1-1 12 15,1 0-13-15,4-1 0 16,-3 2-24-16,5-3 22 0,-3 3-9 0,3-1-9 15,-1 1 4-15,-3 0-36 16,5 0 26-16,-5 0-6 0,3 0 28 16,-5 0 4-16,2 0-2 0,-1 0-8 15,-3 1 10-15,0 0 0 0,0 1 0 16,5 0 2-16,-5 0 17 0,0 0-16 16,7-2-3-16,-5 3 27 0,0-2-27 15,7 0-10-15,-7 0 8 0,7 0 2 16,-5 1-2-16,1-2 1 0,3 0-20 15,-7 0-41-15,-1 0-23 0,6 0-9 16,-5 0-23-16,-5 2-4 0,2-2-12 16,0 0 29-16,-2 2 3 0,0-2 3 15,-2 3 26-15,0-1 17 0,3-1 32 16,-3 3-42-16,2-2-85 0,-2-2-157 16</inkml:trace>
  <inkml:trace contextRef="#ctx0" brushRef="#br0" timeOffset="-200811.2">19958 4810 11 0,'0'0'49'0,"0"0"-36"16,0 0 1-16,0 0-13 0,0 0-1 15,0 0 2-15,0 0 28 0,54 0 12 16,-48 0 134-16,0 0 0 0,0 0-91 15,3 0-59-15,-7 0-26 0,6 0 0 16,-2 0-10-16,-2 0 7 0,0 0-10 16,1 0 0-16,-3 1 12 0,0 1-2 15,0 0 1-15,-2 2 2 0,0 0 0 16,4-1-2-16,-4 2-141 0,2-1-144 16</inkml:trace>
  <inkml:trace contextRef="#ctx0" brushRef="#br0" timeOffset="-199308.28">19890 4817 65 0,'0'0'30'16,"0"0"-14"-16,0 0-3 0,0 0 0 15,0 0 20-15,0 0 19 0,0 0-29 16,0 0 55-16,0 0 68 16,0 0 44-16,-21 0-8 0,19-2 23 15,-2 2 26-15,4-2 46 0,0 2-69 16,-2 0-78-16,2 0-101 0,0-2-29 15,0 2-52-15,0 0-6 0,0 0 35 16,0 0 23-16,0 0 55 0,0 0 4 16,0 0-14-16,0 0-12 0,0 0-33 15,0 0-4-15,2 0-54 0,2 0 32 16,0 0 13-16,0 0 13 0,7 0 1 16,-3 0-1-16,4 0 16 0,1 0-16 15,1 0-1-15,1 0-16 0,-1 0 17 16,5 0 13-16,-1 0-13 0,1-1 0 15,2 1 1-15,-1-3 55 0,3 3-1 16,0-1-25-16,0-1-8 0,3 2 1 16,-3 0-10-16,6-1 3 0,-4 1 4 15,2 0 6-15,0 0-7 0,2 0 4 16,0 0-4-16,-1 0 7 16,1 0 10-16,-2 0-10 0,2 1-7 15,0-1-6-15,0 3-10 0,2-1 0 16,-2 0 10-16,2 0-2 0,0 0-11 15,2-2-2-15,-2 2 2 0,0-2-1 16,0 0-2-16,0 0-9 0,-2 0 11 16,2 0 2-16,0 0-1 0,-4-2 1 15,0-2-1-15,0 3 1 0,-2-2-1 16,1 0 1-16,-1 3 2 0,0-3 1 16,0 2-1-16,0-1-3 0,-1 1 0 15,1 0 1-15,-4-1 1 0,4 0-1 16,0 2-1-16,-1-1 1 0,-1 0-1 15,2 1 0-15,-2-1-1 0,-1 1-1 16,1 0-1-16,2 0-14 0,-6 0 17 16,1 0-1-16,1 0 0 0,-3 0 1 15,3 0 1-15,-6 0-1 0,3 1 1 16,-1 1 2-16,1-2-1 0,1 2 14 16,0-1-13-16,-1 0 0 15,3 0 1-15,-1 0-2 0,-3-1-1 16,4 0 0-16,-1 0 1 0,1 0-1 15,0 0-1-15,1 2 3 0,-1-2 17 16,2 0-1-16,0 0 10 0,-1 1-16 16,3-1-9-16,0 0-1 0,4 0-1 15,-2 2-2-15,2-1 0 0,0-1-2 16,4 0-11-16,-2 0 12 0,2 0 1 16,0 0-2-16,-2 0-2 0,-2-1-28 15,4-2 3-15,-8 1 13 0,2 0 2 16,-3 1 13-16,1 0 2 15,-2-1-2-15,0 2 2 0,-1 0-1 16,1 0 2-16,0 0-1 0,2 0 12 16,-1 0-13-16,-1 0 0 0,0 0 2 15,2 0-2-15,-3 0 0 0,3 0 0 16,-2 0 1-16,2 0 11 0,-2 0-11 16,-3 0 1-16,5 0 21 0,-4 0 0 15,-1 0 9-15,5 0 7 0,-2 2-17 16,2-2-4-16,2 1-18 0,-1 0-1 15,3 0 0-15,-2-1 1 0,2 0 0 16,-2 0-1-16,-2 0 1 0,4 0 1 16,-6 0-1-16,1 0 1 0,1 0 0 15,-2-1 12-15,0 0-9 0,-3 0 18 16,5-1-20-16,-4 2 11 0,0 0-11 16,1 0 2-16,-3 0 6 0,2 0-10 15,-1 0-2-15,1 0-11 0,0 0 13 16,-1 2-13-16,-1 0 10 0,4 0-10 15,-7-2-6-15,5 3-4 0,-5-3 1 16,1 3 6-16,-5-3 16 16,-1 2-3-16,-1-2 2 0,-4 1 1 15,0-1 1-15,3 0 2 0,-1 0 13 16,-2 0-13-16,-2 0 23 0,0 0 9 16,3 0-9-16,-1 0 0 0,0-3 0 15,0 2-4-15,-2-1 14 0,2-1-20 16,5 1 0-16,-3 0-15 0,-2 0-1 15,3 0-1-15,1 0-22 0,2 0 21 16,-6 0-20-16,7 0 18 0,-3 1-12 16,1 1-6-16,-1 0 9 0,0-2-10 15,-4 2 4-15,3 0 6 0,-1 0 10 16,2 0 1-16,-1 0 1 0,-3 0 1 16,2 0 2-16,2 0 11 0,-3 0-13 15,-3-1 13-15,0 1 3 0,-2-1 6 16,2 0 1-16,-2 0 19 15,-2 1 0-15,0-2 3 0,2 2-23 16,-2 0-22-16,0-1 0 0,2 1-3 16,-2 0 0-16,0 0-20 0,0 0 7 15,0 0-13-15,2 0-42 0,-2-1-51 16,4 0-53-16,-1 0-61 0,-1-1-147 16,0 1-167-16,-2-2-173 0,-15 13 236 15</inkml:trace>
  <inkml:trace contextRef="#ctx0" brushRef="#br0" timeOffset="-198187.66">23669 4425 131 0,'0'0'1161'0,"0"0"-817"0,0 0-275 0,0 0-69 15,0 0 0-15,0 0 52 16,0 0 26-16,0 0-23 0,0 0 3 16,0 0 4-16,31 44-7 0,-23-36 0 15,2-1-3-15,0 0-32 0,3 0-18 16,-1 1 0-16,1-1 0 0,3 2-2 15,-3-3 2-15,1 1 0 0,3 1-2 16,1 2 2-16,1-3 1 0,2 1-2 16,-5 2 0-16,5-2 0 0,-1-1 2 15,1 4-2-15,2-2 0 0,-5 0 12 16,3-1-10-16,-2 1-3 0,-3 0 0 16,-1-2 0-16,-1-1 0 0,-6 0 0 15,3 1 0-15,-3-1 0 0,-2-1 17 16,0 2 47-16,1-2-15 0,-1 1 3 15,2 0-20-15,-4-2-3 0,2 0-3 16,3 4-26-16,-3-4 19 16,2 1-19-16,-2 0 0 0,-4-2-1 15,3 0 1-15,-3-1 0 0,0-1 2 16,0-1 21-16,-2 0 41 0,0 0 81 16,0 0 32-16,0 0-58 0,0 3-113 15,2-1-6-15,2-1-61 0,2 4 36 16,0-1 22-16,-1 2-20 0,7-2 4 15,0 1 3-15,-1 1-36 0,3-1-15 16,-1-2-26-16,-7 2 12 0,2-2 20 16,-2-2 38-16,-4 1 23 0,-2-1 11 15,0-1 108-15,0 0 145 16,0 0-27-16,-2 0-68 0,2 0-38 16,-2 0-27-16,0 0-40 0,2 0-30 15,0 0-34-15,0 0-18 0,0 0-26 16,0 0 0-16,0 0 0 0,0 0 21 15,0 0 4-15,0 0 6 0,0 0 11 16,-2 0 2-16,0 0 4 0,0 2 11 16,-4-1-15-16,2 3-1 0,-3 0-1 15,-1 1 1-15,-2 0-2 0,1 1 1 16,3 1-1-16,-6-1-16 0,2 3 15 16,1 1-15-16,-1 0 17 0,-2 3-14 15,1-1-6-15,-3 1-6 0,1 0-11 16,-1 2 14-16,-3-1 12 0,1 1 0 15,-1 2 10-15,-3-1 1 0,3 1-1 16,-8 3-23-16,2-4 4 0,1 3 9 16,-3-1-9-16,-2-3 20 0,4 1-14 15,3-2 16-15,-5-2 0 0,2-1 3 16,4 0 10-16,-3-2-1 16,7-2 4-16,-3-1 10 0,3 0-4 15,1 0-9-15,3 0-10 0,3-3-1 16,0 3-2-16,2-3-12 0,2-1 8 15,-1-1-8-15,5 2-4 0,-2-3 0 16,2 1-29-16,0-1-16 0,0 0-19 16,0 0-3-16,0 0 2 0,0 0 11 15,0 0-17-15,0 0-23 0,0 2-32 16,0-1-39-16,0 1-69 0,0-1-156 16,0 0-46-16,0 1-239 0,0-11 226 0</inkml:trace>
  <inkml:trace contextRef="#ctx0" brushRef="#br0" timeOffset="-189430.52">9122 2932 87 0,'0'0'49'0,"0"0"-17"0,0 0 1048 16,0 0-689-16,0 0-151 0,0 0 20 15,0 0-11-15,-6-11-65 0,6 11-45 16,0 0 12-16,0 0 22 0,0 0 9 16,0 0 13-16,0 0-11 0,0 0-29 15,0 0-36-15,0 5-12 0,-2 7-2 16,-2 12-9-16,-9 21 54 0,-3 21-88 15,-3 9-31-15,-3 1-7 0,-1-6 7 16,4-12 0-16,3-4 0 0,3-15-18 16,3-8-12-16,2-6-1 0,1 3 0 15,-1 2-16-15,0-1-33 0,4-1-7 16,2-6-56-16,2-3-59 0,0-5-112 16,2-4-128-16,2-3-186 0,0-4-411 15,4-3-379-15</inkml:trace>
  <inkml:trace contextRef="#ctx0" brushRef="#br0" timeOffset="-189145.08">9081 2987 947 0,'0'0'798'0,"0"0"-163"0,0 0-228 15,0 0-32-15,0 0-79 0,0 0-102 16,0 0-77-16,0 0-77 0,0 0-40 15,0 0 0-15,21-47 17 0,-9 53-1 16,2 0 0-16,5 5 3 0,4 3-4 16,4 0-12-16,2 2-1 0,4 0-2 15,0 2 2-15,2-3-2 0,-2-2-1 16,2 1-1-16,-6-3-11 16,0-3-28-16,-4 1-38 0,-9-1 1 15,1-1-21-15,-9 0-43 0,-2 1-37 16,-6 2 4-16,0 0-27 0,-8 2-111 15,-2-1-243-15,1-3-241 0,-9 2-420 0</inkml:trace>
  <inkml:trace contextRef="#ctx0" brushRef="#br0" timeOffset="-188900.92">9223 3170 659 0,'0'0'2150'0,"0"0"-1564"15,0 0-112-15,0 0-69 0,0 0-157 16,0 0-143-16,0 0-105 16,0 0 1-16,-4 54 26 0,11-26 32 15,-3 6-19-15,0 5-9 0,0 0-31 16,0 3-4-16,-2-3-11 0,0 1 0 16,2-2-59-16,0-4-65 0,3-6-56 15,-1 0-57-15,2-9-117 0,0-6-228 16,3-5 154-16,-5-2-965 0</inkml:trace>
  <inkml:trace contextRef="#ctx0" brushRef="#br0" timeOffset="-188714.99">9240 3482 184 0,'0'0'1888'0,"0"0"-1206"0,0 0-323 16,0 0-91-16,0 0-27 0,12-53-17 15,3 38-61-15,-3-1-74 0,5 3-67 16,-1-1-21-16,-1 2-1 0,-1 5-28 15,-3 1-42-15,3 1-24 0,-8 5 3 16,1 0-41-16,-1 0-11 0,-4 4 0 16,-2 3-86-16,0 4-63 15,-8-3-223-15,3 3-637 0</inkml:trace>
  <inkml:trace contextRef="#ctx0" brushRef="#br0" timeOffset="-188507.85">9093 3385 3015 0,'0'0'757'0,"0"0"-399"0,0 0-75 15,0 0-140-15,0 0-143 0,-12 57-1 16,18-37 1-16,-2 3-2 0,2 1-11 16,3 1 11-16,-1-2-13 0,0 0-32 15,0 0-46-15,1-1-31 0,-3-1 6 16,-2-1-33-16,0-2-60 0,0-2-121 15,-2-2-64-15,-2-2-157 16,0-4-618-16</inkml:trace>
  <inkml:trace contextRef="#ctx0" brushRef="#br0" timeOffset="-188253.91">9040 3742 317 0,'0'0'2396'0,"0"0"-1819"0,0 0-285 15,0 0-68-15,0 0-45 0,0 0 19 16,0 0 29-16,0 0-69 0,0 0-56 16,55-50-35-16,-36 40-36 0,2-2-31 15,3 1-2-15,3 0-1 0,2 1 1 16,2-1 1-16,2 5-14 0,-2-1 2 16,-4 2-8-16,2 3-7 15,-4 0-21-15,-4 2-13 0,-1 0-52 16,1 0-38-16,-5 0-38 0,1-1-62 15,0-1-124-15,-3-2-160 0,0-2-209 16,5-6-800-16</inkml:trace>
  <inkml:trace contextRef="#ctx0" brushRef="#br0" timeOffset="-187551.59">9682 3027 102 0,'0'0'1820'16,"0"0"-1502"-16,0 0-182 0,0 0 164 16,0 0 22-16,56-14-70 0,-35 7-13 15,6-1-33-15,2 0-42 0,0 0-39 16,6-1-26-16,-2 1-37 15,0 0-43-15,2 3-7 0,-4-1-12 16,-2 4-1-16,-4-1-21 0,-7 3 7 0,-3 0-7 16,-5 0-45-16,-2 0-27 15,-3 5-28-15,-5 0-33 0,0 1-6 16,0 3-59-16,-5 2-122 0,-3 2-96 16,0-1-193-16,4-1-341 0</inkml:trace>
  <inkml:trace contextRef="#ctx0" brushRef="#br0" timeOffset="-187369.42">9881 3151 2080 0,'0'0'1038'0,"0"0"-703"15,0 0 1-15,0 0-22 16,-27 72-136-16,25-49-91 0,2 7-34 0,2-2-41 16,6 3-12-16,-4 0-43 15,7-1-38-15,-3-3-34 0,4-4-45 0,-3 1 15 16,-1-7-18-16,0-1-53 0,0-2-96 15,-3-5-108-15,-1-1-132 0,-2-3-273 16,-2-5-528-16</inkml:trace>
  <inkml:trace contextRef="#ctx0" brushRef="#br0" timeOffset="-187102.42">9879 3221 1008 0,'0'0'1120'0,"0"0"-606"15,0 0-176-15,0 0-3 0,0 0-118 16,45-61-132-16,-32 50-31 0,1 1-23 16,5 3-12-16,-1 1 3 0,3-1 10 15,4 4 15-15,2 1 10 0,-3 2-4 16,3 3-3-16,-2 6 4 0,0 4-16 16,-4 0-10-16,-3 6-9 0,-1 4-6 15,-5 0-11-15,-6 4-2 0,1-1-27 16,-7 2-27-16,0-1-25 15,-7-1-2-15,1-2 5 0,-4-3 7 16,4-3-39-16,-5-3-56 0,7-5-53 0,0-4-68 16,4-1-123-16,-6-4-233 15,4-1-377-15</inkml:trace>
  <inkml:trace contextRef="#ctx0" brushRef="#br0" timeOffset="-186869.37">10011 3019 138 0,'0'0'1555'0,"0"0"-942"16,0 0-103-16,0 0-14 0,0 0-90 15,0 0-148-15,0 0-104 0,0 0-35 16,0 0-4-16,0 0-41 0,-14 73-3 16,16-42 7-16,4 1-14 0,-2 5-21 15,2-1-18-15,0-1-25 0,5 0-3 16,-3-1-59-16,0-3-12 0,-2-3-27 15,3-3-45-15,-7 0-47 0,-2-5-81 16,2-1-99-16,-2-4-105 0,-2-3-118 16,0-6-560-16</inkml:trace>
  <inkml:trace contextRef="#ctx0" brushRef="#br0" timeOffset="-186648.2">9904 3376 356 0,'0'0'1865'0,"0"0"-718"16,0 0-959-16,0 0-90 16,0 0 160-16,0 0 19 0,0 0-116 15,49-11-108-15,-30 5-37 0,-3 1-14 0,5 1-2 16,0 0-16-16,1 3-55 16,-3 0-26-16,-2 1-33 0,-3 2-50 15,-6 4-21-15,-2 4-91 0,-6 1-88 16,-4 4-96-16,-4-5-311 0,-8 10-623 0</inkml:trace>
  <inkml:trace contextRef="#ctx0" brushRef="#br0" timeOffset="-186462.98">9895 3539 1740 0,'0'0'1447'16,"0"0"-1266"-16,0 0 102 0,0 0 47 15,0 0-110-15,0 0-108 0,62-1-75 16,-45-2-24-16,-1 0-13 0,1 0-11 15,4 1-51-15,-7 1-25 16,-2 1-50-16,3 0-5 0,-7 0 3 16,-2 1-6-16,-1 2-20 0,-5 2-48 15,0-1-81-15,0 0-157 0,-3-1-533 16,-7-1-335-16</inkml:trace>
  <inkml:trace contextRef="#ctx0" brushRef="#br0" timeOffset="-186130.06">9842 3341 343 0,'0'0'2362'0,"0"0"-1749"16,0 0-318-16,0 0-125 0,0 0-22 15,0 0 13-15,0 0-30 16,0 0-50-16,0 0-81 0,-50 22-25 16,48-3-10-16,0 6 35 0,2 2 22 15,0 1 12-15,8-1 6 0,-2 1 13 16,3-6-16-16,3-1 3 0,2-4-3 15,1-3-6-15,1-2-6 0,3-1 9 16,0-4 6-16,3-1 0 0,-3-1-12 16,4-3-10-16,2-2-3 0,-3 0-11 15,7-7 8-15,-2 0 0 0,4-4-10 16,0 0 0-16,-2-2-2 0,2 1-3 16,0 0-40-16,-4-1-18 0,2 3-4 15,-2-4-93-15,0 3-34 0,-3-4-43 16,1 2-67-16,-8-1-152 0,-1 2-88 15,-3-4-1-15,-9 4-237 0,0-2 61 16,-2 4 96-16</inkml:trace>
  <inkml:trace contextRef="#ctx0" brushRef="#br0" timeOffset="-185967.19">10385 3337 164 0,'0'0'567'0,"0"0"-52"0,0 0-11 16,0 0-75-16,0 0-54 0,0 0-66 16,0 0-155-16,0 0-55 0,0 0 71 15,0 0 182-15,-25 11-21 16,25-3-68-16,5 3-58 0,-3 3-103 15,0 1-55-15,4 2-17 0,-2-3-30 16,2 3 0-16,0-1-18 0,-1 1-87 16,1-2-87-16,0 2-81 0,2-5-253 15,-6-3-631-15,7-4-1151 0</inkml:trace>
  <inkml:trace contextRef="#ctx0" brushRef="#br0" timeOffset="-185316.6">10472 2944 474 0,'0'0'1246'0,"0"0"-873"0,0 0-344 16,0 0 20-16,0 0 103 0,0 0 13 16,0 0-16-16,54-48 31 0,-38 37 3 15,5-1-36-15,0-1-41 0,6 2-33 16,1 1-16-16,1 0-19 0,2 4 16 16,2 2 19-16,1 0 3 15,-5 4 10-15,2 0-7 0,-9 4-10 0,-3 3 3 16,-3 1-12-16,-1 4-1 15,-5-1 8-15,-4 5 11 0,-4 2 31 16,3 4-10-16,-5 0-49 0,0 0-29 16,-7 5-20-16,5-4-1 0,0 2-55 15,-2-3-45-15,0 1-43 0,2-4-61 16,0 1-92-16,0-3-142 0,-2-2-143 16,2-6-69-16,-11-1-942 0</inkml:trace>
  <inkml:trace contextRef="#ctx0" brushRef="#br0" timeOffset="-185023.18">10416 3080 867 0,'0'0'1101'16,"0"0"-486"-16,0 0-435 0,0 0 122 15,0 0 24-15,60-34-82 0,-35 21-48 16,6-1-27-16,4 1-40 0,2-2-60 16,7 1-57-16,-1 1-12 0,3 1 0 15,-1 0 0-15,-1 4 3 0,-5 1-3 16,-2 3-3-16,-8 2-9 0,0 2 10 16,-6 0-17-16,-5 1-49 0,-5 4-40 15,-3 1-46-15,-8 0-60 16,-2 1-69-16,0 0-65 0,-2-1-206 15,-15 6-734-15</inkml:trace>
  <inkml:trace contextRef="#ctx0" brushRef="#br0" timeOffset="-184761.08">10615 3146 2259 0,'0'0'1433'0,"0"0"-1430"0,0 0 73 16,0 0-10-16,0 0 72 0,0 0-69 16,60-20-37-16,-36 8-19 0,1 2-11 15,0 0-2-15,2 1-2 0,-4 0-11 16,4 2 10-16,-7 2-16 0,-3 3 0 16,-5 0-32-16,-6 2-36 0,5 0-61 15,-11 4-39-15,0 1-45 0,0 3-39 16,-2 1-108-16,-7 1-194 0,5-2-252 15,-8 2-305-15</inkml:trace>
  <inkml:trace contextRef="#ctx0" brushRef="#br0" timeOffset="-184542.64">10637 3228 145 0,'0'0'2306'0,"0"0"-1765"0,0 0-349 16,0 0-61-16,0 0 35 0,0 0 24 15,0 0 49-15,0 0-34 0,0 0-59 16,60-19-37-16,-41 11-28 0,4-2-63 16,-1 1-18-16,1-2-10 0,0 3-12 15,-2 2-34-15,-5 2-21 0,-1 3-38 16,-9 1-7-16,0 0-4 0,-4 3 16 16,-2 5 18-16,0 2-6 0,-6 1-108 15,0 3-212-15,2-5-220 0,-15 8-563 16</inkml:trace>
  <inkml:trace contextRef="#ctx0" brushRef="#br0" timeOffset="-184269.6">10447 3420 1244 0,'0'0'1690'0,"0"0"-1227"0,0 0-418 16,0 0 189-16,0 0 96 0,0 0-76 15,68-28-49-15,-47 18-10 0,6-3-51 16,0 0-58-16,0 1-40 0,4-1-22 16,2-1-11-16,2 0-12 0,-2 2-1 15,6 0 1-15,-1 2-1 16,-5 0-2-16,0 2-11 0,-4 1-26 16,-9 4-38-16,1 2-21 0,-7-1-35 15,-1 2-46-15,-7 0-48 0,-4 0-68 16,0 0-102-16,-2 3-114 0,0-3-153 15,-2 3-697-15</inkml:trace>
  <inkml:trace contextRef="#ctx0" brushRef="#br0" timeOffset="-183978.52">10770 2873 1289 0,'0'0'706'0,"0"0"-369"0,0 0-137 0,0 0 97 16,-31-54 11-16,29 48-85 15,-3 1-45-15,5 4-23 0,0 1-51 16,0 0-38-16,0 0-22 0,0 7-22 16,0 5-21-16,7 8 166 0,-3 8 51 15,0 11-91-15,-2 1-55 0,-2 7-32 16,6-2-19-16,-4 2-5 0,0-4-16 15,-2-4-1-15,2-4-49 0,0-3-18 16,1-2-71-16,-1-5-76 0,2 0-128 16,-2-5-193-16,2-2-177 0,-2-6-541 15</inkml:trace>
  <inkml:trace contextRef="#ctx0" brushRef="#br0" timeOffset="-183772.58">10730 3394 1023 0,'0'0'1467'0,"0"0"-891"16,0 0-384-16,0 0-116 15,0 0-31-15,0 0-26 0,0 0 0 16,2 62-19-16,3-47-1 0,1 1-12 16,0-1-25-16,4-1-41 0,-6-3-30 15,5 0-45-15,-1-6 13 0,0 0-39 16,-4-2-104-16,3-2-169 0,-1-1-266 15,-4-1-498-15</inkml:trace>
  <inkml:trace contextRef="#ctx0" brushRef="#br0" timeOffset="-183476.04">10732 3364 1358 0,'0'0'1022'0,"0"0"-458"16,0 0-240-16,0 0-197 0,0 0-102 15,0 0 55-15,0 0 46 0,0 0-43 16,0 0-27-16,56-23-2 0,-39 20-23 16,1-1-8-16,1 2 2 0,0-1 3 15,-1 2 10-15,1 1-1 0,-5 0 1 16,1 1-3-16,-5 5 18 0,-2-1-3 16,1 3 22-16,-5 3 6 0,0-3-32 15,-2 4-12-15,-2 0-9 0,0-1-9 16,0 3-14-16,0-3-2 0,0 1-26 15,0 0-49-15,-2-2-43 0,0 0-41 16,0-1-27-16,0-1-41 0,0-1-84 16,-5-3-85-16,3 1-107 0,0-2-314 15,-4-3-472-15</inkml:trace>
  <inkml:trace contextRef="#ctx0" brushRef="#br0" timeOffset="-183250.03">10739 3432 981 0,'0'0'788'0,"0"0"-234"16,0 0-131-16,0 0-47 0,0 0-169 16,0 0-118-16,53-16-41 0,-38 10-45 15,-1 3-3-15,-3-2-2 0,5 1-27 16,-3 2-37-16,-1 2-97 0,3 0-64 15,-9 0-95-15,-2 0-257 0,-2 0-643 16</inkml:trace>
  <inkml:trace contextRef="#ctx0" brushRef="#br0" timeOffset="-183067.54">10726 3532 669 0,'0'0'2797'15,"0"0"-2220"-15,0 0-292 0,0 0-118 0,0 0-167 16,0 0-45-16,0 0 45 0,0 0 18 16,0 0-15-16,62 6 10 0,-41-6-13 15,6-2 0-15,2-2-87 0,2-1-84 16,0-1-33-16,0 1-47 0,-2-2-231 16,-13 2-311-16,5-3-1012 0</inkml:trace>
  <inkml:trace contextRef="#ctx0" brushRef="#br0" timeOffset="-181901.73">8500 3391 301 0,'0'0'411'0,"0"0"675"16,0 0-642-16,0 0-253 0,0 0 0 15,0 0 50-15,0 0-36 0,0 0-35 16,0 0-17-16,0 0-20 0,-12 15-28 15,10-8-36-15,-1 1-25 0,1 6-21 16,0 1-20-16,0 3 0 16,2 0-3-16,0 1-16 0,4-3 3 15,1-1 1-15,1 0-35 0,0-5-1 16,2-3-3-16,0 2 10 0,3-6 16 16,-1 1 6-16,3-4 3 0,-3 0 0 15,0 0 14-15,3-6 2 0,-5 1 0 16,0-3 13-16,0-2 6 0,-3 1 3 15,1-1 3-15,-4-2 4 0,-2 1-1 16,0-4 1-16,0-1 18 0,0 0 0 16,0-2-46-16,-4 1 1 0,0 0 0 15,-3-1 10-15,1 6 4 0,-2-2 6 16,2 3 3-16,-3 4 7 0,1 1-7 16,-2 4 10-16,2-1 5 0,-3 3-14 15,1 0-15-15,2 5-11 0,-3 1-20 16,3 6 18-16,0 1-15 15,2 1 2-15,-3 2-7 0,5 0 20 0,0-1 1 16,4-2 1-16,0 0-1 16,0 0-12-16,2-1 12 0,2-2 0 15,2 0 1-15,1 1-1 0,1-2 1 16,0 0-2-16,2-1-17 0,1-3 6 16,-3 1 10-16,2-3-13 0,-1 0 4 15,-3-3 11-15,0 0 1 0,-2 0 0 16,0 0 19-16,0-4 25 0,-1-4 15 15,1-1 32-15,0-4-18 0,0-2-29 16,2-6-29-16,-2 1-2 0,0-1-13 16,-2 3 0-16,1 0 1 0,-3 4 18 15,0 1 12-15,-5 3 0 0,-1 2-3 16,0 3 3-16,-2 2-20 0,-1-1-11 16,1 4-27-16,0 0-39 0,0 0-40 15,-5 4-33-15,5 2-55 0,-2 2-126 16,3 2-146-16,1-3-262 0,4 1-1337 15</inkml:trace>
  <inkml:trace contextRef="#ctx0" brushRef="#br0" timeOffset="-179746.95">8618 4082 92 0,'0'0'79'16,"0"0"-24"-16,0 0 307 0,0 0 423 16,0 0-304-16,0 0-186 0,0 0-29 15,0 0-18-15,0 0-54 0,0 0-53 16,0 6-13-16,0-6-4 0,0 0-18 15,0 0-20-15,0 0-29 0,0 0-10 16,0 1-18-16,0-1-29 0,0 2-17 16,0 1-24-16,0 3-16 0,0 1 31 15,0 2 10-15,0 2 3 0,0 0 10 16,4-3-13-16,0 2-3 0,4-3-6 16,-1 0 3-16,1-1-1 0,2-2-2 15,-2 0 12-15,5-2 11 0,-1-2 2 16,-3 0-19-16,3 0 17 15,-4-2-2-15,0-3 4 0,-1-3 26 0,-1 0 12 16,-2 1 20-16,-2-3 37 16,0-1 13-16,-2 1-16 0,0-2-20 0,0 1-18 15,0-1-19-15,0 1-4 16,-2-1-9-16,0 2-20 0,-4-1 11 16,2 4 3-16,-3 0 9 0,1 3 0 15,0-1-3-15,-2 2 0 0,0 0 6 16,-1 3-26-16,1 0-1 0,0 0 1 15,-1 2-2-15,1 2-2 0,2 1-20 16,0 2-13-16,0 0 10 0,1 2-18 16,3 2 5-16,-2 0 9 0,4 1 11 15,0-1-1-15,0 0-3 0,2-1-10 16,2 0 4-16,3 1-1 0,1-3 1 16,0 1-13-16,3-2 3 0,-1-1 9 15,0-1 1-15,1-2 9 0,-3-1 15 16,2-2 1-16,-2 0 2 0,-1 0 1 15,1 0 0-15,-4-4 16 0,0 0 25 16,-2-3 19-16,0 1 42 0,0-5-8 16,-2 2-25-16,0-5-31 0,0 1-19 15,0-3-16-15,0 1 10 16,0-1-11-16,-4 1 14 0,2 1-13 16,-2 1-3-16,-2 3 25 0,0 5 22 15,-3 0-32-15,3 2-12 0,0 1 10 16,0 2-13-16,2 0-42 0,-1 0-58 15,3 2-83-15,-2 4-102 0,4 1-139 16,0 3-104-16,0-2-445 16,6 1-491-16</inkml:trace>
  <inkml:trace contextRef="#ctx0" brushRef="#br0" timeOffset="-177301.39">25477 5573 3 0,'0'0'114'0,"0"0"887"15,0 0-728-15,-53 3-94 0,38-6-16 16,-4 3-56-16,5-1-68 0,-9-2 23 15,7 0-60-15,-7 0 11 16,2 0-13-16,-6-1-3 0,5-1 3 16,-7-2 19-16,-4 1 20 0,-2-1 75 15,-5-1-82-15,-11-4-9 0,-7 1 38 16,-13-3-19-16,-3 1-42 0,4 1-16 16,8-1 5-16,6-1 10 0,10-3 1 15,11 3 0-15,4 1 15 0,4-3 37 16,-6-3 32-16,0-4-9 0,-6-5-11 15,2-2-64-15,4-3-6 0,-2 1-30 16,4-1-22-16,-3-1-65 0,6 1-58 16,3 1-24-16,2-2-41 0,6 5-2 15,5-1 63-15,0 0 19 0,3 0 68 16,5 0 98-16,2-1-1 0,2-3 2 16,0 3 122-16,0-3-55 0,6-1 53 15,5 2 2-15,1-3 30 0,3-1 26 16,7-1-143-16,5-2-36 0,2 2-36 15,8-5-6-15,3 0 25 0,3 1 4 16,9-5 20-16,8-6-7 16,12-3 26-16,2-1 42 0,-3 5-35 0,-3 5 25 15,-4 8-12-15,2-1-43 16,2 0-3-16,5 3-20 0,-1 0-51 16,7 5-43-16,3 0-71 0,3-1 48 15,4 6 36-15,2-2-32 0,6 4 58 16,0-1 36-16,7 2 19 0,-5-1-19 15,6 5 39-15,-1-3 25 0,-5 4 63 16,4 2 55-16,0-2 56 0,-1 5 35 16,1-2-19-16,5 4-57 0,-3 2-41 15,-2 5-16-15,5 1-40 0,-5 4-9 16,3 0-33-16,-3 8-18 0,4 1-1 16,-3 4-19-16,-3 4-7 0,-2 0 7 15,-4 3-1-15,5 1-2 0,-3 4 19 16,-6 0-13-16,0 3 16 15,0-2-2-15,-9 3-8 0,-1 0 9 0,-9 2 1 16,-6 1 0-16,-3-1 0 0,-14-3 2 16,-10-5 2-16,-12-2 12 15,0-3 0-15,-2 4 0 0,6 6-3 16,0 1-11-16,-4 2 0 0,-4-1-2 16,-3-1-20-16,1-1-38 0,-7 1-23 15,-1-1-26-15,-3 0 3 0,-2 0-29 16,1 0 13-16,-5 3 19 0,-2-2 101 15,4 5 42-15,-6 3 13 0,0 1 14 16,-4 3 41-16,-4 4-45 0,-5-1-39 16,-7 4-24-16,-9 6 1 0,-13 8 1 15,-11 8-2-15,3-7 11 0,7-13-12 16,-7-2 10-16,-6-4-11 16,-2 3-3-16,-8 7 3 0,0-10 16 15,8-6 52-15,0-3 35 0,0-1-9 0,5 1-13 16,-3 0 3-16,-2-4-16 15,4-1-26-15,0-3-10 0,-4-2-19 16,3 1 0-16,-3-3-10 0,-2-2 0 16,2 0 13-16,2-1-14 0,-4-1 11 15,-4-1-12-15,2-4-1 0,-2 3-2 16,4-2-21-16,-2 1 7 0,4-2-3 16,-2-3-1-16,-4 0-19 0,4-3 10 15,0-2-16-15,2-2 19 0,-2 0 2 16,1-4 24-16,-8 3 0 0,3-3 13 15,-2 0-1-15,0 0 8 0,0 0 15 16,-2 0 1-16,1 0-18 0,-3 0-18 16,2-3-2-16,0 0-17 0,2 2 18 15,2-3 1-15,-1-2-2 0,1 3-10 16,-2-2-8-16,2 1-15 0,-2-1-14 16,4 1 14-16,-2 0 2 15,-4-1-61-15,4 2 23 0,-3-3-16 16,5 3 22-16,2-1 27 0,3 1 38 15,9-1 2-15,11 2 11 0,8 1 20 16,2-3-8-16,-6 2-8 0,0-3-17 16,-2-1 16-16,2 0-15 0,2-1 12 15,4 0 0-15,2 0-13 0,0-1-1 16,9 2-45-16,-7 1-125 0,8-1-41 16,1 1-19-16,6 2-3 0,-5 0-52 15,7 1-145-15,0 0-87 0</inkml:trace>
  <inkml:trace contextRef="#ctx0" brushRef="#br0" timeOffset="-174663.88">9139 3831 214 0,'0'0'486'0,"0"0"590"0,0 0-560 15,0 0-157-15,0 0 78 0,0 0-61 16,-17-2-101-16,17 2-73 0,0 0-45 15,0 0-26-15,0 0-28 0,0 1-51 16,0-1-30-16,0 1-22 0,0 0-1 16,2 2-21-16,2-1 22 0,-2 2 0 15,5 0 0-15,1 2-1 0,-2-1-1 16,4-1-41-16,-1 3-41 0,1-3-38 16,-2 1-26-16,1 1-31 0,-1-2-105 15,-2 2-178-15,0 0-169 0,-4-1-559 16</inkml:trace>
  <inkml:trace contextRef="#ctx0" brushRef="#br0" timeOffset="-174334.9">9013 4107 454 0,'0'0'600'0,"0"0"799"0,0 0-990 16,0 0-181-16,0 0-62 0,0 0-96 15,0 0-67-15,0 0 105 16,0 0 83-16,0 0-12 0,35-19-25 0,-23 7-15 16,5-2-26-16,-1-3-45 15,5 3-37-15,0-3 9 0,-3 1-15 16,3 3-6-16,0-1-19 0,-3 4-1 15,3 0 1-15,-5 1-1 0,1 2-2 16,2 0-13-16,-5 0-40 0,-2 2-40 16,3-1-35-16,-3 3-67 0,-3-1-93 15,-1 2-154-15,-2 2-185 0,-2 0-563 16</inkml:trace>
  <inkml:trace contextRef="#ctx0" brushRef="#br0" timeOffset="-174114.9">9174 4125 917 0,'0'0'2102'0,"0"0"-1766"16,0 0-335-16,0 0 21 0,0 0 38 16,0 0-15-16,0 0-27 0,0 0-18 15,56-24 0-15,-40 18 0 0,-1-1-3 16,3 1-77-16,-3 2-18 0,-1-1-17 15,-1 2-42-15,-5 2-42 0,-4 1-88 16,0 0-169-16,-4 1-268 0,0 6-310 0</inkml:trace>
  <inkml:trace contextRef="#ctx0" brushRef="#br0" timeOffset="-173641.73">9259 4178 598 0,'0'0'91'0,"0"0"1212"0,0 0-1080 15,0 0-113-15,0 0 71 0,0 0 13 16,0 0-56-16,0 0-35 0,0 0-42 16,53 6-35-16,-42-9-24 15,-1 1 8-15,-4 1-10 0,0 1-1 16,-1-2-2-16,-3 2 0 0,0 0 3 0,-2 0 68 16,0 0 51-16,-4 3 46 15,-1 2-146-15,-1 2-19 0,0 1-12 16,0 4 10-16,0 3-14 0,-1 1 0 15,3 1 15-15,0 3 1 0,0-1 1 16,2 1 24-16,2-2 23 0,-4-1 12 16,4-1-12-16,0-4-13 0,0-2-4 15,4-1-2-15,-2 0-28 0,2-4-1 16,2 0-12-16,-1-3 9 0,1 0-25 16,0 0 12-16,0-2-3 0,2 0 6 15,-1-4 13-15,-1-1 22 16,4-2 20-16,-6-6 14 0,2 2 23 0,-3-1 10 15,1-2 2-15,-2-1 0 16,-2 1-6-16,0 1-7 0,-2-1-22 16,-2 2 7-16,-5 0 11 0,1 4-18 15,-2 2-10-15,-1 0 1 0,3 1-23 16,-2 2-24-16,1 1-15 0,3 1-4 16,0 1-24-16,4 0-25 0,-2-2-41 15,4 1-40-15,-2-2-46 0,2 3-60 16,0-6-142-16,0 2-244 0,2-2-456 15,4-3-127-15</inkml:trace>
  <inkml:trace contextRef="#ctx0" brushRef="#br0" timeOffset="-173276.72">9438 3893 14 0,'0'0'2463'0,"0"0"-1916"0,0 0-211 16,0 0-183-16,0 0-153 0,0 0 0 16,0 0 63-16,0 0 13 0,0 0-45 15,54-25-27-15,-37 17-2 0,-1 1-2 16,1-1 0-16,1 2-60 0,-3 1-23 16,1 0-31-16,-1 2-42 15,-3 2-77-15,1 1-102 0,-9 1-181 16,0 3-478-16,-4 8-204 0</inkml:trace>
  <inkml:trace contextRef="#ctx0" brushRef="#br0" timeOffset="-173035.92">9428 4167 2451 0,'0'0'1232'0,"0"0"-917"0,0 0-102 0,0 0-141 15,0 0-72-15,0 0 0 16,0 0 73-16,0 0-5 0,62-10-28 16,-41 3-37-16,6-2-1 0,0 0 14 15,2-2-16-15,-1 2-47 0,-1-1-30 16,0 2-10-16,-6 1-41 0,-3 2-26 16,-3 1-38-16,-5 1-80 0,-6 1-78 15,-2 0-106-15,-2 2-38 0,0 0-25 16,-8-1-800-16</inkml:trace>
  <inkml:trace contextRef="#ctx0" brushRef="#br0" timeOffset="-172855.78">9492 4038 963 0,'0'0'1339'15,"0"0"-1129"-15,0 0-59 0,0 0-44 16,0 0-107-16,0 0-62 0,0 0-2 15,2 50-78-15,7-42-94 0,3-1-85 16,0-3-56-16,3-1 22 16,-1-3 59-16,1 0-23 0,-5-3-148 15</inkml:trace>
  <inkml:trace contextRef="#ctx0" brushRef="#br0" timeOffset="-172667.67">9680 3971 682 0,'0'0'124'15,"0"0"1531"-15,0 0-1124 0,0 0-265 16,0 0-126-16,0 0-140 0,0 0 10 16,0 0-10-16,0 0 16 0,0 0-13 15,-2 46-1-15,2-35-2 0,0-1-45 16,0 0-95-16,0-1-84 0,0-1-42 16,0 0-96-16,0-3-251 0,0-1-465 15,2-115 377-15</inkml:trace>
  <inkml:trace contextRef="#ctx0" brushRef="#br0" timeOffset="-172397.09">9573 3895 985 0,'0'0'976'0,"0"0"-354"0,0 0-137 16,0 0-32-16,0 0-74 0,0 0-134 15,0 0-108-15,0 0-53 0,0 0-31 16,0 0-29-16,-8 23 60 0,8-2 58 16,0 6-10-16,0 9-58 0,2 6-28 15,2 5-25-15,0 3-21 0,0-2-10 16,2 1-15-16,0-3-11 16,1-6-20-16,-1-3 1 0,2-7-40 15,2-4-35-15,1-7-34 0,-1-3-66 16,5-5-154-16,-5-7-216 0,0-1-435 15,3-6-791-15</inkml:trace>
  <inkml:trace contextRef="#ctx0" brushRef="#br0" timeOffset="-172044.99">9947 3829 405 0,'0'0'2030'0,"0"0"-1064"0,0 0-579 16,0 0 30-16,0 0-91 0,0 0-156 15,0 0-78-15,0 0-19 0,0 0-51 16,0 0-22-16,-50 59-1 0,28-26 1 16,-1 5 21-16,-4 1-18 0,4 0-3 15,-4-3 0-15,7-2-3 0,1-4-58 16,3-6-93-16,3-5-28 0,5-7-56 16,6-4-154-16,2-5-264 0,0-3-456 15,8 0-84-15</inkml:trace>
  <inkml:trace contextRef="#ctx0" brushRef="#br0" timeOffset="-171862.86">9821 4039 353 0,'0'0'1004'0,"0"0"440"16,0 0-843-16,0 0-20 0,0 0-63 15,0 0-127-15,0 0-168 0,0 0-131 16,0 0-92-16,0 0-28 0,0 6-33 16,4 13 61-16,0 7 15 0,0 5-15 15,0 4-18-15,3 1-58 16,-1-2-13-16,2-5-15 0,-2 0-10 15,5-6-18-15,-3-3-50 0,0-5-64 16,3 2-106-16,-1-7-158 0,-2-2-183 16,0-3-533-16</inkml:trace>
  <inkml:trace contextRef="#ctx0" brushRef="#br0" timeOffset="-171619.81">10013 3853 47 0,'0'0'2586'0,"0"0"-1925"15,0 0-457-15,0 0-122 16,0 0 0-16,0 0-53 0,58-58-26 16,-33 45-3-16,-2 5-12 0,5 0 9 15,-1 2-22-15,2 3-10 0,2 0-79 16,-4 3-23-16,-6 0-28 0,-3 3-92 15,-5 3-145-15,-7 2-174 0,0-2-218 16</inkml:trace>
  <inkml:trace contextRef="#ctx0" brushRef="#br0" timeOffset="-171387.34">10028 3966 2010 0,'0'0'1604'0,"0"0"-1147"0,0 0-49 16,0 0-116-16,-23 61-193 15,23-37-72-15,0 4-5 0,0 5-20 16,6 0-2-16,0 1-20 0,-2-3 8 16,5 1-34-16,-5-3-40 0,4-4-19 15,-2-3-18-15,0-1-10 0,5-5-35 16,-5-2-83-16,6-6-133 0,-1-3-206 15,-5-5-171-15,-2 0-479 0</inkml:trace>
  <inkml:trace contextRef="#ctx0" brushRef="#br0" timeOffset="-171084.2">10063 4048 177 0,'0'0'1782'0,"0"0"-1135"16,0 0-213-16,0 0-57 0,0 0-104 15,0 0-113-15,0 0-62 16,0 0-14-16,0 0-20 0,39-56-26 16,-22 48-26-16,1-2-12 0,1 3-1 15,1 3-2-15,1 0 0 0,-2 2 1 16,-1 2 2-16,-1 2 1 0,-1 3 1 16,-1 2 16-16,1 6-5 0,-1-2-12 15,-1 3 1-15,-5 4-2 0,3 0 0 16,-6 3-22-16,0 3-3 15,-4 0 4-15,1 1-17 0,-3-1-13 16,0 2-9-16,-3-4-9 0,1 1-31 16,2-4-39-16,0-1-48 0,0-4-103 15,0-3-153-15,0 0-132 0,0-5-537 16</inkml:trace>
  <inkml:trace contextRef="#ctx0" brushRef="#br0" timeOffset="-170798.74">10114 3823 2128 0,'0'0'540'15,"0"0"-142"-15,0 0-25 0,0 0-103 16,0 0-122-16,0 0-99 0,0 0-48 15,0 0 54-15,-4 56 5 0,4-25-15 16,0 4-8-16,-2 2-2 0,0 2-10 16,0 3-10-16,2-1-15 15,0-2-36-15,0-2-30 0,0-6-22 16,4-1-28-16,0-4-7 0,3-7-45 16,1-1-57-16,-4-4-172 0,2-4-189 15,-2-4-482-15,5-4-238 0</inkml:trace>
  <inkml:trace contextRef="#ctx0" brushRef="#br0" timeOffset="-170581.44">10195 3943 246 0,'0'0'104'16,"0"0"1051"-16,0 0-531 0,0 0-200 16,0-51-25-16,0 47-6 0,0 2-69 15,0 2-88-15,0 0-95 0,0 0-77 16,0 6-36-16,0 3-25 0,0 7 84 15,0 7 118-15,0 7-72 16,0 7-84-16,2 1-49 0,-2 5 0 16,0-4-71-16,2 0-37 0,0-2-72 15,0-5-77-15,0-2-137 0,5-4-163 16,-5-8-158-16,0 3-624 0</inkml:trace>
  <inkml:trace contextRef="#ctx0" brushRef="#br0" timeOffset="-170339.56">10063 4382 666 0,'0'0'2376'16,"0"0"-1781"-16,0 0-314 15,0 0-162-15,0 0-62 0,0 0 40 16,0 0 6-16,0 0-23 0,58-4-36 15,-38-3-26-15,3 0-5 0,0 0-10 16,4 0-3-16,-5-1-2 0,3 5-82 16,-4 0-115-16,0 1-115 0,-7 2-266 15,-2 0-615-15</inkml:trace>
  <inkml:trace contextRef="#ctx0" brushRef="#br0" timeOffset="-169755.72">10526 3892 376 0,'0'0'2575'16,"0"0"-2118"-16,0 0-188 0,0 0-137 15,0 0-132-15,0 0 0 0,0 0 53 16,0 0-15-16,54-16-26 0,-34 7-12 16,3 1-3-16,0-2-104 0,-1 3-35 15,3 0-16-15,-4 0-39 16,0 2-20-16,-5 1-21 0,-1 4-71 0,-7 0-73 15,-2 2-167-15,-6 8-225 0</inkml:trace>
  <inkml:trace contextRef="#ctx0" brushRef="#br0" timeOffset="-169587.2">10604 3989 1107 0,'0'0'1424'15,"0"0"-736"-15,0 0-418 0,0 0-194 16,0 0-9-16,0 0 21 0,0 0 57 15,0 0-13-15,0 0-82 0,56 2-36 16,-39-5-13-16,1 0-1 0,-1 0-58 16,3 0-55-16,-3 2-60 0,0-1-77 15,-1 2-101-15,-3 3-76 0,-5 6-187 16,-2-2-471-16</inkml:trace>
  <inkml:trace contextRef="#ctx0" brushRef="#br0" timeOffset="-169388.78">10706 4173 1103 0,'0'0'1368'0,"0"0"-648"0,0 0-329 16,0 0-173-16,0 0-80 0,0 0-50 15,0 0-24-15,0 0 57 0,0 0-9 16,0 0-46-16,33-7-32 0,-23 1-22 16,4-1-11-16,3-4-1 0,2-2-11 15,5-2-51-15,-1-3-69 0,4 1-82 16,0-5-79-16,2 3-172 0,-4 2-210 15,2-4-640-15</inkml:trace>
  <inkml:trace contextRef="#ctx0" brushRef="#br0" timeOffset="-169133.55">11078 3899 1027 0,'0'0'2089'15,"0"0"-1656"-15,0 0-401 0,0 0-31 16,0 0 88-16,0 0-13 0,0 0-39 16,0 0-21-16,66-14-14 0,-48 7 1 15,-1 0-3-15,4 2-11 0,1-2-96 16,-1 1-87-16,-2 1-41 0,-1 0-108 15,-3 3-176-15,-3-2-621 0</inkml:trace>
  <inkml:trace contextRef="#ctx0" brushRef="#br0" timeOffset="-168779.64">11411 3577 92 0,'0'0'1019'0,"0"0"55"0,0 0-847 15,0 0-14-15,0 0 89 0,0 0-58 16,0 0-94-16,0 0-42 0,0 0 3 16,0 0 38-16,0-20-7 0,0 22-45 15,0 2-34-15,2 0 10 0,2 7 108 16,-2 4 14-16,0 6-56 15,0 4-18-15,0 6-8 0,0 5-30 0,-2 0-22 16,0 6-21-16,0 2-19 16,0-2-2-16,0-2-7 0,0-2 0 15,0-4-9-15,4-2 0 0,-2-4-1 16,0-3-2-16,2-2-2 0,1-3-25 16,-5-1-22-16,6-3-15 0,-2-2-71 15,-2-2-93-15,2 1-45 0,-2-6-137 16,2-3-252-16,0-1-405 0,1-3-467 0</inkml:trace>
  <inkml:trace contextRef="#ctx0" brushRef="#br0" timeOffset="-168557.93">11452 3876 428 0,'0'0'2271'0,"0"0"-1589"0,0 0-207 16,0 0-86-16,0 0-163 0,0 0-127 15,0 0-99-15,0 0 6 0,0 0-6 16,0 0 53-16,18-2-19 16,-1 2-22-16,-3 2-11 0,5 0-1 0,2 2 0 15,-1-1-65-15,7 2-34 16,-6 0-65-16,2 5-22 0,-1 0-41 16,-3-1-215-16,-5-1-564 0,-3 5-575 0</inkml:trace>
  <inkml:trace contextRef="#ctx0" brushRef="#br0" timeOffset="-167959.85">11981 4082 1763 0,'0'0'1851'15,"0"0"-1166"-15,0 0-250 0,0 0-55 16,0 0-212-16,0 0-168 0,0 0-16 16,0 0-66-16,0 0-95 0,0 0-22 15,-8 12-81-15,10-11-347 16,2-1-848-16</inkml:trace>
  <inkml:trace contextRef="#ctx0" brushRef="#br0" timeOffset="-158550.54">11597 3148 102 0,'0'0'0'0,"0"0"822"0,0 0-327 16,0 0-313-16,0 0-137 0,0 0 53 16,0 0-17-16,0 0-81 0,0 0-104 15,-9 0-23-15,9 0 23 0,0 0 52 16,2 0 50-16,-2 0-21 0,2 0-114 16,0 0-143-16,1 0-209 0,-3 0-18 15</inkml:trace>
  <inkml:trace contextRef="#ctx0" brushRef="#br0" timeOffset="-156959.52">11204 3498 37 0,'0'0'2'15,"0"0"18"-15,0 0-4 0,-60 40 7 16,43-30-20-16,1 1 17 0,-3-3 15 16,3 2 347-16,-3-2-37 0,0-1-133 15,5 3-49-15,-5-3 88 0,5 0-53 16,-3 0-39-16,1-3-55 0,1 3-104 16,1 0-29-16,-3 0 6 0,3 1-71 15,-3-2 7-15,1 1 86 0,-1-1-49 16,1 3 50-16,-3-2 52 0,1 0 20 15,-1-2-24-15,2 2 27 0,-3-1-39 16,3-1-35-16,-6 1-1 0,3-1 0 16,-1 1 0-16,-2 1-39 0,1-1 38 15,1 0-55-15,-6 0 53 0,-2-2-17 16,2 3 20-16,0-2 0 0,-4 4 3 16,4-3 56-16,-4 1 22 15,-2-1-29-15,2-1 3 0,2 0 16 0,-4-3-39 16,2 3 20-16,-2 0 39 15,4 0-56-15,-2 0-19 0,-2 1-15 16,0-2 27-16,2 2-25 0,-2-1 49 0,2 1 2 16,-2-2 24-16,4-1-39 15,-2 0 12-15,0 1-28 0,-2 0 9 16,4-2-30-16,-4 1-2 0,2 0 0 16,0 0 0-16,0 0-1 0,0 0-2 15,0-3 1-15,0 2-11 0,0-2 13 16,0 0 22-16,2 0-9 0,-2 0 4 15,-2 0-17-15,2 0-3 0,0-2 3 16,4-1 19-16,-2 0-3 0,4-2-16 16,0 0-6-16,1-2-36 0,3 0 42 15,0 0 3-15,3-1-3 0,-1 0 0 16,5-1-1-16,-3-2-30 0,3 0 9 16,1-1-20-16,1-1 19 15,-1-2 21-15,3 4-20 0,2-3-33 16,0-1-29-16,1-2-7 0,-1-2-15 15,2 0 28-15,0-3-3 0,2 2 16 16,-3 0 0-16,3-2 10 0,0 1 16 16,-2-1 3-16,4 1 7 0,-2-2-33 15,2-1-6-15,0 1 10 0,0 0 12 16,-1 1 7-16,1-1-10 0,2 2-3 16,0-2 10-16,5 0 6 0,-1 0 20 15,2-1-65-15,0 1-11 0,2 2 34 16,1-1 19-16,1 0 26 0,0 1 13 15,3 0 15-15,-1 2 37 0,0 0 10 16,3 0 19-16,-1 0-12 0,3 0-11 16,-1 0-16-16,3 0-9 15,0 2-32-15,1-2 18 0,3 1-19 16,0 1-13-16,2 0 10 0,-1-1 2 16,3 1-19-16,-2 0 17 0,6 2 3 15,-4-3-2-15,0 4 2 0,4-1 0 16,-2 1 1-16,0 2 2 0,2-2 10 15,-2 3-11-15,0 0 1 0,0 0-3 16,0 0 0-16,-1 2 2 0,1 1 11 16,2 0-11-16,-2 2 2 0,2-1-2 15,0 1 0-15,2 2-2 0,1 0-1 16,1 0 0-16,0 2-12 0,-2 0-30 16,4 0-25-16,2 2-26 0,1 0-4 15,1 0-3-15,-2 0-32 0,3 2-4 16,-1 1 10-16,2 2 29 0,-3-1 16 15,-1 2-9-15,0-1-56 0,0 1 40 16,-3 0-10-16,3 2 61 0,-4-3 43 16,2 1 13-16,-2 2-3 15,0-2 6-15,3 1-6 0,-5-1 19 16,2 0-16-16,-6 0 0 0,0-2 0 16,0 2-24-16,-7 0 24 0,1 1 18 15,-4-1-16-15,1 1-2 0,-3 2 19 16,-3-1-15-16,3 3 25 0,-3 3 10 15,1-4-26-15,-3 5 10 0,1-2 32 16,-1-1-9-16,-1 2-20 0,-1-1-3 16,-2-1-43-16,-2 1 37 0,-4-2-17 15,5 2 0-15,-5 0-18 0,0-4-109 16</inkml:trace>
  <inkml:trace contextRef="#ctx0" brushRef="#br0" timeOffset="-153989.8">10879 4478 37 0,'0'0'365'16,"0"0"166"-16,0 0-397 0,0 0-123 15,0 0-11-15,0 0-23 0,0 0 10 16,0 0 12-16,-51 10-22 0,46-9-52 15,-3 1 62-15,2 0 0 0,-4 2 13 16,3-2-3-16,-3 2 0 0,4-1 3 16,-4 0 26-16,1-2-23 0,-1 5-3 15,-5-4-3-15,7 2-14 0,-6 2-2 16,1-3-17-16,-1 1-29 16,-1 0 3-16,3 0 59 0,-5 0 3 0,3 2 0 15,-3-3 61-15,1 0 40 0,-3-1-19 16,3 1-7-16,-5 0 10 15,3 0-14-15,1 0-42 0,0 0-29 16,-1 0 20-16,-1 0-19 0,5 0-2 16,-3-2-1-16,1 2 0 0,1-1 2 15,-3-1 9-15,3 0 8 0,-1 1 35 16,-1 0 26-16,-2-1-3 0,1-1 68 16,-3 0-143-16,3 0-29 0,-5 0-36 15,4 1 19-15,-1 1-91 0,1 1-16 16,-4 0 13-16,3 1 13 0,-1 0 39 15,-2 1 69-15,2-2 19 0,-3 0 13 16,-1 3 16-16,4-4 72 0,-2 0-23 16,-1 1 40-16,-1-3-50 0,2 2-23 15,-2-1-12-15,3 0 9 0,-1 1-25 16,0-2-15-16,0 0 40 0,1 1-29 16,1-1 10-16,0 0 6 15,-1 0 30-15,-1 0 16 0,2-1 6 16,3-1 19-16,-3 0-2 0,2 0 6 15,1 1-46-15,-1-2-9 0,2 2-23 16,-1-3-26-16,3 0-29 0,-3 0 27 16,3-1-92-16,-5-2-35 0,3 1-47 15,1 0 7-15,-3 0 16 0,0 0 39 16,1 1 78-16,-1 0 34 0,3 1 2 16,-1-2 34-16,1 1 83 0,1 0-13 15,1-2-35-15,1 0 35 0,1 0-104 16,-1 0 3-16,3-3-6 0,0 2-30 15,-1 1-6-15,1-4 38 16,4 3 0-16,-4-3 1 0,1 4 29 0,-1-3-9 16,0-1-20-16,-1 2 6 15,1 0-6-15,-2-1 3 0,1 0 0 16,1-1-6-16,0 3 3 0,1-1-2 16,1-1-20-16,2 0-8 0,2-3-2 15,0 1-5-15,-1-4 35 0,5 1-9 16,-4-2-5-16,2 2 13 0,0-3 3 15,2 3-3-15,0-2-10 0,0-1-32 16,0 4-7-16,0-2-7 0,2 2 23 16,0-1-3-16,-2 3 6 0,4-2 11 15,1 3 9-15,-1 0 12 0,0 0-12 16,2-1 9-16,0 1 4 0,2-1-3 16,1 0-13-16,-1 0 16 0,2-1-23 15,5 0 23-15,-3-1-2 0,1-1-21 16,1 1 21-16,1-1-21 0,-1 2-23 15,3-1 17-15,-1 2-10 16,-1-1 36-16,1 2-12 0,1 0 13 0,-1 2 4 16,3 1-2-16,-3-1 0 0,3-1 0 15,0-1 0-15,1 4 0 16,1-3 1-16,2 0 1 0,-3 0-2 16,5-1 0-16,-4 1 18 0,1-1-18 15,1 1-6-15,-2 0 4 0,2 1 2 16,-3-1 0-16,3 0-3 0,0 3 3 15,2-4 1-15,-3 3-1 0,5 0-3 16,-4-2 3-16,4 3 20 0,0 0 9 16,0-2 7-16,1 0-23 0,1 3-10 15,0 0-1-15,-2 0 15 0,2 0-17 16,2 1 0-16,-2-1-4 0,2-1 4 16,0 2-11-16,-2-1 11 0,4-1 2 15,-2 1 0-15,-2-2-1 0,2 1-1 16,-4 1 1-16,2 1 2 0,-2-1 1 15,-2 1-1-15,1-1 0 0,-1 2 10 16,0-1-26-16,-2 1 12 0,4-2-1 16,-2 2 1-16,-1 1 1 0,3-2 0 15,0 2 0-15,0-4 0 16,-2 3 13-16,2-1-13 0,-1 0 32 16,-1 1-6-16,2 1 43 0,-4-2-43 15,2 2 0-15,-3-1-26 0,1 1-11 16,2 0 11-16,-2 0 16 0,-5 3-16 15,7-3 1-15,-2 2-3 0,-2-1-1 16,3 0 0-16,-1-1-14 0,4 0 17 16,-4 0 44-16,6 1-43 0,-2-2-1 15,-1 1 26-15,5 1-26 0,-4-3-23 16,-2 5 23-16,0-2 0 0,0 2-3 16,-1 0-11-16,-5 0 12 0,2 0-26 15,-3 1 9-15,-1 2-7 16,-1 0 25-16,1 2 2 0,-3-1-2 15,1 0-18-15,-3 2 6 0,3-1 13 16,-5-1 1-16,7 3-1 0,-3-1 17 16,1 1-17-16,-1-2-33 0,1 1 32 15,1-2 0-15,-1-1 0 0,1 1 0 16,-6 1-1-16,5-1 2 0,-1-1 0 16,-5 0 2-16,1 0 0 0,2 1 11 15,-5 1 29-15,-1 0-16 0,2-1-3 16,0 0-7-16,-2 2-12 0,3 0 9 15,-1 3-13-15,2-2 0 0,-3 0 0 16,1 4 0-16,2-3 0 0,1 3 0 16,-3-1 1-16,0 1 1 0,0 1 11 15,1 0-12-15,-3 1 2 0,0 0 8 16,0 0-11-16,0 0-1 0,5 0-35 16,-5-2-29-16,0 3 63 15,0-2-40-15,-2 0 38 0,7-1 4 16,-7 0 1-16,-2 0 1 0,4-1 0 15,-2 2 10-15,-2-1-11 0,0 0 17 16,1 1-16-16,-3 1 1 0,0 0-1 16,0 1 21-16,0 1-23 0,0 1-29 15,0-3 26-15,0 1-18 0,0-1 21 16,0 0 18-16,-3 0-18 0,-1 2-20 16,2-1 18-16,0 1-17 0,0 2 15 15,-2-1-25-15,2-1 3 0,0 3-13 16,0-3 23-16,-2-1 12 0,-3 0 4 15,1-2 0-15,0 0 17 16,2-1-14-16,-2-3 49 0,-5 4 10 0,7-2-33 16,-4-2 17-16,2 0-32 0,0 1-14 15,-3-2 0-15,1 2 10 0,0-3 12 16,2 1-22-16,-5 0 0 0,1 1-1 16,0 2 3-16,-3-3-4 15,1 1 28-15,1 2-10 0,-3-1-16 16,-1 2-17-16,-1-3 17 0,1 2-3 15,-1-2 6-15,-1 1-3 0,1 0 10 16,-1-1 6-16,1 1-16 0,-3-1 20 16,3 0-17-16,-3 0 6 0,0 0-8 15,3 0-2-15,-5-1-37 0,5 1-1 16,-5-1-30-16,2-1-2 0,1 2-43 16,-1-2-20-16,1 2 62 15,-3-2-16-15,-2-3 85 0,5 1-29 16,-3 1 32-16,0-1 3 0,-1-1-3 15,-1 0 0-15,2 0 69 0,-4 1-43 16,1 0-26-16,1 1-6 0,0 1-82 16,-4 0-199-16,11-2-128 0</inkml:trace>
  <inkml:trace contextRef="#ctx0" brushRef="#br0" timeOffset="-141319.59">9343 6341 50 0,'0'0'0'0,"0"0"0"0,0 0 42 0,0 0-3 16,0 0 418-16,0 0-73 0,0 0-250 16,-20 0 48-16,16 0 56 0,2 0 35 15,-3 0-62-15,3 0-4 16,0 0-19-16,0 0-20 0,0-2-10 16,2 1-20-16,0 1-9 0,-2 0-17 15,2-2-26-15,0 2-19 0,0 0-25 16,0 0-42-16,0-2 2 0,4 0-2 15,2 0 16-15,1-2 0 0,1 2 0 16,0-2 3-16,2 1 0 0,3 2-3 16,-1-2 0-16,3 0 3 0,-1-1-3 15,-1 2-4-15,-1-1 4 0,0 3-15 16,1-3 15-16,-3 3-14 0,-2 0 0 16,1 3 2-16,-3 3 8 0,0 4-9 15,-2 3-1-15,-2 4 11 16,2 2-13-16,-4 3 0 0,0 1-21 0,0 1 5 15,-4 0-9-15,-2-3 12 16,0-1 10-16,0 1 2 0,-3-6 1 0,1 2 1 16,-4-3 2-16,-1-3 16 0,1 1 0 15,0 0-19-15,-5-3-1 16,3-1-1-16,-3 0-11 0,0-1 13 16,1-2-1-16,1 2 1 0,3-2 10 15,0-3 21-15,1 2 17 0,1-1-7 16,2-3 0-16,4 1 19 0,-1-1 3 15,3 2 32-15,2-2-4 0,0 0-38 16,0 0-53-16,0 0-17 16,0 0-23-16,0 0-11 0,2 0 34 15,5 0 17-15,-3 0 2 0,4 0 10 0,2 0-9 16,1 1 13-16,1-1 3 16,3 0 3-16,1 2-6 0,3-2-4 15,3 0 1-15,1 0-12 0,-2 0 2 16,4 0-2-16,-1 0 11 0,-1 0-12 15,-2 0-1-15,2 0-1 0,-5-2 0 16,-1 2 1-16,-3 0-27 0,-1 0-19 16,-3 0 34-16,-4 0-59 0,0 0-29 15,-1 0-19-15,-3 0-41 0,-2 0-84 16,4 2-159-16,-4-2-197 0,0 0-604 0</inkml:trace>
  <inkml:trace contextRef="#ctx0" brushRef="#br0" timeOffset="-140426.44">9317 6155 53 0,'0'0'36'0,"0"0"-36"16,0 0 114-16,0 0 620 0,0 0-386 16,0 0-140-16,-50-1 30 0,40 2 15 15,-1 3-94-15,5 0-72 0,-4 2-19 16,1 2 23-16,1-1 16 16,0 3-30-16,0 0-9 0,-3 3 22 15,5 1 0-15,0 3-9 0,2 1 2 16,-2 2-29-16,6 5-31 0,-3 2-4 15,3 2-3-15,0-1 3 0,0 5-15 16,3-2 15-16,1-2 0 0,-2 0-6 16,4-2 12-16,0 0-2 0,2-3-1 15,3 0 16-15,-1-2 4 0,2-3-10 16,1 0-4-16,1-1 4 0,3-4-7 16,2 0 7-16,1 0-10 0,1-3-6 15,0 0 3-15,3-3-19 0,-1-1 2 16,4-2 1-16,-2-1 9 0,2-1-9 15,-3-3 20-15,3 0-20 16,0-3 13-16,-2-2-4 0,-2-3 4 16,-1 0-14-16,-1-1 11 0,0-3 6 15,-3 0 6-15,-1 0-3 0,-1-2 16 16,-1 1 19-16,-3-1 15 0,3-1 7 16,-5 0-17-16,0-1-10 0,1 0-24 15,-3 0-6-15,0-3-10 0,-1 1 1 16,1-3-10-16,-2 1 9 0,-2 1-9 15,0-4-1-15,-2 2-1 0,0-3 1 16,-2 2 2-16,0 0 11 0,0 0-12 16,-2 1 19-16,-4 1-3 0,0-1-1 15,-4 2 7-15,1 1-12 0,-3-1-1 16,-3-1-12-16,1 2 1 0,0 1-1 16,-5-1-15-16,0 1 14 0,1 2-2 15,-3-1-19-15,0 2 19 0,1 1 3 16,-5 3 11-16,2 2-8 0,0 2 25 15,3 3 0-15,-3 1 6 16,4 0-6-16,-1 2-12 0,3 0-1 16,-1 4-14-16,1 1-1 0,1 0-12 15,1 3-10-15,1 1-3 0,1-2 1 16,1 0-23-16,1 4-71 0,3-5-27 16,4 1-72-16,-2-1-48 0,4-1-182 15,0-3-283-15,0 0-719 0</inkml:trace>
  <inkml:trace contextRef="#ctx0" brushRef="#br0" timeOffset="-126224.36">8421 3335 17 0,'0'0'33'0,"0"0"-33"15,0 0 39-15,0 0-13 0,0 0-13 16,0 0 36-16,0 0-49 0,0 0-32 16,-6-10-50-16,6 5 19 15</inkml:trace>
  <inkml:trace contextRef="#ctx0" brushRef="#br0" timeOffset="-126069.67">8421 3335 86 0,'-10'-33'153'16,"10"31"26"-16,-2 0 20 0,0 0-29 15,2 2-86-15,-2-1 17 0,2 0-59 16,0 1-42-16,-2-2-39 0,2 1-66 15,0-1-129-15,0 1 6 0,0-2 110 16,2 2 86-16,-2-2 32 0,0 1 1 16,2 0 25-16,-2-2 10 0,0 2 65 15,0 0-7-15,0-3-58 0,0 0-36 16,0 1-42-16,0 0-160 0,0-1-106 16</inkml:trace>
  <inkml:trace contextRef="#ctx0" brushRef="#br0" timeOffset="-125282.93">8409 3155 8 0,'0'0'94'0,"0"0"395"16,0 0-186-16,0 0-150 0,0 0 13 16,0 0-3-16,0 0 13 15,0 0 6-15,0 0-49 0,0 0-35 16,-31-24-50-16,31 23-33 0,0 1-15 15,0-2-22-15,0 2-4 0,0 0 3 16,0 0 4-16,0 0-1 0,0 0-9 16,0 0-4-16,0 0-2 0,0 2 2 15,-2 0-3-15,2 1 33 0,-2-1 0 16,2 0-56-16,-2 1 57 0,2 0-22 16,0 3 24-16,0 0 17 0,0 2-15 15,0 3-2-15,0 1 1 0,0-1-14 16,0 3 15-16,0-1-2 15,0-1 0-15,0 2 0 0,0 1-1 0,0-1-2 16,0 0-1-16,-2-2 2 0,2 2 1 16,-2 0-1-16,0 2-11 0,0 0 13 15,0 4 0-15,2 0 2 16,-3 3-2-16,1 2-13 0,0 0 13 16,0 4-2-16,-2-3 4 0,0 2-2 15,0-3 1-15,0 3 19 0,0-4-18 16,-1 0-1-16,1 0 15 0,0-2-12 15,2-1-4-15,0 0-3 0,2-3 3 16,-2 3 0-16,2-2 0 0,0 0-16 16,0 3 15-16,2-2 0 0,2 4 1 15,-2 2-13-15,0-1-52 0,2 0-94 16,-2 2 6-16,3 1 120 0,-5-3 17 16,2 3 14-16,-2-1-2 0,0-1-12 15,0-2-7-15,2 0 23 16,-2-3 12-16,2 2-9 0,-2-2 17 15,4 1-18-15,0-3-1 0,0 2-1 16,0 0 24-16,3-1-24 0,-1 1-1 16,2-2 1-16,0 2 1 0,-1-3-1 15,1 1 13-15,-2 1-11 0,2-2 13 16,-2 1-13-16,1 0 13 0,1-2 17 16,0 1-30-16,0-2 11 0,-1-3 7 15,3 2 9-15,-4-5 17 0,2 1-46 16,1-1 0-16,-1-3-16 15,-2 3 12-15,2-4-12 0,1 3-13 0,-3-3 16 16,0 0-49-16,0 0 33 0,3-2-20 16,-3 2-26-16,2-2-7 15,-2-1 8-15,0 1-8 0,1-3 1 0,-1 2 12 16,-2-1 17-16,2-1 13 0,0 0-7 16,-1-1-12-16,-1 0 9 15,0 0-43-15,2 0-22 0,-4 0-13 16,4 0 29-16,-4-2 31 0</inkml:trace>
  <inkml:trace contextRef="#ctx0" brushRef="#br0" timeOffset="-124385.44">8651 4653 37 0,'0'0'78'15,"0"0"359"-15,0 0-245 0,0 0-91 16,0 0 26-16,0 0 17 0,0 0 22 16,0 0 10-16,0 0-53 0,0 0-22 15,-44-12-52-15,40 9-48 16,0 0 1-16,-2 0-2 0,2-3 1 16,0 2-1-16,-5-2 0 0,3 0 18 0,0-1-16 15,0-3 43-15,-2 2-16 16,-1-1 7-16,3-3 3 0,-4 1-16 15,-1-4 16-15,3 0-38 0,-2-1 0 16,2-2-1-16,-1 1-2 0,1-1-31 16,2-2 33-16,-2 0-1 0,-1 0-18 15,1-1-2-15,2 1 21 0,-2-1 13 16,1 2 7-16,-1-2-4 0,2 2 0 16,0 0 23-16,0 1-26 0,-1-1 15 15,3-2-27-15,-2 0 0 0,2-1 1 16,2 0-1-16,-2-2-1 0,0 2-2 15,1 0-1-15,1-1-20 0,0 0 4 16,0 2 17-16,2-1-11 0,-2 1 9 16,2 0 4-16,-2 2-11 0,2-2 11 15,0 0 1-15,0 3 1 0,0 1 0 16,0-1 11-16,0 3-12 0,0-4 15 16,0 3-14-16,0 0 24 0,0 1-24 15,-2-1 15-15,2 1 2 16,0 0-17-16,0-1-2 0,0 1 0 15,0 1-16-15,0 0 3 0,2-1-3 16,0 0 0-16,0-2-7 0,4 0 4 16,-3 2 2-16,3 1 15 0,-4 1 0 15,2 1 1-15,-2 1 1 0,0 0 2 16,2 3 11-16,-2-3 0 0,0 2 3 16,-2 0-13-16,2-2 23 0,-2 2-6 15,2 1-7-15,-2 0-11 0,3-1-2 16,-1 1-1-16,-2 0-2 0,2 1-1 15,0-1 1-15,0 2 1 0,-2 0 2 16,2 2 0-16,-2-5-1 0,0 5 0 16,0-1 0-16,2-2 0 0,-2 3 1 15,2-2 0-15,0 1-2 0,-2 1-11 16,2-1-7-16,-2 0-6 0,0 0-13 16,4 1-6-16,-4 0 9 15,2 2 7-15,-2-3 16 0,2 4 13 16,-2-2-2-16,0 2-41 0,0-1-64 15,0 1-107-15,0-1-102 0,0 0-105 16,0 1-287-16</inkml:trace>
  <inkml:trace contextRef="#ctx0" brushRef="#br0" timeOffset="-123619.3">8436 3165 83 0,'0'0'45'15,"0"0"-12"-15,0 0 511 0,0 0-365 16,0 0-120-16,0 0-58 0,0 0 1 15,0 0 18-15,0 0 19 0,0 0 26 16,-2 0 17-16,2 0-11 0,0 0-38 16,-2 4-33-16,-2-3-32 0,4 2-7 15,0 2 39-15,-2 1 46 0,0 1-7 16,-3 0-36-16,5 2 17 0,-4 3 15 16,2-4 5-16,0 1-8 0,0 0 10 15,0 3 7-15,2 1-3 16,-2 1-11-16,0 0-5 0,0 4-19 0,0 0-11 15,0 2-4-15,0 3-12 0,2 1 14 16,0 2 1-16,0 1-2 0,-2 1-10 16,2-1 10-16,-3 2-10 15,3 0-3-15,-2-3 16 0,0 2-2 0,0-3 2 16,0 0 13-16,-2 0-10 16,2-4 13-16,-2 3-13 0,2-3 13 15,-2-2-14-15,0 3 21 0,1-4 3 16,1 0-23-16,0-1 10 0,2-2-13 15,-2 3-1-15,2 0 1 0,0-2 0 16,0 1 0-16,0 0 15 0,0 2-15 16,2 1 0-16,0-1 16 0,0 4-4 15,1-2-11-15,-3 2 1 0,4-1 14 16,-2 1-13-16,0 0 23 0,0-2-23 16,2-1-1-16,-2-2 1 0,4-3 0 15,-2 0 20-15,1-3-4 0,1-2 14 16,0 0 28-16,0-2 11 0,2 2 9 15,1-3-55-15,1 2-7 0,0 0-16 16,-1 0-3-16,1-3 0 0,0 1-3 16,1-1-13-16,-3 0 13 15,0 0-26-15,2 1 12 0,-1-2 4 16,-3 0 10-16,0 1-10 0,0-1 10 16,-2-1-17-16,3 0 17 0,-3 0-16 15,0-2-14-15,-2 2 14 0,2-1-7 16,-2 0-13-16,2-2 3 0,0 1-22 15,-1-1-7-15,1 0-23 0,-2 2-46 16,0-1-51-16,2 1-79 16,-2-1-98-16,-2 0-208 0</inkml:trace>
  <inkml:trace contextRef="#ctx0" brushRef="#br0" timeOffset="-104100.63">11191 3176 14 0,'0'0'44'0,"0"0"-42"0,0 0 31 16,0 0-16-16,0 0 426 0,0 0-443 16,0 0-52-16,0 0-254 0</inkml:trace>
  <inkml:trace contextRef="#ctx0" brushRef="#br0" timeOffset="-102367.54">11191 3176 52 0,'-2'0'62'0,"2"0"574"0,0 0-252 15,0 0-231-15,0 0-91 0,-2 0-36 16,2 0-26-16,0 0-3 0,-2 0 3 16,2 0 45-16,0 0 1 0,0 0-10 15,0 0 13-15,0 0 25 0,0 0 27 16,0 0-3-16,0 0-7 0,0 0-17 16,0 0 4-16,0 0-7 15,0 0-3-15,0 0-13 0,0 0-16 0,0 0-6 16,0 0 5-16,0 0 14 0,0 0 3 15,0 0-10-15,0 0-3 16,0 0-13-16,0 0-9 0,0 0-4 16,0 0-13-16,0 0 20 0,0 0 2 15,0 0 11-15,0 0 12 0,0 0-6 16,0 0-7-16,0 0-2 0,0 0 2 16,0 0 16-16,0 0-3 0,0 0-6 15,0 0-13-15,0 0-7 0,0 0 4 16,0 0 12-16,0 0 10 0,0 0 6 15,0 0-6-15,0 0-16 0,0 0-32 16,0 0-11-16,0 0-14 0,0 0-10 16,2 0 16-16,0 0 19 0,5 0-1 15,-1 0 1-15,4 0 0 0,0 0 3 16,1 0 13-16,3 0 9 0,1 0 1 16,7 0 3-16,-5 0-10 0,8 0 0 15,2 0-16-15,-3-3 19 0,5 1-9 16,0 1 3-16,0-4 0 0,0 3 3 15,0 0-19-15,0-1 3 16,-4 0-1-16,-2 1 0 0,1 1 1 16,-5-2 10-16,6 2-12 0,-5-1 0 15,-3 1-1-15,2-2 2 0,-5 3-1 16,3-1-1-16,-9 1-1 0,2 0 1 16,1 0 1-16,-5 0-1 0,-2 0 0 15,2 0 0-15,0 0 0 0,-4 0 0 16,7 0 0-16,-5 0 0 0,0 0-1 15,2 0 0-15,-2 0 0 16,0 0 1-16,-2 0 1 0,5 1-1 0,-5-1 0 16,-2 0 1-16,2 3 1 15,-2-3 0-15,0 0 2 0,0 0-2 16,2 0-1-16,-2 0-1 0,0 0 1 16,4 0-1-16,-4 0 0 0,2 0 0 15,2 0-2-15,-2 0-1 0,2 0-1 16,1 0-8-16,1 1 11 0,-2 1-1 15,0-2-1-15,0 0-9 0,2 1 12 16,1 1 0-16,1-2 0 0,-2 0 0 16,-2 0-3-16,2 1 0 0,1-1 3 15,-3 0 1-15,6 1-1 0,-4 0 2 16,2 0 1-16,1-1-1 0,-1 2 1 16,-2-2 0-16,0 0 0 0,1 0-1 15,-1 0 1-15,0 1-2 0,0 1 1 16,-4-1-2-16,2 1 1 15,3-2-1-15,-3 0-1 0,0 2 1 16,4-2-1-16,-4 4 1 0,0-4 0 16,3 1 0-16,-1 2 0 0,-2-3-1 15,2 3-1-15,-4-3 0 0,2 1 2 0,-4-1 0 16,0 1 2-16,0-1 1 16,0 0 19-16,0 0 0 0,0 0-3 15,0 0-17-15,0 0-2 0,2 1-2 16,-2 0-11-16,3 1 13 0,-3-2 1 15,0 2 1-15,0-1-2 0,2 0 1 16,0 1 0-16,0-1 0 0,-2 1 0 16,2 1 1-16,0-1 1 0,0 4 13 15,0-1-14-15,0 4 14 0,-2-1 9 16,6 2-3-16,-2 4 4 0,-2 1-4 16,1 3-6-16,-1-1-14 0,2 2-1 15,0 2-1-15,-2 0 0 0,2-1 0 16,-2 2 1-16,-2 1 1 15,2-1 0-15,2 3 1 0,-2 2-1 16,0-1 11-16,1 2-11 0,-3 2 0 0,2 2 1 16,0 0-1-16,-2 3-2 15,0 0-2-15,0 1-17 0,0 3 16 16,0-4 0-16,-2 2 1 0,0-1 1 0,-1-1 1 16,1 0-2-16,0-1-14 15,-4 1 3-15,6-3-6 0,-2 1 0 16,0-1-6-16,0-1-4 0,0-2 4 15,0 2 3-15,0-4 8 0,0 2 14 16,0 0 16-16,0-1 9 0,-1 0-9 16,3 0-14-16,-2 0-2 15,0-1 0-15,2 1 0 0,0-2-22 16,0 0 0-16,0 0-10 0,0-3-3 0,0 1-9 16,0-1 3-16,0-1 21 15,0-3 8-15,0 2 11 0,0 0 1 16,0-3-1-16,0 0-1 0,2-3-1 15,-2 0 3-15,0-2 0 0,0-1 3 16,0-1-1-16,0 0 14 0,2-1 3 16,-2 0-4-16,0 2 1 0,0 0-13 15,0 0 9-15,0 3-11 0,3-2-1 16,-3 1-1-16,2 0 0 0,-2-3 0 16,0-1-1-16,0 1 2 0,2 1 0 15,-2-1 0-15,2-2 1 0,-2 4-1 16,2-2 0-16,-2-2 0 0,0 2 1 15,0-2 2-15,0-1-1 0,2 0 11 16,-2 2-11-16,0-2 11 0,0 1-11 16,0-1 11-16,0 0 0 0,0-1-11 15,0 3 14-15,0-3-1 16,0 0-2-16,0 0-11 0,2 1 1 16,-2-3 16-16,2 1-6 0,-2 0-12 15,2 0-1-15,0 0-3 0,-2 0 3 16,0 0 1-16,6 1 1 0,-6 0 1 15,2 2 0-15,0-1 10 0,-2 0-11 16,3-1 11-16,-3 3-11 0,0-4 1 16,0-1 10-16,0-1-12 0,0 2 1 15,0-2 11-15,0-1 2 0,0 0-2 16,0-2 3-16,0-1-13 0,0 0 0 16,0 0-2-16,0 0-1 0,0 0-2 15,0 0-17-15,0 0-9 0,0 0-51 16,0 0-39-16,0 0-47 0,0 0-65 15,0 0-31-15,0 0-19 0,2 0-47 16,-2-3-189-16,0 0-255 0,-2 9-131 16</inkml:trace>
  <inkml:trace contextRef="#ctx0" brushRef="#br0" timeOffset="-102057.62">12004 5210 2051 0,'0'0'444'15,"0"0"-206"-15,0 0-170 16,0 0-43-16,0 0-25 0,0 0 33 0,0 0-14 16,0 0-3-16,54 39-13 0,-40-29 29 15,3-2 7-15,-3-1-4 16,-2 1 4-16,-1-1 5 0,-1-4 1 0,0 0-3 15,-3-1 18-15,-3-2 8 16,2 0 17-16,-4 0 4 0,2-5 38 16,-2-1 3-16,4-2-36 0,-1-3-62 15,-1-2-29-15,4-3-3 0,2 0-12 16,7-2 10-16,-3-1-17 0,3 0-94 16,-1 3-156-16,-1 1-210 0,-5 7-649 15</inkml:trace>
  <inkml:trace contextRef="#ctx0" brushRef="#br0" timeOffset="-100779.06">10269 5705 176 0,'0'0'1312'15,"0"0"-955"-15,0 0-194 0,0 0 41 16,0 0-39-16,0 0-42 0,0 0-39 16,0 0-20-16,0 0-2 0,0 0 5 15,-14-2 20-15,14 2 16 0,0 0-10 16,0 0-29-16,0 0-26 0,0 2-38 16,-2 0 0-16,2 0-13 0,0 3 11 15,0-2-1-15,0 0-16 0,0-1-7 16,0 0 4-16,0 0-4 0,2 0-6 15,4 0 16-15,-2 0 0 0,0 0-32 16,3-2 25-16,1 0 22 0,0 0-18 16,0 0-16-16,-1 0-26 15,1-2 9-15,-4-1 4 0,4 2 22 16,-6-3 26-16,0 1 19 0,1-1 20 16,-3 0 32-16,0-2 0 0,0-1-10 15,0 2-4-15,0-4 1 0,-3 3-19 16,1-1-23-16,0 0 3 0,0 0-17 15,-4 1 1-15,2 1 13 0,0-1 19 16,0 3-12-16,0 0 12 0,1 2 3 16,-1 0 13-16,2 1-25 0,0 0-26 15,-4 0 0-15,6 4-35 0,-2 0-4 16,0 3 4-16,0 1 16 0,0 1 16 16,2-2-13-16,0 2 3 0,0-3-6 15,0 1-4-15,0-2-2 0,2-1-7 16,2 1 3-16,-2-5 0 15,4 2 4-15,-2 1 21 0,0-3-8 0,-1 0-1 16,3 0 13-16,-2 0 0 0,-2-1 2 16,2-1 1-16,-4 0 10 15,6 2-10-15,-6-4 20 0,2 2 12 16,-2-3 16-16,0 2 3 0,0-6-9 16,0 1-3-16,0 0-20 0,0-5-22 15,0 3 0-15,-2-2-1 0,2 1 1 16,-4 3 0-16,2 1 3 15,2 3 16-15,-2 2 32 0,0 0-6 0,0 2-17 16,-2 0-3-16,0 2-25 0,-1 4-32 16,-1 2-9-16,-2 1 28 0,2 4 13 15,0 1 9-15,1-3 17 0,1 1 2 16,0-2-15-16,4-1-13 16,0-1 0-16,0-2-19 0,0-2-16 15,0 0-13-15,0 1-38 0,6-4-67 16,1 0-78-16,3-1-195 0,-2 0-397 15,3-8-791-15</inkml:trace>
  <inkml:trace contextRef="#ctx0" brushRef="#br0" timeOffset="-99633.96">10538 5557 40 0,'0'0'1965'0,"0"0"-1454"16,0 0-195-16,0 0-178 0,0 0-103 15,0 0 26-15,0 0 96 0,0 0 34 16,0 0-13-16,60-12-39 0,-41 8-16 16,3-1-26-16,-1 3-56 0,2-1-38 15,2 1 0-15,-1 1 10 0,3-1-11 16,-4-1 0-16,0 2-2 0,0 0-1 16,-3-1-24-16,-3 0-13 0,-1 2-63 15,-3 0-40-15,-5 0-81 0,-2 3-45 16,-4 0-63-16,-2 5-96 15,0-4-261-15,-8 3-510 0</inkml:trace>
  <inkml:trace contextRef="#ctx0" brushRef="#br0" timeOffset="-99428.44">10573 5636 180 0,'0'0'2356'16,"0"0"-1818"-16,0 0-197 0,0 0-40 15,0 0-194-15,0 0-104 16,0 0 10-16,0 0-10 0,11 61-1 0,-3-49-2 16,2 0-1-16,3-2-15 15,-3 1-9-15,2 0-41 0,-1-4-22 16,-1 0-39-16,-2-1-70 0,-1 0-120 16,-1 0-214-16,-2-1-513 0,-4-1-388 0</inkml:trace>
  <inkml:trace contextRef="#ctx0" brushRef="#br0" timeOffset="-99178.58">10557 5759 773 0,'0'0'1434'0,"0"0"-1172"0,0 0 41 16,0 0 56-16,47-25-158 0,-26 14-131 15,0-1-25-15,-1 1-10 0,7-1-13 16,2 2 0-16,-4 2 0 15,2-1 10-15,-2 3 0 0,4 0-4 16,-7 2-2-16,1 0-14 0,-4 4-12 16,-5 0-1-16,-6 0-1 0,1 0-30 15,-7 4-12-15,-2 0-26 0,0 4 4 16,-4 1-160-16,-3 3-50 0,-1-2-32 16,0 2-148-16,2-1-249 0,-5-4-63 15</inkml:trace>
  <inkml:trace contextRef="#ctx0" brushRef="#br0" timeOffset="-98965.57">10629 5828 1050 0,'0'0'1183'15,"0"0"-557"-15,0 0-402 0,0 0-192 16,0 0 185-16,0 0 50 0,0 0-37 16,0 0-51-16,62-9-24 0,-45 3-46 15,3-1-66-15,1-1-42 16,4 0-1-16,0-2-1 0,2 2-11 0,-5 0-19 15,3 0-47-15,-4 1-44 16,-5 1-29-16,-1 3-57 0,-7-2-87 16,0 4-139-16,-6-2-172 0,0 2-462 15,-2 0 4-15</inkml:trace>
  <inkml:trace contextRef="#ctx0" brushRef="#br0" timeOffset="-98776.55">10745 5519 1634 0,'0'0'1291'16,"0"0"-1025"-16,0 0-75 0,0 0-16 15,0 0-80-15,0 0-68 16,-31 51-27-16,29-29-12 0,2 3-7 0,0-1-7 16,0-1-75-16,4-1-64 0,6-3-27 15,-4-2-22-15,3-5-82 16,1-4-199-16,-2-3-249 0,5-4-400 0</inkml:trace>
  <inkml:trace contextRef="#ctx0" brushRef="#br0" timeOffset="-98590.53">10826 5552 849 0,'0'0'436'0,"0"0"761"15,0 0-698-15,0 0-94 0,0 0-135 16,0 0-200-16,0 0-70 0,0 0 0 15,0 0 3-15,0 61 19 0,0-35-22 16,0 1-10-16,0-1-78 0,2-1-112 16,-2 0-71-16,4-4-126 0,-4-3-198 15,0-3-535-15</inkml:trace>
  <inkml:trace contextRef="#ctx0" brushRef="#br0" timeOffset="-98306.3">10784 5802 171 0,'0'0'1830'16,"0"0"-1283"-16,0 0-289 0,0 0-72 15,0 0-48-15,0 0-20 0,-18 51-6 16,18-39-4-16,0 1-22 0,0 1-20 16,4-2 1-16,2 1-7 0,0-2-10 15,4 0 0-15,3-2-9 0,-1 0 0 16,3-2 3-16,1-2-16 0,1 0-9 15,-1-1 0-15,1-3-17 0,-1 0 11 16,1-1-12-16,-3 0 0 0,1 0-2 16,-3-1-1-16,-1-3-71 0,-1 1-49 15,-2-3-83-15,3 0-77 0,-3-3-134 16,-4-1-164-16,2 1-515 16,-4-6-185-16</inkml:trace>
  <inkml:trace contextRef="#ctx0" brushRef="#br0" timeOffset="-98122.21">10954 5825 304 0,'0'0'2155'0,"0"0"-1505"15,0 0-169-15,0 0-63 0,0 0-139 16,0 0-124-16,-27 54-90 0,27-42-37 16,0 0-9-16,0 1-17 0,0 0-1 15,0 1-1-15,0 0-2 16,0 1-29-16,0-1-87 0,0-1-74 15,0-1-53-15,0 0-73 0,0-1-178 16,-2-6-199-16,2 1-514 0</inkml:trace>
  <inkml:trace contextRef="#ctx0" brushRef="#br0" timeOffset="-97924.08">10675 5926 768 0,'0'0'1653'0,"0"0"-970"16,0 0-374-16,0 0-223 0,0 0-7 16,0 0 95-16,0 0 11 0,0 0-75 15,57-17-74-15,-38 8-36 0,6-2-1 16,2 0-35-16,2 0-52 16,4-2-56-16,4-1-65 0,-2-1-86 0,4-1-140 15,-12 3-214-15,10-8-656 0</inkml:trace>
  <inkml:trace contextRef="#ctx0" brushRef="#br0" timeOffset="-97497.65">11208 5466 989 0,'0'0'1130'0,"0"0"-410"15,0 0-249-15,0 0-182 0,0 0 8 16,0 0-93-16,0 0-76 0,0 0-56 15,0 0-23-15,0 0-27 0,-29 60-3 16,15-32 9-16,-5 0-1 0,0 1-24 16,1-1-3-16,-1-1-16 0,3-4-37 15,3-3-30-15,1-5-33 0,6-3-44 16,-1-5-76-16,5-3-105 0,2-4-167 16,0 0-134-16,4-2 110 0,5-7 126 15,-1 1 106-15,0-3 33 16,0 1 114-16,-1 0 153 0,1-1 94 0,-4 3 193 15,0 2 94-15,-2 0 106 16,2 3-33-16,-1 1-70 0,-1 0-69 16,0 0-88-16,2 2-77 0,-2 0-51 15,4 0-20-15,-2 4-3 0,2 3 9 16,3 3-6-16,-1 7 15 0,2 3-19 16,-4 5-25-16,1 0-24 0,-3 2-24 15,-2 1-2-15,0-2 0 0,-2-3-3 16,0 0-38-16,0-2-35 0,-2-3-18 15,0-4-19-15,2-2-67 16,0-2-122-16,0-4-195 0,0-1-311 0,2-5-666 16</inkml:trace>
  <inkml:trace contextRef="#ctx0" brushRef="#br0" timeOffset="-97146.53">11303 5526 795 0,'0'0'1401'0,"0"0"-678"16,0 0-317-16,0 0-111 0,0 0-112 16,0 0-142-16,0 0-40 0,0 0 2 15,-10 53 10-15,6-32-11 0,-5 1-2 16,1 1-31-16,-2-2-20 0,3-1 10 16,-3-2 3-16,2-2 7 0,0-4-26 15,6-2 3-15,-3-2-13 0,3-3-2 16,2-1 8-16,-2-4 10 0,2 0-16 15,0 0-25-15,0 0 39 0,2-3 53 16,0 0 77-16,5 0 60 16,-3 0 10-16,2-2-17 0,0-1-7 15,7 1-6-15,-1-2-23 0,4-1-16 16,1-1-17-16,4-1-21 0,1-3-15 16,3 2-25-16,2 1-1 0,-2 0-17 15,-4 2-46-15,1-1-46 0,-1 4-59 16,-11 2-84-16,3 3-85 0,-7 0-105 15,-4 1-317-15,-4 9-466 0</inkml:trace>
  <inkml:trace contextRef="#ctx0" brushRef="#br0" timeOffset="-96906.45">11276 5828 864 0,'0'0'2237'0,"0"0"-1708"0,0 0-312 0,0 0-88 16,0 0-12-16,0 0 58 0,0 0-26 16,0 0-66-16,62-24-49 15,-41 16-34-15,-3-3 0 0,7 1-25 0,-2 1-64 16,-4-1-14-16,1 2-40 16,1 1-61-16,-7 0-76 0,-3 2-133 15,-1 1-125-15,-4 1-190 0,-6 3-362 16</inkml:trace>
  <inkml:trace contextRef="#ctx0" brushRef="#br0" timeOffset="-96665.37">11394 5486 1239 0,'0'0'1615'0,"0"0"-1189"16,0 0-64-16,0 0 13 0,0 0-72 15,0 0-77-15,0 0-90 0,0 0-93 16,0 0-43-16,0 0 0 0,-17 35 12 16,19-4 31-16,7 14-9 0,-5-1-9 15,2 3-10-15,2 4 7 0,3-12-22 16,-3 5-20-16,0-3-63 0,3-6-40 16,-1-4-46-16,-4-4-67 0,0-5-109 15,1-5-241-15,-3-5-642 0,2-6-858 0</inkml:trace>
  <inkml:trace contextRef="#ctx0" brushRef="#br0" timeOffset="-96101.21">11783 5272 63 0,'0'0'130'0,"0"0"851"15,0 0-246-15,0 0-469 0,0 0-139 16,0 0 31-16,0 0 33 0,0 0-5 16,0 0-6-16,0 0 15 0,0 0 22 15,0 0 5-15,0 0-20 0,0 0-27 16,0 0-27-16,0 0-42 0,0 0-50 16,0 0-44-16,0 0-12 0,0 0-18 15,0 0 2-15,0 2-5 16,0 2-29-16,2 3 34 0,0 1-6 15,0 4-21-15,0 1-32 0,0 1-36 0,0-1-2 16,0 2-3-16,0-2-39 16,-2-2-86-16,0-3-111 0,0-1-147 15,0-2-682-15</inkml:trace>
  <inkml:trace contextRef="#ctx0" brushRef="#br0" timeOffset="-95891.58">11592 5463 2063 0,'0'0'1016'16,"0"0"-703"-16,0 0-3 0,0 0-39 15,0 0-126-15,-16 54-98 0,16-36-45 16,0 4-1-16,2-1-1 16,6 1-12-16,-4-2-16 0,5-1-73 0,-1-1-56 15,4-2-19-15,-1-3-62 0,1-1-138 16,2-5-216-16,-5-1-510 15,1-1-284-15</inkml:trace>
  <inkml:trace contextRef="#ctx0" brushRef="#br0" timeOffset="-95621.46">11640 5516 1042 0,'0'0'1323'0,"0"0"-865"16,0 0-163-16,0 0 47 0,0 0-64 15,0 0-89-15,0 0-60 0,62-55-38 16,-43 50-29-16,1-3-37 0,5 1-3 16,0 2 0-16,8 1 3 0,-2 0 3 15,2 0-7-15,2 4-5 0,-2 0-15 16,-4 0 2-16,-2 4 9 0,-6 2-12 16,-3-2-2-16,-9 3-1 0,-1 0-9 15,-4 2 9-15,-2 2-13 0,-2 1 15 16,0 1-20-16,-2 1-57 15,-4 0-47-15,0-3-51 0,-1 3-73 0,3-3-179 16,-4-2-324-16,-2 0-973 16</inkml:trace>
  <inkml:trace contextRef="#ctx0" brushRef="#br0" timeOffset="-95209.74">11752 5584 1407 0,'0'0'1698'16,"0"0"-1373"-16,0 0-306 0,0 0 60 15,0 0 13-15,0 0-54 0,0 0-28 16,55-21-10-16,-36 18-16 0,2-1-10 16,-5 2-2-16,3 1-10 0,-5 1-29 15,-3 0-15-15,1 0-30 0,-8 4 13 16,0-1 10-16,-4 1 25 0,0 1 22 15,0 1-22-15,-4-2 6 0,0 1 20 16,0-1-4-16,-4-1 42 0,1-2 15 16,3 1 20-16,0 1 39 0,2-2 106 15,0 0 5-15,2 0-20 0,0-1-25 16,0 3-42-16,0-2-16 0,0 4-3 16,0 2 6-16,2 3-10 0,-2 3-8 15,4 5-33-15,0 1-15 16,0 3-17-16,1 0-2 0,1 0-28 15,0-3-29-15,-4-1-25 0,2-1 16 0,2-4-6 16,-1-1 2-16,-1-4-18 16,2 1-23-16,-2-3-41 0,0-3-110 15,-2-2-148-15,4-1-133 0,-1 0-272 16,-3-1-284-16</inkml:trace>
  <inkml:trace contextRef="#ctx0" brushRef="#br0" timeOffset="-95060.19">11923 5700 131 0,'0'0'222'0,"0"0"1325"16,0 0-1084-16,0 0-159 0,0 0-79 16,0 0-122-16,0 0-103 0,0 0-11 15,0 0-24-15,27-51-68 0,-21 47-87 16,5 0-72-16,-3 1-32 0,2 1-203 16,-6 2-27-16,-4 0-167 0</inkml:trace>
  <inkml:trace contextRef="#ctx0" brushRef="#br0" timeOffset="-94842.59">11820 5641 158 0,'0'0'2024'0,"0"0"-1440"0,0 0-243 16,0 0 22-16,0 0-157 0,0 0-92 15,-23 57-23-15,19-41-10 0,2 0-15 16,0 2-36-16,0-1-30 0,0 0-2 15,-2-1-11-15,-3 0-3 0,5-3-9 16,0-2-66-16,0-2-63 0,0-2-55 16,2-1-54-16,-2-2-96 15,2-1-76-15,-2-3-93 0,2 0-164 0,-2 0-51 16</inkml:trace>
  <inkml:trace contextRef="#ctx0" brushRef="#br0" timeOffset="-94614.15">11756 5817 209 0,'0'0'528'0,"0"0"-154"16,0 0-68-16,0 0 39 0,0 0-24 15,0 0-42-15,0 0-40 0,0 0-30 16,0 0-32-16,0 0 9 0,14-32-8 16,-10 32-3-16,9 3-16 0,-7 0-2 15,8 1 0-15,1 1-43 0,1 0-30 16,3 1-15-16,-2 2 5 0,5 0-18 16,1-1-25-16,-2 1-9 0,-3 0-7 15,3-1-13-15,-5 0-2 0,3-2 0 16,-4 1-6-16,1-3-44 0,-6 0-27 15,3 0-26-15,3-3-25 0,-7 0-57 16,3-6-87-16,3-3-163 0,-3-1-133 16,0-1-559-16</inkml:trace>
  <inkml:trace contextRef="#ctx0" brushRef="#br0" timeOffset="-94374.14">12270 5317 347 0,'0'0'2826'16,"0"0"-2371"-16,0 0-162 0,0 0-140 16,0 0-153-16,0 0-42 0,0 0 17 15,0 0-6-15,0 67-98 0,9-53-31 16,-5 2-5-16,0-3-74 0,2-4-103 15,0-3-122-15,-1-1-268 0,7-5-503 16</inkml:trace>
  <inkml:trace contextRef="#ctx0" brushRef="#br0" timeOffset="-94220.14">12461 5222 73 0,'0'0'1133'0,"0"0"673"16,0 0-1369-16,0 0-237 0,0 0-90 15,0 0-56-15,0 0-32 0,-17 50-22 16,11-29 0-16,2 0-32 0,-2 1-135 16,-3 1-115-16,5-4-173 0,-2-6-219 15,-4 5-577-15</inkml:trace>
  <inkml:trace contextRef="#ctx0" brushRef="#br0" timeOffset="-93966.14">12186 5485 692 0,'0'0'2181'0,"0"0"-1784"0,0 0-365 16,0 0 171-16,0 0 12 0,0 0-29 15,60-13-67-15,-42 6-49 0,5-1-39 16,2-1-31-16,0 2 0 0,1 0 0 15,-3 0-22-15,4 1-38 0,-8 2-47 16,-1-2-62-16,-5 6-50 0,-5-1-54 16,0 1-92-16,-4 0-70 0,-4 0-67 15,0 1-70-15,-4 4-484 0</inkml:trace>
  <inkml:trace contextRef="#ctx0" brushRef="#br0" timeOffset="-93801.64">12397 5442 96 0,'0'0'107'0,"0"0"669"0,0 0 419 0,0 0-781 15,0 0-50-15,0 0-41 0,0 0-72 16,0 0-39-16,0 0-20 16,0 0-44-16,-27 61-70 0,27-49-46 15,0 1-31-15,0-1-1 0,0 2-2 16,0-2-27-16,0-1-67 0,6 0-78 16,-4 0-75-16,0-1-94 0,0-1-111 15,-2-2-144-15,0-1-460 0</inkml:trace>
  <inkml:trace contextRef="#ctx0" brushRef="#br0" timeOffset="-93578.59">12237 5577 265 0,'0'0'1410'0,"0"0"-149"0,0 0-1005 0,0 0-240 16,0 0 127-16,0 0 13 15,0 0-29-15,0 0-61 0,60-5-47 16,-41 0-19-16,-3 2 0 0,3 0-60 16,-2 2-70-16,-3-2-70 0,-6 3-52 15,3 0-63-15,-9 0-121 0,4 0-261 16,-6 3-295-16</inkml:trace>
  <inkml:trace contextRef="#ctx0" brushRef="#br0" timeOffset="-93300.18">12188 5661 1115 0,'0'0'1277'0,"0"0"-575"0,0 0-269 16,0 0-148-16,0 0-113 16,0 0-98-16,0 0-71 0,0 0 59 15,0 0-6-15,0 0 0 0,49-10-37 16,-32 4-18-16,8-1-1 0,-5-1-3 15,3 1-13-15,4 0-12 0,-6 1-22 16,3 0-15-16,-3 0-11 0,-2 0-21 16,-3 2 5-16,-7 2 11 0,-1 1-21 15,-4 1-15-15,0 0-19 0,-2 0-1 16,-2 0 31-16,0 0 33 0,-2 4-197 16,-4 4-237-16,4-4-298 0,-6 2-430 15</inkml:trace>
  <inkml:trace contextRef="#ctx0" brushRef="#br0" timeOffset="-92999.76">12190 5745 99 0,'0'0'189'0,"0"0"796"0,0 0-572 16,0 0-65-16,0 0-37 0,0 0-85 15,54-25-65-15,-46 20-64 0,2-1-27 16,0 1 11-16,1 1-21 0,-3 1-18 16,0-2-19-16,-3 2-7 0,1 2-14 15,-2-1-2-15,-2 2-13 16,-2 0-29-16,0 0-105 0,0 0-56 15,0 2-3-15,-4 5-79 0,-4 2-397 16,3-2-321-16</inkml:trace>
  <inkml:trace contextRef="#ctx0" brushRef="#br0" timeOffset="-92495.7">12186 5811 135 0,'0'0'195'15,"0"0"1299"-15,0 0-1082 0,0 0-183 16,0 0 107-16,0 0-70 0,0 0-84 15,0 0-89-15,0 0-77 0,58-41-16 16,-48 30-2-16,2 1-14 0,3 2-32 16,-7-3-35-16,2 4-26 0,-3 1 10 15,1 0 22-15,-6 0 26 0,-2 4 51 16,0-3 8-16,0 2-8 16,0 0-32-16,0 3 32 0,0 0 17 15,-2 0 2-15,0 0-17 0,0 3-2 16,-4 0-29-16,6 8 29 0,-3-3 12 15,1 5 82-15,0 2-27 0,0 0-32 16,2 0-9-16,-2 2-7 0,0 0-17 16,-2-3 0-16,4 1 1 0,-2-1-3 15,0-2-3-15,2 0-19 0,-2-2-1 16,0 2-2-16,2-1-20 0,-2-4-58 16,-3-1-35-16,5-1-20 0,-2-1-45 15,2-3-27-15,0 2 35 0,0-3 85 16,-4 0-10-16,0 0 58 0,-2-3 62 15,2-1 62-15,0-1 126 0,-7-1-10 16,9 0-38-16,-4 1 12 0,2-1 13 16,0 0-1-16,2-2 39 15,0 3 5-15,2 1-20 0,0-2-32 0,0 1-23 16,0-1-32-16,0 0-50 0,0 0-50 16,0 0-1-16,4 0-16 15,0 1 0-15,2-1 4 0,0 0-4 16,7-2 16-16,-3 3-16 0,0-3-19 15,7 2-12-15,0-2-115 0,-1-2-109 16,7 3-78-16,-7-1-164 0,1 2-492 16,-3-4-132-16</inkml:trace>
  <inkml:trace contextRef="#ctx0" brushRef="#br0" timeOffset="-91970.5">12448 5648 147 0,'0'0'1'0,"0"0"539"0,0 0 717 15,0 0-910-15,0 0-34 0,0 0 19 16,0 0-54-16,0 0-32 0,0 0-40 16,0 0-77-16,-29-9-54 0,29 9-30 15,0 2-11-15,2 5 47 0,2 2 24 16,1 1 13-16,-1 3-9 16,0 4-26-16,6 1-21 0,-6-1 0 15,9 1-25-15,-1-1-35 0,-4 0 14 16,9-3-14-16,-3 1 1 15,-3-3-1-15,3-1 0 0,-3 0 0 0,-1-4-2 16,2 2-19-16,-3-3-33 0,1 0-25 16,-2-2-38-16,3 1-31 0,-5-3-13 15,0 1-2-15,0-1-53 0,-2-2-81 16,5 0-46-16,-7-2-55 0,2-2-56 16,-4-2 14-16,0-2-24 15,0-2-7-15,0-1-20 0,0-1 156 0,-4-3 333 16,-1 2 79-16,-3 0 214 15,2-2 62-15,-2 4-29 0,4 0 26 16,-9 3 48-16,7 1-89 0,-2-2 10 16,4 5-12-16,-3 0-10 0,1 0-12 15,4 2-26-15,0 1-50 0,0 1-19 16,0 0-23-16,0 0-38 0,-2 0-69 16,0 3-34-16,1 4-27 0,-3 7-1 15,-2 1-18-15,-4 4 15 0,3 4 0 16,-5 0-9-16,-1-1 10 0,-1 0 0 15,6-2-1-15,-1-2 1 0,-1-4-11 16,6-3-33-16,-1-4-45 0,5-3-69 16,2-3-85-16,0-1-185 15,4-5-175-15,1 0-362 0,1-12-628 0</inkml:trace>
  <inkml:trace contextRef="#ctx0" brushRef="#br0" timeOffset="-91403.84">12663 5424 115 0,'0'0'2010'0,"0"0"-1677"16,0 0-210-16,0 0 109 0,0 0 8 15,0 0-16-15,58-18-33 0,-35 9-48 16,-3 0-58-16,3 0-34 0,4 3-17 15,-2 0 10-15,-4 2 7 16,-1 2 5-16,-1 2-15 0,-3 2 0 16,-1 3-26-16,-5 3-2 0,-4 1 0 15,1 4 3-15,-5 0 0 0,-2 6 6 16,0 1-19-16,-7 0-2 0,5 1-1 16,-2 1-47-16,-6-3-42 0,6-3-27 15,-2-1-32-15,-1-5-64 0,7 1-110 16,-2-4-143-16,0-1-204 0,-2-4-614 0</inkml:trace>
  <inkml:trace contextRef="#ctx0" brushRef="#br0" timeOffset="-91118.54">12630 5517 249 0,'0'0'1585'0,"0"0"-1264"0,0 0-33 16,0 0 67-16,0 0-57 0,0 0-20 0,60 3-28 16,-39-7-41-16,-1-1-40 15,5 0-40-15,0-1-13 0,6 1-45 16,-2-2-43-16,0 1-25 0,0 2-1 16,0-1-2-16,0 2-3 0,-4 0-9 15,1 2-25-15,-7 1-41 0,0 0-9 16,-5 0-33-16,-2 0-28 0,-5 0-22 15,-5 1-48-15,-2-1-120 0,0 5-112 16,0-4-41-16,-13 5-917 0</inkml:trace>
  <inkml:trace contextRef="#ctx0" brushRef="#br0" timeOffset="-90874.01">12746 5600 259 0,'0'0'2129'0,"0"0"-1800"0,0 0-155 16,0 0 101-16,0 0-51 0,0 0-78 15,0 0-51-15,58-6-32 16,-46 4-19-16,3-1-15 0,1 0-29 16,1 2-2-16,1-2-16 0,-1 0-14 15,4 1-57-15,-3 0-47 0,-3 0-35 16,-3 2-47-16,-2 0-41 0,-3 0-135 15,-7 0-192-15,0 3-104 0,0-1-46 16</inkml:trace>
  <inkml:trace contextRef="#ctx0" brushRef="#br0" timeOffset="-90597.71">12659 5705 138 0,'0'0'2050'16,"0"0"-1578"-16,0 0-182 0,0 0-114 15,0 0-131-15,0 0 38 0,0 0 50 16,0 0 14-16,0 0-40 0,58-19-43 16,-35 13-39-16,-5 0-22 0,5 2-2 15,-4 0 2-15,1-1-3 0,5 1-16 16,-8 2-12-16,1-2-35 0,-5 4-26 15,-1-1-13-15,-6 1-54 0,-4 0-6 16,-2 0-12-16,0 1 104 0,-2 3-49 16,-6 2-246-16,-2 0-150 0,-1 3-122 15,5-3-77-15</inkml:trace>
  <inkml:trace contextRef="#ctx0" brushRef="#br0" timeOffset="-90336.08">12678 5778 768 0,'0'0'1124'0,"0"0"-476"16,0 0-439-16,0 0 71 0,0 0 106 15,0 0-97-15,0 0-75 0,55-14-44 16,-38 6-64-16,6 0-63 0,-5 0-21 16,7-2-19-16,2 2-1 0,-4 1-2 15,2 1-2-15,-1 0-16 0,3 0-7 16,-4 1-28-16,-2 2-25 0,1 0-30 15,-7 1-24-15,3 0-47 0,-9 0-46 16,1 0-24-16,0 2-23 0,-5-2-34 16,-1 1-62-16,-4-2-90 0,0 1-43 15,0-4-284-15</inkml:trace>
  <inkml:trace contextRef="#ctx0" brushRef="#br0" timeOffset="-90045.17">12866 5317 448 0,'0'0'479'0,"0"0"841"16,0 0-936-16,0 0-53 0,0 0 25 16,0 0-102-16,0 0-137 0,0 0-117 15,0 0-32-15,0 0 23 0,-17 6 9 16,23 7 19-16,-4 2-16 15,3 5 13-15,-1-1-15 0,0 2-1 0,-2-1-4 16,0 2-27-16,-2 0-45 16,0 0-22-16,0 1 12 0,-8-3-3 15,6 0 18-15,-5-3 7 0,5-3-22 16,0 1-58-16,0-3-107 0,2-2-85 16,0 0-163-16,2-1-15 0,2-5 52 15,1 2-17-15,-3-2 82 0</inkml:trace>
  <inkml:trace contextRef="#ctx0" brushRef="#br0" timeOffset="-89710.52">12870 5668 51 0,'0'0'473'15,"0"0"35"-15,0 0-59 0,0 0-117 16,0 0-72-16,0 0-50 0,0 0-51 16,0 0-53-16,0 0-70 0,-21 29-33 15,21-23 13-15,-2 2 4 0,0 1 5 16,0 1 17-16,0 3 23 0,-2-1-1 16,0 1 0-16,4 0 17 0,-2 1 2 15,2-3-32-15,0 0-25 16,0 0-10-16,0-1-13 0,2-1-2 15,6-2-1-15,-4 0 0 0,0-1-2 16,2 0 2-16,1-1-2 0,1 1 0 16,0-5 2-16,-4 0 3 0,7-1 16 15,-5 0-6-15,4 0 3 0,-6 0-3 16,5-2-1-16,-1-3 7 0,0 1-3 16,0-2 4-16,-1-2-4 0,-1 0-4 15,0 0 14-15,2-3-1 0,-4-1 10 16,-2 1-3-16,1 0-19 0,-3 0-11 15,0 0-1-15,0 1 1 0,0 2-2 16,-3 1 0-16,1 1-32 0,-4 0-47 16,-2 0-39-16,0 1-52 15,-1 3 3-15,3-2-84 0,-6 3-247 0,4 1-311 16,-5 0-500-16</inkml:trace>
  <inkml:trace contextRef="#ctx0" brushRef="#br0" timeOffset="-89505.51">12841 5789 337 0,'0'0'2343'0,"0"0"-1897"16,0 0-369-16,0 0 44 0,0 0 19 16,0 0-36-16,0 0-53 0,52 6-32 15,-36-6-17-15,1 0-2 0,1-3-11 16,-1 2-88-16,1-1-123 0,-3 1-149 15,-1-1-258-15,-5 2-786 0</inkml:trace>
  <inkml:trace contextRef="#ctx0" brushRef="#br0" timeOffset="-75903.35">10373 6351 203 0,'0'0'170'0,"0"0"149"0,0 0 699 15,0 0-778-15,0 0-38 0,0 0-37 16,0 0-55-16,-8 8-36 0,8-7 10 16,0 0 45-16,0-1 32 15,0 2 6-15,0-1-43 0,-3 2-44 16,3 0-16-16,-2 2-10 0,2 1-16 15,0 1-12-15,-2-1-7 0,2 3-6 16,0 1-11-16,0-1 10 0,0 1-12 16,2 0-3-16,0 1-19 0,1-1 9 15,1-1-9-15,0-3-3 0,0 0-1 16,0-1-18-16,0-3 18 0,-4-1 23 16,6-1 2-16,-4 0 1 0,-2 0 13 15,5 0 28-15,-3-3 10 0,0-2 3 16,2-1-6-16,0 0-7 0,-2-1-19 15,2 1-9-15,-2-4 6 0,-2 4-17 16,0 1 23-16,0-1 4 0,0 2 18 16,0-2 13-16,0 0 19 0,0-1-10 15,0 1 0-15,-2-2-13 0,0 2-8 16,0 1-7-16,0 0-7 0,0 1-15 16,0 1-17-16,2 0-1 0,-2 2 2 15,0 0 10-15,2 1 5 0,0 0 7 16,0 0-3-16,-2 1-22 0,-2 3-20 15,1 0-20-15,-3 2-10 16,4 1 3-16,-2 1 16 0,0 4 5 16,0-4 10-16,4 0 0 0,-2 1-6 15,2-4-15-15,0 0-4 0,0 0 0 16,4-1 0-16,0-2 10 0,2-1 6 16,2-1-1-16,-3 0 8 0,1 0 2 15,0-3 14-15,2-3 1 0,-2 1 1 16,-3-2 11-16,-1 0 8 15,0-1 13-15,-2 1 12 0,0-3 25 0,0 0-3 16,-2 2-13-16,0-1 5 0,-1 1-2 16,-3 3-9-16,4-1-4 15,-2 3 10-15,2 2-12 0,-2 1-25 16,4-2-16-16,0 2-40 0,0 0-26 16,0 0-40-16,0 0-64 0,0 0-44 15,0 2-36-15,4-1-78 0,2 0-131 16,2-1-81-16,-1 0-276 0,5-6-496 15</inkml:trace>
  <inkml:trace contextRef="#ctx0" brushRef="#br0" timeOffset="-75513.27">10728 6196 674 0,'0'0'283'16,"0"0"981"-16,0 0-834 0,0 0 26 16,0 0-150-16,0 0-154 0,0 0-88 15,0 0-26-15,-22 58 0 0,26-40-7 16,0-2-30-16,4 0-1 0,-2 0-2 16,1 0-20-16,1-4 0 0,-2 1-22 15,4-5-61-15,-6 1-63 0,3-3-100 16,-1-2-82-16,-2 0-222 0,-2-4-551 15</inkml:trace>
  <inkml:trace contextRef="#ctx0" brushRef="#br0" timeOffset="-75176.16">10662 6279 467 0,'0'0'978'0,"0"0"214"0,0 0-733 15,0 0-181-15,0 0-97 0,0 0-67 16,0 0-45-16,0 0-9 16,46-56-16-16,-24 44-25 0,-1 3 0 0,6-2-19 15,2 1 3-15,2 1 13 16,2 1-1-16,4 1 4 0,-2 0 3 0,3 1-3 16,-5-2 9-16,0 3-9 15,0-2 3-15,0 4-2 0,-6-1 24 16,-5 4 108-16,1 0-43 0,-8 0-75 15,-5 0-6-15,-2 5 3 0,-4 1-3 16,-4 0 24-16,0 2 44 0,0 4 36 16,-2 3-58-16,-6 2-53 0,4 3-21 15,-4-1-2-15,1 2-44 0,1-1-24 16,-2 0-32-16,2-2-49 0,2 0-26 16,-3-4-78-16,3-3-225 0,2-1-187 15,-2-3-563-15,-6-3-454 0</inkml:trace>
  <inkml:trace contextRef="#ctx0" brushRef="#br0" timeOffset="-74904.37">10867 6301 311 0,'0'0'1193'0,"0"0"-385"16,0 0-372-16,0 0-214 15,0 0-65-15,0 0-52 0,0 0 20 16,0 0 34-16,0 0-14 0,0 0-18 16,47-3-30-16,-30 0-44 0,8 0-21 15,-3-3-20-15,5 1-12 0,-2-1-15 16,6-3-54-16,-4 3-48 0,-6 0-56 16,-3 0-56-16,-3 3-81 0,-5 0-59 15,-6 3-70-15,-4 0-162 0,-2 0 45 16,-6 5-145-16</inkml:trace>
  <inkml:trace contextRef="#ctx0" brushRef="#br0" timeOffset="-74360.21">10916 6378 99 0,'0'0'662'0,"0"0"681"0,0 0-961 0,0 0-57 15,0 0-32-15,0 0-127 0,-12 50-68 16,12-37-24-16,0-1-5 0,0 2 1 15,0 0 3-15,4-3-16 0,2 2-7 16,3-3-12-16,-3-3-25 0,4 0-12 16,1-4-1-16,3-3-3 0,0 0-16 15,1-1 16-15,-1-7-16 16,3 0-7-16,-5-4-53 0,5-1-12 0,-7 1-11 16,-2-1 20-16,-1 0 37 15,-5 2 39-15,-2 1 6 0,0 1 44 16,-4 1 17-16,-5-2 15 0,1 3-41 15,-4-2-16-15,-3 1 16 0,5 1 2 16,-7 1 1-16,5 0-15 0,-3 1-13 16,1 2-10-16,4 3-3 0,-5 0-25 15,5 0-29-15,2 0-51 0,-1 0-54 16,1 3-20-16,2 1 12 0,6-1-19 16,0 1-59-16,0 1-72 0,0-1 5 15,0 1 72-15,0 0-57 0,0 1 73 16,4-1 113-16,-2 1 114 0,0 0 22 15,0-1 128-15,-2-2 62 0,2 2 25 16,-2-2-22-16,2 0-56 0,0-1-49 16,7-1 23-16,-7-1 22 0,4 0 22 15,0 0-12-15,4 0-21 0,1 0-3 16,-5 0-32-16,6-2-13 0,3-1-29 16,-7 0-19-16,7 0-29 15,-3 0-7-15,2-1-9 0,1 1-2 16,-3 0-1-16,-1 0-1 0,-1 2-3 15,-6-1-24-15,0 2-84 0,-4 0-73 16,0 0-75-16,0 0-85 0,0 2-244 16,-6 4-915-16</inkml:trace>
  <inkml:trace contextRef="#ctx0" brushRef="#br0" timeOffset="-74105.78">10883 6572 1450 0,'0'0'1480'0,"0"0"-1172"15,0 0-213-15,0 0 128 0,0 0 4 16,0 0-63-16,64-28-108 0,-47 18-40 16,6-1-13-16,-7 3-3 0,5-2-1 15,-5 2-33-15,1 2-48 16,-3 3-19-16,-3-1 1 0,-1 2-37 15,-4 1-31-15,1 0-45 0,-3 1-47 16,-2-2-68-16,0 2-177 0,-2-1-255 16,0-2-274-16</inkml:trace>
  <inkml:trace contextRef="#ctx0" brushRef="#br0" timeOffset="-73870.52">11003 6293 11 0,'0'0'2063'0,"0"0"-1452"16,0 0-142-16,0 0-100 0,0 0-91 16,0 0-61-16,0 0-85 15,0 0-91-15,0 0-41 0,0 0 0 16,-16-8 17-16,16 16 8 0,2 6 38 16,0 11-4-16,0 3-32 0,0 4-14 15,0 4-13-15,2-1-12 0,-2 0-46 16,0-1-39-16,0 1-18 0,-2-4-40 15,0-6 17-15,0-1-45 0,-4-7-96 16,2-3-66-16,-2-6-96 0,4-3-297 16,-4-4-615-16</inkml:trace>
  <inkml:trace contextRef="#ctx0" brushRef="#br0" timeOffset="-73322.51">10623 6376 2285 0,'0'0'1036'0,"0"0"-789"15,0 0-247-15,0 0-22 16,0 0-44-16,0 0 65 0,0 0 1 0,0 0 12 16,0 0-8-16,54 2-1 15,-42 4 9-15,-2 2 1 0,1-1 3 16,1 4 12-16,-6-2-9 0,1 0 0 15,-1 2 4-15,-2-1 11 0,-2 2 26 16,0 0 10-16,0 1-1 0,2-1-22 16,-2 1-22-16,-2-1-12 0,0 1-13 15,2-1 0-15,-2-1-2 0,0-1-17 16,0 2-22-16,-2-2-9 0,-6 1 12 16,6-3 6-16,-6-1 10 0,1 2 3 15,1-3 8-15,-4 0 11 0,4-3 13 16,-3 1-10-16,3-2 25 0,2-1-25 15,2-1 13-15,-2 0 12 0,2 0 7 16,2 0-10-16,0 0-25 0,0 0-11 16,0 0 11-16,2 0 22 15,4 0 69-15,-2 0 32 0,2 0 14 16,7 0 62-16,-1 0-17 0,5-1-43 16,1 0-41-16,3 0-37 0,6 0-24 15,0-2-22-15,2 0 1 0,6 0-14 16,0-1 0-16,0 0 0 15,0-1 0-15,-4 0-1 0,0 1-1 16,-4 1-28-16,-2 0-18 0,-6 2-6 16,-1-1-28-16,-3 2-33 0,-1 0-29 15,-3 0-41-15,-1 0-23 0,2 0-55 16,-1-2 3-16,-1-2-210 0,-4-2-211 16,11-2-727-16</inkml:trace>
  <inkml:trace contextRef="#ctx0" brushRef="#br0" timeOffset="-72841.06">11470 6181 1916 0,'0'0'551'0,"0"0"-97"0,0 0-22 15,0 0-112-15,0 0-62 0,0 0-69 16,0 0-80-16,0 0-65 0,0 0-43 16,0 0 2-16,-10 29 40 0,8-8 16 15,0 7-6-15,2 4-19 0,-2 5-9 16,2 1-13-16,-2-1-9 0,2-1-2 15,0-2-1-15,-2-2-3 0,2-2-56 16,0-4-34-16,0-3-75 16,2-1-58-16,2-7-54 0,0-4-133 0,4-2-103 15,1-6-166-15,1-2-395 16</inkml:trace>
  <inkml:trace contextRef="#ctx0" brushRef="#br0" timeOffset="-72493.82">11427 6284 852 0,'0'0'251'16,"0"0"807"-16,0 0-679 0,-16-63-83 15,16 45-39-15,6 0-34 0,0 0-6 16,2 1-37-16,5 2-54 0,1-3-16 16,1 4 4-16,1 3-5 0,3 0-37 15,-1 0-38-15,5 5-12 16,-2 1 9-16,1 5-13 0,5 0 4 15,-4 2-3-15,4 7-4 0,-2 5-2 16,2 2 2-16,-7 1 1 0,1 6-13 16,0-2 21-16,-7 4-5 0,-4 0 0 15,3 3 2-15,-7 0 7 0,0 0-10 16,-4 1-2-16,0-2-4 0,-2 0-9 16,0-6-1-16,0 0 1 0,0-3-3 15,0-3-23-15,0-2-27 0,2-2-14 16,0-4-20-16,-2 1-22 0,0-2-43 15,7-1-43-15,-5-3-66 0,0-2-155 16,-2 0-119-16,0 0-238 0,0-2-464 0</inkml:trace>
  <inkml:trace contextRef="#ctx0" brushRef="#br0" timeOffset="-72252.82">11485 6311 707 0,'0'0'1857'0,"0"0"-1348"0,0 0-346 16,0 0 161-16,0 0 23 0,0 0-52 15,50-14-80-15,-32 9-92 0,3-1-55 16,-3 1-34-16,5 2-31 0,-4 0-1 16,3 1-2-16,-3 1-2 0,-2 1-13 15,-1 0-28-15,-3 1-53 0,-3 4-44 16,-4 2-40-16,-2 0-49 0,-4 2-55 15,0 3-177-15,0-1-97 0,-4 0-213 16,-8 1-570-16</inkml:trace>
  <inkml:trace contextRef="#ctx0" brushRef="#br0" timeOffset="-72053.91">11541 6413 803 0,'0'0'1751'0,"0"0"-1150"16,0 0-305-16,0 0-156 0,0 0 74 15,0 0 54-15,0 0-59 0,0 0-45 0,64-27-40 16,-46 19-62-16,7-2-50 16,-4 2-12-16,2-2-12 0,-5 3-7 15,1 0-55-15,-7 5-46 0,1-2-48 16,-7 2-36-16,0 0-50 0,-4 2-53 16,-2 0-101-16,0 0-103 0,0 0-98 15,0 0-454-15</inkml:trace>
  <inkml:trace contextRef="#ctx0" brushRef="#br0" timeOffset="-71791.81">11621 6084 11 0,'0'0'1798'0,"0"0"-1215"16,0 0-135-16,0 0-34 0,0 0-62 15,0 0-68-15,0 0-85 0,0 0-87 16,0 0-59-16,0 0-37 0,-16 7 46 15,20 8 52-15,2 10 22 0,-2 4-21 16,0 7-42-16,-2 2-17 0,-2 4-26 16,3 0-17-16,-3 4-11 0,0-1-2 15,0-2-31-15,-3-3-3 16,1-1-6-16,2-4-21 0,0-7-35 0,0-5-40 16,5-5-37-16,5-3-64 0,2-8-164 15,-1-4-293-15,1-2-505 0,5-5-570 16</inkml:trace>
  <inkml:trace contextRef="#ctx0" brushRef="#br0" timeOffset="-71230.42">12062 6182 298 0,'0'0'2252'0,"0"0"-1692"16,0 0-190-16,0 0-23 0,0 0-104 15,0 0-93-15,0 0-63 0,0 0-47 16,0 0 10-16,0 0-13 0,22 2-15 16,-11-2-7-16,7 0-13 15,-1-2-2-15,4 2 0 0,1-1-12 16,3-2-10-16,-2 0-68 0,4 1-50 15,-11 1-42-15,3 1-53 0,-11 0-142 16,0 1-122-16,-3 4-175 0,-5-1-490 16</inkml:trace>
  <inkml:trace contextRef="#ctx0" brushRef="#br0" timeOffset="-70951.84">11989 6349 353 0,'0'0'2049'0,"0"0"-1287"16,0 0-380-16,0 0-201 0,0 0-27 0,0 0 41 15,0 0 24-15,0 0-36 16,0 0-32-16,0 0-31 0,62 8-22 0,-45-8-28 16,4 0-27-16,-3 0-18 15,5 0-1-15,0 0-5 0,3 0-17 16,-3 0-2-16,2 0 0 0,0 0-1 15,0 2-21-15,-7-1-39 0,1 0-22 16,-5 2-21-16,1 0-16 0,-7-1-31 16,-2 1-17-16,-2-2-3 0,1 0-33 15,-5-1-42-15,2 1-106 0,-2-1-67 16,0 0-6-16,0 0-229 0,-5-3-539 0</inkml:trace>
  <inkml:trace contextRef="#ctx0" brushRef="#br0" timeOffset="-70757.89">12188 6353 2029 0,'0'0'602'0,"0"0"-136"0,0 0-39 0,0 0-117 15,0 0-160-15,0 0-87 0,-17 53-6 16,17-33 12-16,0 2-4 0,0 4-8 16,0 0-36-16,6 1-21 15,-1-2-12-15,-3-2-44 0,2-4-100 16,2-2-90-16,0-2-66 0,4-5-115 15,-1-1-188-15,-1-6-563 0</inkml:trace>
  <inkml:trace contextRef="#ctx0" brushRef="#br0" timeOffset="-70406.7">12413 6286 1907 0,'0'0'1314'0,"0"0"-1136"16,0 0-82-16,0 0 116 0,0 0-52 16,0 0-109-16,64-19-23 0,-45 16-16 15,1 2 13-15,-1 1-23 0,0 0 17 16,1 1 0-16,-7 5-3 0,1 1 10 15,-1 0 21-15,-9 0-4 0,2 3 1 16,-4 0 34-16,-2 5 74 0,-4 3-13 16,-2 5-77-16,-9 1-31 0,3 2-19 15,-3 0-11-15,-1 3-1 0,3-4-25 16,-3-1-24-16,5-4-31 0,3-2-26 16,0-5-58-16,2-1-52 15,2-5-64-15,2-1-142 0,2-5-167 16,-3 1-390-16,3-4-332 0</inkml:trace>
  <inkml:trace contextRef="#ctx0" brushRef="#br0" timeOffset="-70231.56">12531 6491 151 0,'0'0'1808'0,"0"0"-798"16,0 0-626-16,0 0-159 0,0 0-127 16,0 0-32-16,0 0-9 0,0 0-16 15,0 0-19-15,0 0-6 0,58 9-14 16,-48-2 1-16,3-1 10 0,-7-2-13 15,4 2 0-15,-4-1 0 0,3-1-22 16,-3 2-70-16,-2-2-97 0,2 1-88 16,0-2-158-16,-2-1-301 0,5-2-908 0</inkml:trace>
  <inkml:trace contextRef="#ctx0" brushRef="#br0" timeOffset="-69921.09">12789 6150 145 0,'0'0'2024'16,"0"0"-1468"-16,0 0-152 0,0 0-31 15,0 0-104-15,0 0-93 0,0 0-82 16,0 0-12-16,0 0 33 0,0 0 59 15,-6 57-13-15,6-30-44 0,0 2-40 16,0 3-31-16,0 7-12 0,0-1-16 16,-2 1-14-16,-2-1 8 0,-2-1-12 15,-1-2 0-15,1-6-46 16,2-4-25-16,2-6-43 0,2-3-55 16,0-4-74-16,4-5-117 0,2-2-252 15,-1-4-519-15,5-1-311 0</inkml:trace>
  <inkml:trace contextRef="#ctx0" brushRef="#br0" timeOffset="-69706.11">12742 6509 165 0,'0'0'1979'0,"0"0"-1259"0,0 0-275 16,0 0-121-16,0 0-25 0,0 0 27 15,0 0-25-15,0 0-43 0,0 0-34 16,0 0-32-16,39-29-58 0,-33 27-73 15,2 2-46-15,5 0-14 0,-5 0-1 16,7 0-1-16,1 3-21 0,3 0-78 16,-3 2-89-16,1-2-73 15,4 3-123-15,-3 0-205 0,-8-3-465 16,3-1-578-16</inkml:trace>
  <inkml:trace contextRef="#ctx0" brushRef="#br0" timeOffset="-69094.78">13387 6129 55 0,'0'0'56'0,"0"0"3"0,0 0 250 16,0 0-103-16,0 0-180 16,0 0-26-16,0 0-189 0,0 0-118 0,0 0 92 15</inkml:trace>
  <inkml:trace contextRef="#ctx0" brushRef="#br0" timeOffset="-64761.57">13230 6036 767 0,'0'0'1631'0,"0"0"-1151"15,0 0-61-15,0 0-25 0,0 0-70 16,0 0-70-16,0 0-65 0,-27 2-69 16,27-2-36-16,0 0-20 0,0 0-61 15,2 1-3-15,2-1-12 0,-2 4 12 16,4 0-1-16,0 0-2 0,1 1 0 16,5 0-34-16,-6 2-77 0,7 1-35 15,-3 0-3-15,-2-2-13 0,0 1-21 16,-1-1-22-16,1 1-115 0,-2-1-99 15,-2 2-123-15,-4-4-489 0</inkml:trace>
  <inkml:trace contextRef="#ctx0" brushRef="#br0" timeOffset="-64426.63">13072 6330 451 0,'0'0'1791'0,"0"0"-1371"16,0 0-114-16,0 0-21 0,0 0-85 16,0 0-51-16,0 0-74 0,0 0-74 15,0 0 0-15,0 0 69 0,3-10-4 16,7 6 0-16,8-2-13 0,-1 0-6 16,6-1-9-16,-3-1-13 0,5 0-5 15,-2 2 2-15,2-2-20 16,-2 2 1-16,-3 2-1 0,-3 1 1 15,-1 0-2-15,-3 0 1 0,-3 3-1 0,-2 0 0 16,-6 0-1-16,2 0-14 16,-1 0-53-16,-1 0-58 0,-2 0-52 15,0 0-35-15,0 0 2 0,0 0-1 16,0 2 9-16,-2 1-7 0,-5 0-149 16,5 4-38-16,-6 0-134 0,2-1-124 15,-5 4-54-15</inkml:trace>
  <inkml:trace contextRef="#ctx0" brushRef="#br0" timeOffset="-63997.65">13236 6367 11 0,'0'0'101'0,"0"0"1412"0,0 0-855 16,0 0-312-16,0 0-150 0,0 0-147 15,0 0-33-15,0 0 32 0,0 0 22 16,0 0-9-16,8 27-9 0,-4-24-5 16,7-3 11-16,-1 1 3 15,-4 1-1-15,-2-1-12 0,0 1-10 16,0-2-3-16,-1 0-3 0,-3 0 0 0,0 1 18 15,0 1 58-15,0 1 71 16,-3 1-16-16,-1 2-111 0,0 4-49 16,-2 3 0-16,-4 4-3 0,1 2 0 15,1 0-2-15,0 3 1 0,-2 0-1 16,3-2 2-16,1 0-1 0,4-3-18 16,2-2 16-16,0-3-14 0,0-2 1 15,2 0 1-15,4-4-1 0,1 0 3 16,-1 0-8-16,2-5 5 0,-4 1 0 15,4-2 1-15,1 0-11 0,1-3 14 16,-4-3 12-16,2-1-13 0,1-2 11 16,1-1 2-16,-4 0 3 0,-2 0 13 15,-2 0 6-15,3-2 0 0,-5 1 6 16,0-1-9-16,0-1 0 0,-2-2-7 16,-3 0-12-16,1 3 0 0,-4-1-3 15,-2 6 1-15,-1 0 2 0,3 5-47 16,-4 2-47-16,-1 0-60 15,7 0-40-15,0 4-25 0,-2-1-127 16,6-1-195-16,-1-1-542 0,3-1-239 0</inkml:trace>
  <inkml:trace contextRef="#ctx0" brushRef="#br0" timeOffset="-62802.08">13416 6368 1839 0,'0'0'538'0,"0"0"-176"0,0 0-48 16,0 0-84-16,0 0-131 0,0 0-73 16,0 0 9-16,0 0 82 0,0 0 22 15,0 0 3-15,37-7-10 16,-23 3-28-16,1 1-47 0,3 0-33 15,-1 0-8-15,2 0-15 0,-3 0 0 16,3 0-1-16,-5 2-1 0,5-1-2 16,-9 2-19-16,2-1-31 0,1 0-39 15,-9 1-27-15,2 0-19 0,-2 0-14 16,-2 0-61-16,0 0-80 0,-2 0-28 16,0-2-63-16,0 0-109 0,0 2-265 15</inkml:trace>
  <inkml:trace contextRef="#ctx0" brushRef="#br0" timeOffset="-62546.07">13531 6236 1918 0,'0'0'596'0,"0"0"-165"0,0 0-47 16,0 0-79-16,0 0-94 0,0 0-76 15,0 0-59-15,0 0-38 16,0 0-19-16,0 0 37 0,7 14 22 15,-3 0 71-15,-2 7 15 0,6 5-32 16,-4 5-58-16,0 5-34 0,3 0-18 16,-3 2-19-16,-4-1-3 0,2-1-19 15,-2-2-55-15,0-4-12 16,0-3-34-16,0-4-16 0,0-3-10 16,0-6-41-16,2-3-119 0,0-6-122 15,6-2-155-15,-2-3-418 0,5-4-386 0</inkml:trace>
  <inkml:trace contextRef="#ctx0" brushRef="#br0" timeOffset="-62286.92">13781 6084 2541 0,'0'0'722'0,"0"0"-607"16,0 0-16-16,0 0 94 0,0 0-32 16,60-19-45-16,-35 13-35 0,0 0-17 15,2 0-17-15,2 2-10 16,-2 0-21-16,6 1-16 0,-6 1 0 16,-7 0-50-16,1 1-104 0,0 1-70 15,-11 1-89-15,2 5-95 0,-7 3-217 16,-5-2-478-16,-3 6 530 0</inkml:trace>
  <inkml:trace contextRef="#ctx0" brushRef="#br0" timeOffset="-61923.88">13943 6215 1188 0,'0'0'1541'0,"0"0"-1089"0,0 0-152 15,0 0-79-15,-37 52-95 0,28-33-34 16,-1 1-30-16,4 4-24 0,0-1-13 15,6 3 4-15,-3-2-7 0,3 1-3 16,0-1 0-16,3-4-7 0,1-2-11 16,4-3 0-16,4-3-1 0,-3-1-31 15,5-4 0-15,3-2-55 0,-5-3-14 16,5-2-4-16,-3 0 3 0,3-2 35 16,-5-4 40-16,0-1 23 0,3-3 3 15,-11 0 16-15,4-3 12 16,-4 0 10-16,-4-2-9 0,0-2 2 15,0 2-2-15,-4-2 9 16,-2 0 34-16,0 1-6 0,-5 1-38 0,-1 1-3 16,2 3 13-16,-7 3-15 0,7 2-23 15,0 2-33-15,-5 2-26 0,3 1-83 16,3 1-75-16,-1 0-69 0,0 0-85 16,6 1-54-16,-1 1-25 0,1 0-79 15,2-1-145-15</inkml:trace>
  <inkml:trace contextRef="#ctx0" brushRef="#br0" timeOffset="-61577.61">13988 6059 1821 0,'0'0'577'0,"0"0"-136"15,0 0-56-15,0 0-86 0,0 0-87 16,0 0-51-16,0 0-30 0,0 0 2 16,0 0-3-16,-18 65-27 0,18-47-47 15,0 4-22-15,0 0-3 0,0 3-28 16,0 0-1-16,0-1-2 0,-2 2 0 15,2-1-28-15,-3 0-25 0,1-1-30 16,0 0-32-16,-2-2-26 16,4-3 2-16,-2-1-15 0,2-1-44 15,0-5-66-15,2-2-75 0,6-1-69 16,-1-4-139-16,-5-4-230 0,4-1-417 0</inkml:trace>
  <inkml:trace contextRef="#ctx0" brushRef="#br0" timeOffset="-61128.99">13885 6349 30 0,'0'0'1742'0,"0"0"-1197"16,0 0-251-16,0 0-37 0,0 0-58 15,0 0-68-15,0 0-35 0,0 0-42 16,0 0-12-16,-37 54-1 0,35-40-9 16,2 1 3-16,0 0-16 15,0 1 0-15,0-1-3 0,0-2 18 16,0 1 11-16,0-2 12 0,0 3 6 16,0-3 28-16,0 0 3 0,0-2-15 15,0-1-25-15,0-2-10 0,2 0-19 16,2 1-13-16,2-2-9 0,0 0 10 15,5-1-12-15,-3 0 11 16,4-1 1-16,1-1-10 0,3-1 9 16,1-1 1-16,-1-1-11 0,1 0 10 0,-1-1-9 15,1-2-2-15,3-1 3 16,-7-1-2-16,1 0 1 0,3 0-3 0,-7-1 0 16,-2-2-13-16,7 2-55 15,-7 1-52-15,0-3-27 0,3 0-61 16,-3 0-62-16,-4-1-87 0,2-1-61 15,1 0-125-15,-1-1-117 0,-2 3 25 16,-2 2-59-16</inkml:trace>
  <inkml:trace contextRef="#ctx0" brushRef="#br0" timeOffset="-60959.36">14152 6463 297 0,'0'0'766'0,"0"0"-99"16,0 0-187-16,0 0-141 0,0 0-68 16,0 0 8-16,0 0-39 0,0 0-31 15,0 0-31-15,0 0 4 0,-13-7 1 16,13 10-46-16,0 2-65 0,0 3-26 15,0 4 13-15,0 2-31 0,4 5-13 16,-2 0-15-16,0 1-69 0,-2-1-49 16,0 0-69-16,0-2-87 0,0-2-169 15,0-6-356-15,2 0-1248 0</inkml:trace>
  <inkml:trace contextRef="#ctx0" brushRef="#br0" timeOffset="-60411.57">14276 6164 438 0,'0'0'1720'0,"0"0"-1183"15,0 0-178-15,0 0-97 0,0 0-150 16,0 0-68-16,0 0 4 0,0 0-35 16,0 0-12-16,57-54-1 15,-38 44 2-15,6 1 10 0,4 2 4 0,0-1-3 16,2 1 15-16,0 3 1 15,0 2-7-15,-2 0 19 0,-5 2-12 16,-1 0-7-16,-2 6-3 0,-9-1 3 16,-6 4 0-16,-1 2 15 0,-3 3 33 15,-2 4 30-15,-2 4-55 0,-3 1-45 16,-1 0-14-16,0 2-70 0,-6 0-52 16,8-3-27-16,-5-1-31 0,5-5-32 15,2 0-49-15,-2-3-85 0,2-5-142 16,0-2-511-16</inkml:trace>
  <inkml:trace contextRef="#ctx0" brushRef="#br0" timeOffset="-60092.59">14236 6281 811 0,'0'0'1181'0,"0"0"-744"16,0 0-70-16,0 0 25 0,56-8-55 0,-37 2-71 16,3-1-68-16,-1 0-50 15,6 0-45-15,-2-1-47 0,4 1-13 16,-2 1-6-16,-3 2 4 0,7 0 2 16,-2 2-21-16,0-2-10 0,0 4-11 15,2 0 0-15,-2 0-1 0,-8 0 0 16,4 0-1-16,-3 0-42 0,-9 0-50 15,1 2-22-15,-5 1-10 0,-7-2-23 16,0 2-38-16,-2-1-47 0,0 1 13 16,-2 1-99-16,-5 1-261 0,-1-1-560 15,-10 2-153-15</inkml:trace>
  <inkml:trace contextRef="#ctx0" brushRef="#br0" timeOffset="-59812.09">14364 6334 871 0,'0'0'995'15,"0"0"-376"-15,0 0-516 0,0 0 7 16,0 0 118-16,0 0-42 0,0 0-39 16,56-2-58-16,-37 0-3 0,4 0-6 15,-7 0-20-15,5 0 3 0,-7 1-3 16,7-2-16-16,-9 3-15 0,3-2-8 15,-5 1-21-15,0 1-1 0,1-1-1 16,-5 1-27-16,-2-3-43 16,-2 1-30-16,2 1-18 0,0-2-17 15,-1 3-45-15,-3-1-71 0,2 1-72 16,-2 0-73-16,0 0-86 0,0 0 6 16,-9 0-553-16</inkml:trace>
  <inkml:trace contextRef="#ctx0" brushRef="#br0" timeOffset="-59483.71">14296 6432 1350 0,'0'0'543'0,"0"0"-219"0,0 0-129 0,0 0-111 0,0 0-20 16,0 0 88-16,0 0 47 16,0 0 10-16,0 0-8 0,0 0-7 0,48 7-33 15,-30-11-10-15,-1 0-31 16,4-2-67-16,-3 1-31 0,3 1-21 16,4-1 0-16,-9 1-1 0,3 0-1 15,-7 1-21-15,3 1 0 0,-5 2-3 16,-4-1-9-16,0 1-36 0,-4 0-21 15,1 0-23-15,1 0-25 0,-4 2-29 16,0 0-8-16,-4 3-48 0,1 0-143 16,-3 1-170-16,2-1-247 0,-6 1-323 0</inkml:trace>
  <inkml:trace contextRef="#ctx0" brushRef="#br0" timeOffset="-59176.7">14261 6532 17 0,'0'0'2301'0,"0"0"-1727"0,0 0-382 15,0 0-96-15,0 0 70 0,0 0 12 16,0 0-20-16,0 0-44 0,0 0-13 16,60 2 11-16,-41-2-1 0,3 0 4 15,-1 0-3-15,2 0-13 0,4-2-24 16,-3 1-29-16,-1-1-15 0,2 0-13 15,2-2-15-15,-6 0 1 0,-1 0 8 16,-1 0-12-16,-5 0-1 0,-1 2-33 16,3 0-31-16,-10-3 0 0,3 3-28 15,1-2-28-15,-4 3-19 16,-2-1-24-16,3-1-31 0,-1 1-112 0,2-2-178 16,-2 2-131-16,-2-2-548 15</inkml:trace>
  <inkml:trace contextRef="#ctx0" brushRef="#br0" timeOffset="-58858.08">14553 5968 131 0,'0'0'177'16,"0"0"1394"-16,0 0-1101 16,0 0-121-16,0 0-12 0,0 0-75 0,0 0-55 15,0 0-30-15,-40 50-38 0,36-32-23 16,0-1-37-16,4 5-3 16,-4 0-1-16,0 5-4 0,0 3-8 15,-5 1-29-15,7 1-19 0,-4-1-15 16,2 2-2-16,2-1-26 0,-4-2-37 15,2-1-32-15,-3-3-44 0,3-2-41 16,2-4-90-16,2-1-142 0,0-5-132 16,0-5-426-16,0 3-309 0</inkml:trace>
  <inkml:trace contextRef="#ctx0" brushRef="#br0" timeOffset="-58470.52">14435 6584 659 0,'0'0'175'0,"0"0"1085"0,0 0-887 16,0 0-151-16,0 0-6 0,0 0-82 16,0 0-79-16,0 0-42 0,0 0 19 15,0 0 28-15,-17 30-2 0,17-22-10 16,2-1-23-16,2 3 4 16,0-1-16-16,1 0-13 0,-1-2 2 0,0 1 0 15,2-2 11-15,0-2 12 16,5 0-9-16,-3-1-15 0,2 0 21 15,5-3-19-15,-5 0 16 0,2 0-15 16,5-4 8-16,-5-2-10 0,3 2 1 16,-5-2 9-16,1-2-9 0,-1 1 23 15,-4 0-1-15,-4-2 35 0,0 0 26 16,-2 0 18-16,0-3-16 0,0 3-26 16,0-3-18-16,-2 1-3 15,-2 1-18-15,-2 0-4 0,-2 1-16 0,1-1 7 16,1 2-10-16,-2-1-2 0,-5 3 1 15,5 2-11-15,0 0-24 16,-9 0-39-16,7 4-28 0,0 0-39 16,-3 0-51-16,3 2-62 0,2 2-132 15,2-2-245-15,-5 4-612 0</inkml:trace>
  <inkml:trace contextRef="#ctx0" brushRef="#br0" timeOffset="-58309.44">14435 6584 643 0</inkml:trace>
  <inkml:trace contextRef="#ctx0" brushRef="#br0" timeOffset="-58127.24">14435 6584 643 0,'-40'7'1470'0,"40"-7"-766"0,2 1-319 0,5-1 50 0,-3 0-214 16,6 0-7-16,5 0-80 15,-1 0-59-15,5 0-7 0,-5 0-6 16,7-2-6-16,-7 0-19 0,7 0-21 15,-7 1-13-15,1 0-1 0,-7 1-2 16,0 0 0-16,-3 0-25 0,1 0-27 16,-4 0-17-16,0 0-27 0,0 0-35 15,0 1-54-15,0 0-23 0,0-1-115 16,0 0-149-16,2 0-180 0,3 0-633 0</inkml:trace>
  <inkml:trace contextRef="#ctx0" brushRef="#br0" timeOffset="-57930.29">14939 6441 1300 0,'0'0'2703'0,"0"0"-2204"15,0 0-215-15,0 0-146 0,0 0-138 16,0 0-70-16,0 0-114 0,0 0-97 16,0 0-12-16,2 5-268 0,4-9-656 15</inkml:trace>
  <inkml:trace contextRef="#ctx0" brushRef="#br0" timeOffset="-57177.61">15396 6007 422 0,'0'0'1874'16,"0"0"-1283"-16,0 0-290 0,0 0-94 16,0 0-45-16,0 0-42 0,0 0 28 15,0 0-19-15,0 0-41 0,-58 13-46 16,46 2-39-16,-9 3 37 0,2 5 1 15,-3 0 21-15,-5 2 10 0,2 1-10 16,2-1-3-16,-2-2-25 0,3 0-32 16,5-5-2-16,-4-3-19 15,11-2-68-15,-2-1-24 0,6-5-33 16,1-2-51-16,5-3-79 0,0 0-175 0,5-2-35 16,7 0-37-16,0-2-209 15,-3 0 16-15,9-8-17 0</inkml:trace>
  <inkml:trace contextRef="#ctx0" brushRef="#br0" timeOffset="-56956.39">15214 6213 1 0,'0'0'121'0,"0"0"615"0,0 0 16 16,0 0-329-16,0 0-164 0,0 0-97 15,0 0-36-15,0 0 2 0,0 0-5 16,0 0-11-16,19-21-38 0,-19 25 22 16,2 4 112-16,-2 5 49 0,0 6-74 15,0 5-66-15,0 4-48 0,-2 2-19 16,2 2-12-16,0 0-6 0,0-1-10 15,0-3-3-15,0-3-19 0,0-1 0 16,2-3-4-16,2-4-17 0,2-3-1 16,2-2-51-16,-2-3-69 15,1-3-37-15,1-3-69 0,-2-2-100 0,9-1-163 16,-11-1-227-16,2-7-528 0</inkml:trace>
  <inkml:trace contextRef="#ctx0" brushRef="#br0" timeOffset="-56697.38">15297 6259 409 0,'0'0'2206'0,"0"0"-1798"16,0 0-219-16,0 0 79 0,0 0-25 15,49-23-54-15,-28 16-47 0,6 0-60 16,-2 1-45-16,-1-1-18 0,5 4-17 15,-2 1-2-15,0 1 0 0,-8 1-3 16,1 0-13-16,1 3-46 0,-11 2-58 16,1 0-62-16,-1-1-84 0,-6 1-122 15,0-2-123-15,-4 0-142 0,2-2-391 16</inkml:trace>
  <inkml:trace contextRef="#ctx0" brushRef="#br0" timeOffset="-56502.73">15563 6097 636 0,'0'0'358'0,"0"0"1079"0,0 0-950 15,0 0-107-15,0 0-59 0,0 0-84 16,0 0-105-16,0 0-50 0,0 0-23 16,-35 64-6-16,35-40-21 0,-2 0-17 15,2 2-15-15,0-1-2 16,0 0-17-16,0-3-18 0,2 1-69 15,0 0-58-15,-2-3-60 0,0-1-195 16,0-2-271-16,0-2-650 0</inkml:trace>
  <inkml:trace contextRef="#ctx0" brushRef="#br0" timeOffset="-56275.66">15433 6434 1042 0,'0'0'1835'15,"0"0"-1378"-15,0 0-168 0,0 0-109 16,0 0-79-16,0 0-45 0,0 0 4 16,0 0-12-16,0 0-32 0,0 0-14 15,44-20-2-15,-30 16-3 0,0-2-19 16,5 1-36-16,-2 0-45 0,3 0-33 16,-3 1-50-16,3-1-33 15,-1 0-91-15,-2-1-130 0,-7 3-289 16,9-4-612-16</inkml:trace>
  <inkml:trace contextRef="#ctx0" brushRef="#br0" timeOffset="-55545.89">15770 6030 826 0,'0'0'677'15,"0"0"151"-15,0 0-286 0,0 0-184 16,0 0-24-16,0 0-109 0,0 0-121 15,0 0-104-15,0 0-38 16,0 0 38-16,-14 13 31 0,20-13 1 0,6 1-20 16,3-1-11-16,-3 0-1 15,7 0-14-15,-7 0-46 0,7 0-47 16,-5 0-64-16,1-2-38 0,-1 2-108 16,-4 0-71-16,1-3-58 0,-5 3-181 15,-2 0-83-15</inkml:trace>
  <inkml:trace contextRef="#ctx0" brushRef="#br0" timeOffset="-55243.8">15855 5938 343 0,'0'0'493'0,"0"0"740"16,0 0-747-16,0 0-97 0,0 0 11 15,0 0-42-15,0 0-122 0,0 0-37 16,0 0-84-16,0 0-115 0,-31 1-4 15,31 14 4-15,0 6 25 0,0 7 12 16,2 7-12-16,-2 1-7 0,2 4-2 16,2 0-4-16,-2 0-10 15,2 0 1-15,-2-4-1 0,-2-2 10 16,2-2-12-16,-2-5-21 0,0-4-19 16,0-3-13-16,0-4-9 0,0-2-7 15,0-4 1-15,0-3-30 0,0 0-31 16,0-3-38-16,0-3-74 0,0-1-84 15,0 0-47-15,-2-2 75 0,2-6-124 16,-4-3-359-16,0 3-201 0</inkml:trace>
  <inkml:trace contextRef="#ctx0" brushRef="#br0" timeOffset="-55062.64">15739 6291 24 0,'0'0'72'0,"0"0"-7"15,0 0 694-15,0 0-186 0,0 0-50 16,0 0-121-16,0 0-128 0,0 0-81 15,0 0-116-15,0 0 10 0,-12-45 28 16,20 38 13-16,8 2-26 0,-1-4-54 16,6 0-48-16,-1-1-12 0,1-2-10 15,2 2-99-15,-3-3-190 0,3-1-152 16,-8 4-518-16,5-3-262 0</inkml:trace>
  <inkml:trace contextRef="#ctx0" brushRef="#br0" timeOffset="-54858.24">15960 5847 350 0,'0'0'1758'0,"0"0"-1195"0,0 0-277 16,0 0-94-16,0 0-54 15,0 0-52-15,-8 57-51 0,10-44-34 16,2 2-1-16,-2-4-4 0,7-1-15 15,-3-2-60-15,4-1-62 0,-2-1-22 16,3-2-33-16,1-3-71 0,-2-1-164 16,-1-1-202-16,1-5-385 0</inkml:trace>
  <inkml:trace contextRef="#ctx0" brushRef="#br0" timeOffset="-54677.24">16130 5840 73 0,'0'0'515'0,"0"0"720"0,0 0-781 0,0 0-76 15,0 0 14-15,0 0-38 0,0 0-87 16,0 0-119-16,0 0-101 0,0 0-46 16,-4 13 21-16,2 1 0 0,-1 3-19 15,-3-1-3-15,-2 1-14 0,4 4-65 16,-2-3-107-16,-1-1-106 16,-1 2-92-16,0-2-125 0,4-6-285 15,-2 4-559-15</inkml:trace>
  <inkml:trace contextRef="#ctx0" brushRef="#br0" timeOffset="-54309.42">15923 6034 700 0,'0'0'798'0,"0"0"253"0,0 0-783 15,0 0-242-15,0 0 67 0,0 0 61 16,0 0 5-16,0 0-47 0,0 0-55 15,52-6-12-15,-34 3-23 16,-3 1-19-16,3 1-2 0,-3-3 1 16,6 3 2-16,-9-2-2 0,4 2 1 15,-7-1 0-15,-3 2-2 0,-4-1 15 16,2 1 0-16,-2 0 38 0,-2 0 78 16,0 0 86-16,0 0-70 0,0 0-86 15,0 0-46-15,0 0 2 0,0 3 11 16,0 1-29-16,-6 4-19 0,4 3 16 15,0 1 1-15,0 1 0 0,-2 1-11 16,2 1 10-16,0-2-19 16,-1 0-31-16,1 0-51 0,-2 0-25 0,2-2-6 15,0-3-36-15,-4 3-52 0,6-4-22 16,-2 0-44-16,-2-2-43 0,0 0-89 16,4-3-138-16,-5 0-112 15</inkml:trace>
  <inkml:trace contextRef="#ctx0" brushRef="#br0" timeOffset="-54089.05">15964 6146 400 0,'0'0'254'16,"0"0"1102"-16,0 0-861 0,0 0-221 16,0 0-62-16,0 0-36 0,0 0 13 15,0 0-30-15,0 0-42 0,0 0-38 16,44-36-32-16,-26 30-44 0,-5 2-3 15,7 0-10-15,-5 0-19 0,4 3-100 16,-7 0-78-16,2 1-45 0,-3 0-88 16,-9 3-102-16,0 3-174 0,-2-1-97 15,-4 5-310-15</inkml:trace>
  <inkml:trace contextRef="#ctx0" brushRef="#br0" timeOffset="-53199.39">15925 6231 742 0,'0'0'1234'0,"0"0"-467"15,0 0-446-15,0 0-235 0,0 0 71 16,0 0 78-16,0 0-36 0,0 0-88 16,0 0-71-16,66-20-36 0,-51 15-2 15,3-3-1-15,-1 1-1 0,1 0-41 16,-3 1-44-16,1 0-22 0,-7 3 15 15,-3 0 13-15,-4 2 5 0,4 1 39 16,-6 0 35-16,0 0 99 16,0 0-13-16,0 0-64 0,-2 0-21 15,-2 1 1-15,2 2 17 0,0 0 13 0,0 3 6 16,2 0 12-16,-2 2 19 16,2 3 1-16,0 1 8 0,0 1-3 15,-2 1-20-15,2 1-30 0,0 1 3 16,0 0-3-16,0-1-22 0,0 1-3 15,-2 0-2-15,2-3-61 0,0 2-26 16,0-3-14-16,0 0-13 0,0-3-11 16,0 1-18-16,0-3-30 0,0-1-71 15,-2-1-59-15,2 0 51 0,-5-1 47 16,1-3 68-16,0 0 38 0,-4-1 62 16,2 0 10-16,-1-2 29 0,1-2 1 15,-2-2-1-15,0-1 3 0,2 1-6 16,-1-2 6-16,-1 0 43 0,-2 1 25 15,4-1 7-15,-1 0 9 0,-1 3 33 16,-2-2 54-16,6 1 36 16,-3 2 24-16,5 1-23 0,0-1-26 15,0 2-71-15,0-1-78 0,0 1-35 16,2 1-1-16,-4 0 3 0,2 1 16 16,-4 0-6-16,4 0 2 0,-3 0-15 15,1 0 1-15,2 0 1 0,0 1 23 16,2 0-3-16,0-1-22 0,0 2-32 15,0-2-34-15,4 0 22 0,0 0-13 16,3 0-26-16,7-6-54 0,-1-2-36 16,5 0-57-16,-1-5-25 0,3 2 3 15,-3 0 9-15,8 2 91 0,-3 1 152 16,-5 1 58-16,4 3 59 0,-3-2-26 16,-3 1 32-16,-3 2 22 0,3 0 20 15,-9 3 18-15,-2-1 7 0,0 1-34 16,0-1-47-16,-4 1-33 0,0 0-3 15,0 0 19-15,0 0 26 0,0 0 5 16,0 0-20-16,-4 2-65 16,0 4-38-16,-2 0-3 0,-1 2 1 15,-5 0 2-15,6 0 0 0,0-1 25 16,2-1 19-16,-3 1 12 0,-1-1 14 16,6 0 5-16,0 0 9 0,0 0-16 15,0-2-31-15,2 0-15 0,0 0-22 16,0 0 0-16,0 0-3 0,0-2 1 15,2 2 2-15,2 1 1 0,2-2-1 16,0 1-1-16,1 1-2 0,1-1-19 16,0-1-9-16,7-2-68 0,-7 0-73 15,8-1-52-15,-3 0-85 0,-1 0-188 16,3-4-167-16,-5 1-556 16</inkml:trace>
  <inkml:trace contextRef="#ctx0" brushRef="#br0" timeOffset="-52800.39">16295 5928 464 0,'0'0'544'15,"0"0"953"-15,0 0-1168 0,0 0-188 0,0 0 150 16,0 0 8-16,0 0-87 16,0 0-52-16,0 0-33 0,64-25-49 15,-51 19-28-15,7 1-13 0,-7-1-12 16,5 4-12-16,-3-1-10 0,1 3 15 15,-1 0-15-15,1 0-3 0,-3 0 0 16,1 4-2-16,-4 0-13 0,1 1-10 16,1 3-22-16,-6 0-15 0,-1 1-27 15,-1 3-20-15,-2-1 30 0,-2 2 10 16,0 0-10-16,-2 3-51 0,-2-2-70 16,2 1-93-16,-3-3-115 0,1-1-174 15,2-3-530-15</inkml:trace>
  <inkml:trace contextRef="#ctx0" brushRef="#br0" timeOffset="-52489.11">16250 6050 50 0,'0'0'1388'0,"0"0"-65"15,0 0-1165-15,0 0-14 0,0 0 156 16,0 0-46-16,0 0-93 0,68-18-44 16,-50 11-39-16,7 2-22 0,0-2 8 15,0 3-5-15,-2-2-21 0,1 0-10 16,1 2-6-16,-4 0-1 16,2 1-9-16,-3 1-12 0,-5-1-1 0,1 1-1 15,-5 1-67-15,-3 1-34 16,-2 0-42-16,2 0-18 0,-3 0-55 15,-3 0-33-15,0 1-18 0,-2 4-84 16,0 0-90-16,-2-2-329 0,-7 4-627 0</inkml:trace>
  <inkml:trace contextRef="#ctx0" brushRef="#br0" timeOffset="-52245.83">16361 6086 467 0,'0'0'440'0,"0"0"1031"16,0 0-1171-16,0 0-187 0,0 0 73 16,0 0-32-16,0 0-52 0,0 0-22 15,60-8-16-15,-45 4-4 0,3-1-37 16,-3 3-11-16,3 0-11 0,-3 0 0 16,1 0-1-16,-7 1-12 15,-1 1-49-15,0 0-50 0,-4 0-33 0,-2 0-48 16,0 0-27-16,-2 0 6 15,0 1 13-15,0 3-111 0,-4-2-264 16,2 0-63-16,-6 3-160 0</inkml:trace>
  <inkml:trace contextRef="#ctx0" brushRef="#br0" timeOffset="-51842.79">16248 6192 47 0,'0'0'635'16,"0"0"-68"-16,0 0-355 0,0 0-183 15,0 0 134-15,0 0 110 0,0 0-33 16,0 0-20-16,0 0-30 15,0 0 0-15,37-2 10 0,-31-2 17 16,4 2-32-16,5-1-23 0,-3-3-19 16,-1 3-26-16,7-3-39 0,-5 1-34 15,5 0 0-15,-1 1-16 0,1-1-3 16,-5 0 7-16,3 2-6 0,-5 0-4 16,3 1 6-16,-4-1-9 0,-3 2-4 15,1 0 7-15,0 1-20 0,0-1 0 16,-1 1-2-16,-1 0-1 15,0 0 1-15,4 0-15 0,-3-1-38 0,-1 1-33 16,0 0-33-16,-2-3-45 0,4 3-35 16,-4 0-36-16,-1 0-98 0,-3 0-179 15,0 0-537-15,-3 4-164 0</inkml:trace>
  <inkml:trace contextRef="#ctx0" brushRef="#br0" timeOffset="-51392.82">16458 5811 1678 0,'0'0'503'0,"0"0"-189"0,0 0 34 16,0 0-25-16,0 0-49 0,0 0-64 15,0 0-81-15,0 0-69 0,0 0-35 16,0 0-23-16,0-2 61 0,0 16 0 16,0 5-16-16,-2 2-24 0,2 0-8 15,-4 1-13-15,0 0 1 0,0 1 0 16,-4-2-1-16,4 2 0 0,-1-1-2 16,1-3 0-16,2 0-25 15,0-2-36-15,0-3-52 0,2 2-50 0,0-4-53 16,0 2-102-16,0-4-160 0,2-4-217 15,0 3-517-15</inkml:trace>
  <inkml:trace contextRef="#ctx0" brushRef="#br0" timeOffset="-51025.66">16409 6221 239 0,'0'0'372'0,"0"0"999"16,0 0-1008-16,0 0-215 0,0 0-38 15,0 0-36-15,0 0-35 0,-19 52 0 16,17-43-4-16,2 2 10 0,0 0 7 16,0 2 2-16,0-2-25 15,0 0-16-15,0 1-10 0,0 0-3 0,6-3 2 16,-4-1-2-16,3-2-2 0,3 0-27 16,-2-3 3-16,2-1 7 15,-2-2 16-15,3 0-10 0,5-2 13 16,-3-4 2-16,-3-2 0 0,8-1 21 15,-9-2-10-15,1-2 9 0,2 1 1 16,-2 0 25-16,-1-1 16 0,-5 0 13 16,2 0-7-16,-2 1-6 0,0-1-4 15,-2 3 26-15,0 1 0 0,0 0 21 16,-2 2-9-16,0 1-47 0,-4-2-39 16,1 6-12-16,3-1 0 0,-6 0-37 15,-2 3-61-15,2 0-73 0,-1 0-97 16,-5 3-145-16,8 1-236 0,-5 3-573 0</inkml:trace>
  <inkml:trace contextRef="#ctx0" brushRef="#br0" timeOffset="-50828.36">16365 6301 745 0,'0'0'1371'0,"0"0"-641"16,0 0-490-16,0 0-70 15,0 0 72-15,0 0-11 0,0 0-77 16,52-8-85-16,-40 6-50 0,3-4-8 16,-3 3-11-16,1 0-1 0,1 1-39 15,-6 1-96-15,-1 0-91 0,-1 1-168 16,0 0-589-16,-6 0-1078 0</inkml:trace>
  <inkml:trace contextRef="#ctx0" brushRef="#br0" timeOffset="-47314.48">16041 6678 66 0,'0'0'59'0,"0"0"-59"16,0 0-23-16,0 0 23 0,0 0 1 15,0 0 0-15,0 0 3 16,0 0-4-16,0 0-3 0,0 0-36 0,0 0 36 16,0 0 0-16,6 0-10 15,-4 0 12-15,4 0 1 0,-2 1 3 16,1 0-1-16,-1-1-2 0,0 2-51 16</inkml:trace>
  <inkml:trace contextRef="#ctx0" brushRef="#br0" timeOffset="-45871.33">16248 6678 11 0,'0'0'65'0,"0"0"-6"0,0 0-4 16,0 0 581-16,0 0-333 15,0 0-189-15,0 0-78 0,0 0-35 16,0 0 15-16,0 0-16 0,-17-4-11 16,15 3 11-16,2 0 23 0,0 1 35 15,0 0 8-15,0 0-18 0,0 0-26 16,-2 0-22-16,0 0-16 0,2 0-10 15,-2 0-20-15,-2 2-12 0,-3 2-11 16,-1 0 20-16,2-1 7 0,-2 3 39 16,-1-3 2-16,-3 1-9 0,2-2 10 15,-1 1 49-15,-3-2-36 0,4 0 2 16,-7 1-15-16,3-2-13 0,-1 2 13 16,1-1 22-16,-3 0-22 0,1 1-1 15,1 1-2-15,-4-2-7 0,3 4-9 16,-5-2 18-16,-2 1 2 15,5-2 19-15,-7 3-1 0,-2-2 1 16,0 0 55-16,5-1 42 0,-5 1-65 16,0-1 39-16,0-1-33 0,-2 0 7 0,6 1-61 15,-1-2 38-15,-3 1-42 16,2 0 23-16,4 0-23 0,-4 0-39 16,1 1 6-16,3-1-9 0,-2 0 3 15,-4 1 3-15,2 1 30 0,3-1 5 16,-3 0 2-16,-4 1 17 0,4-1-17 15,-4 1 103-15,6-1 10 0,-3 0-33 16,-3 0-10-16,4-1 10 0,-4 2-29 16,8-3-3-16,-4 2-30 15,1-1-18-15,3 0 3 0,-4 1-2 0,2-1-2 16,-3 1-11-16,5-1-15 16,-6 1 7-16,-2-1-7 0,2 1 0 15,-4-2-7-15,-2 2 20 0,-2-1 13 16,-2 2 4-16,0-1-3 0,1 0-2 15,-3 0 0-15,2 0-3 0,-6-2 4 16,7 2-1-16,-1 1-11 0,0-3-30 16,2 2 26-16,0 1 14 0,0-2 2 15,-3 1 0-15,3 2 6 0,-6-2-6 16,6 2 4-16,-2-1-1 0,-1 1 0 16,1-2-3-16,2 2-26 0,-4-1-6 15,-5 0 17-15,7-1 15 0,-4 0 2 16,4 2 0-16,-1-4 0 15,1 2 17-15,-4 0-19 0,8-2-9 0,-2 1 8 16,-1-1-16-16,3 0-96 0,0 0 12 16,2 0 20-16,-2 0-33 0,0 0-13 15,0 0 39-15,-2 0 36 16,2 0 26-16,-2 0 26 0,-3 1 0 16,1 1 42-16,0 0-41 0,2-1 29 15,-2 0-30-15,-5 2-13 0,7-1-4 16,-4-1 17-16,2 0 13 0,0 1-9 15,1-2 28-15,1 2 37 0,-2-1 12 16,0-1 10-16,0 1-42 0,-1-1 16 16,1 0-46-16,2 0 4 0,-4 0 0 15,4 0-23-15,2 0-13 0,-7 0-46 16,-1 0 4-16,2 0 3 0,-1 0 3 16,1 0 17-16,0 0-2 0,-2 2 34 15,1 2 20-15,1 0-1 0,2-2 36 16,0 4 66-16,3-3-24 0,-1 3-9 15,2-3 0-15,0 3-49 16,2 0 16-16,0-4-39 0,0 1-16 0,4-3-22 16,2 0 21-16,3 0-40 15,-3 0 2-15,0 0-26 0,2-3 7 16,3 1-10-16,-3-1-7 0,0 0 29 0,3 2 11 16,-3-1-11-16,-2-1 14 15,4 2-4-15,-3-3-13 0,1 3-13 16,-2-2 30-16,-2 0 32 0,-2 2-1 15,2-2 14-15,0 0-30 0,-1 0-22 16,3 0 26-16,-6 0 12 0,4-1-2 16,-2-1-10-16,4-1 13 0,2 4 1 15,-1-3 14-15,1 2-14 0,4-1-2 16,-4 0 3-16,3-1-2 16,1-1 17-16,-1 2-17 0,3-2-23 0,-6 0 19 15,5 0-12-15,-1 1 29 0,0 0-13 16,3 2 2-16,-3-2 50 15,3 0 36-15,-3 0-85 0,5 0 23 16,-5-2-26-16,5 1-85 0,-7-1-58 16,2 0 29-16,1 0-10 0,1 1-13 15,-1-1 26-15,-1 1 7 0,2-4 29 16,-1 3 22-16,1 0 53 0,-3-1 33 16,3 1-30-16,-4-2 24 0,3 0-1 15,-1 0 3-15,1 0 10 0,1 1-10 16,1-3-28-16,1 1-1 0,1 0 0 15,-3-1-30-15,9 1-54 0,-5 0-63 16,1-3-52-16,4 1 3 0</inkml:trace>
  <inkml:trace contextRef="#ctx0" brushRef="#br0" timeOffset="-45699.55">10458 6497 17 0,'0'0'154'16,"0"0"44"-16,0 0 8 0,0 0-82 16,-21-58-17-16,19 48 17 0,2-1-59 15,0 0-65-15,0-3-10 0,2 2-12 16,4-2-1-16,0 0 3 0,3-1-6 15,-1 0-49-15,0-2-16 0,2 3-23 16,-1-1 36-16,-1-1-36 0,4 3-7 16,1-1 36-16,-5 1 10 15,4-1 4-15,3 1 1 0,-1 1 70 16</inkml:trace>
  <inkml:trace contextRef="#ctx0" brushRef="#br0" timeOffset="-44497.8">10718 6097 37 0,'0'0'72'0,"0"0"-10"16,74-33 55-16,-45 22 4 0,-2-3-27 15,0 5-16-15,4-1 1 0,-2-1-24 16,2 0-9-16,4 1-24 0,2 0-19 16,3-4-2-16,1 3 1 0,-2-1-2 15,5-2-20-15,-1 1 17 0,5 2-13 16,-1-1-6-16,1-1 21 0,1 2-1 16,7-2 2-16,-8 1 0 0,3 1 0 15,5 1 0-15,-12 2 0 16,5-1 23-16,1 1-1 0,-9 1-2 0,9-2-17 15,-3 2 10-15,3 1 4 16,4-2-17-16,8-1 1 0,8 0-2 16,0-2-10-16,-12 3 11 0,-14 2 1 15,1-1-1-15,-8 3 16 0,3-1 4 16,3 0-20-16,-2 2-1 0,9-3-3 16,12 0 2-16,-4 1-21 0,-9 2-19 15,-3-1 3-15,-9 2-7 0,11 0 1 16,5-1-1-16,-5 1 33 0,8 0 0 15,-9 0 13-15,3 2-1 0,8-2-2 16,-17 0 3-16,9 1 0 0,-1-1 13 16,-7-1-13-16,9-1 1 15,-5 2 15-15,6-2 17 0,-7 0-7 16,7-1-13-16,-7 2-11 0,13-1 0 16,-10 1-1-16,3-2 1 0,5 3 21 15,4-1-20-15,12 0 30 0,-8-1-1 16,-12 2 17-16,4-1-10 0,-19 1-9 15,0 1-11-15,5-1 33 0,-7 1-16 16,4 1 10-16,9-2-7 0,-7 1 13 16,2 0 0-16,1-1-39 0,-5-1 1 15,0 2-13-15,3-2-1 0,3 0 0 16,-3 0-34-16,-1 0-18 0,0 0-7 16,5 1 4-16,-7 0 12 0,2 0 17 15,-4 2 23-15,5 0-23 0,-5 0-7 16,0 0 4-16,-2 0 27 0,-2 0-34 15,1 0 13-15,-3 3-22 16,2 0 22-16,-4 0 3 0,2-1 20 0,-2 2-13 16,-1-1 26-16,3 0-26 0,-2 1 10 15,0-1 3-15,0 1 10 16,2 1 12-16,-4 1 5 0,-4 0 41 16,6-1-13-16,-2 0-3 0,2 1 27 15,0 0-21-15,-5 0 14 0,1-1 16 16,4 3-30-16,-2-4-15 0,2 2 2 15,0 1-22-15,-2-3 26 0,-2 2-48 16,1-2 11-16,1 2-12 0,2-2-2 16,-6 0-1-16,2 1-1 0,-2 1 4 15,-3 0-16-15,-1-1 14 0,4 1 2 16,-7 0-1-16,7 0-19 0,-3 2 19 16,3-1 1-16,0-1 22 0,0 1-22 15,-3-1 0-15,5 0-2 0,-2 0 1 16,-4 0 1-16,1 1 10 0,-1-1-8 15,-3 0-1-15,-3 1 0 0,1 0 0 16,-6-1 0-16,1 2 15 0,1-1-13 16,-4 0-3-16,-2 1 4 0,1-1-4 15,-1 0 0-15,0 3 3 16,-2-2-3-16,6 1 2 0,-4 1-1 16,0-1 12-16,-4 0-13 0,2 1 2 15,3-3 11-15,-5 1-12 16,0-1 2-16,0-1 13 0,0 1 0 0,0 0-13 15,0 0 10-15,0 0-12 0,0-1 2 16,-2 1-3-16,-1 1-13 0,1 0-4 16,0 0-5-16,0 1-1 0,0-1-3 15,0-2 3-15,0 1 20 16,-4-1 2-16,6 0 0 0,-2 2 1 0,2-2 3 16,-2-1-3-16,0 2-2 15,2 0 0-15,-2-1-12 0,2 2 1 16,0-1-26-16,-2 2-39 0,2-1-19 15,0 0 22-15,0 0 13 0,-3-1 23 16,-1 4 0-16,2-4-13 0,-2 2 29 16,0-1 19-16,-4 0 2 0,4-1-1 15,2 4 1-15,-1-4 2 0,-1 0 1 16,2 1 0-16,-2-1-1 0,0-2 13 16,-4 2 0-16,6 0 0 0,-2-1-12 15,-1 0-1-15,1 0 0 0,2 1-32 16,-2-1-27-16,2 3-9 0,-2-2-24 15,2 2-45-15,-2 0-52 0,0-2 7 16,1 1 45-16,-1 1 114 0</inkml:trace>
  <inkml:trace contextRef="#ctx0" brushRef="#br0" timeOffset="-44265.74">16370 6391 20 0,'0'0'84'0,"0"0"4"16,0 0 36-16,0 0 20 0,0 0-40 16,-52 52-13-16,39-42-29 0,5-2-26 0,2 0-3 15,0 1-17-15,-2 1-3 16,-1-2-13-16,3 1 2 0,0-1 1 15,-2 0-3-15,-3-1 1 0,5 0-1 16,0 0 4-16,-2 1-4 0,-3-2 13 16,5-1-13-16,0 0 3 0,0 0 25 15,-1-1-28-15,-1-1-1 0,4 1-51 16,0 0-26-16,2 0-43 0,-2 0-25 16,0 0-4-16,-1 2 68 0,3-1 17 15,-2-3 29-15,0 4 13 0,2-2 21 16,2 0-11-16,-2-1-13 0,2-2-48 15</inkml:trace>
  <inkml:trace contextRef="#ctx0" brushRef="#br0" timeOffset="-41973.31">13064 6928 383 0,'0'0'3'0,"0"0"688"15,0 0-405-15,70 13-162 0,-47-12-1 16,6-1-54-16,2 0 18 0,2 0-44 16,7 0-1-16,3-1-13 0,7-1 13 15,12-2 17-15,10 0-1 16,2 0 0-16,-5 2-9 0,-3-1 0 16,-2 2-14-16,0 1 4 0,2-2-36 15,4 2 0-15,7 0 19 0,-5 0 11 16,7 0-30-16,3-2 13 0,-3-2-14 15,6 2-2-15,-5 0-1 0,3-3 0 16,0 1 1-16,1-2 0 0,-5 3 0 16,4 0 2-16,-7-1 14 0,1 2 17 15,-1-1-17-15,-4 1 10 0,1 2-13 16,-3 0-13-16,0-2-1 0,1 2 0 16,-3 0-16-16,-2 0 14 15,0 3-13-15,0 1 14 0,-6-1-1 16,4 2-17-16,-6-3-9 0,-6 2-39 15,-3-2-3-15,-13 0 0 0,-7 0 15 16,-3-1 18-16,3 0 2 0,6 2-29 16,1-1-65-16,-3-1-91 0,-8-1-101 15,-3 0-105-15,-1 0-192 0</inkml:trace>
  <inkml:trace contextRef="#ctx0" brushRef="#br0" timeOffset="-40997.54">19737 6903 52 0,'0'0'82'0,"0"0"15"0,0 0 634 0,0 0-360 15,0 0-238-15,0 0 95 0,0 0 9 16,0 0-55-16,56 8-79 0,-40-6-41 16,3-2-7-16,-1 0-20 15,7 0 4-15,-4-2-6 0,2 0-14 0,1-3-19 16,-1 1-1-16,2 0 0 16,-4 0 1-16,8-2-2 0,-3-1 1 15,3 3 0-15,2 0 1 0,2-2 25 16,3 1 1-16,5 0 16 15,7-1 10-15,11 1-7 0,12 1 7 0,5-1-1 16,-1 0-9-16,-3 3-13 0,-4-2-13 16,0 2-14-16,7 1-1 0,-3-3-1 15,3 3 0-15,-1 1-2 0,-2-3-1 16,1 3 1-16,-1 0-18 0,0 0 7 16,3 3 10-16,-3-1 0 0,3 2 1 15,-3-2 2-15,0 2-1 0,1-1 1 16,1 2 0-16,-2 0 1 0,-1-3 0 15,1 2-1-15,-2-4 0 0,1 1-3 16,1 0 3-16,-2-1-1 0,1 0-12 16,-1 0 11-16,-2 0-21 15,0-2-16-15,-4-1 1 0,0 1 9 16,-2 0 3-16,-4-2-6 0,-2 2-4 16,-2 0 1-16,-11 0-23 0,-6 1-1 15,-8 0-15-15,-2 1 6 0,6-1-3 16,5 1 16-16,1-2-13 0,0 2-30 15,-4-1-61-15,-4 0-46 0,-6 0-22 16,-4 1-63-16,-7-3-72 0,-1 1-176 16</inkml:trace>
  <inkml:trace contextRef="#ctx0" brushRef="#br0" timeOffset="-40431.42">22916 6460 57 0,'0'0'1672'0,"0"0"-1325"15,0 0-166-15,0 0 4 0,0 0 12 16,0 0-17-16,0 0-48 0,64 57-43 15,-43-45-53-15,2 3-33 0,-1 0-2 16,1-2-1-16,4 3-3 0,-6 0-10 16,1 0 0-16,-1 0-6 0,0 1 3 15,-5 0 3-15,1-1 10 0,-3 2-10 16,-1-3-6-16,-1-2 18 0,-4 2 1 16,-1-3 1-16,-5-3 18 0,2-1-3 15,-4-2 3-15,0 0 33 0,0-2 63 16,-2-2 32-16,-2 1-11 0,-1 1-47 15,1-1-35-15,0 0-10 0,-6 0-12 16,1 0-19-16,3 1-12 0,0 1-1 16,-4 2-19-16,-1 2 3 15,-1 2-3-15,-2 3-22 0,-5 1-42 0,-2 5-12 16,-1 1-29-16,-5 4-26 16,-4 0-30-16,0 2-93 0,8-7-215 15,-14 5-725-15</inkml:trace>
  <inkml:trace contextRef="#ctx0" brushRef="#br0" timeOffset="-36705.25">10728 9245 76 0,'0'0'127'15,"0"0"-124"-15,0 0 1021 0,0 0-572 16,0 0-205-16,0 0-72 0,0 0-26 16,0 0-23-16,-16 0-16 15,16 0-26-15,0 0-3 0,-2 0-7 16,2 0-7-16,0 0-12 0,0-1-42 16,0 1-13-16,2-1-64 0,2 1 64 15,4-2 3-15,-4 1 13 0,5 0-13 0,1 0 10 16,2 1 0-16,-3 0-11 15,3 0 0-15,0 0 21 0,1 0-4 16,-3 3-6-16,1 0 9 0,-5 0 20 16,2 1 9-16,-4 0 20 0,-2 1 50 15,-2 3 55-15,0-1-5 0,0 0-57 16,-6 5-54-16,0 0-32 0,0 0-9 16,1 0-17-16,-3-2 0 0,2-1 2 15,0-2-2-15,0 0 1 0,1-1 0 16,3-1 0-16,-6-3 10 15,8 0-10-15,-4-1-1 0,2 0 0 16,-2 0-2-16,2 0-13 0,-2-1 10 16,4 0-9-16,-3 0 10 0,3 0-2 15,-2 0-11-15,2 0-4 0,0 2-19 16,0-2-51-16,0 1-9 0,0 0 3 16,0 1 60-16,2 0 32 0,1 1 0 15,1 0 3-15,0 1 0 0,2 0 0 16,2 1 16-16,-1-1-13 0,1 2 16 15,0 0-6-15,2-2 9 0,-3 1 0 16,-1-1 3-16,2 2 7 0,-2-1 25 16,-4 0 3-16,5 1 0 0,-5 0-3 15,0 0 3-15,-2 1 0 0,0 1 12 16,0 0 17-16,0 1-11 0,-2 0-16 16,-7 2-9-16,3-2-3 0,-2 1 6 15,0-2-13-15,-5-1 7 0,5 1-7 16,-4-2-25-16,-1-2-2 15,1 2-16-15,1-3-15 0,-3-1-12 16,1-1-4-16,5-1-6 0,-4 0-13 16,4 0-25-16,-1 0-55 0,5-3-72 15,2-3-128-15,-2-2-243 0,4-1-243 16,0 1-473-16</inkml:trace>
  <inkml:trace contextRef="#ctx0" brushRef="#br0" timeOffset="-35812.23">10625 9063 102 0,'0'0'39'0,"0"0"483"16,0 0 100-16,0 0-271 0,0 0-61 15,0 0-80-15,-58 18-57 0,50-11-40 16,0 2-29-16,-1 2 13 15,1 2 0-15,4-1-7 0,-2 4-7 16,0-3 7-16,-1 4-3 0,3 0-20 16,0 3-22-16,2 0-10 0,2 1-16 0,0 4-17 15,0-3 11-15,6 4-12 16,-2-2 1-16,3-2 0 0,1 2-1 16,-4-2-1-16,4 0 3 0,3 0 13 15,-1-1-13-15,-2-1 19 0,2-1 7 16,5-1 0-16,-3 0-10 0,7-4 0 15,-5-2-7-15,7 1-9 0,-4-3 19 16,1-3-3-16,3-4-6 0,-3 2-11 16,5-3 1-16,-4 0-1 0,-1-2 1 15,3 0 10-15,-2 0-11 0,-3-4 14 16,3-1 16-16,-3-1 3 0,-1-2 12 16,1-2 20-16,-3-2 5 0,-1-1 1 15,3-1-20-15,-7-1-5 0,2 0-17 16,-1-1-3-16,1-2-3 0,-4 2-3 15,4 0 3-15,-3-2-3 0,-1 2 4 16,-2-1-1-16,0-1-6 0,-2 1 0 16,2 3-4-16,-2-5 4 15,0 5 9-15,-2-2 9 0,0 0 10 16,0 1 9-16,-4 1 9 0,0-3-6 16,-2 3 0-16,-2-2-19 0,1 2 3 15,-3 0-9-15,2 0-6 0,-2-1-16 16,-1 2 3-16,1 1-11 0,-3 1-1 15,7 1-1-15,-4-2 1 0,4 3 0 16,-5 2 0-16,1-2 9 0,4 4 3 16,-2-2-2-16,-3 3-1 0,1 0-10 15,0 0 1-15,-1 4 9 0,1-2-8 16,-2 1-3-16,-1 1 1 0,-1 0 13 16,3 0-15-16,-3 0 0 0,1 1 0 15,1 1 1-15,0 2-1 0,1-2 0 16,-5 1-2-16,5 0-16 0,1 2 5 15,-4-3-2-15,3 1 12 0,3-1-19 16,-4 2 7-16,1-2 12 0,5 1-22 16,-2-1-9-16,4 0-37 15,0 1-12-15,-1-3-19 0,5 2-47 16,0-1-80-16,0 0-215 0,7 1-188 16,-3 1-129-16,4 0-670 0</inkml:trace>
  <inkml:trace contextRef="#ctx0" brushRef="#br0" timeOffset="-30218.71">13161 5611 80 0,'0'0'2'0,"0"0"-2"16,0 0 81-16,0 0-42 0,0 0 26 16,0 0 375-16,0 0-107 0,0 0-89 15,0 0-72-15,0 0-19 0,0 0 16 16,0 0-22-16,0 0-27 0,0 0-10 15,0 0 6-15,0 0-6 0,0 0-38 16,-2 0 15-16,2 0 6 0,0 0 4 16,0 0-42-16,0 0-46 0,0 0-9 15,0 0-22-15,0 0-1 0,0 0-6 16,0 0-19-16,0 0 3 0,0 0 9 16,0 0 15-16,2 2 21 0,0-2 1 15,5 1 0-15,-1 1-1 0,-2-1 2 16,2 0-1-16,0 1 1 0,5 0 1 15,-3-2-3-15,2 1 0 16,3 0 0-16,-1 0 2 0,3-1 0 16,1 1 0-16,-3-1 1 0,5 0-1 15,-5 0 24-15,5 0 13 0,-3 0 3 16,1 0-13-16,-3-2-10 0,-1 0 4 16,4 0 12-16,-3 1-9 0,3-1-7 15,-5 1-17-15,-1 1 1 0,7-2 1 16,-5 1 8-16,5 1-9 0,-5 0-1 15,5-2 0-15,-5 2 0 0,0 0 0 16,5 0-1-16,-5 0-1 0,5 0 0 16,-9 0-9-16,0 0 8 0,1 0 2 15,-3 0-1-15,0 0 2 0,-6 0-1 16,6 0 0-16,-2 0-1 0,-2 0-1 16,3 0-1-16,-5 0 1 0,4 0-2 15,-2 0 1-15,-2 0 0 0,0 0 2 16,0 0 19-16,0 0 14 15,0 0-11-15,0 0 0 0,0 0-9 16,0 0-13-16,0 0-2 0,0 0-24 16,0 0 1-16,2 0-1 0,-2 2 25 15,2 1 1-15,-2-3 0 0,2 1 2 16,-2 1 0-16,0-1 11 0,2 1-12 16,-2 0-1-16,0 0 2 0,2 0 1 15,-2 1-1-15,0 0 14 16,0 2-15-16,0 1 2 0,2-1 0 15,0 2-1-15,-2 2 2 0,2 1-1 0,-2 2 13 16,0 5-3-16,0 1-12 16,0 2-1-16,0 1-1 0,0 0 0 15,2 3-3-15,0-4-8 0,0 3 8 16,1-2 1-16,-1 0-10 0,-2 1 13 16,0 0-1-16,0 0 0 0,0 3 1 15,0-1 0-15,0 1 2 0,0 0 11 16,0 1-11-16,0 0 1 0,-2 3 1 15,-1-2-4-15,1 2 0 0,2 0-42 16,0 0-22-16,0-2-1 0,0 2-2 16,-2-3 6-16,2 2-4 0,-2-1 7 15,2 0 13-15,-4-1 32 0,2 2 11 16,2-2 2-16,0 3 0 0,0 0 0 16,0-3 0-16,0 2-33 0,0-2 8 15,0 2 5-15,0 0 3 0,0-2 17 16,4 3 3-16,0-3 23 15,-2 0 23-15,3 0-33 0,-3-1-13 0,2-2 0 16,-2 0 10-16,0-2-13 0,0 1 0 16,-2 0 0-16,2-1 0 15,-2 0-1-15,0 1 0 0,0-2 2 16,0 1 0-16,0-1 1 0,0 0 14 16,0 2-3-16,0-3 0 0,-2 3 10 15,2 0-7-15,0-2 3 0,0 1-17 16,0-1 1-16,0 0 0 0,0-1-3 15,0 1 0-15,0 0-26 0,2-2-13 16,-2 0 20-16,0 1 6 0,0-1 13 16,0 2 2-16,0-2 11 0,0 1 0 15,0 0 19-15,-2 0 4 0,2-1-4 16,-2 3-6-16,2-2-7 0,-2 1 4 16,2-3 2-16,0 2 8 0,0 0-31 15,0-1-1-15,0 0-1 0,0-4-3 16,2 3-10-16,-2-5-3 0,2 3 0 15,-2-2 3-15,2 2 13 16,-2-3 0-16,0 1 1 0,0-1 0 0,0 1 0 16,0 0 1-16,0-1-1 15,0 2 2-15,0-2 1 0,0 0-2 16,0-3-1-16,0 1-1 0,0 0 0 16,-2-3-13-16,2-1 10 0,-2 0-13 15,0 1-7-15,2-2 0 0,-2 0 1 16,2 1 9-16,0 0 12 0,0 0 0 15,0 1 0-15,0-1-3 0,0 0-12 16,0 0-9-16,0 0-66 0,2-1-45 16,-2-1-55-16,2 0-136 15,-2-2-138-15,0-1-161 0,0 2-104 0</inkml:trace>
  <inkml:trace contextRef="#ctx0" brushRef="#br0" timeOffset="-29842.57">13560 7888 438 0,'0'0'20'0,"0"0"1339"15,0 0-876-15,0 0-211 0,0 0-88 16,0 0-85-16,9 54-76 0,-5-46-10 16,0-1-11-16,2 1 17 15,2-2 10-15,3-2 22 0,-3 1 46 0,0-3 2 16,0 1 16-16,5-3 6 0,-5 0-29 16,2 0-23-16,3 0-18 15,-7-3-4-15,4-1-9 0,-3-2-6 16,5 1-4-16,-8-3-6 0,2-1 0 15,1-1-3-15,1-3 0 0,0-3-3 16,-4 2-16-16,4-4 0 16,1 2-3-16,5 0-63 0,-8 1-83 0,3 2-117 15,-5 2-149-15,2 6-340 0,-6-4-1330 0</inkml:trace>
  <inkml:trace contextRef="#ctx0" brushRef="#br0" timeOffset="-28600.82">11803 8383 226 0,'0'0'29'16,"0"0"24"-16,0 0 533 0,0 0-123 15,0 0-138-15,0 0-94 0,0 0-56 16,0 0-52-16,0 0-32 16,0 0-33-16,0 7-29 0,0-7-6 0,0 0-1 15,0 0 4-15,0 0 10 0,0 0 18 16,0 0 24-16,0 0 9 15,0 1-19-15,-2 1-1 0,0-2 13 16,0 1-3-16,0 0-9 0,-2 0-4 16,4 0 0-16,-2 1-17 0,0-1-2 15,2 0-19-15,-2 2-4 0,0 0-22 16,2 2-3-16,-2-1-29 0,-3 1 13 16,5 0-4-16,0 1 7 0,0 0 4 15,0 0-11-15,5-1 7 0,-1 0-6 16,-2 1 3-16,2-3 0 0,2 0-4 15,2 0 4-15,1 0 6 16,-3-3 10-16,-2 2-10 0,4-2 12 16,-2 0-2-16,3 0-13 0,-5-2-6 15,-2-1 18-15,2 2 4 0,-4-3 14 16,0 2 28-16,0-3 38 0,0-1 22 16,0 2-32-16,0-3-28 0,0 0-24 15,0 0-18-15,-2 0-1 0,0 0 1 16,2 1 12-16,-4 0 11 0,-2 3 31 15,3 1-4-15,-3 0-27 0,0 2-22 16,2 0 14-16,-2 0 8 0,-3 3-8 16,5 1 1-16,0-1-15 0,0 3-1 15,0-2-22-15,2 1 19 0,0-1-10 16,2-1-6-16,0 0-19 0,0 1-12 16,2-3 11-16,4 3-2 0,0-3 12 15,0 0 4-15,5-1 24 0,-5 0-2 16,2 0 1-16,-2-2-1 0,5 0-12 15,-7-1 12-15,-2 0 0 16,4-1-41-16,-4 1-68 0,2-1-68 16,-2-2-96-16,1 2-251 0,-3-4-736 0</inkml:trace>
  <inkml:trace contextRef="#ctx0" brushRef="#br0" timeOffset="-27188.35">12144 8313 11 0,'0'0'300'15,"0"0"1189"-15,0 0-1087 0,0 0-159 16,0 0-95-16,0 0-57 0,0 0-14 16,0 0 16-16,0 0 23 15,0 0 12-15,-8-6 6 0,8 6 19 16,-4 4-6-16,2 0-53 0,-2 3-33 15,0 0-42-15,-1 4-16 0,-1 0-2 16,-2 4-1-16,0-2-2 0,2 1-20 16,1-4-10-16,3 2-41 0,0-3-38 15,2-4-48-15,0-1-71 0,0-2-65 16,4-2-105-16,1 0-125 0,3-4-139 16,-4-1-53-16</inkml:trace>
  <inkml:trace contextRef="#ctx0" brushRef="#br0" timeOffset="-26865.97">12097 8383 80 0,'0'0'183'0,"0"0"456"0,0 0 5 0,0 0-137 16,0 0-79-16,0 0-119 0,0 0-55 16,0 0-123-16,0 0-64 0,0 0 16 15,-8-33-16-15,20 26-1 0,0 1-21 16,-3 1-7-16,5-1-9 0,1 4 2 16,-3 2-18-16,-2 0 12 0,3 0 4 15,-3 0 2-15,-2 1 4 16,5 3 12-16,-7 1-6 0,2 1-6 0,-2 0 6 15,5-1-1-15,-7 2-2 0,-2 0 15 16,2 0 11-16,-4 2 23 16,0 3 66-16,-4 3-23 0,-2 3-47 15,-9 2-36-15,3 4-20 0,-5 0-8 16,1 4-7-16,-1-3-12 0,-1 2 0 16,3-4 0-16,1-1-11 0,5-3-1 15,-3-1-4-15,6-3-2 0,0-2-7 16,4-1-34-16,-3-4-37 15,5-1-12-15,0-3-23 0,0-3-29 0,0-1-73 16,0-1-229-16,0-7-115 16,0 0-18-16,2-3-398 0</inkml:trace>
  <inkml:trace contextRef="#ctx0" brushRef="#br0" timeOffset="-26632.47">12082 8491 18 0,'0'0'346'15,"0"0"1094"-15,0 0-921 0,0 0-131 16,0 0 3-16,0 0-46 0,0 0-76 16,0 0-67-16,0 0-83 0,0 0-68 15,-12 8-23-15,20 0-9 0,-2-1-4 16,5 1-15-16,-1-1-2 0,5-1-23 16,-1-3-22-16,0-3-67 0,-1 0-43 15,3 0-51-15,-5-5-40 0,-1 0-55 16,-2-1-18-16,3-2-73 0,-3 1-83 15,-2-1-134-15,0 0-122 16</inkml:trace>
  <inkml:trace contextRef="#ctx0" brushRef="#br0" timeOffset="-26311.05">12353 8132 757 0,'0'0'251'0,"0"0"1076"16,0 0-911-16,0 0-2 0,0 0-114 15,0 0-101-15,0 0-66 0,0 0-61 16,0 0-50-16,0 0 35 0,0 13 76 16,2 2 94-16,2 7-63 0,0 7-59 15,-1 6-37-15,-3 4-43 0,0 2-13 16,0 2-9-16,0 1-1 15,0-1 11-15,-5-4-10 0,1-1-1 16,0-2 1-16,2-5-3 0,0-3-16 16,2-5-11-16,-2-3-23 0,2-4-36 15,0-3-29-15,2-6-68 0,0-1-96 16,4-2-137-16,0-4-133 0,1 0-50 16,5-2-137-16,-8-2-328 0</inkml:trace>
  <inkml:trace contextRef="#ctx0" brushRef="#br0" timeOffset="-26129.42">12359 8536 334 0,'0'0'137'0,"0"0"1484"0,0 0-1110 0,0 0-125 15,0 0-53-15,0 0-76 0,0 0-71 16,0 0-66-16,0 0-32 16,0 0 4-16,-6-23-11 0,12 23-28 15,3 0-31-15,3 0-20 0,-6 0-1 16,11 0-1-16,-1 0-28 0,1 0-87 15,3 0-84-15,5 0-120 0,-4 0-232 16,-5 0-471-16,11-1-896 0</inkml:trace>
  <inkml:trace contextRef="#ctx0" brushRef="#br0" timeOffset="-25591.37">12833 8099 96 0,'0'0'78'0,"0"0"20"0,0 0 658 15,0 0-213-15,0 0-185 0,0 0-79 16,0 0-20-16,0 0-27 16,0 0 25-16,0 0-36 0,-17-10-61 15,17 10-62-15,-2 0-34 0,2 0-10 16,0 0-26-16,0 4-28 0,0 2-35 15,0 5 10-15,0 4 25 0,0 1 0 16,0 1-1-16,2 1-2 0,-2 0-16 16,4-1-13-16,-2-2-92 0,0-3-112 15,0-1-108-15,1-3-237 0,-1-2-721 0</inkml:trace>
  <inkml:trace contextRef="#ctx0" brushRef="#br0" timeOffset="-25044.85">12647 8274 216 0,'0'0'799'0,"0"0"-675"16,0 0-124-16,0 0-30 0,0 0 27 15,0 0-11-15,0 0 14 0,0 0 130 16,0 0 160-16,0 0 136 0,-2 2-89 16,0 0-88-16,-5 0-33 0,5-1-52 15,0 0-52-15,0-1-48 0,0 0-16 16,0 0-35-16,2 2-12 16,0-2-1-16,-2 0-1 0,2 0-1 0,0 1 2 15,0-1 1-15,0 1 18 16,0 0 19-16,-2 0 7 0,2 1 6 0,-4-1 10 15,4 1 12-15,-2 1-19 16,2-2-7-16,0 1 4 0,0-2-19 16,0 0-31-16,0 0-1 0,0 1-29 15,0-1 29-15,2 1 19 0,2-1 3 16,4 0 4-16,-2 0 2 0,7 0-6 16,-3-1 19-16,9 0-9 0,-5-2-1 15,9 0-2-15,-5 1 5 0,5 2-9 16,2-1-9-16,-6 1-13 0,5-2 10 15,-1 2-11-15,-6-2-1 0,-1 1 1 16,-3-2 1-16,-1 3-3 0,-4-1-11 16,-6 0-30-16,3 0-38 0,-3 1-34 15,-2 0-17-15,0 0 44 0,0 0 13 16,-7 0-93-16,5 1-118 0,-2 1-122 16,-6 2-67-16,6-2-189 0,-3 1 7 15,-1-3-85-15</inkml:trace>
  <inkml:trace contextRef="#ctx0" brushRef="#br0" timeOffset="-24851.55">12783 8293 37 0,'0'0'235'16,"0"0"1152"-16,0 0-845 0,0 0-118 15,0 0-83-15,0 0-156 0,0 0-105 16,0 0-54-16,0 0-4 0,0 0 13 16,-35 57 4-16,35-49-20 0,0-1-19 15,0 0-19-15,4-3-13 0,2 1-10 16,3-2-38-16,-1 0-70 0,0-3-59 15,4 0-51-15,1 0-86 16,-3-5-151-16,5-1-62 0,-1 1 8 0,-6-3 85 16</inkml:trace>
  <inkml:trace contextRef="#ctx0" brushRef="#br0" timeOffset="-24664.46">12880 8344 43 0,'0'0'395'0,"0"0"32"0,0 0 133 0,0 0-30 0,0 0-112 16,0 0-57-16,0 0-49 0,0 0-69 15,0 0-49-15,-14-12-48 0,12 15-26 16,-2 2-16-16,-1 2-32 0,-1 2-38 15,2 3-22-15,0-1-12 0,-4 3 0 16,1-3-13-16,1 3-2 0,2-3-20 16,0-2-62-16,0 0-61 0,2 0-83 15,2-3-123-15,0-2-219 0,0-4-674 0</inkml:trace>
  <inkml:trace contextRef="#ctx0" brushRef="#br0" timeOffset="-24053.87">12622 8457 278 0,'0'0'2340'0,"0"0"-1720"0,0 0-375 15,0 0-115-15,0 0 15 0,0 0 103 16,0 0-22-16,0 0-46 0,0 0-59 15,56 7-53-15,-44-7-13 0,9 2-11 16,-3-2-20-16,3 0-12 0,6 0-11 16,-4 0 0-16,1 0-1 0,-1 0-15 15,-4 0-9-15,-3 0-41 0,-1 0-15 16,-3 0-13-16,-8 2-22 0,3-1 0 16,-5 0-16-16,-2 1 2 0,0 0 50 15,-2 0 57-15,-5 3-94 16,3 2-14-16,-6-2 35 0,-1 3 38 0,3-2 19 15,0 0 35-15,0-1 2 0,-1-1-1 16,3-2 2-16,4 0 34 16,-4 2 83-16,2-2 22 0,-2-1 9 15,1 3-19-15,1-2-12 16,2 2 7-16,-2 0-15 0,2 4-28 0,-4 0-22 16,-2 3-13-16,3 0 0 0,-1 4 4 15,0 0 8-15,2 1 4 0,-2 2 2 16,0-2-5-16,3 0-17 0,1 0-8 15,2-4-22-15,0-2-12 0,2-1-1 16,1-2-20-16,5 1-4 0,-2-5-8 16,0 0-4-16,2-2 0 0,3-1-6 15,-3 0 12-15,0 0 4 16,1-6 26-16,1 1 1 0,-4-2 1 16,-2 0 1-16,0-1 10 0,1 2 0 15,-1-2-9-15,-2-2 13 0,-2-2-13 16,0 0 15-16,0 2-2 0,-2-2-13 15,-2 2 21-15,-1 1-8 0,-1 0-4 16,2 3-12-16,-2-1 0 0,-4 1-3 16,3 2-25-16,1 0-6 0,4 0-27 15,-4 2-19-15,-2 1-16 0,6 0-12 16,2 1-7-16,-3-2-50 0,3 2-146 16,3-2-291-16,3-3 56 0,0 2-175 15,0-6-574-15</inkml:trace>
  <inkml:trace contextRef="#ctx0" brushRef="#br0" timeOffset="-23737.79">13037 8290 125 0,'0'0'1869'16,"0"0"-1355"-16,0 0-162 0,0 0-22 15,0 0-21-15,0 0-34 0,0 0-2 16,0 0-22-16,0 0-34 0,0 0-35 16,-6-14-29-16,6 19-40 0,0 2-45 15,-2 6-44-15,-2 8-24 0,0 4 2 16,-2 7 1-16,4 4 19 0,-3 0-19 16,-1 2 9-16,0-1-10 0,2 0 1 15,0-6-1-15,2-1-2 0,0-3 0 16,2-4-21-16,0-3-50 0,0-3-45 15,4-3-37-15,2-4-51 0,-2-1-53 16,8-4-103-16,-7-4-175 0,5-1-108 16,-4 0-324-16,7-6-294 0</inkml:trace>
  <inkml:trace contextRef="#ctx0" brushRef="#br0" timeOffset="-23188.77">13015 8403 57 0,'0'0'55'15,"0"0"121"-15,-17-61 862 0,13 44-725 16,0-1-24-16,2 4-46 0,0 2-10 16,2 5-7-16,0 1-17 0,0 1-22 15,4 2-47-15,0 0-9 0,0 2-7 16,11-1-31-16,-9 1-43 0,6 1-12 16,3 0 7-16,-3 0 12 0,2 2-7 15,-1 3-3-15,-1 2 4 0,3 0-11 16,-7 1-14-16,0 1-4 0,1 0-1 15,-5 2-2-15,-2-1-6 16,-2 0 12-16,0 1 0 0,-2 0-8 16,-5 2-5-16,1-1-9 0,-2-2 0 15,2-1 1-15,2 0-4 0,-3-3-1 16,1 0-3-16,4-3-18 0,-2 0 3 16,2-3-6-16,-2 1-4 0,0 0 4 15,4-1-12-15,-2 0 2 0,-2 0-3 16,-1 0 13-16,-1 0 13 0,4 0 9 15,0 0 2-15,2 0-2 0,0 0-12 16,0 0-42-16,0 2-32 0,0-1-18 16,4 2 88-16,2 0 6 0,1-1 11 15,-3 2 2-15,6 1 0 0,-4 0 16 16,5 1 6-16,-5 0 0 0,0-1-3 16,0 2 16-16,-2 0 3 0,3 2 9 15,-3-1 20-15,-2 1-5 16,0 1 5-16,-2-2 8 0,0 2 0 15,0-2 42-15,0-1 35 0,-2 0-43 16,-2-1-29-16,-5-1-33 0,5 0-17 16,-2-3-8-16,0 2-10 0,0-2-11 15,-5-2-1-15,5 0-37 0,-2 0-49 16,4 0-35-16,-3-6-72 0,-1-2-89 16,6-2-186-16,-2 2-314 0,2-9-782 0</inkml:trace>
  <inkml:trace contextRef="#ctx0" brushRef="#br0" timeOffset="-22152.12">13329 8216 654 0,'0'0'1170'0,"0"0"-490"0,0 0-361 15,0 0-110-15,0 0-78 0,0 0-51 16,0 0-80-16,0 0 0 16,0 0-102-16,0 0 35 0,-4 9 67 15,8-8 0-15,4 3 2 0,0 0 0 0,-1-1 1 16,1 0 16-16,0 0 7 16,-2 1-7-16,-2-2-3 0,-4 0 10 15,0 2 2-15,0-2 27 0,0 0 43 16,0 2 4-16,0-1-26 0,0-1-25 15,0 2-4-15,0-2-15 0,0 0-16 16,0 1-16-16,0 0-12 0,0 0 0 16,0 0 11-16,0 0 1 0,0 3 3 15,0-3 16-15,-2 2 9 0,0 3 10 16,-2-2 19-16,0 1-1 16,-2 4 1-16,0 2 12 0,-3 2 4 0,3 2-17 15,-4 4-6-15,4 2-9 0,-3 2-13 16,7 3-16-16,-4 0-9 0,4-2 0 15,0 3-1-15,2-5-1 0,0 1-1 16,0-5-1-16,4 0 1 16,0-3-12-16,-2-3 10 0,7-2-17 15,-3-1-3-15,2-3-6 0,-2 1 3 16,-2-3 0-16,5-2-9 0,-3-1 0 16,2-1-21-16,0-2 5 0,-6 0 0 15,7-2 9-15,-1-4 0 0,2-1 3 16,-4-2 7-16,1 0-1 0,1-2 17 15,-2-2 15-15,-2 1 9 0,-2-2 16 16,-2 0 10-16,0 0 6 0,0 0 9 16,-6 1-2-16,-2-1 5 0,0 1-13 15,1 4-18-15,-7 0-18 0,4 2-4 16,1 3-1-16,-5 0-15 16,6 2-3-16,-1 1-12 0,5 1-16 0,0-1-35 15,2-1-47-15,2 1-33 16,0-3-184-16,4-2-323 0,2 0-63 15,5-5-422-15</inkml:trace>
  <inkml:trace contextRef="#ctx0" brushRef="#br0" timeOffset="-21886.12">13564 8185 104 0,'0'0'2252'0,"0"0"-1743"0,0 0-109 0,0 0-85 15,0 0-116-15,0 0-92 0,0 0-50 16,-24 57-29-16,20-39 6 16,-5 3-12-16,5-1-21 0,0 1-1 15,0-5-15-15,2 0-4 0,0-1-31 16,2-6-92-16,4 0-111 0,2-5-113 15,0-2-199-15,3-2-478 0,-1-2-360 0</inkml:trace>
  <inkml:trace contextRef="#ctx0" brushRef="#br0" timeOffset="-21586.13">13494 8281 814 0,'0'0'972'0,"0"0"-317"0,0 0-233 16,0 0-127-16,0 0-132 0,0 0-77 15,0 0 28-15,0 0 9 0,0 0-28 16,42-50-16-16,-28 43-32 0,7 1-3 16,-7-1-3-16,7 2-3 0,-7 0-13 15,3 3 6-15,-7 0-8 0,3 2-1 16,-3 0 12-16,-4 0 0 16,2 2 13-16,-4 0-6 0,1 4-1 15,-1 3-9-15,-2-1 0 0,0 4-18 16,0 1-10-16,0 1-3 0,0 2-2 15,-2-2-17-15,2 0 7 0,-2 1-10 16,0-2-18-16,0-2-23 0,0-1-33 16,2-3-46-16,0-1-50 0,-2 0-128 15,0-2-155-15,0 0-118 0,0-2-586 16</inkml:trace>
  <inkml:trace contextRef="#ctx0" brushRef="#br0" timeOffset="-21245.05">13540 8438 806 0,'0'0'251'0,"0"0"1189"0,0 0-1083 16,0 0-241-16,0 0 6 0,0 0 25 16,0 0 3-16,0 0 37 0,0 0-35 15,0 0-55-15,33 0-37 0,-23-1-13 16,9 1-12-16,-7 0-17 0,9 0-14 15,-7 0-2-15,5 0 1 0,-7 0 12 16,1 2-13-16,-1 0 1 0,-8 0 0 16,0 0 22-16,-4 2 1 0,0 3 36 15,0 0 147-15,-4 5-97 0,-4 1-57 16,-5 6-24-16,1-1-12 16,0 1-4-16,-3 3-15 0,5-1 0 0,-5-1-2 15,1-1-10-15,8-1-1 16,-7-2-5-16,5-5-19 0,2-2-56 15,6-2-59-15,-4-2-62 0,4-3-34 16,-2-2-160-16,2-6-265 0,0 2-655 16</inkml:trace>
  <inkml:trace contextRef="#ctx0" brushRef="#br0" timeOffset="-21030.08">13540 8482 216 0,'0'0'1475'15,"0"0"-937"-15,0 0-256 0,0 0 40 16,0 0-40-16,0 0-68 0,0 0-23 16,0 0-55-16,41 50 47 0,-31-35-29 15,3 4-28-15,-7-3-32 0,6 3-29 16,3-2-37-16,-9-1-26 0,8-1 0 16,3-4-2-16,-5-2-19 0,5-3-68 15,-1-2-111-15,5-4-72 16,-2 0-177-16,-3-3-301 0,9-5-623 0</inkml:trace>
  <inkml:trace contextRef="#ctx0" brushRef="#br0" timeOffset="-17868.72">14189 8389 96 0,'0'0'1292'16,"0"0"-528"-16,0 0-309 0,0 0-69 15,0 0-197-15,0 0-138 0,0 0-48 16,0 0 44-16,0 0 30 0,0 0 31 16,20 5 6-16,-9-6-16 0,1-1-41 15,-4 0-22-15,5 1-4 16,3 0-12-16,1 1-18 0,1 0-1 0,-1 0-1 16,4 0-1-16,3 1-1 15,-7 1-16-15,4 1 0 0,-7-3-28 16,3 2-32-16,-7-1-51 0,-2 0-89 15,5-1-72-15,-7 0-53 0,-2-1-76 16,0-1-327-16,-2 1-309 0</inkml:trace>
  <inkml:trace contextRef="#ctx0" brushRef="#br0" timeOffset="-17540.6">14348 8225 8 0,'0'0'723'0,"0"0"371"15,0 0-724-15,0 0-60 0,0 0-49 16,0 0-68-16,0 0-61 0,0 0-43 16,0 0-6-16,0 0 76 15,-6 19 6-15,8-6-35 0,2 4-10 16,-2 5-4-16,0 3-15 0,-2 3-22 15,0 4-17-15,0 1-9 0,0 2-13 16,0-2-12-16,0 3-6 0,0-3-20 16,0-3-1-16,0-2 1 0,0-5-1 15,2 1 1-15,-2-6-2 0,6 0-12 16,-2-5-28-16,3-3-51 0,-3-3-37 16,2-1-42-16,0-3-38 15,7-3-90-15,-7 0-159 0,4-2-172 0,-2-2-447 16,1-4-161-16</inkml:trace>
  <inkml:trace contextRef="#ctx0" brushRef="#br0" timeOffset="-16834.53">14586 8176 790 0,'0'0'824'16,"0"0"-373"-16,0 0-140 0,0 0-72 16,0 0-46-16,0 0-96 0,0 0-97 15,0 0-22-15,0 0 22 0,0 0 42 16,-2-7 0-16,10 2-20 0,0 2 7 16,-2-1-10-16,5 2 7 0,3-2 6 15,-4 2 0-15,5 0 9 0,-1 2-9 16,-1-2 0-16,5 2-12 0,-3 0 2 15,1 0 13-15,-1 0-3 0,1 2 9 16,-1 0 10-16,3 0-6 0,-3 0 2 16,1 0-2-16,-3 0-11 0,-3 2-2 15,3-2-13-15,-5-1-3 16,-4 2 0-16,2-1 6 0,-4 1 6 0,2-1 0 16,1-1-5-16,-3 0-21 0,2 2 0 15,-2-1-2-15,0-1 0 0,0 0-1 16,0 2-1-16,2-1-2 15,-4-2-8-15,2 3 10 0,-2-2 2 16,2 0 1-16,-2-1 2 0,0 1 10 16,0 0-11-16,0 1-2 0,0 0-12 15,0-2-7-15,0 0-3 0,0 1 3 16,0-1 19-16,0 0 15 0,0 1 23 16,0 1-7-16,-4 0-28 0,0 0 10 15,0 2-10-15,2-2 0 0,0 3-1 16,-2-1-2-16,2 0-3 0,-1 0-16 15,-3 1-3-15,4 1-6 16,2 2-4-16,-2-1-40 0,0 4-39 16,2-2-23-16,0 2-28 0,0-1-39 15,0 0-76-15,0 2-77 0,0-3-227 16,0-3-248-16</inkml:trace>
  <inkml:trace contextRef="#ctx0" brushRef="#br0" timeOffset="-16452.4">14592 8332 1864 0,'0'0'451'0,"0"0"-225"0,0 0-155 15,0 0-52-15,0 0-17 0,0 0 14 16,0 0-14-16,0 0-2 0,0 0 1 16,58-44 2-16,-42 41 13 15,1 0 10-15,3 3 25 0,1 0 10 16,-2 0 17-16,6 0-11 0,-3 0-13 16,-1 3-25-16,2 0-3 0,-7-1-24 15,5-1 11-15,0 1-11 0,-9-1-1 16,0-1 1-16,3 2-1 0,-7-2 1 15,-2 1 0-15,-4-1-1 0,5 0-1 16,-7 2 1-16,0-1 14 0,-5 0-15 16,1 3-116-16,-4 0-106 0,2 3-58 15,-9-1-131-15,9-3-307 0,-4 3-354 0</inkml:trace>
  <inkml:trace contextRef="#ctx0" brushRef="#br0" timeOffset="-16218.41">14650 8381 295 0,'0'0'1788'0,"0"0"-1244"0,0 0-345 0,0 0-137 15,0 0 72-15,0 0 20 16,0 0-10-16,0 0-36 0,51 4-41 16,-38-4-10-16,1 2-4 0,-1-2-24 15,3 0-10-15,-1 0-18 0,3 0 1 16,-5 0 0-16,-1 0-2 0,5 0-22 15,-9 0-6-15,0 0-64 0,-6 0-48 16,6 0-39-16,-8 0-10 16,0 0-23-16,0 1 39 0,0 0-86 15,-8 1-367-15,6 0-449 0</inkml:trace>
  <inkml:trace contextRef="#ctx0" brushRef="#br0" timeOffset="-15912.4">14519 8522 174 0,'0'0'1721'0,"0"0"-1238"0,0 0-263 0,0 0 70 15,0 0-5-15,0 0-37 0,56-8-51 16,-39 4-39-16,-1-1-35 0,5-1-17 15,-2 1-20-15,3 0-17 0,3 1-13 16,-2 1-16-16,2-1-12 0,0 0-15 16,1 2-13-16,-3-2-1 0,2 0-3 15,2 3-14-15,-4-2-20 0,-3 1-30 16,1 1-10-16,-5 0-8 0,3-1-8 16,-7-1-38-16,-1 1-67 0,-3-1-77 15,-6 0-80-15,-2-3-72 16,0 1-184-16,0-1-595 0</inkml:trace>
  <inkml:trace contextRef="#ctx0" brushRef="#br0" timeOffset="-15155.69">14834 8107 1596 0,'0'0'776'0,"0"0"-486"15,0 0-142-15,0 0 16 0,0 0 28 16,0 0-38-16,0 0-43 0,0 0-47 16,0 0-33-16,0 0 1 0,-31 42 19 15,27-17 12-15,-1 0 0 16,1 2-3-16,-2 4-3 0,0-1-26 0,0 0 4 16,4-1-13-16,-5-3-19 15,3 1 0-15,-4-2 0 0,4 0 9 16,-2-2-9-16,2-2 0 0,4-1 12 15,-3-1-15-15,3-1 1 0,0 0 3 16,0-4-4-16,0 3 3 0,0-5 0 16,0-1 9-16,3-1-10 0,-3-2 14 15,2 1-14-15,0-3 0 0,0 1 0 16,2-1 0-16,-2 0-2 0,4 1 0 16,0 0-1-16,-2 1-14 15,1-1-10-15,-3-3-7 0,2 2 14 0,2-2 14 16,-4 0 1-16,4 0 1 15,-4-1 1-15,2 0 1 0,1-2 1 16,-3 1-1-16,2 1-1 0,0-3-15 16,2 2 13-16,2-2-9 0,1 0-13 15,-5-2-20-15,4-4-5 0,2 1 3 16,-1-2 15-16,-5 1 19 0,2 0 13 16,-2-1 31-16,-2 1 7 0,0-3 12 15,-2 0-6-15,0 2-9 0,0-2-10 16,0-2-9-16,0 0-4 0,-2 1 1 15,0 0 3-15,-2 1 2 0,-2-1 1 16,2-1 0-16,-3 4-3 16,-3 0-13-16,0 1-2 0,4 0-1 0,-9 1-16 15,3 3-6-15,3 1-3 0,-5 1 6 16,2 0 4-16,1 3-4 0,-1 1 16 16,4-1-16-16,1 1 3 15,1 0 4-15,2-2-4 0,0 0-9 16,2 1 6-16,2-1-13 0,-2-1-18 15,2 3-10-15,0-1 3 0,0 1 13 0,0 3 18 16,0-1 1-16,0 0 9 16,2 0-6-16,0 1 3 0,6 0 3 15,-2-1 3-15,-1 2-12 0,5-3-1 16,0 1-5-16,-2 0-23 0,1-2-1 16,1-2-9-16,0 0-19 0,-1-2-61 15,-3 0-52-15,0 0-110 0,2 0-180 16,-4-2-223-16,-1 0-482 0</inkml:trace>
  <inkml:trace contextRef="#ctx0" brushRef="#br0" timeOffset="-14050.01">13924 8175 472 0,'0'0'273'15,"0"0"1169"-15,0 0-986 0,0 0-141 16,0 0-187-16,0 0-102 0,0 0-10 16,0 0 48-16,0 0 0 0,0 0-10 15,27 18-13-15,-13-11 4 0,-1 0-23 16,-1 4-6-16,5-3 0 0,3 3 0 16,-7-1 16-16,3-2 15 0,1 0 20 15,-9 0 40-15,-2-3 13 0,3 0-29 16,-5-2-9-16,-2-1 0 0,-2-2 21 15,0 1 43-15,0-1-13 16,0 0-58-16,0 0-54 0,0 1-20 16,0 1-1-16,0 1 1 0,0 1 0 15,0 2 0-15,0 3 1 0,-4 1-1 16,2 0 0-16,-7 2 0 0,5 4-1 16,-2 2-12-16,0 1-3 0,-4 4 2 15,-3 1-5-15,5 4 15 0,-2 1-10 16,-3-2 1-16,3 0 11 0,8-4 1 15,-2-2 0-15,4-3 0 0,0-4 0 16,0-1-2-16,4-3-10 0,-2-1 8 16,6-3-8-16,0 0 9 0,5-1-16 15,-5-3-2-15,2 1-4 16,5-2-9-16,-7-1-10 0,4 0 4 16,3-4 12-16,-5 2 6 0,3-3 7 15,-1 1-10-15,-4-1-3 0,1-1 3 16,3-1 6-16,-6 0 18 0,0-1 1 15,-1-1 19-15,-1-1 9 0,-4-2 6 16,0-1 6-16,0-1 10 0,0 0 3 16,-6-2-19-16,-3 1 0 0,1 2-15 15,-6 1-4-15,1 3-15 0,-3 1-14 16,3 3-11-16,3 2-18 0,-3 0-75 16,5 2-57-16,2-1-55 0,0 1-201 15,2-1-238-15,-3 0-798 0</inkml:trace>
  <inkml:trace contextRef="#ctx0" brushRef="#br0" timeOffset="-8027.02">11851 9300 220 0,'0'0'13'0,"0"0"22"0,0 0-8 16,0 0 230-16,0 0 251 16,0 0-241-16,0 0-149 0,0 0-66 15,0 0-4-15,0 0 8 0,0 1 15 16,0-1-9-16,0 0 3 0,0 0 10 15,0 0-20-15,0 0-39 0,0 0 13 16,0-1 0-16,0 0-29 0,0-1-1 16,-2 1 1-16,2-1 33 0,-2 2 12 15,2-1 17-15,-4 1 19 0,1 0 9 16,3 0 14-16,0-1-4 0,-2 1-16 16,2-2-23-16,-2 2-9 0,2-1 3 15,-2 0-7-15,2 1-6 0,-2 0-20 16,2 0-6-16,-2 0 0 0,2 0 10 15,-2 0 12-15,0 0 4 0,2 0 13 16,-2 0-4-16,2 0 3 0,0 0-19 16,0 0-35-16,0 0-9 0,0 0-17 15,0 0 4-15,0 1 19 0,0 0-1 16,0 2 2-16,0-2-11 16,0 1 1-16,0-1-1 0,0 3-3 15,0-2-13-15,0-1-3 0,4 1 0 16,2-1 6-16,0-1 10 0,5 0 15 15,-5 0 1-15,0-1 3 0,0-1 10 16,-1-1 0-16,3-1-10 0,-4 2 16 16,-2 0 10-16,0-1 13 0,-2 1 6 15,0 0 6-15,0-2 17 0,0 2 8 16,0-2-18-16,0 2-20 0,0-3-15 16,-4 0-4-16,4 2-3 0,-4-1 3 15,-4 0-6-15,5 1 3 16,-1 0-16-16,0 0-1 0,-2 2-2 0,2 1-1 15,2-2-1-15,-6 2-20 16,3 0 9-16,-1 2-3 0,2 4 4 16,0 1-11-16,0 1-8 0,2 2 2 15,-2-2 10-15,4 3 3 0,-5-4 3 16,5 0-3-16,0-2-19 0,0 1 3 16,5-4 10-16,-3 0-3 0,0 1-1 15,0-3-16-15,2 1 42 0,-4-1 0 16,6 0 16-16,-4 0 0 0,2-2 13 15,-2 0 19-15,0-1-10 0,1 1-3 16,1-3-3-16,-2 0-3 0,0-1-4 16,0 1-6-16,0-2-16 0,0 0 1 15,-2 0-1-15,0-1 10 0,2-3-1 16,0 2 7-16,-2 0 13 0,0 3 16 16,0-2-7-16,-4 2-13 15,2 0-12-15,0 1-14 0,-4 1 11 16,-3 1-12-16,3 2 0 0,-2 1-1 0,4 0-16 15,-2 0 0-15,-3 1-9 16,3 3 3-16,0 2 3 0,4 2 6 16,-2-2-12-16,4 1-4 0,0 0-6 15,0 0 7-15,0-1-7 0,2 3 6 16,0-2-22-16,2-2 0 0,0-1 0 16,2 1 13-16,-2-4 12 0,5 4 10 15,-3-4 16-15,-2 3 0 0,2-3 2 16,0-1 21-16,3 0-20 0,-5 0 10 15,0 0-10-15,0 0 16 0,0 0-3 16,0-1 3-16,1-2 7 0,-5 0-1 16,2-1 7-16,2-2 29 0,-2 1 2 15,-2-2-12-15,0 0-16 0,0-1-13 16,0 2-9-16,0 0-12 16,0 1 0-16,0 1-1 0,0 1 2 0,-2 2-2 15,2 1-95-15,-4-2-102 16,4 0-117-16,0 1-340 0,0-2-771 0</inkml:trace>
  <inkml:trace contextRef="#ctx0" brushRef="#br0" timeOffset="-5564.56">22430 10270 118 0,'0'0'46'16,"0"0"-46"-16,0 0 59 0,0 0 573 15,0 0-261-15,0 0-32 0,0 0-14 16,9 2-150-16,-9 0-61 0,0-2-43 16,0 1 0-16,0-1-3 0,0 1-7 15,0-1-12-15,0 0-14 0,0 0 1 16,0 0-4-16,0 0-6 0,0 0-26 16,0 0-25-16,4 2-17 0,2-1 16 15,0 2 2-15,7-3 24 0,1 0 13 16,7 0-11-16,1 0 18 15,3-3-20-15,6-1-42 0,0-1-32 16,4-1 0-16,3-1 2 0,3 1 53 16,-4 0 3-16,4 0 16 0,5 1 3 15,4 0-2-15,10 2 12 0,12 2 16 16,0 0 23-16,3 1-36 0,-7 0-14 16,-4 0-2-16,0-3-16 0,2 1-16 15,-2-1-14-15,0 0 8 0,2 2 15 16,-1-2 23-16,1 2 0 0,0-1 29 15,0 0 42-15,0 1 26 0,0-1-22 16,0 1-30-16,-1 1-45 0,-3 0-1 16,0 0 0-16,-3 0 0 0,-3 0 1 15,0 0-2-15,0 0 2 0,0 0 4 16,-3 0 54-16,3 0 26 0,0 0 6 16,0 0-6-16,-9 0-27 0,-5-3-31 15,1 0-26-15,-8 0-18 0,3-1-66 16,3-2 7-16,-10 0 0 15,4-3 9-15,4 0-16 0,-6 1-26 16,-6-3 75-16,-2 5 28 0,-4 0-6 16,-5 4-3-16,-1-1-42 0,-5-1-7 15,-2 4-39-15,1 0-38 0,-3 0-112 16,-2 0-9-16,-4 4-43 0,0 1-36 16,2-1-20-16,-2 1-78 0</inkml:trace>
  <inkml:trace contextRef="#ctx0" brushRef="#br0" timeOffset="-4852.59">22350 10380 1 0,'0'0'0'0,"0"0"-1"16,0 0 1-16,0 0 17 0,0 0-4 15,0 0 30-15,0 0-17 0,60-12 23 16,-44 9 0-16,-1 1 436 0,5 0-208 16,-1-2-58-16,4 2 25 0,4-2-33 15,1 2-16-15,6-2-88 0,-1 2-45 16,2-3-26-16,4 3 12 0,11-2 1 16,8-2-17-16,18 1 10 15,3-2-6-15,1 0 3 0,-1 0-10 0,-7 2 3 16,5 1 23-16,7 2 36 0,-3 1 32 15,4 1-24-15,2 2-18 0,-1 5-17 16,5 2-38-16,2 1-26 16,2 0-2-16,5 2-11 0,-1-1-32 15,0 1-26-15,-2-3-3 0,-4-3 0 16,0-1 6-16,-2-4 23 0,-10-1 6 16,2-6 7-16,-11-2-20 0,-18-2 20 15,-11 1 9-15,-14 3-25 0,-4-3-4 16,0 1-16-16,1 0-4 0,3-2-64 15,-8 2-10-15,-2 1 3 0,-5 1 0 16,-1 1 0-16,-9 1-14 0,0 1 8 16,-4 2-1-16,0 1-13 0,0 0-228 15,-6 0 43-15</inkml:trace>
  <inkml:trace contextRef="#ctx0" brushRef="#br0" timeOffset="-2222.58">12113 9125 340 0,'0'0'776'0,"0"0"335"16,0 0-646-16,0 0-15 0,0 0-24 15,0 0-148-15,0 0-136 0,0 0-99 16,0 0-42-16,0 0 51 16,-2 3 4-16,8-3 3 0,3 0-6 15,1 0-16-15,0 0-6 0,-1 3-3 16,1-3-25-16,2 4-3 0,-3-1-1 15,3 0-1-15,0-1-10 0,-3 2-1 16,1-2-14-16,5-1-58 0,-5-1-58 16,2 0-81-16,1-3-130 0,-5-1-166 15,-2-1-189-15,0 0-615 0</inkml:trace>
  <inkml:trace contextRef="#ctx0" brushRef="#br0" timeOffset="-1997.42">12111 9251 878 0,'0'0'1637'0,"0"0"-1315"0,0 0-257 15,0 0 66-15,0 0 0 0,0 0-16 16,0 0-19-16,0 0-14 0,0 0-9 16,56 6-22-16,-41-3-13 15,-5 0-38-15,2-2-1 0,3 3-2 16,-1-2-29-16,1 2-47 0,-5-3-128 15,0 2-90-15,1 1-76 0,-7-1-252 16,-4 4-495-16</inkml:trace>
  <inkml:trace contextRef="#ctx0" brushRef="#br0" timeOffset="-1775.21">12151 9507 742 0,'0'0'1940'0,"0"0"-1619"15,0 0-122-15,0 0-123 16,0 0 51-16,0 0 48 0,0 0-4 16,0 0-17-16,0 0-16 0,64 6-3 15,-48-12-19-15,7-2-33 0,-5-4-33 16,5 0-19-16,-2-1-28 0,0-2-3 16,-5 0-19-16,1 1-77 0,-3-4-41 15,-1 2-85-15,-1 0-52 0,-2-3-132 16,1 2-158-16,-5 5-180 0,6-7-531 15</inkml:trace>
  <inkml:trace contextRef="#ctx0" brushRef="#br0" timeOffset="-1390.46">12444 9126 2514 0,'0'0'508'16,"0"0"-223"-16,0 0-155 0,0 0-130 15,0 0-108-15,0 0 108 0,0 0 10 16,0 0 15-16,64-12-3 0,-41 6-6 16,2-1-13-16,2 0 10 0,2 1-13 15,-7 1 0-15,3 3 0 0,-2-1 1 16,-5 3 12-16,-3 0 3 0,-5 0 0 15,-4 3 6-15,1 1 32 0,-5 2 73 16,-2 0 103-16,0 3 49 0,-7 3-55 16,1 1-91-16,-4 3-34 0,4 2-25 15,-7 5-37-15,-1-1-35 0,6 5 0 16,-7-1-2-16,5-1 1 0,-1 0-1 16,3-3-16-16,0-4-14 15,4-2-54-15,2-4-58 0,2-3-50 0,0-3-36 16,0-3-109-16,0-2-174 15,0-1-154-15,0 0-478 0,-2-6-142 0</inkml:trace>
  <inkml:trace contextRef="#ctx0" brushRef="#br0" timeOffset="-1194.6">12634 9325 145 0,'0'0'2099'16,"0"0"-1556"-16,0 0-283 0,0 0-94 15,0 0-45-15,0 0-54 0,0 0-44 16,33 50-22-16,-20-43-1 16,-3 2-16-16,7-3-38 0,-5-2-202 15,2 1-158-15,1-4-376 0,1 2-992 0</inkml:trace>
  <inkml:trace contextRef="#ctx0" brushRef="#br0" timeOffset="-650.46">12853 9019 996 0,'0'0'755'0,"0"0"314"16,0 0-646-16,0 0-168 0,0 0-72 15,0 0 66-15,0 0 9 0,0 0-47 16,0 0-44-16,62 2-44 15,-37-5-40-15,-6 1-27 0,4-1-23 16,1 0-31-16,-1 0 1 0,2 1-2 16,0-2-1-16,-7 2-15 0,5 0-9 0,-4 1-44 15,-7 1-40-15,0 0-27 16,-1 0-23-16,-7 0-1 0,-2 0-23 16,-2 3-38-16,-2 3 59 0,-4 2-131 15,-7 4-191-15,1 1-85 0,2-4-231 16,-13 5-299-16</inkml:trace>
  <inkml:trace contextRef="#ctx0" brushRef="#br0" timeOffset="-264.43">12849 9178 428 0,'0'0'1246'0,"0"0"-548"0,0 0-211 16,0 0-148-16,0 0-195 0,0 0 75 0,0 0 49 15,0 0-15-15,0 0-35 16,66 13-23-16,-41-13-44 0,-4-3-43 15,4 0-56-15,2-1-27 0,-1-1-10 16,-3 1-13-16,0 0-2 0,2 0-12 16,-9 0-10-16,3 1-45 0,-9 2-38 15,-2-1-6-15,1 2-16 0,-3 0 12 16,-6 0 3-16,0 0 39 0,0 0 73 16,0 0 4-16,-4 0-4 0,-7 0-58 15,3 0 14-15,-2 0 29 0,-1 0-7 16,-3 0 22-16,4 2-19 0,-5-1 0 15,1 0 19-15,3 1 27 0,-1 1 36 16,2 3 13-16,8 0-1 0,-7 2-3 16,3 4-7-16,0 3-6 15,0 5-9-15,2 1-16 0,2 4-6 16,-3-2-10-16,-1 0-2 0,2-2-4 0,4 1-11 16,0-5-1-16,0 0-19 15,0-3-11-15,8-1-17 0,-1-3-77 16,-1-2-82-16,2-2-36 0,4-3-223 15,-3-3-163-15,3 0-118 0,7-7-438 0</inkml:trace>
  <inkml:trace contextRef="#ctx0" brushRef="#br0" timeOffset="253.39">13327 9108 92 0,'0'0'2127'16,"0"0"-1504"-16,0 0-121 0,0 0-81 15,0 0-87-15,0 0-78 0,0 0-86 16,0 0-81-16,0 0-39 0,0 0-16 16,-15 6 3-16,13 11-37 0,-4 6-18 15,-4 5 6-15,1 0 9 0,3 0-10 16,0-3 10-16,2-2-9 16,-2-5 11-16,4-1 1 0,2-4-1 0,0-4 0 15,2-1-2-15,4 2-19 16,2-4 20-16,-2-2 0 0,7-1 1 15,1-2-1-15,-1-1-26 0,5 0-52 16,-3-3-19-16,3-2-6 0,-3-3 2 16,1 0 9-16,-1 0 23 0,-1 2 19 15,-3 0 52-15,-1 0 0 0,0-1 19 16,-2 0-16-16,-3-3 23 0,-1 2-7 16,0-3-3-16,0 3-14 0,-2-5 1 15,0 1-1-15,4-1-1 16,-4 1-1-16,3 0-2 0,-5 3 0 0,2 1 2 15,-2 2 15-15,0 2 19 16,0 2 31-16,0 1 19 0,0 1 13 16,0 0-4-16,0 0-13 0,-2 1-15 15,2 4-10-15,0 0-27 0,-3 3-16 16,3 3 13-16,0 3 12 0,0 0-13 16,0 3-9-16,0 0-2 0,3-1 5 15,-1 0 1-15,0 0-4 0,-2-2-15 16,0-1-1-16,4 0-14 0,-2-3-35 15,0 0-85-15,2-1-96 0,0-1-80 16,2 0-218-16,-1-2-272 0,1-1-648 16</inkml:trace>
  <inkml:trace contextRef="#ctx0" brushRef="#br0" timeOffset="1276.42">13670 9114 43 0,'0'0'95'16,"0"0"1869"-16,0 0-1527 0,0 0-176 15,0 0-178-15,0 0-41 0,0 0 147 16,0 0 82-16,0 0-55 0,0 0-83 16,45 7-54-16,-26-7-13 0,-3 0-16 15,7-3-25-15,-4-1-22 0,6 2-2 16,-1 0-1-16,-3-2-3 0,-2 2-22 15,1 1 6-15,-7-2-6 16,-3 2-57-16,3-1-44 0,-9 2-80 0,-4 0-74 16,0 0-127-16,0 0-213 15,0 0-409-15</inkml:trace>
  <inkml:trace contextRef="#ctx0" brushRef="#br0" timeOffset="1700.93">13626 9228 1384 0,'0'0'1185'0,"0"0"-761"0,0 0-308 0,0 0 114 15,0 0 93-15,0 0-74 0,65 2-66 16,-47-6-68-16,9 2-24 0,-4-3-26 16,4 2 12-16,-3 0-9 15,5 0-9-15,-2 3-22 0,-2-2-18 16,-2 2-19-16,4-1-1 0,-5 1-15 15,-5 0-5-15,4 0-13 0,-11 0-47 16,2 0-33-16,-1 0-20 0,-7 0-6 16,-2 0-2-16,-2 0 10 0,0 0 34 15,-4 0 3-15,-2 0-162 0,-7 0-24 16,3 0 31-16,-7-1 37 0,1 1 45 16,-3 0 78-16,5 0 31 0,-7 0 59 15,7 1 33-15,-5 4 125 0,7-1 29 16,1 2 23-16,-1 1-28 0,1 1 10 15,9 1-23-15,-4 2-20 0,2 4-13 16,0 1-13-16,2 0-13 0,0 2-26 16,2 0-29-16,0-1-24 0,2 0-20 15,0-1-11-15,4-3-3 0,0 1-22 16,-2-5-9-16,5-1-64 16,-1-2-75-16,4-3-64 0,-1-3-132 15,7-1-180-15,-9-3-495 0,15-9-521 0</inkml:trace>
  <inkml:trace contextRef="#ctx0" brushRef="#br0" timeOffset="2094.19">14110 9134 963 0,'0'0'355'0,"0"0"898"0,0 0-764 16,0 0-167-16,0 0-65 0,0 0-112 16,0 0 6-16,0 0-5 0,0 0-56 0,0 0-37 15,64-6-22-15,-43 6 0 16,-5 0-6-16,3 0-9 0,-4 0-15 15,1 3 1-15,-6 3-2 0,-1 0-2 16,-7 2 2-16,-2 5 16 0,-2 5 28 16,-7 4-7-16,-9 5-22 15,3-1-13-15,-5 3 0 0,1-2-1 0,-4-3-1 16,7 1-12-16,-3-6-16 16,7-1-43-16,-1-5-13 0,3-3-63 0,6-4-48 15,2-5-95-15,2 0-152 0,0-1-230 16,0-1-494-16,6-6 178 0</inkml:trace>
  <inkml:trace contextRef="#ctx0" brushRef="#br0" timeOffset="2267.3">14176 9354 301 0,'0'0'88'0,"0"0"1390"16,0 0-963-16,0 0-227 0,0 0-40 16,0 0 14-16,0 0-51 0,0 0-75 15,0 0-53-15,0 0-30 0,56 13-15 16,-48-6 3-16,3 1-19 0,-1 2-11 15,0-1-11-15,-1 2-2 0,-1-1-23 16,2-1-70-16,-1 0-121 0,-1-2-151 16,-2-1-215-16,4-1-728 0</inkml:trace>
  <inkml:trace contextRef="#ctx0" brushRef="#br0" timeOffset="2915.36">14472 8858 40 0,'0'0'717'0,"0"0"586"15,0 0-873-15,0 0-50 16,0 0-30-16,0 0-32 0,0 0-81 0,0 0-64 16,0 0-53-16,0 0-58 15,-8 13-49-15,8-1 37 0,0 6 18 16,2 3-9-16,-2 8-9 0,2 2-7 16,-2 5-2-16,0 3-7 0,0 3-16 15,0-3-18-15,0-1-3 0,0-1-9 16,-2-5 9-16,2-1-13 0,0-4 1 15,0-4-19-15,0 0-34 0,2-4-13 16,2-2-22-16,-4-3-39 0,4-1-40 16,2-3-61-16,-4-2-87 0,5-2-77 15,-3-2-106-15,0-2-226 0,-2-1-91 16</inkml:trace>
  <inkml:trace contextRef="#ctx0" brushRef="#br0" timeOffset="3152.37">14460 9268 112 0,'0'0'39'0,"0"0"1667"15,0 0-1145-15,0 0-103 0,0 0-58 16,0 0-51-16,0 0-55 0,0 0-84 16,0 0-79-16,0 0-131 0,-7-12-22 15,18 12-18-15,-3 1 38 0,2 4 2 16,7 1-2-16,-3 0-11 0,9 0-5 15,-6 0-45-15,1 1-54 0,5-3-30 16,-7 3-17-16,5 0-93 0,-9-3-94 16,5-1-99-16,-7-2-197 0,3 0-446 15</inkml:trace>
  <inkml:trace contextRef="#ctx0" brushRef="#br0" timeOffset="4086.31">14714 8924 2134 0,'0'0'495'0,"0"0"-135"15,0 0-34-15,0 0-71 16,0 0-249-16,0 0-6 0,0 0-57 16,0 0 57-16,0 0 1 0,0 0 2 0,49 4 13 15,-32-1 0-15,4 2-4 16,-5-2 7-16,3 1-15 0,1 2 11 15,-7-2 14-15,-3 0 9 0,0 0-3 16,-5-2 12-16,-3 1 13 0,-2-1 75 16,0-1 135-16,-2 1-40 0,-3 2-141 15,-3 1-49-15,4 1-3 0,-2 0-9 16,0 2-16-16,-1 3-12 0,-1 4-15 16,2 3-3-16,2 3 15 0,0 2-21 15,2 3 5-15,-2 3 4 0,1-2-1 16,1 0 1-16,-2 0-10 0,0-2-2 15,2-2 5-15,2-2 19 0,0-3 1 16,0-3 1-16,0-1 1 0,2-3 0 16,6 0-2-16,-1-4-11 0,-1 0 10 15,2-1-12-15,4-1-1 16,-1-2-12-16,-1-1 6 0,3-2 1 0,-5 0 9 16,0 0 12-16,-2 0 13 15,5-4 2-15,-7 0 1 0,0-1 2 16,-2 0 7-16,-2-4 0 0,2 0-10 15,-2-1 1-15,0-2-15 0,0-1 1 16,-2-1 10-16,-4 1-8 0,0 1 8 16,-5-1-10-16,1 1-1 0,4 1-1 15,-7 3-12-15,5 1-10 16,2 2-40-16,0 1-19 0,-1 1-15 0,-1 2-29 16,6 1-45-16,0 0-63 0,2 0-119 15,0-2-160-15,0 2-189 16,0 0-82-16,6-3-251 0</inkml:trace>
  <inkml:trace contextRef="#ctx0" brushRef="#br0" timeOffset="4406.51">14956 9006 978 0,'0'0'1251'0,"0"0"-750"0,0 0-116 15,0 0-40-15,0 0-169 0,0 0-175 16,0 0 58-16,0 0 80 0,0 0 62 16,0 0 6-16,49 1-24 15,-24-4-32-15,-6-1-46 0,5 0-53 16,1 1-33-16,-8 0-19 0,3 1-12 15,-3 0-4-15,-3 0-11 0,-3 0-91 16,-3 2-58-16,-2 0-66 0,-2 0-73 16,-2-1-137-16,-2 1-121 0,0 0-121 15,0 0-437-15</inkml:trace>
  <inkml:trace contextRef="#ctx0" brushRef="#br0" timeOffset="4661.51">15111 8871 2491 0,'0'0'576'0,"0"0"-158"0,0 0-61 15,0 0-111-15,0 0-87 0,0 0-44 16,0 0-10-16,0 0 12 0,-2 70 10 16,4-48-23-16,0 6-15 0,4-1-25 15,0 4-30-15,-2 1-15 0,0 1-19 16,-2 2-24-16,1-2 0 15,-1-2-1-15,-2-3-12 0,0-1-36 16,0-5-7-16,2 0-18 0,0-6-32 16,0-1-34-16,0-5-38 0,8 0-125 15,-2-5-157-15,-1-2-164 0,1-3-425 16,2 0-500-16</inkml:trace>
  <inkml:trace contextRef="#ctx0" brushRef="#br0" timeOffset="5243.62">15311 8906 1840 0,'0'0'806'0,"0"0"-372"0,0 0-131 15,0 0-185-15,0 0-48 0,0 0 63 16,0 0 18-16,0 0-19 0,56-7-22 16,-33 4-10-16,-5 0-22 0,5-1-41 15,2 2-27-15,-4-2-10 0,1 2-1 16,3 1-1-16,-6 1-22 0,1 0-8 16,-5 0-36-16,3 0-32 0,-9 0-39 15,1 1-37-15,-4 3-51 0,-4-1-69 16,0 2-79-16,-2 1 63 0,-2 0-170 15,0 0-550-15</inkml:trace>
  <inkml:trace contextRef="#ctx0" brushRef="#br0" timeOffset="5450.73">15388 9075 76 0,'0'0'2327'0,"0"0"-1779"15,0 0-174-15,0 0-110 0,0 0-75 16,0 0-60-16,-9 59-79 0,18-44-37 16,-5-2-10-16,0 1-3 15,-2 1-1-15,0-3-21 0,2 1-53 0,0-3-95 16,-2-1-87-16,0-4-81 16,5 0-125-16,-5-1-200 0,-2-4-445 15</inkml:trace>
  <inkml:trace contextRef="#ctx0" brushRef="#br0" timeOffset="5734.42">15369 9092 125 0,'0'0'1520'16,"0"0"-916"-16,0 0-220 0,0 0-120 16,0 0-36-16,0 0-56 0,33-51-38 15,-16 46-20-15,-5 0-19 0,7 2-25 16,-1 1-10-16,5 2-19 0,-6 0-13 15,5 4-25-15,-1 2 16 0,-5 2-4 16,3 2-15-16,-7-1 0 0,1 4 0 16,1-1 1-16,-7 0 1 0,-1 2 10 15,-2 0 1-15,-4 4-10 0,-2-1 10 16,-4 2-11-16,-3-1-2 16,-5 1-22-16,6-3-19 0,-1-2-6 15,1-1 3-15,-2-3-35 0,8-2-51 16,-2-3-54-16,4-2-33 0,0-1-59 15,0 1-117-15,0-3-239 0,0 0-412 16</inkml:trace>
  <inkml:trace contextRef="#ctx0" brushRef="#br0" timeOffset="5988.5">15499 8967 386 0,'0'0'1140'0,"0"0"-474"15,0 0-211-15,0 0-82 0,0 0-44 16,0 0-78-16,0 0-99 0,0 0-55 16,0 0-15-16,0 0-4 0,-10-4-1 15,10 16 51-15,0 5-23 0,0 2-52 16,0 5-31-16,0 1-22 0,0 3-12 16,0-2-15-16,0 3-17 15,0-1-52-15,-2-4-38 0,0-1-27 16,0-4-28-16,-2-5-87 15,4-1-116-15,0-5-84 0,0-2-220 16,6-5-519-16</inkml:trace>
  <inkml:trace contextRef="#ctx0" brushRef="#br0" timeOffset="6216.42">15373 9191 73 0,'0'0'2171'0,"0"0"-1631"15,0 0-187-15,0 0-162 0,0 0-26 16,0 0 51-16,0 0-8 0,0 0-35 16,0 0-89-16,54-19-58 0,-42 16-26 15,3 0-19-15,-3 2-12 0,1 0-59 16,3 1-56-16,-8 0-80 0,1 0-101 16,-1 2-140-16,-4 2-188 0,-4 2-578 0</inkml:trace>
  <inkml:trace contextRef="#ctx0" brushRef="#br0" timeOffset="6913.38">15363 9263 40 0,'0'0'1957'0,"0"0"-1572"16,0 0-229-16,0 0-156 0,0 0-23 15,0 0 23-15,0 0 19 16,0 0-19-16,0 0-19 0,49-19-172 16,-36 15-61-16,-7 0-148 0,-2 0-52 15,-2 1 61-15,-2 0 81 0,0 1 76 16,-4-2 74-16,0 2 109 0,-2 0 51 16,-5-2 192-16,1 0 160 0,4 3 17 15,-2-2-5-15,-3 0-16 0,5 1-88 16,0 0-52-16,2 1-50 0,-2 1 17 15,-3 0 12-15,5 4-7 16,-2 3-74-16,0 2-29 0,2 1-3 0,-3 2 15 16,-1 0 17-16,4 2 21 0,2-2 9 15,0 0-25-15,2 0-35 0,0-1-35 16,4-2-4-16,0 0 14 0,6-1-7 16,-1 1-10-16,-1-4-12 15,7 4-6-15,-3-2-14 0,2-3 17 0,5 0-4 16,2-3 5-16,-5 1 11 0,9-2 1 15,-6-2-14-15,5-3 4 16,1-3-6-16,0-2-13 0,-4 0-1 16,1-1-2-16,-1-1-41 0,-2-1 4 15,1 2-7-15,-3 0-26 0,2 0-36 16,-5-2-42-16,3 1-55 0,-5 2-19 16,-4 2-59-16,5-1-2 0,-7 3 12 15,-2-2 80-15,-2 3 52 0,0 1 74 16,-2-1 65-16,0 2 52 0,0-1-52 15,-2-1 71-15,-2 2-16 16,2 0 52-16,0 1 0 0,-2-1-1 16,2 1 17-16,-3 1 60 0,-1 1 29 15,6 0 8-15,-2 0 3 0,2 0-34 16,0 0-16-16,-2 0-18 0,2 0-24 16,0 2-25-16,0 2-32 0,0 3-18 15,0 3 22-15,0 5 2 0,0 3-6 16,0 1-10-16,-2 2 7 0,-2 2-3 15,2 1-13-15,0-3-19 0,2 2-36 16,-2-3 0-16,2-2-24 0,0-1-37 16,0-3-62-16,0-4-62 0,2-1-59 15,0-3-82-15,0-4-223 0,0 0-439 16,2-2-623-16</inkml:trace>
  <inkml:trace contextRef="#ctx0" brushRef="#br0" timeOffset="7495.67">15696 8931 97 0,'0'0'2'16,"0"0"1531"-16,0 0-1078 15,0 0-122-15,0 0-55 0,-52-5-15 16,52 3-29-16,0 0-157 0,6-1-74 16,5 0 96-16,1-2 37 0,7-1 16 15,-1 0-10-15,7 0-19 0,2 0-23 16,2-2-8-16,2 3-14 0,0 0-3 15,2 2-16-15,0 0-25 0,-2 0-3 16,2 3 0-16,-8 0-13 0,2 0-3 16,-5 0-15-16,-7 4 0 15,-1 3-3-15,-7 2-10 0,-3 3 13 16,-2 2 10-16,-2 4 11 0,-2 2-17 16,-2 2-2-16,-3 0-2 0,-5 1-11 15,4 0-41-15,-1-2-20 0,-3 0-5 16,0-1-23-16,5-3-32 0,1-2-41 15,0 0-41-15,0-4-113 0,4-2-131 16,0-2-197-16,-5-2-662 0</inkml:trace>
  <inkml:trace contextRef="#ctx0" brushRef="#br0" timeOffset="7783.13">15718 9038 643 0,'0'0'1045'0,"0"0"-548"0,0 0-157 16,0 0 40-16,0 0-6 0,56-28-53 15,-35 21-50-15,2 0-13 16,-1-1-34-16,5 2-41 0,4 0-47 0,-2 1-44 16,2 2-43-16,0 0-21 15,0 1-26-15,-4 2 0 0,-2 0-2 16,-2 4-12-16,-3 0-10 0,-5 0-27 15,1 2-52-15,-5-1-35 0,-5 0-19 16,-2 0-10-16,-2-1-45 0,-2 1-45 16,-2 2-42-16,-6-1-166 0,4 1-237 15,-17 2-631-15</inkml:trace>
  <inkml:trace contextRef="#ctx0" brushRef="#br0" timeOffset="8002.29">15875 9103 1511 0,'0'0'1307'16,"0"0"-1018"-16,0 0-37 0,0 0 37 15,0 0-69-15,0 0-88 0,54-6-37 16,-41 3-64-16,3 1-18 16,-1-2-13-16,1 4-18 0,-5-1-35 0,1 1-77 15,-2 0-52-15,-6 1-49 16,1 3-55-16,-5 4-66 0,0-2 7 15,-5 4-180-15,1-2-522 0</inkml:trace>
  <inkml:trace contextRef="#ctx0" brushRef="#br0" timeOffset="8204.27">15828 9193 311 0,'0'0'2129'0,"0"0"-1691"0,0 0-265 15,0 0 86-15,0 0 5 16,0 0-68-16,0 0-52 0,0 0-59 16,62-8-38-16,-48 5-44 0,7 3-3 15,-4-1-3-15,5-1-35 0,-3 2-65 16,-5 0-61-16,3 2-51 0,-7 2-55 16,-3-1-37-16,-7 3-73 0,0 3-122 15,-3-4-141-15,-11 9-520 0</inkml:trace>
  <inkml:trace contextRef="#ctx0" brushRef="#br0" timeOffset="8418.15">15791 9301 265 0,'0'0'1497'0,"0"0"-962"0,0 0-92 16,0 0 12-16,0 0-73 0,0 0-92 15,60-16-57-15,-46 10-43 16,7 1-16-16,-3-1-66 0,3-2-71 15,2 1-19-15,-2 0-18 0,1 0-16 16,-5 3-33-16,6-2-69 0,-7 1-65 16,1 0-80-16,-7-1-109 0,2 3-188 15,-5 0-161-15,-1 0-466 0</inkml:trace>
  <inkml:trace contextRef="#ctx0" brushRef="#br0" timeOffset="9213.31">15981 8807 47 0,'0'0'1759'0,"0"0"-1243"0,0 0-116 15,0 0-98-15,0 0-55 0,0 0-34 16,0 0-55-16,0 0-57 0,0 0-34 16,0 0-1-16,-8 53 3 0,8-37-3 15,-2 3 0-15,2 0-3 0,0 3 5 16,0-1-24-16,0 2-16 0,0-2-3 16,0 0-24-16,0 1 11 0,0-3-11 15,0 1-1-15,-2-2-2 0,-1 0 0 16,1 0 0-16,-2-4 2 15,2 1-2-15,0-2 0 0,-2-1 0 16,2-2 0-16,0 1 1 0,-4-2-1 16,4-1 2-16,2-1 0 0,-3-2 1 15,1 3 2-15,0-4 0 0,0 1 13 16,2 1-15-16,0 0-1 0,-2 0 1 16,0 0-2-16,2 0 1 0,0 2-3 15,0 0 0-15,0 0-9 0,0 1 12 16,0-1-2-16,0 1-10 0,0 0-1 15,0 1-2-15,0 0 13 0,0-2 2 16,0-1 0-16,0 1 2 0,0-2 0 16,0-1-2-16,4 1 0 0,-2-1-1 15,2-2-3-15,1 0-11 0,1-2-29 16,2 1 13-16,0-2 19 0,1 0-7 16,5 0 6-16,-4-2 1 0,1-2-7 15,5-2 0-15,-5 0 7 0,1-1 11 16,-2 2 1-16,-3-1 2 0,-1 1 17 15,-2-1-7-15,2 1 7 16,-4 1 6-16,0-2 3 0,-2 0-6 16,0 0 3-16,-2-1-3 0,-6 1-10 15,2-2 0-15,0 1-10 0,-1 0 1 16,-7-1-1-16,6 3 8 0,-1-1-10 16,-1 1-12-16,-2 2 10 0,3 0-23 15,1 0 12-15,-4 0-6 0,3 3-2 16,5 0-7-16,0 0-16 0,0 0 6 15,2 0-32-15,2 0-23 0,-2 0 4 16,2 3 14-16,0 0 31 0,0 0 32 16,0 0 12-16,0 2 13 0,0-2 3 15,0 2-13-15,0 0-3 0,2 1-11 16,0-3-5-16,4 2 1 0,-2 0 11 16,3-1-11-16,-1 1 2 0,6-2-104 15,-2 0-93-15,-1 0-122 0,1 0-177 16,0-3-707-16</inkml:trace>
  <inkml:trace contextRef="#ctx0" brushRef="#br0" timeOffset="16841.09">15154 8441 314 0,'0'0'49'0,"0"0"91"0,0 0-88 15,0 0 600-15,0 0-398 0,0 0-108 16,0 0-29-16,0 0 13 0,-16 5 36 15,16-5 38-15,0 0 35 16,0 0-81-16,0 0-51 0,0 0-43 16,0 0-16-16,4 0 17 0,0 0-17 15,6 0-3-15,-2 0-10 0,3 0 3 0,5 0 11 16,-1 0-5-16,3 0 17 16,1-2 9-16,4-2 19 0,1-1 29 15,-1-2-10-15,6-1-10 0,-4 0-45 16,4-1-18-16,-2 3-19 0,-7 2-13 15,3 0 19-15,-6 2-10 0,-3 0 1 16,-6 1-11-16,-1 1 0 0,-1 0 1 16,-2 0-1-16,-2 0 1 0,-2 0-2 15,2 0-1-15,-2 3 0 0,0-2-1 16,2 1-2-16,-2 1 2 0,0-1 1 16,2 0-2-16,-2 1-1 0,0 0 1 15,2 0-1-15,-2-1 1 0,0 2 1 16,2-2-1-16,-2 2 0 0,0 0-1 15,0 0-12-15,2 1-1 0,-2 1-12 16,0-2 2-16,0 2 8 16,0 1 2-16,0 1 14 0,0 2-1 15,0-1-1-15,0 3 1 0,0 3 0 0,0 2-13 16,3 2 15-16,-1 4-2 16,0 1-10-16,0 4 12 0,4 2-11 15,-2 2-10-15,0 4-1 0,0 0-18 16,-2 4 3-16,5-1 3 0,-3 3 10 15,-2 2 7-15,6 0 18 0,-6 1 2 16,2-1 11-16,-2 5 0 0,-2 0-11 16,2 5-1-16,0-6 0 0,3 1-1 15,-3 7 0-15,0-13 2 0,0 8-1 16,0-2 12-16,-2-5-12 0,0 3 2 16,4-1-1-16,-2 0 14 0,0 0-14 15,2 0 11-15,-2-3-12 16,0 0-1-16,3 0 0 0,-1-3-29 15,0 0 1-15,0-3 2 0,2 0 4 16,-2-1 6-16,3-3-9 0,-5-2-7 16,0 3 6-16,0-4 10 0,2-1 15 15,-2-1 0-15,0-2 1 0,0 0 1 16,-2-5 22-16,6 2-7 0,-4-4-4 16,0 0-9-16,-2-5 1 0,2 0-1 15,-2 1 0-15,0-1-3 0,3-1-2 16,-3-1-1-16,0 1-13 0,0-1-3 15,0-2 3-15,0-1-16 0,0 0 16 16,0 0 13-16,0-1 1 0,0 2-14 16,0-3 3-16,0 1 12 0,0 3 1 15,0-4 0-15,0 2 1 0,-3 0 1 16,3-2 43-16,-2 0 18 0,2 1-8 16,-2-2-24-16,2 1-28 15,-2 1 13-15,2-2-3 0,0 2-11 16,0 0-2-16,0 2 0 0,0-2 0 15,0 1 1-15,0-1 2 0,0-1 20 16,0 3 8-16,0-3-2 0,2-3 3 16,-2 2-10-16,2-3-7 0,-2 0-15 15,0 0-1-15,2-2-2 0,-2 0-9 16,0 0 9-16,0-1-9 0,0 0-26 16,0 0-41-16,0 0-42 0,0 0-45 15,0 0-84-15,0 0-152 0,0-2-379 16,0-2-591-16</inkml:trace>
  <inkml:trace contextRef="#ctx0" brushRef="#br0" timeOffset="17167.91">15530 10619 788 0,'0'0'1161'0,"0"0"-681"0,0 0-154 16,0 0-101-16,0 0-40 0,0 0-57 16,0 0-90-16,0 0-38 0,0 0-38 15,0 0 16-15,0 51 20 0,6-35-11 16,9-1 10-16,-5 1 3 0,1-3 1 16,5 0 2-16,-3-5 19 0,5-2 1 15,-3-4 21-15,3-2 1 16,-3 0 9-16,3-3-19 0,-5-4-7 15,3 0 10-15,-3-4 19 0,-1 1-9 16,0 0-10-16,-1-2-16 0,1-1-11 16,3-2-11-16,-5 1 0 0,4-5-25 15,-1 1-101-15,-3-1-144 0,-4 2-182 16,9-3-764-16</inkml:trace>
  <inkml:trace contextRef="#ctx0" brushRef="#br0" timeOffset="18168.61">12260 11537 471 0,'0'0'306'0,"0"0"-163"16,0 0 859-16,0 0-564 0,0 0-138 16,0 0-36-16,0 0 21 0,0 0-21 15,0 0-74-15,0 0-70 0,-16-12-19 16,7 13-19-16,1 4-20 0,-2 1-29 16,-3 3-30-16,1 3-1 0,-1 1-2 15,-3 2-2-15,1 2 0 0,-3-2-12 16,5 1 13-16,-1 0 1 0,0-2 0 15,5 0 2-15,-1-3 34 16,4 1-11-16,2-3-25 0,4-1-3 16,0 2-29-16,2-3 3 0,6 3 7 15,2-2 22-15,-1-1 0 0,7-1 16 16,-1-1 4-16,3-2 2 0,3-2-4 16,2-1 10-16,-1 0 0 0,1-4-3 15,2-3-3-15,0 1 0 0,-3-2-19 16,-1 1 0-16,4-3-2 0,-9 2 0 15,3 3-1-15,-9-1-3 0,3 0-31 16,-3 4-32-16,-6-3-16 0,2 4-24 16,-1-2-30-16,-3 2-44 0,2-1-51 15,-2-2-82-15,-2-1-111 0,0 2-103 16,0-1-249-16,0-3-373 0</inkml:trace>
  <inkml:trace contextRef="#ctx0" brushRef="#br0" timeOffset="18381.15">12264 11609 902 0,'0'0'156'0,"0"0"838"0,0 0-628 16,0 0-53-16,0 0-21 0,0 0-20 15,0 0-59-15,0 0-35 0,-27 55-40 16,40-34-31-16,-7 8-35 0,6 3-31 16,1 2-18-16,-5 0-21 0,4 2-2 15,-1-2-2-15,-3-3-68 0,2 0-81 16,-3-5-57-16,3-2-39 0,-4-6-146 15,0-6-200-15,1-4-593 0</inkml:trace>
  <inkml:trace contextRef="#ctx0" brushRef="#br0" timeOffset="18927.55">11900 11576 1293 0,'0'0'1057'0,"0"0"-563"15,0 0-279-15,0 0-145 0,0 0-35 16,0 0-16-16,-45 52 10 0,45-27 13 16,2 4 25-16,8 7-13 0,5 3-10 15,-3 1-6-15,11 2-15 0,-4 0-21 16,5-2 11-16,5-3 6 0,0-6-7 15,0-6 1-15,4-5 0 0,0-6 9 16,0-4-20-16,3-6 14 0,-1-4-16 16,0-4-1-16,0-7-3 15,-2-3 2-15,0-7 2 0,0-1 1 16,0-4 2-16,-6-2 0 0,-6-2 19 0,-3 0-10 16,-5 1 14-16,-3 1 2 15,-6 3 32-15,-4-1 47 0,-2 1 44 16,-6 0-31-16,-7 0-42 0,5-4-38 15,-8-4-21-15,3 2-16 0,-6-3 0 16,1 0 0-16,1 1 0 0,1 3-2 16,-1 3-1-16,-6 1-4 0,7 6-24 15,-3 3-9-15,0 4 6 0,3 4 3 16,-5 2 0-16,0 4 9 0,-2 3 3 16,3 0 1-16,-3 4 13 0,0 4 1 15,2 2 1-15,-4 0 12 0,-2 4 19 16,5 1 13-16,-3 1 9 0,2-1-3 15,0 2-10-15,0-3-18 0,5 0-22 16,1-2-15-16,5 1-1 0,3-3 13 16,3 1-41-16,4-1-15 15,4 1-67-15,0 2-56 0,4-3-58 16,10 3-48-16,3 0-163 0,-3-3-286 0,7 5-754 16</inkml:trace>
  <inkml:trace contextRef="#ctx0" brushRef="#br0" timeOffset="20653.21">13046 11021 14 0,'0'0'254'0,"0"0"868"0,0 0-913 16,0 0-96-16,0 0-19 0,0 0 17 15,0 0 15-15,0 0-15 0,0 0-24 16,0 0-12-16,-7 5-14 0,7-3 7 15,0 1-13-15,0-1 3 16,0 0-10-16,0 2-2 0,0-3-32 16,0 2-14-16,0-1-23 0,0 1 10 15,2 0 0-15,3-1 0 0,-3 1-29 16,0-2-6-16,2 0-13 0,2-1 19 16,-2 0 6-16,4 0 10 0,-3-2 24 15,-1-3-21-15,2 0 7 0,0-2 13 16,-2-1 1-16,2-2-21 0,-1 1 7 15,-5-2 16-15,2 4 3 0,-2-3 26 16,0 4 13-16,-4 0-9 0,-5 0 5 16,3 2 34-16,-2 0 24 15,4 2-8-15,-5 2-24 0,-1 0-3 0,4 0-9 16,0 1 12-16,2 4 13 16,-3 1 25-16,1 2-31 0,2 0-71 15,2 3-19-15,0 0-1 0,2-2 18 16,0 0-11-16,0-1 11 0,0-1 0 15,4-3-11-15,0 0 12 0,-4-1 0 16,8-2 2-16,-3 1-1 0,-3-2 4 16,0 0 28-16,4-2-17 0,-2 0-15 15,0-1-12-15,-2 0 9 0,4-3-10 16,-4 2 13-16,-2-1 2 0,3 1 14 16,-3-2 9-16,0 0 1 0,-3 2 3 15,-5-1-1-15,6 1 8 0,-2 4 8 16,0-3-2-16,0 2-4 0,2 1-22 15,2 0-16-15,-2 0-13 0,2 0-16 16,0 4-37-16,0-2-97 0,2 5 38 16,2 1 3-16,2 0-81 0,4-1-220 15,-1-4-593-15</inkml:trace>
  <inkml:trace contextRef="#ctx0" brushRef="#br0" timeOffset="21211.4">13494 10799 415 0,'0'0'1630'0,"0"0"-1232"0,0 0-127 0,0 0-8 16,0 0-10-16,0 0-14 15,0 0-71-15,0 0-79 0,0 0-45 16,0 0-2-16,-10 15-40 0,10 22 11 16,0 18-13-16,2-2-2 0,-2-3-1 15,0-6 0-15,2-10 1 0,-2 1-11 16,0 4-2-16,0-7-20 0,2-3-38 16,2-8-72-16,2-6-43 0,1-2-54 15,-1-8-63-15,2-3-153 0,4-2-341 16,-3-3-440-16</inkml:trace>
  <inkml:trace contextRef="#ctx0" brushRef="#br0" timeOffset="21580.93">13445 10939 369 0,'0'0'278'0,"0"0"779"16,0 0-742-16,0 0-85 15,2-50-23-15,8 33-1 0,4-1-25 0,1 1-43 16,3-2-26-16,3 2-13 16,0 3-3-16,6 3 6 0,-2 3 6 15,-1 5-1-15,3 3-24 0,0 0-4 16,6 6-4-16,-6 4-6 0,2 2-12 16,-2 0-20-16,4 1-15 0,-2 0 14 15,-2-1-8-15,2 2-12 0,2-2-1 16,-5 1 19-16,-3-1-33 0,0 0 2 15,2 0 9-15,-11 1-12 0,1 1 1 16,-7 3-1-16,-2-1 31 0,-4 2 60 16,0 2-29-16,-2 1-35 0,0-1-14 15,-2-1-13-15,-2-2 0 0,0-3-47 16,2 0-36-16,-2-3-58 0,2-1-41 16,-2-3-61-16,-1-3-140 0,5 0-146 15,0-4-205-15,0 0-378 16</inkml:trace>
  <inkml:trace contextRef="#ctx0" brushRef="#br0" timeOffset="21824.16">13765 10728 773 0,'0'0'1479'0,"0"0"-1014"16,0 0-105-16,0 0-35 0,0 0-20 15,0 0-41-15,0 0-128 0,0 0-134 16,-29 62-1-16,27-37-1 0,-6 6 3 16,6 3 0-16,-3 4-3 15,-3 0-1-15,6 0-15 0,-6 0-66 16,0-5-31-16,6-1-51 0,-1-5-48 16,1-7-103-16,2-5-201 0,0-3-303 15,7-10-586-15</inkml:trace>
  <inkml:trace contextRef="#ctx0" brushRef="#br0" timeOffset="22040.41">13726 10931 894 0,'0'0'1040'0,"0"0"-315"16,0 0-278-16,0 0-58 0,0 0-48 16,0 0-102-16,0 0-126 0,0 0-92 15,0 0-2-15,0 0 40 0,8 16-9 16,0-7-13-16,7 0 0 0,3 0-15 15,-5 1-20-15,5 1-2 0,-3-3-15 16,5 1-41-16,-3-3-87 0,0 2-93 16,-3-2-62-16,5-1-102 15,-7-2-65-15,2 0-135 0,-5-3-530 0</inkml:trace>
  <inkml:trace contextRef="#ctx0" brushRef="#br0" timeOffset="22382.99">14387 10534 887 0,'0'0'374'0,"0"0"695"15,0 0-714-15,0 0-34 0,0 0-4 16,0 0-28-16,0 0-72 16,0 0-75-16,0 0-76 0,0 0-43 15,-16 4-23-15,16 2 0 0,0 8 63 16,2 2-63-16,-2 1-22 0,2 4-73 15,0-1-49-15,-2 1-23 0,0-3-71 16,0-2-112-16,0 0-177 0,0-6-590 16</inkml:trace>
  <inkml:trace contextRef="#ctx0" brushRef="#br0" timeOffset="22728.77">14129 10800 1118 0,'0'0'1160'15,"0"0"-657"-15,0 0-412 0,0 0 139 16,0 0 96-16,0 0-66 0,60-24-68 16,-42 15-64-16,7-2-48 0,-4-1-43 15,2 0-24-15,1-1-12 0,-5 2-1 16,2 2-1-16,-7 0-15 0,3 2-34 15,-11 5-17-15,-2-1-24 0,-2 3 29 16,-2 0 62-16,0 3 0 0,-6 3 0 16,0 3-57-16,-3 2 29 0,-5 4 26 15,6 3 2-15,-3 3-12 16,-1 0-7-16,2 3 6 0,3-2 1 16,-5-1 9-16,8-3-10 0,0-3 10 15,2-3-19-15,2-3-42 0,0-4-82 0,4-1-80 16,0-2-132-16,6-2-187 15,-2 0-247-15,1-8-341 0</inkml:trace>
  <inkml:trace contextRef="#ctx0" brushRef="#br0" timeOffset="22915.06">14400 10755 425 0,'0'0'1644'0,"0"0"-981"0,0 0-201 15,0 0-109-15,0 0-97 0,0 0-105 16,0 0-79-16,0 0-43 0,0 0-29 15,0 0 0-15,-46 44-57 0,42-29-12 16,-2 3-60-16,2 1-41 0,2 2-59 16,-3 1-103-16,-1-4-202 0,0-4-639 15</inkml:trace>
  <inkml:trace contextRef="#ctx0" brushRef="#br0" timeOffset="23464.01">14168 11012 164 0,'0'0'2077'0,"0"0"-1625"16,0 0-82-16,0 0-67 0,0 0-115 16,0 0-71-16,0 0-32 0,54-50-44 15,-38 45-39-15,-3-1-2 16,5 4-2-16,-1-2-17 0,1 3-31 15,-1 0-20-15,2-1-12 0,-5 1 15 16,5 1-9-16,-7 0 25 0,3 0 0 16,-7 0 26-16,-2 3 9 0,-2-3 16 15,-2 1 0-15,4 0 19 0,-6-1 22 16,0 0 74-16,0 2 56 0,0 0-45 16,-6-2-22-16,4 0-13 0,-2 2 23 15,0-2 20-15,0 2-31 0,2 1-32 16,-2-1-37-16,-1 2-21 0,-3 3-10 15,2 3 9-15,0 2-12 0,2 6-1 16,-5 5-27-16,-1 1 16 0,4 2 10 16,0 1-10-16,4 0 8 0,-1-2 1 15,1-2 0-15,2-4 2 0,0 0 1 16,0-6 0-16,5-1 0 0,-3-3-1 16,4-1 1-16,2-3-2 0,2-1-44 15,-1-2 11-15,-1-1-2 16,2-1 6-16,3-1 0 0,-7-3 12 15,4-3 16-15,1-1-16 0,-5-1 19 16,0-1 1-16,-4-3 2 0,2 1 25 16,-4-2-9-16,0 0-6 0,0-1-10 15,-6-1 15-15,0 3-5 0,0-1-10 16,-7 2 19-16,3 1-22 0,2 2 0 16,-5 2-53-16,5 2-59 0,2-1-33 15,-1 3-16-15,1-2-53 0,-2 2-175 16,8 2-247-16,-2-2-772 0</inkml:trace>
  <inkml:trace contextRef="#ctx0" brushRef="#br0" timeOffset="23927.37">14534 10616 177 0,'0'0'173'0,"0"0"1055"0,0 0-747 16,0 0-77-16,0 0-49 15,-52-7 14-15,48 7-48 0,4 0-46 16,0 0-80-16,0 3-50 0,0 1-42 16,4 5-13-16,0 6 25 0,5 8-22 15,-1 8-28-15,0 12-22 0,0 16-31 16,5 11 4-16,-9 7-4 0,-2-6-12 15,2-4 0-15,-4-18-2 0,2-10 0 16,-2-9-23-16,2-6 0 0,0 1-2 16,0 2-10-16,7-2-25 0,-1-2-68 15,-2-6-82-15,5-6-131 0,3-3-157 16,-6-5-129-16,5-3-183 0,-1-2-331 16</inkml:trace>
  <inkml:trace contextRef="#ctx0" brushRef="#br0" timeOffset="24518.42">14484 10732 639 0,'0'0'1749'0,"0"0"-1265"0,0 0-238 16,0 0-48-16,0 0 50 0,0 0-33 15,0 0-45-15,54-49-66 0,-39 44-38 16,7 2-19-16,1 2-10 0,-2 1-3 16,-1 0-12-16,3 4 0 0,-8 1-11 15,3 5-9-15,-8-2-1 0,-1 3 1 16,-5-1 0-16,2 2 26 0,-6 3-7 16,0-2 13-16,-6 0-12 0,2 1 0 15,-2-4-19-15,-1-2 12 16,-1 0-13-16,-2-2-2 0,4-1-1 15,-1-2-23-15,1 0-7 0,-2 2-3 16,0-3-22-16,1 0 6 0,1 0-9 0,0 1-7 16,-4-2-6-16,6 2-7 15,-5 0 23-15,5 0 8 0,-2-2 47 16,4 2 1-16,0-1 19 0,0-2 35 16,2 2-54-16,0-2 0 0,2 0 0 15,4 1 75-15,0 1-2 0,5 0-29 16,3 1-16-16,-4-3-16 0,7 6-11 15,-3-2 12-15,1 1-10 0,1 2 0 16,-5 2-1-16,3 0 10 16,-6-2-9-16,-1 5 16 0,-1 0 0 0,-2 1-7 15,-4-1 16-15,0 2 10 0,0-2 21 16,-2 0 6-16,-4-3-4 0,0 0-2 16,-3-1 9-16,-3-1 24 15,1-3 13-15,1-3-1 0,-2 0-18 16,-1-1-31-16,5 0-36 0,-4-4-19 15,1-3-18-15,3 1-13 0,-6-4-42 16,3-1-68-16,5 3-47 0,-4-4-47 16,4-1-142-16,1 1-255 0,3 4-401 15,2-3-572-15</inkml:trace>
  <inkml:trace contextRef="#ctx0" brushRef="#br0" timeOffset="25863.67">14881 10584 1153 0,'0'0'1536'16,"0"0"-1253"-16,0 0-232 0,0 0 77 16,0 0-13-16,0 0-22 0,64 44-33 15,-41-33-12-15,-2 1-13 0,-3-1-10 16,5-2-9-16,-4-2-13 0,-1 1 16 15,-3-1 3-15,1-3 26 0,-10-1 6 16,1 0 6-16,-5-1 6 0,0-1-10 16,-2 0 35-16,0-1 89 0,0 1 13 15,-2-1-69-15,0 1-68 0,-5 1-23 16,3-1 8-16,0-1-7 0,-2 0-1 16,-2 1-14-16,4 1 9 15,-3 0 2-15,3-1-8 0,0 2-7 0,-2 1-2 16,-2 2-1-16,1 3-10 15,-1 4-2-15,4 2 3 0,-4 7 0 16,-3 3-1-16,3 6-2 0,4 3 0 16,-4 5-2-16,-1 0 1 0,5 2-2 15,2-5 0-15,0-2 3 0,2-4 0 16,0-4 3-16,0-5 8 0,6-6-11 16,3-2-2-16,-1-5-29 0,0 0 4 15,3-5-13-15,3-2 9 0,-2-1-3 16,5 0 3-16,-5-5 7 0,5-3-1 15,-5-2-3-15,-1-2 0 16,1 0 13-16,-4 1 15 0,-6-3 0 0,-2 1 12 16,0 0 4-16,-4-1-4 15,-10-3-10-15,-1 2-1 0,-3-1-1 16,1 0 0-16,-10-1 1 0,2 5 1 16,5-1 8-16,-5 2-10 0,2 3-31 15,7 2 18-15,1 2-18 0,5 1-102 16,8-1-47-16,2-2-135 0,8 0-348 15,13-4 56-15,6-5-82 0,-9 5-367 16</inkml:trace>
  <inkml:trace contextRef="#ctx0" brushRef="#br0" timeOffset="26145.65">15297 10657 334 0,'0'0'159'16,"0"0"1019"-16,0 0-840 0,0 0-121 15,-60-10-3-15,54 4-8 0,1 2-42 16,3 0 19-16,0 2 13 0,2-1-11 16,0 1-1-16,0 2 6 0,0 0 39 15,-2 0 22-15,2 0-12 0,-6 3-32 16,4 5-81-16,-2 4-59 16,-2 2-24-16,1 7 0 0,-3 4-3 15,0 0-37-15,4 3 9 0,2-6-12 16,0 0-2-16,2-6-13 0,0-1-19 15,4-6-45-15,4-4-72 0,2 1-28 16,-1-6-31-16,1 0-78 0,7-3-127 16,-9-4-177-16,0 0-395 0,2-8-318 15</inkml:trace>
  <inkml:trace contextRef="#ctx0" brushRef="#br0" timeOffset="26421.75">15111 10722 659 0,'0'0'1612'0,"0"0"-1179"15,0 0-153-15,0 0-171 0,0 0 60 16,0 0 70-16,0 0 11 0,53-44-18 16,-36 34-37-16,4 0-55 15,1 2-34-15,-5-2-29 0,1 3-15 0,-5 2-16 16,1 3 0-16,-3 1-2 16,-5 1-17-16,0 0-2 0,-4 0-1 15,0 3 1-15,2 2 3 0,-4 5 45 16,0 4 43-16,0 3-64 0,0 3-33 15,0 0-19-15,0 0-24 16,0 1 12-16,0-4-3 0,2-2-16 0,5-2-27 16,-3-2-31-16,2-1-64 15,2-3-75-15,5-3-121 0,-5 3-189 16,-2-5-142-16,0 0-391 0,3-2-502 0</inkml:trace>
  <inkml:trace contextRef="#ctx0" brushRef="#br0" timeOffset="26711.9">15162 10897 647 0,'0'0'45'0,"0"0"1696"0,0 0-1425 16,0 0-193-16,0 0 181 0,0 0 37 16,0 0-60-16,0 0-49 0,66-5-65 15,-49 3-58-15,2 1-66 0,-5 1 4 16,5 0 9-16,-5 2 18 0,-1 3 3 15,-5 2-21-15,-4 2-10 0,-2 1 9 16,-2 8 59-16,-4 4-10 0,-2 3-62 16,-9 3-26-16,3 3-5 15,-1-1-11-15,-3-1 0 0,6-2-25 0,-7-6-26 16,7 0-29-16,3-5-12 16,-1-5-34-16,0-2-56 0,6-1-69 15,0-7-192-15,0-1-201 0,2-2-349 16,0-5-183-16</inkml:trace>
  <inkml:trace contextRef="#ctx0" brushRef="#br0" timeOffset="26918.57">15204 10996 363 0,'0'0'78'0,"0"0"1456"0,0 0-957 16,0 0-79-16,0 0-13 0,0 0-72 16,0 0-115-16,0 0-109 0,0 0-81 15,0 0-21-15,6 5 57 0,6 9 13 16,1 4-62-16,5 2-53 0,-1 3-23 15,6 1-19-15,-5 0-2 0,3-2-14 16,-7-1-66-16,7-2-41 0,-2-4-39 16,-5 1-42-16,5-5-66 0,-3-2-207 15,-1-3-255-15,5-5-683 0</inkml:trace>
  <inkml:trace contextRef="#ctx0" brushRef="#br0" timeOffset="27629.46">15425 10772 1301 0,'0'0'1186'16,"0"0"-742"-16,0 0-15 0,0 0-55 16,0 0-280-16,0 0-56 0,0 0-31 15,0 0 40-15,0 0-19 0,0 0-9 16,60 10 9-16,-42-3 6 0,3-3 8 15,-6-1-1-15,3 2 9 0,-8-1 15 16,1 0 13-16,-1-1 21 0,-4 0 9 16,-4 0-6-16,0-2-12 0,1 1-29 15,-1-2-21-15,-2 1-15 0,0-1-13 16,0 0-12-16,0 0-1 0,0 0-2 16,2 0 0-16,-2 0 3 15,0 0 0-15,0 0 18 0,0 2 13 0,0-2 12 16,0 2-10-16,-2 0-2 0,-3 2-31 15,1 3-3-15,-4 0 1 16,-2 3 2-16,4 3 3 0,-1 0 0 16,-1 6-2-16,-2 2 1 0,4 2 8 15,1 2-10-15,3 4-2 0,0-2-1 16,2 2-9-16,0-1 11 0,4-2-2 16,3-1 0-16,1-3 0 0,2-2 0 15,-4-3-22-15,5-3 10 0,-1 1-7 16,0-5 4-16,-1 0-13 0,1-2 10 15,0-2-7-15,-1-2-6 0,-1 0-9 16,0-2 4-16,-2-2 17 0,-1 0 19 16,-3 0 3-16,0-4 15 0,0-2 1 15,0-2 17-15,-2-1-5 0,0-6-9 16,0 1-18-16,0-3-1 0,-2 0 0 16,0-3 0-16,-2 1 3 0,-3 0 0 15,-3 2 0-15,0 2 12 16,1 3-15-16,-1 2-16 0,-2 3-52 15,3 3-36-15,1 2-69 0,-4 2-57 16,3 0-188-16,5 0-207 0,2 0-386 16,-2 0-576-16</inkml:trace>
  <inkml:trace contextRef="#ctx0" brushRef="#br0" timeOffset="28095.44">15607 10887 236 0,'0'0'1933'0,"0"0"-1497"0,0 0-230 16,0 0 83-16,0 0 18 0,0 0-9 15,0 0-28-15,58 16-28 0,-38-15-40 16,-1-1-39-16,6 0-55 0,0 0-37 16,-3-4-40-16,7 1-16 15,-4-1-14-15,0-2-1 0,-7 1-2 16,1 1-72-16,-7 1-43 0,3 0-37 16,-7 0-29-16,-2 3-35 0,1-2-66 15,1 1-96-15,-4-1-87 0,-2 0-142 16,-2 1-406-16,0-3 7 0</inkml:trace>
  <inkml:trace contextRef="#ctx0" brushRef="#br0" timeOffset="28323.62">15861 10762 268 0,'0'0'105'0,"0"0"1452"16,0 0-997-16,0 0-45 0,0 0-39 16,-54-42-62-16,50 39-79 0,2 0-59 15,0 3-48-15,2 0-53 0,0 0-71 16,0 3-55-16,0 5-30 0,2 10-17 15,4 8 34-15,0 11 4 0,3 6-22 16,-3 11-18-16,-2-4 0 0,2-2-3 16,-2 1-21-16,3-12-25 0,-3 1-15 15,0-4-22-15,-2-6-27 16,2-5-41-16,0-4-43 0,2-5-136 16,9-6-215-16,-5-3-221 0,-2-5-636 15</inkml:trace>
  <inkml:trace contextRef="#ctx0" brushRef="#br0" timeOffset="28831.62">16026 10693 57 0,'0'0'55'16,"0"0"39"-16,0 0 386 0,0 0 253 15,0 0-233-15,0 0-98 0,0 0-8 16,0 0-28-16,0 0-34 0,0 0-56 16,-10-11-81-16,10 11-79 0,4-2-30 15,0-2 51-15,5-1 18 0,-1-3-25 16,10-2-28-16,-3 0-25 16,6-2-34-16,-1 0-12 0,-1 0 3 15,6 4-10-15,-5-3-2 0,-1 4 9 16,2 4-10-16,-7 0-3 0,3 3-16 15,-5 1 14-15,-4 7 2 0,5 7 3 16,-5 4 13-16,-4 2 15 0,2 5 12 16,-4 2-18-16,0-1-43 0,5 0-12 15,-7-4-1-15,0 0 10 0,2-2-30 16,-2-4-50-16,0-1-48 0,0-1-72 16,0-2-41-16,0-2-86 0,0-3-120 15,0-1-120-15,0-2-145 0,0-4-532 16</inkml:trace>
  <inkml:trace contextRef="#ctx0" brushRef="#br0" timeOffset="29124.55">16041 10796 750 0,'0'0'1242'16,"0"0"-454"-16,0 0-272 0,0 0-265 15,0 0-140-15,0 0 75 0,0 0 91 16,0 0-40-16,0 0-49 0,62-18-49 16,-41 12-31-16,1 2-22 0,-3-2-25 15,6 1-24-15,-3 1-16 0,-1 2-19 16,2 0-2-16,-7 2 0 0,3 0-18 16,2 0-50-16,-9 0-30 0,0 0-21 15,3 0-17-15,-5 1-25 0,-1 0-25 16,-1 1-81-16,-4 0-105 15,0 0-138-15,-4 0-111 0,0 1-368 0,-6 3-402 16</inkml:trace>
  <inkml:trace contextRef="#ctx0" brushRef="#br0" timeOffset="29374.94">16115 10897 180 0,'0'0'2081'15,"0"0"-1539"-15,0 0-84 0,0 0-26 16,0 0-74-16,0 0-82 0,0 0-53 16,56-1-45-16,-37-4-52 0,-7 0-52 15,7-1-35-15,-5 1-39 0,5 2-1 16,-7-1 1-16,3 1-12 0,-5 0-67 16,-2 1-56-16,-2-1-35 0,5 2-28 15,-7-1-13-15,-2 2-53 0,-2-1-61 16,0 1-67-16,0 0-22 15,0 0 95-15,-4 1-654 0,-9 2-145 0</inkml:trace>
  <inkml:trace contextRef="#ctx0" brushRef="#br0" timeOffset="29689.43">15997 11014 875 0,'0'0'1840'0,"0"0"-1292"0,0 0-227 15,0 0-137-15,0 0-43 0,0 0 29 16,0 0 42-16,0 0-38 0,0 0-44 16,0 0-28-16,54-15-13 0,-39 9-28 15,5 0-18-15,-3 1-28 0,4-3-3 16,-1 2-12-16,-1-3-1 0,-1 3-1 15,-3 2 0-15,1-2-13 16,-3 2-12-16,-1 2-38 0,-1-2-21 16,-3 3-16-16,-2 1-3 0,-2 0-28 15,0 0 6-15,-2 0-10 0,5 0-27 16,-7 2-44-16,2 3-80 0,-2 0-53 16,-2 2-131-16,-5-2-227 0,-1 5-581 15</inkml:trace>
  <inkml:trace contextRef="#ctx0" brushRef="#br0" timeOffset="29945.08">15975 11147 40 0,'0'0'1805'0,"0"0"-759"16,0 0-579-16,0 0-197 0,0 0-119 15,0 0 35-15,0 0 90 0,0 0-44 16,0 0-37-16,49-11-35 0,-32 5-47 15,6 0-37-15,-1-1-24 0,-1-1-21 16,4 0-16-16,2 2-3 0,-3-2-12 16,-3-1-3-16,4 0-61 0,-2 2-67 15,-7-2-72-15,3 2-34 0,-7 0-2 16,3 0-50-16,-5-1-89 0,0-1-103 16,1 1-175-16,-7 0-586 0</inkml:trace>
  <inkml:trace contextRef="#ctx0" brushRef="#br0" timeOffset="30492.39">16217 10574 236 0,'0'0'1603'16,"0"0"-794"-16,0 0-330 0,0 0-87 15,0 0-35-15,0 0-75 0,0 0-70 16,0 0-70-16,0 0-77 0,0 0-46 15,-34 2-4-15,34 17 16 0,3 6 0 16,-1 4-19-16,0-2-10 0,-2 5-2 16,0 0-42-16,0 0-35 0,-2-1 3 15,-3 1 6-15,1-3 9 0,-2-2 22 16,4-3-4-16,-2-2-5 0,2-2 2 16,2-3-9-16,0-2 9 0,0-4 7 15,0-1-5-15,0-1 1 0,2 0 16 16,0-3 13-16,0 1 12 0,-2 0 0 15,2 0 22-15,-2 0 0 16,0 1-7-16,0 3 7 0,0 0-9 16,0 2 7-16,0 2-5 0,-2 2-13 0,-4 1 14 15,4 1-15-15,-2 0 18 16,2-2-1-16,0-1 10 0,2 0-3 16,0-5-3-16,0 2-19 0,2-4 10 15,0-2-13-15,4-2-2 0,0 1 0 16,4-4-14-16,-1-1-15 0,1-1-19 15,2-1 13-15,1-4-11 0,-3-2 7 16,7-1 13-16,-7-1 15 0,0-1 12 16,3-2 1-16,-7 0 1 15,2 2 15-15,-2-2-14 0,3 1-2 16,-5 1 0-16,-2 0-53 0,0 0-36 16,-2 2-5-16,0 0 6 0,-2 1 2 15,-4 1 7-15,-3 0-20 0,3 3-6 16,-2-2-67-16,-2 4-59 0,-3-2-66 15,3 3-68-15,-3-1-27 0,-1 1-132 16,8-1-23-16,-9-1-180 0</inkml:trace>
  <inkml:trace contextRef="#ctx0" brushRef="#br0" timeOffset="30698.13">16113 11214 1935 0,'0'0'1339'16,"0"0"-848"-16,0 0-122 0,0 0-223 16,0 0-134-16,0 0 7 0,0 0-8 15,0 0-11-15,50 5-18 0,-27-10-135 16,-5-4-158-16,3 1-409 16,6-4-1047-16</inkml:trace>
  <inkml:trace contextRef="#ctx0" brushRef="#br0" timeOffset="32391.16">21397 12375 79 0,'0'0'183'0,"0"0"426"16,0 0-328-16,0 0-122 0,0 0-19 15,0 0 13-15,0 0 26 0,-29-6-1 16,29 6-61-16,0 0-107 0,0-1-10 16,0 1-162-16,8 0 129 0,0 0 21 15,9 0 12-15,-1 0 0 0,9 0 3 16,0 1-1-16,8-1-1 0,0 0 2 16,4 0 10-16,5 0 6 0,7 0 33 15,13 0 0-15,9-3 10 16,5 1-1-16,-4 0-12 0,-3-2 3 0,-3-1 6 15,0 2 4-15,6-3-14 0,1 1-3 16,3-1-3-16,-1 1-19 16,-1 2 9-16,0-1 0 0,1-1-9 0,-5 3-4 15,-2-1 4-15,-2 0 0 16,-1 1-11-16,-3-1-12 0,0 2 4 16,-7-2-4-16,-9 2-1 0,-11-1-1 15,-6 2 1-15,-10 0 1 0,5 0-1 16,1 0 0-16,-4 0-1 0,-3 0 1 15,-5 2-2-15,-5-1-49 0,-4 0-93 16,-4-1-39-16,0 0 70 0,-10 0-184 16,0 0-437-16</inkml:trace>
  <inkml:trace contextRef="#ctx0" brushRef="#br0" timeOffset="32809.21">21529 12474 193 0,'0'0'229'16,"0"0"198"-16,0 0-274 0,0 0-56 15,0 0 24-15,56 1 35 0,-31-2 59 16,-1-1-62-16,7 1-49 0,7-1-39 16,7-1-13-16,17 1-10 0,13-4 6 15,5 0-12-15,3-1-10 16,0-2-24-16,-7 1 11 0,5 0-12 0,1-1 1 16,1 1-2-16,0 1 1 15,-1 1 3-15,-1 1 35 0,-7 3 51 16,3-2 4-16,-3 3-7 0,-7-2-32 15,-1 3-19-15,-6 0-17 0,-11 0-6 16,-7 0-13-16,-14 0-1 0,-1 0 0 16,4 2 0-16,-2-1 0 0,2 0 0 15,-10 1-1-15,-7-2-21 0,-7 0-19 16,-7 0 23-16,0 0-33 0,-9-2-61 16,-3 0-279-16,-17-4-584 0</inkml:trace>
  <inkml:trace contextRef="#ctx0" brushRef="#br0" timeOffset="34460.9">13190 11606 171 0,'0'0'117'0,"0"0"985"0,0 0-741 0,0 0-127 15,0 0-56-15,0 0 4 0,0 0-40 16,0 0-45-16,0 0 12 16,0 0 36-16,-47-6 22 0,43 6 0 15,-5 0-20-15,7 0-46 0,-2 0 45 16,2 1-29-16,0 1-38 0,2-1-28 16,-2 1-31-16,2-2-20 0,0 2-32 15,0-1-2-15,2 2 8 0,0 0 4 16,2 0 3-16,0-2-3 0,0 2 3 15,3-3 0-15,-3 0-3 0,-2 0 6 16,4 0 14-16,-2 0-14 0,0-3 14 16,-2 1 0-16,-2-1-1 0,7-1-10 15,-5 0-6-15,0-4 3 0,0 1 6 16,-2-1 10-16,0-1 16 0,0 0 0 16,-6-1-1-16,-1-1 8 0,1 1-1 15,-4 2-19-15,4 1 25 0,-5 2-12 16,1 2 3-16,2 1 6 0,-1 2-2 15,-1 3-1-15,0 3-10 0,6 1 7 16,-3 2-7-16,-1 1-12 16,6 2 0-16,0-1 2 0,2-2-1 15,0-1 11-15,0 0-12 0,4 0-1 16,7-4-11-16,-5 0 10 0,4-2-2 16,0-1-8-16,1-1-1 0,-3 0 10 15,2-3-13-15,1-1 16 0,-5 0-12 16,-2 1-4-16,0 0 13 0,-2 3 3 15,0 0 11-15,-2-1 34 0,0 1 11 16,0 0 4-16,-2 0-35 0,-2 0-23 16,0 0 0-16,2 1-2 0,0 2-18 15,2-3-14-15,0 1 1 16,0-1-14-16,0 0-18 0,0 0-44 16,0 0-83-16,2 0 8 0,6-1-55 15,0-5-181-15,5 0-382 0,-3-6-856 0</inkml:trace>
  <inkml:trace contextRef="#ctx0" brushRef="#br0" timeOffset="37262.77">13602 11303 43 0,'0'0'1707'0,"0"0"-1337"16,0 0-133-16,0 0-5 0,0 0-26 16,0 0 3-16,-58 1 6 15,47 2-21-15,-1 2-51 0,2-2-58 16,-3 4-12-16,-1 3-10 0,3 1 0 15,-3 3-3-15,0 3-10 0,5 0-38 16,-5 4-12-16,3 0-11 0,5-3 11 16,-4 2 1-16,8-4-1 0,0-4-16 15,2-2-9-15,0-1-16 0,4-5-9 16,10-1 9-16,-5-3 13 0,7 0-4 16,-1-4-6-16,3-2 4 0,-3-6 18 15,3 2 16-15,-3-3 3 0,-3 1 19 16,5 2-6-16,-11-1-3 0,0 4 6 15,-2 3 12-15,-4 0 38 0,0 2 26 16,0 0-7-16,0 0-35 0,0 0-33 16,0 0-2-16,-2 0-14 15,-2 2-3-15,0 0-1 0,-2 8-48 0,2 3-40 16,-9 5-35-16,5 4 48 16,0 2 27-16,-3 3 20 0,-1-1 28 15,2 1 3-15,3-6 16 0,-3 0 13 16,4-6-13-16,0-1-7 0,2-3-12 15,4-2 0-15,-5-4-1 0,5 0-12 16,0-3 12-16,0 2-11 0,0-2-20 16,0 0-18-16,2 0 34 0,1 0 16 15,5 0 16-15,0 0-4 0,7-5 1 16,-5-1 3-16,6-2 0 0,-1-3-4 16,6-1-9-16,-5-1 13 0,7-1-16 15,-7-3 0-15,1 3 2 0,-1 0 11 16,-1 3-11-16,-7 2 14 15,-2 3-1-15,-1 3 4 0,-5 3 16 16,0 0 91-16,0 0 22 0,0 0-52 16,0 2-67-16,0 2-29 0,-3 1-24 15,3 3-17-15,0 5 4 0,0 4 18 16,3-2 17-16,1 0 0 0,2 0 0 16,-2-2-1-16,-2-4-10 0,4 0-3 15,-2-2-5-15,1-3-31 0,-3-1-35 16,-2-1-20-16,0-2-4 0,0 2-18 15,0-1-33-15,0-1-61 0,0 0-82 16,-2 0-146-16,-1-1-171 0,-3-1-45 16,0-1 35-16,2-3 122 0</inkml:trace>
  <inkml:trace contextRef="#ctx0" brushRef="#br0" timeOffset="37464.76">13606 11600 12 0,'0'0'300'0,"0"0"-147"0,0 0 587 15,0 0-239-15,0 0-105 0,0 0-92 16,0 0-55-16,0 0-34 0,0 0 13 15,-29 62-36-15,29-46-46 16,0 2-19-16,2 0-29 0,2 1-3 16,-2 1-19-16,0-2-45 0,0 0-31 15,0-1-1-15,0-4-2 0,-2 2-66 16,0-2-48-16,5-2-51 0,-3-1-32 16,0-4-46-16,0-2-66 0,0 2-62 15,0-6-148-15,0 0-145 0,-2 0-108 16</inkml:trace>
  <inkml:trace contextRef="#ctx0" brushRef="#br0" timeOffset="37695.21">13449 11701 216 0,'0'0'170'0,"0"0"1050"0,0 0-739 0,0 0-80 16,0 0-46-16,0 0-41 0,0 0-151 15,0 0-128-15,0 0 98 0,0 0 98 16,-11-1-1-16,24 1-54 15,3 0-64-15,-1-3-46 0,3 0-35 0,1-4-28 16,4-1 0-16,-5 0-3 16,5 1-24-16,2-4-85 0,-7 2-60 15,1 0-64-15,2 2-89 0,-5-2-147 16,3 4-137-16,-11-1-481 0,9-2-234 16</inkml:trace>
  <inkml:trace contextRef="#ctx0" brushRef="#br0" timeOffset="38597.16">13705 11312 1023 0,'0'0'1131'0,"0"0"-672"16,0 0-160-16,0 0-55 0,0 0-50 16,0 0-149-16,0 0-26 0,0 0 45 15,0 0 59-15,0 0 1 0,21 14-24 16,-5-14-27-16,-1-3-23 0,3 2-19 16,-1-3-12-16,-1 1-6 0,1 2 5 15,-1-1-2-15,-1-3 4 0,-1 2-17 16,-9 2 13-16,3 1-15 15,-2 0 2-15,-4 0 0 0,-2 0 0 16,0 0 16-16,0 0 12 0,0 0-6 0,0 0-3 16,0 0 0-16,0 0-22 15,-4 3-16-15,2 0 0 0,-2 2 1 16,0-1-1-16,2 4-3 0,-1-2-9 16,1 5 3-16,-2 0 7 0,-4 4 4 15,6 1 12-15,-2 0 2 0,-2 2 2 16,1-1 12-16,5-2-11 0,-4-2 19 15,2-1-4-15,2-4-15 0,-2 1-3 16,2-3-2-16,0 1-1 0,0-4 0 16,0 0-9-16,-2 0 11 0,2-1-1 15,0-1-23-15,0-1-8 0,0 0 8 16,0 0 9-16,0 0-2 0,0 0-17 16,0 0-12-16,0 0 9 0,0 0 35 15,0 0 3-15,0 0 16 0,0 0 6 16,-6 0-22-16,6 0 0 0,-2 0 0 15,-2 0 1-15,0 0 15 16,-3 0 6-16,5 0 6 0,-4 3 25 16,-2-1 11-16,4 1-14 0,0 1 3 0,-3 0-6 15,5 1-10-15,0 0-6 16,-2 4 3-16,0-1-6 0,4 2-12 16,-2-1-15-16,2 2-1 0,0 1-2 15,4 0-1-15,2 1-1 0,-4-2 1 16,7 3 0-16,-1-3-9 0,2 1 11 15,-4-1 1-15,5 0-1 0,-1-1 0 16,0 0-1-16,-3-3 0 16,1 1-14-16,2-1-2 0,-2-1-10 0,-1-2-10 15,3-1 7-15,-2-1 6 16,3-2 6-16,-7 0 19 0,4 0 0 16,2-5 13-16,-3 0-11 0,-3-1 13 15,0-1-2-15,0 0 6 0,-4-2 2 16,0 0 4-16,0 0-3 0,0 0-3 15,-4 1-7-15,0-2 1 0,-3 3 8 16,-3-3 1-16,0 3-3 0,-1-1-1 16,-1 2 13-16,-2 2-9 0,5 1-7 15,-5 2-15-15,1 1-11 0,7 0-8 16,-4 0 7-16,2 0-16 0,3 1-12 16,1 1-13-16,4-1-53 0,0 1-85 15,0 0-108-15,9-2 4 0,5 0-88 16,-4 0-99-16,5-2-486 0,6-6-385 15</inkml:trace>
  <inkml:trace contextRef="#ctx0" brushRef="#br0" timeOffset="39060.37">14228 11303 184 0,'0'0'1031'0,"0"0"22"0,0 0-675 16,0 0-63-16,0 0 2 16,0 0-28-16,0 0-49 0,0 0-26 15,0 0-10-15,0 0-21 0,-23-3-53 16,21 3-43-16,-4 7-38 0,-4 4-31 15,-1 5-18-15,3 7-18 0,-8 5 3 16,1 6 12-16,-4 0-12 0,5 2-16 16,-5-4-31-16,7-2-30 15,-5-6-17-15,7-5-3 0,4-4-19 0,6-6-73 16,0-6-147-16,0-3-220 0,4-3-135 16,2-3-121-16,11-13-268 0</inkml:trace>
  <inkml:trace contextRef="#ctx0" brushRef="#br0" timeOffset="39285.27">14145 11416 343 0,'0'0'124'0,"0"0"1445"0,0 0-1025 16,0 0-107-16,0 0-47 0,0 0-36 15,0 0-61-15,0 0-68 0,0 0-98 16,0 0-127-16,-39-22-11 0,47 22 11 16,5 0 43-16,-1 0-2 0,5 0-11 15,5-1-17-15,3-1-11 0,-6 2 0 16,4-1-2-16,1 0 0 0,-5-1-25 15,0-2-46-15,-1 4-44 0,-3-1-40 16,-7 1-28-16,4 0-46 0,-8 0-50 16,1 5-59-16,-3-2-12 0,-2 1-257 15,0-1-482-15</inkml:trace>
  <inkml:trace contextRef="#ctx0" brushRef="#br0" timeOffset="39687.75">14218 11483 200 0,'0'0'0'16,"0"0"1967"-16,0 0-1479 0,0 0-128 0,0 0-41 16,0 0-74-16,0 0-74 15,-35 53-58-15,35-46-56 0,0 3-29 16,4 1-9-16,4 1-7 0,-2 2-9 16,-2 2 10-16,0-1-1 0,3-1-8 15,-3 1 8-15,4-1-9 0,-4-2 26 16,2-3-10-16,-2 2-6 0,3-1-10 15,-1-2-1-15,6-1-2 0,-1-3-13 16,-1 2-8-16,4-4-34 0,-3-1-17 16,5-1-6-16,-5 0 5 0,1-1 7 15,5-3 34-15,-11 0 13 0,4-1 17 16,-2 0 2-16,-4-2 17 0,-1 2 15 16,-3-4 28-16,0-1 34 15,-3-2-6-15,-3 2-25 0,-2-4-6 0,0 0-7 16,2 2-12-16,-9-1-14 15,5 1-8-15,1 1-3 0,-5 1-13 16,2 6 0-16,1 1-13 0,-5 3-6 16,3 3-12-16,-5 6-12 0,5 3-40 15,-3 3-58-15,8-2-32 0,1-1-23 16,5-1-46-16,2-4-85 0,0-2-182 16,2-3-305-16,9-4-394 0</inkml:trace>
  <inkml:trace contextRef="#ctx0" brushRef="#br0" timeOffset="40108.54">14484 11347 317 0,'0'0'1615'0,"0"0"-1090"15,0 0-161-15,0 0-97 0,0 0-124 0,0 0 4 16,0 0 56-16,0 0 21 16,0 0-20-16,64 47-34 0,-41-45-45 15,0-2-63-15,-2 0-28 0,1 0-15 0,1-2-18 16,-4-1-1-16,3 1-1 16,-5-4-24-16,-1 4-74 0,-3-1-63 15,-3 1-43-15,-4 2-41 0,-1 0-80 16,-5 0-100-16,0 0-15 0,0 6-87 15,-5-1-262-15,-9 5-309 0</inkml:trace>
  <inkml:trace contextRef="#ctx0" brushRef="#br0" timeOffset="40519.82">14546 11493 190 0,'0'0'538'0,"0"0"745"16,0 0-852-16,0 0 4 0,0 0-38 15,0 0-117-15,0 0-119 0,0 0-10 16,0 0 28-16,2 49 3 0,15-45-27 15,-1 1-15-15,5 0-17 0,4-3-24 16,-2-1-35-16,1-1-21 0,5 0-18 16,0-3-13-16,-2-3-12 15,-4 0 0-15,-2 1-18 0,-1 0-47 16,-7 1-33-16,-5 2-32 0,-4 0-3 16,-2 2-15-16,2 0-2 0,-4 0 2 15,0 0 35-15,0 0 34 0,-6 0-72 16,4 0-49-16,-4 2 70 0,2 0 69 15,-5-1 49-15,-3 0 12 0,4 0 2 16,0-1 26-16,-7 0 30 16,5 1 12-16,1-1 12 0,-5 2 23 15,4-1 21-15,3 2 26 0,-3 1-5 16,0 3 20-16,1 1 16 0,5 2-16 16,-2 4-31-16,2 3-50 0,-2 4-31 15,6 1-36-15,0 3-19 0,0 1-3 16,0-2-10-16,6 1-8 0,-2-4-31 15,2-2-44-15,-2-2-30 0,5-3-35 16,1-3-45-16,0-3-108 0,3-5-135 16,5-3-214-16,-7-4-429 0,12-9-479 0</inkml:trace>
  <inkml:trace contextRef="#ctx0" brushRef="#br0" timeOffset="40831.81">14894 11464 1069 0,'0'0'1368'0,"0"0"-920"0,0 0-322 16,0 0 82-16,0 0 97 16,0 0-49-16,0 0-92 0,55-2-61 0,-38 2-33 15,-5 0-17-15,3 0 3 16,-5 0 6-16,0 2 7 0,3 1-17 15,-5-2-21-15,3 2-9 0,-1 1-19 16,-2 1-3-16,-4 2 3 0,0 0 0 16,1 5 9-16,-3 3-11 0,-2 3-2 15,-2 7-11-15,-7 0-28 0,1 3-3 16,-9 1-4-16,3-4 7 0,-5 0-16 16,7-3-22-16,-5-6-73 0,7-3-79 15,4-3-216-15,2-7-305 0,-7-1-1042 0</inkml:trace>
  <inkml:trace contextRef="#ctx0" brushRef="#br0" timeOffset="41059.99">15016 11633 1396 0,'0'0'1545'16,"0"0"-831"-16,0 0-226 0,0 0-165 16,0 0-178-16,0 0-117 15,0 0 0-15,0 0 15 0,0 0-19 16,0 0-22-16,60 23-2 0,-38-15-2 15,-5-4-139-15,3-1-79 0,5 2-51 16,-6-2-141-16,2 0-260 0,-9-1-489 16,7 3-598-16</inkml:trace>
  <inkml:trace contextRef="#ctx0" brushRef="#br0" timeOffset="41454.07">15429 11337 833 0,'0'0'1222'0,"0"0"-736"16,0 0-23-16,-56 0-57 0,46 0-89 16,0 0-63-16,-1 2-28 0,7-1-33 15,0 2-41-15,4-2-51 16,0 3-61-16,0 5-38 0,0 3 26 15,2 9-3-15,2 7-1 0,0 4 1 16,-2 7 2-16,5 0-14 0,-5 1-13 16,2 1-28-16,-2-3 25 0,0-3 1 15,-2-3-10-15,2-3 10 0,0-3-17 16,0-6-33-16,4-1-59 0,3-8-74 16,1-2-76-16,-2 0-132 0,2-9-246 15,3 0-396-15,-3-5-624 0</inkml:trace>
  <inkml:trace contextRef="#ctx0" brushRef="#br0" timeOffset="41681.03">15332 11650 1488 0,'0'0'1307'16,"0"0"-848"-16,0 0-205 0,0 0-57 15,0 0 67-15,0 0-13 16,0 0-77-16,0 0-60 0,0 0-67 15,62 3-29-15,-46 0-18 0,7 3-2 0,4-3-57 16,-2 0-80-16,2 0-66 16,2-1-106-16,0-2-253 0,-7 2-487 15,1-2-1143-15</inkml:trace>
  <inkml:trace contextRef="#ctx0" brushRef="#br0" timeOffset="43080.08">15675 11379 753 0,'0'0'192'0,"0"0"909"0,0 0-842 16,0 0 28-16,0 0-35 0,0 0-53 15,52 11-75-15,-38-8-21 16,5 0-1-16,-3 0-7 0,5-1-3 16,-2-2-19-16,-5 2-7 0,-2 0 4 15,3-1 2-15,-11 1 0 0,0-2-9 16,-4 0 3-16,0 3 75 0,0-2 49 15,0 1-75-15,0-1-94 0,-4 2-21 16,0 1-3-16,0 0-21 0,-2 3-1 16,-1 0-3-16,5 0 0 0,-2 4 12 15,0-1 4-15,2 3 0 0,0-1-1 16,-2 4 1-16,2-1 11 0,-2 1 1 16,-3 4-1-16,3 1-1 0,0 2 0 15,-2 4 0-15,4 1 1 0,-2 2 1 16,0 1-1-16,1 0-2 0,3 0 1 15,0-2 1-15,3-3 1 0,5-6 1 16,0-2-1-16,4-2-1 0,3-4 0 16,-3-3-2-16,7-3-28 0,-5-3-19 15,5-3 0-15,-5 0 22 16,1-5 10-16,-5-2 18 0,-1-3 1 16,-1 0 21-16,-6-3 6 0,-2 2 12 15,0-3-6-15,-2-1-12 0,-6-3-19 16,3 0 0-16,-1 0-3 0,0 0-2 15,-4-1-13-15,-1-1-16 0,1 3-16 16,-2 2-6-16,-3-2 16 0,5 6 8 16,-7 2 16-16,3 1 13 0,-3 4 12 15,5 3-12-15,2 1-22 0,-3 0-29 16,7 0-68-16,4 0-48 0,2 0-93 16,0 0-177-16,4 0-116 15,8 0 60-15,-1 0-219 0,5-4-390 0</inkml:trace>
  <inkml:trace contextRef="#ctx0" brushRef="#br0" timeOffset="43508.4">15989 11515 115 0,'0'0'3'0,"0"0"26"0,0 0-28 15,0 0 17-15,0 0 8 0,0 0-6 16,0 0-7-16,0 0-13 0,0 0 0 15,0 0-19-15,0 3 18 0,2-3-14 16,-2-3-79-16,2 2-2 0</inkml:trace>
  <inkml:trace contextRef="#ctx0" brushRef="#br0" timeOffset="43935.45">15989 11515 102 0,'-8'10'72'0,"2"-9"3"0,4 3 600 0,-2-2-138 15,-1-1-144-15,5 0-91 16,0-1-37-16,-2 0-26 0,0 0-36 16,2 0 5-16,0 0 7 0,0 0-21 15,0 0-45-15,0 2-32 0,0-2-7 16,-2 0-7-16,2 0-15 0,0 0-21 16,0 0-11-16,0 0-9 0,0 0-7 15,0 0-12-15,0 0-15 0,0 1-13 16,0-1-1-16,0 0-1 0,0 0 2 15,0 0 0-15,0 0 15 16,0 0 4-16,0 0 9 0,0 0-13 16,0 0-15-16,0 0-15 0,0 0-4 15,2 0 19-15,2 2 2 0,7-1-1 16,1-1 2-16,1 0 13 0,3 0-13 16,-1 0 15-16,5 0-15 0,-3 0 13 15,3 0-4-15,-5 0-11 0,3 0 0 16,-5 0 3-16,1 0 8 0,-5 0 0 15,-3 0 4-15,-2 0-1 0,-2 0 1 16,0 0-14-16,-2 0 23 0,0 0-4 16,0 0-8-16,0 0-11 0,0 0-2 15,0 0-84-15,0 0-102 0,0 0-90 16,0 0-92-16,0 0-125 0,0 0-156 16,0 0-139-16,0-3-478 0</inkml:trace>
  <inkml:trace contextRef="#ctx0" brushRef="#br0" timeOffset="44194.4">16080 11426 223 0,'0'0'52'15,"0"0"590"-15,0 0-131 0,0 0-205 16,0 0-40-16,0 0-23 0,0 0-39 16,0 0 16-16,0 0-14 0,0 0 2 15,-31-47-32-15,31 49-26 0,0 4 5 16,0 6 38-16,4 7 8 0,0 6-43 15,1 7-58-15,-1 5-41 0,2 1-29 16,4 1-30-16,-4 0-1 0,1 1-12 16,-3-5 11-16,2-3-16 0,2 0-42 15,-4-5-5-15,0-5-10 0,-1-1-33 16,1-7-64-16,-2-3-107 16,2-5-103-16,2-3-235 0,0-2-531 0</inkml:trace>
  <inkml:trace contextRef="#ctx0" brushRef="#br0" timeOffset="44460.5">16291 11329 1156 0,'0'0'1754'0,"0"0"-1392"0,0 0-54 15,0 0-49-15,0 0-259 0,0 0-10 16,0 0 10-16,0 0 54 0,0 0-10 16,0 0-19-16,62-9-9 0,-45 7-14 15,1-1 1-15,-3 3-3 0,3 0 0 16,-7 0-13-16,1 0-52 0,-2 3-71 16,-4-1-57-16,-1 1-45 15,-3 2-155-15,0-4-298 0,-2 7-841 0</inkml:trace>
  <inkml:trace contextRef="#ctx0" brushRef="#br0" timeOffset="44809.28">16351 11495 1987 0,'0'0'1021'0,"0"0"-583"0,0 0-52 15,0 0-78-15,-41 55-131 0,32-41-59 16,3 1-50-16,2 3-31 0,2-1-21 15,0 2-16-15,2-1-1 0,0 0-2 16,4-3-16-16,2-1 7 0,2-2-13 16,7-1-15-16,-5-3-1 0,7-2-5 15,-3 2-38-15,-3-4-12 0,7-1-4 16,-5-2-14-16,3-1 10 16,-3 0 13-16,1-1 25 0,-4-4 15 15,1-1 26-15,1-2 12 0,-6-1 10 16,-2 1 0-16,-2-3 3 0,1 1 0 15,-3-4 13-15,0 1 3 0,-5 0 6 16,1 0 3-16,0-1-22 0,0 2-3 16,-4-2-15-16,6 0 14 0,-2 1 1 15,1 2 0-15,-1 0-66 0,0 3-64 16,0-1-131-16,0 3-79 0,-2 2-188 16,2-1-632-16</inkml:trace>
  <inkml:trace contextRef="#ctx0" brushRef="#br0" timeOffset="45058.18">16351 11495 295 0</inkml:trace>
  <inkml:trace contextRef="#ctx0" brushRef="#br0" timeOffset="45314.84">16351 11495 295 0,'-6'-39'1576'0,"10"34"-1232"0,4 0-20 0,0 1 465 0,5-2-652 15,-7 3-32-15,-2 1-7 16,0 1 6-16,-2 1-10 0,-2 0 32 15,0 0 44-15,0 2 57 0,0 5-2 16,0 1-40-16,-2 9-96 0,-2 5-49 16,0 3-25-16,-2 3-15 0,0 2-31 15,1 1 16-15,1-3 0 0,2 0 12 16,2-6-19-16,0-3-2 0,0-2-22 16,4-5-10-16,1-1-5 0,3-2-16 15,-4-2-7-15,0-3-2 0,-2-1 14 16,0-3 13-16,0 2 13 0,-2 0 21 15,0-2 25-15,0 0-2 16,0 0-23-16,0 0 0 0,0 0 0 16,0-4-16-16,0 0-60 0,0-2-37 15,0-3-19-15,0-1-43 0,0-3-61 16,2-1-59-16,-2-1-128 0,2 4-196 16,0-5-602-16</inkml:trace>
  <inkml:trace contextRef="#ctx0" brushRef="#br0" timeOffset="45708.88">16303 11575 115 0,'0'0'1555'0,"0"0"-987"0,0 0-196 16,0 0-44-16,0 0-37 0,0 0-96 16,0 0-37-16,0 0-69 0,-24 54-48 15,17-39-10-15,7 1 7 0,0 2 0 16,-2-1 3-16,2-2 9 15,0 1 10-15,0 1 2 0,0-3-4 16,0-2-18-16,2-1 4 0,3 1-13 16,-1-3 4-16,0 2-1 0,0-4 6 15,-2-1-9-15,4 2-3 0,0-2-3 16,5-1 3-16,-1 0 6 0,-2-3-9 16,5 0-13-16,-1-2 7 0,1 0-4 15,5 0-3-15,-3-6-9 0,3 0-1 16,-3-1 1-16,3-2-3 0,-3 0 0 15,1 0-19-15,-3-4-55 0,1 2-32 16,-4 0-12-16,-3 1 12 0,-1 1 18 16,2 1 6-16,-4 0 4 0,0 3 12 15,-4-2 0-15,3 3-7 0,-3 1 0 16,0-3 13-16,0 3 19 0,0 0 25 16,0 0 16-16,0 1 16 0,0 1 0 15,-3-1 9-15,3 1 19 16,-2 0 10-16,2 1 19 0,-2 0 37 15,2 0 16-15,0 0 3 0,-2 0-13 0,2 0-1 16,0 0-6-16,0 4-23 16,0 2-27-16,0 2-4 0,0 1 7 15,2 3-7-15,-2 4-21 0,2 0-22 16,0-1-12-16,1 0-3 0,-3-1-18 16,2-3-65-16,-2-2-53 0,4-1-50 15,-2-3-60-15,2-3-208 16,-2-1-264-16,8-1-718 0</inkml:trace>
  <inkml:trace contextRef="#ctx0" brushRef="#br0" timeOffset="46318.88">16694 11415 730 0,'0'0'254'16,"0"0"862"-16,0 0-715 0,0 0-40 15,0 0-28-15,0 0-21 0,0 0-46 16,0 0-147-16,0 0-103 0,0 0 53 16,-12-3 0-16,24-1 63 0,7-3-10 15,-3 3-23-15,5 0-31 0,-5 0-25 16,3 2 4-16,-7 2 5 0,5 0-15 16,-5 0 0-16,-3 0-6 0,5 2-13 15,-6 0-2-15,1 1-4 0,-1 0-9 16,0 1 0-16,-4 0 0 0,3 2 0 15,-3-2-1-15,-2 0-2 0,0 3-1 16,-2 3-11-16,-2 1-9 16,-4 4-22-16,-1 3-19 15,-3 1 3-15,-2 1 4 0,1 0-23 0,3-3 1 0,-2-2-10 16,8-3-38-16,-3-2-60 16,5-2-105-16,0-1-129 0,0-4-355 15,2-2-658-15</inkml:trace>
  <inkml:trace contextRef="#ctx0" brushRef="#br0" timeOffset="46626.16">16626 11503 174 0,'0'0'759'0,"0"0"942"16,0 0-1350-16,0 0-98 0,0 0 93 15,0 0-36-15,0 0-65 0,0 0-52 16,60-20-41-16,-46 18-17 0,7-1-30 16,0 1-43-16,-1 2-19 0,3-1-16 15,0 1-14-15,-1 0-11 0,1 0-2 16,0 1 0-16,-4 1-13 0,3 1-54 16,-9 0-29-16,1 0-18 0,-3 0-3 15,-5 0-7-15,2-2 9 0,-6 0-25 16,0 0-49-16,-2 0-51 0,0 1 5 15,-2 0-39-15,-4 2-214 0,0 0-188 16,-3-1-101-16,-7 3-262 0</inkml:trace>
  <inkml:trace contextRef="#ctx0" brushRef="#br0" timeOffset="46857.91">16719 11560 441 0,'0'0'30'0,"0"0"1769"0,0 0-1211 16,0 0-121-16,0 0-121 0,0 0-195 15,0 0-72-15,0 0 65 0,0 0 19 16,0 0-16-16,14 12-48 0,1-13-47 16,-3-2-30-16,-4 1-7 0,9-2-15 15,-9 2-1-15,7 0-11 0,-5 0-16 16,-2 1-65-16,-1 1-34 0,-1 0-32 16,-2 0-17-16,-2 1-19 0,-2 3-23 15,0 0-50-15,0 1-93 0,-2 0-116 16,-2 1-97-16,0-3-184 0,-3 1-258 0</inkml:trace>
  <inkml:trace contextRef="#ctx0" brushRef="#br0" timeOffset="47164.4">16667 11616 99 0,'0'0'94'0,"0"0"415"0,0 0 554 0,0 0-647 16,0 0-31-16,0 0-31 0,0 0-72 16,0 0-98-16,0 0-28 0,0 0 43 15,-8 21 15-15,12-19-34 0,0-1-37 16,7 2-34-16,-3-2-16 0,2 2-26 16,3-2-14-16,1-1-22 0,3 2-16 15,1-2-13-15,1 0 1 0,-1 0-1 16,5-2-2-16,-2 0-2 0,-1-3-22 15,-1 1-63-15,-4-2-36 16,-1 1-30-16,-4 1-34 0,-1 0-40 16,-5 0-104-16,0-2-122 0,2 2-78 15,-6 0-472-15,0-2-194 0</inkml:trace>
  <inkml:trace contextRef="#ctx0" brushRef="#br0" timeOffset="47822.48">16843 11390 265 0,'0'0'1'16,"0"0"638"-16,0 0 41 0,0 0-319 15,-41-50-56-15,34 42-11 0,5 2-14 16,-2 2-32-16,2 3-28 0,2 0 9 16,0 1-36-16,0 0-70 0,0 0-51 15,0 3-9-15,0 6 3 0,0 2 1 16,0 3-21-16,0 5-11 15,2-1-7-15,0 4-13 0,0-1-15 16,-2 0-1-16,2-1-14 0,-2-2-26 16,2 1-3-16,-2-3-2 0,2-1 17 15,-2 0 6-15,0-3 5 0,0 0 14 16,0 0-14-16,0-3 15 0,0 0-9 16,0-2 12-16,0 0 13 0,0-1 5 15,-2 0 4-15,2 0 14 0,-2 0 11 16,0-3 3-16,0 3-1 0,-2 0-2 15,4-1 0-15,-2 1-10 0,-2 2-12 16,2 1-6-16,0 1-17 0,-2 0 1 16,-1 0-1-16,3 1-2 0,2 2-1 15,0-3 0-15,0 2-1 0,0-1 0 16,2 0 1-16,3-2-1 0,-1 0 2 16,2-2 0-16,-2 2 2 15,2-3 0-15,-2 0 0 0,1-1-2 16,5-1 0-16,-2-2-1 0,-2 2-1 0,3-3-2 15,1-1-8-15,-2 0 9 16,1-1 0-16,-3-3 1 0,6 0 2 16,-6-2 0-16,1 2 1 0,-1-5 0 15,2 3 1-15,-2-2-1 0,-2 2-1 16,-2-3-22-16,3 2-9 16,-3-3-12-16,-2 3 8 0,0 0 11 0,0 1 24 15,0 2 3-15,0-3 0 0,-5 2 9 16,1 2-9-16,-4-5-1 15,-2 5 11-15,4-1-12 0,-5 1 2 16,1-1-1-16,0 4-2 0,1-1-15 16,3-1-17-16,-6 2-2 0,5 0-10 15,3 0-15-15,-2 0-64 0,-2 0-56 16,0 0-68-16,1-2-97 0,5 2-102 16,-4 0-142-16,4 0-133 0,0 2 11 15,0 1 58-15</inkml:trace>
  <inkml:trace contextRef="#ctx0" brushRef="#br0" timeOffset="48056.5">16773 11741 263 0,'0'0'750'15,"0"0"-8"-15,0 0-201 0,0 0-140 16,0 0-90-16,0 0-80 0,0 0-53 16,0 0-19-16,0 0-10 0,12 34-17 15,-2-33-25-15,3-1-29 0,-1 0-36 16,1 0-27-16,-1 0-12 0,0 0-3 16,-3 0-27-16,3-1-146 0,-4 1-114 15,-1 0-158-15,-1 0-525 0,4 0-1057 0</inkml:trace>
  <inkml:trace contextRef="#ctx0" brushRef="#br0" timeOffset="49880.24">16535 11030 30 0,'0'0'13'15,"0"0"144"-15,0 0 854 0,0 0-604 16,0 0-121-16,0 0-36 0,0 0-24 16,0 0-16-16,0 0-4 15,0 0 6-15,-19 7-7 0,19-7-26 16,0 0-68-16,2 0-111 0,2 0 22 15,3 0-19-15,7 0 48 0,3 0-7 16,5 0-9-16,-1 0-3 0,10-5-16 16,2 1-13-16,2-2-2 0,9 0-1 15,-3 2 0-15,0 1 0 0,-1 1-3 16,7 2-26-16,-10 0 1 0,3 0 6 16,-5 5 19-16,-4 2 0 0,-6 0 3 15,-11 1 0-15,1 1 19 0,-9-1 3 16,-2 2 20-16,-2-1 33 0,-2 3 1 15,0-2-23-15,-2-1-15 0,-2 2-10 16,2-2-9-16,2-2-18 0,-2 2-1 16,2-3-19-16,0 2 0 0,2 0 4 15,0 0 2-15,2 1 11 0,-2 1 0 16,2 0 1-16,2 3 1 0,1 2 0 16,-1 2 3-16,-2 2-1 15,0 3 11-15,-2 3-12 0,2 7-1 0,-2 4-1 16,5 3-21-16,-3 5-25 15,2 7-13-15,-2-2-3 0,2-1-26 16,-4 2 4-16,2-9 6 0,1 15-4 16,1 7-12-16,-2 10-11 0,-2-2 14 15,-2-3-30-15,2-7-26 0,-2-16-16 16,0-7-1-16,0 6 23 0,-2-6 52 16,2-1 28-16,-2 5 23 0,0-10 20 15,2 5 16-15,-2 4-20 16,2-4 10-16,-2-1 3 0,2-2 10 15,0-2 16-15,0-2 46 0,0-1 16 0,0 1 3 16,4-1-30-16,-2-1-18 16,0 0-33-16,0 0 0 0,0 0 0 15,-2 1 0-15,2-2-39 0,0 0-6 16,-2-1-7-16,2 0 0 0,-2 2 23 16,0-1 29-16,0-4 25 0,0-1 23 15,-2-3 62-15,-2-4-13 0,2-2-22 16,2-5-55-16,-2-2-20 0,0-4-55 15,2-2-100-15,0 0-146 0,0 0-326 16,0-4 34-16,0 0-26 0,-2-1 369 16</inkml:trace>
  <inkml:trace contextRef="#ctx0" brushRef="#br0" timeOffset="50221.34">17039 12958 730 0,'0'0'297'0,"0"0"1060"0,0 0-928 15,0 0-211-15,0 0-122 0,0 0-29 16,9 56-13-16,-1-37-6 0,0 1-6 15,7-2-1-15,-3 2-6 0,-2-3 25 16,5-2 13-16,-7-3 10 0,4-3 27 16,-1-3 4-16,-1-3-4 0,-4-2-15 15,3-1-5-15,-3 0-12 0,0-3 15 16,0-4 10-16,-2-2-4 0,7-3-25 16,-3-2-40-16,0-4-33 0,0 0-1 15,7-3-102-15,-3-1-130 16,3-3-75-16,-3 3-201 0,-1 4-510 0,5-1-814 15</inkml:trace>
  <inkml:trace contextRef="#ctx0" brushRef="#br0" timeOffset="56680.48">14503 12868 37 0,'0'0'39'0,"0"0"3"0,0 0 27 16,0 0 518-16,0 0-219 0,0 0-7 15,0 0-59-15,0 0-22 0,0 0-31 16,0 0 6-16,-27 1-7 0,27 0-7 16,0-1-11-16,0 1-49 0,0 0-51 15,0-1-48-15,0 0-41 0,0 0-41 16,2 0-43-16,4 0 27 0,7 0 16 16,-3 0 32-16,11 0-4 15,-1 0 1-15,3-3-4 0,4-2-12 16,0-3-1-16,-2-1-10 0,2 1 1 15,-1-2 10-15,-3 3-13 0,-8 1 0 16,1 4-1-16,-5 0 1 0,-7 1 13 16,0 1 15-16,-2 0 44 0,-2 0 136 15,0 1 19-15,0 2-104 16,0 1-73-16,-2-1-22 0,0 3-10 0,0-1-2 16,2 3-16-16,0 2-22 0,0 3-6 15,2 1 10-15,2 3 2 0,2 0 14 16,2 3-1-16,-1-3-15 0,-3-1 5 15,0 2 12-15,0-4 1 0,-2 0 2 16,0 0 17-16,-2-2-4 16,0 1 1-16,0-2-13 0,0-1 0 15,0 2-1-15,0-4-2 0,0 1-3 16,0-1-13-16,0-1-2 0,0 0 5 16,0-1 11-16,0-2 2 0,0-1 1 15,0 1 12-15,0 0 8 0,-2 0 16 16,0-1 0-16,0 0-3 0,0-1-6 15,-2 1 0-15,4-1-10 0,-2 0 4 16,0 1-1-16,-1-2 10 0,-1 2 3 16,2-1-1-16,-4-1 4 0,0 0 3 15,0 2-3-15,2-1 6 0,-5-2-13 16,-3 2-5-16,2 1-10 0,-3-3-13 16,-1 2-1-16,-3 0-1 0,-2 1-1 15,3 0-11-15,-5 1 9 0,3 0-16 16,1 0 16-16,-4 0-9 15,5 1 10-15,-1-1-19 0,5 0 18 16,-5-1-18-16,9-1 3 0,2-1-4 0,2 1-8 16,0-2-38-16,2 0-36 15,2 0-50-15,0 0-87 0,4-3-141 16,2-4 26-16,6-5-105 0,1 4-185 16,3-9-653-16</inkml:trace>
  <inkml:trace contextRef="#ctx0" brushRef="#br0" timeOffset="57112.6">15115 13015 882 0,'0'0'1713'16,"0"0"-1199"-16,0 0-113 0,0 0-91 15,0 0-112-15,0 0-91 0,0 0-38 16,0 0-19-16,0 0 9 0,0 0 12 16,16 16 4-16,-7-13-17 15,5 3-27-15,1-2-12 0,-3 2-7 16,7 0-12-16,1 2-2 0,-5-1-17 0,1 0-27 16,-1 1-41-16,-3-1-27 15,5-2-17-15,-5 0-14 0,2 0-31 16,-1-5-92-16,-1 0-206 0,3 0-267 15,-7-11-985-15</inkml:trace>
  <inkml:trace contextRef="#ctx0" brushRef="#br0" timeOffset="57735.93">15563 12883 272 0,'0'0'91'16,"0"0"1011"-16,0 0-683 15,0 0-84-15,0 0-22 0,0 0 3 16,0 0-37-16,0 0-40 0,0 0-77 15,0 0-79-15,-35-5-45 0,37 5 3 16,2-1 41-16,3 0-22 0,5 0-16 16,-2 1-7-16,3 0-5 15,5 0 8-15,-1 3 1 0,6 3-12 0,4-1-25 16,-5 1-1-16,-3-1 0 0,6 1-1 16,-9-3-2-16,3 2-13 0,-5-3-19 15,3 0-68-15,-5-2-48 16,-1 0-64-16,-1 0-74 0,-6 0-114 15,2 0-136-15,-2-2-464 0,-4 2-198 0</inkml:trace>
  <inkml:trace contextRef="#ctx0" brushRef="#br0" timeOffset="58142.65">15532 13030 43 0,'0'0'346'16,"0"0"1071"-16,0 0-1056 0,0 0-170 15,0 0-120-15,0 0 39 0,0 0 106 16,0 0 34-16,0 0-23 15,0 0-20-15,46 4-26 0,-28-4-32 16,3 0-39-16,0 0-16 0,4 0-8 16,-1 0-18-16,-1 0-18 0,4 0-16 15,-2 0-12-15,-2 3-6 0,-3 0-4 16,-1-2-12-16,-7 2-1 0,5 0-1 16,-9-2 1-16,0 3 0 0,-2-3-11 15,5 1-38-15,-7-1-50 0,-2 1-48 16,0-1-38-16,-2-1-32 0,2 0-30 15,-2 0-30-15,0 0 8 0,0 0 15 16,-2-4 64-16,0 1-337 0,-2-2-80 16,-2-1-77-16,-3 2 206 0</inkml:trace>
  <inkml:trace contextRef="#ctx0" brushRef="#br0" timeOffset="58395.31">15787 13023 65 0,'0'0'124'0,"0"0"872"0,0 0-511 0,0 0-69 15,-56 11-25-15,52-6 15 0,-3-3-73 16,3 4-33-16,-2-1-54 15,6 1-70-15,0 2-94 0,0 4-43 16,0 1 1-16,0 4 4 0,6 2-7 16,-2-1-15-16,1 2-22 0,-1 1-18 15,-2-2 15-15,0 1-28 0,2-5-22 16,0-2-10-16,-2-1-35 0,4-5-43 16,1-1-17-16,-3-2-58 0,2-4-115 15,2 0-113-15,5-10-161 0,-7 4-449 16</inkml:trace>
  <inkml:trace contextRef="#ctx0" brushRef="#br0" timeOffset="58692.69">15927 12797 102 0,'0'0'1930'16,"0"0"-1187"-16,0 0-240 0,0 0-166 15,0 0-100-15,0 0-74 0,0 0-68 16,0 0-17-16,0 0 0 0,15 59-13 16,-7-37-28-16,0 3-35 0,-2-3-2 15,-1 0-71-15,1-4-29 0,0-3-40 16,0-5-46-16,-2-1-111 0,2-6-178 16,-1-3-181-16,-1 0-624 0</inkml:trace>
  <inkml:trace contextRef="#ctx0" brushRef="#br0" timeOffset="58962.68">16012 12781 783 0,'0'0'365'0,"0"0"1021"16,0 0-836-16,0 0-157 0,0 0-153 15,0 0-67-15,0 0-9 0,0 0 11 16,0 0-7-16,0 0-54 0,14 44-46 15,-9-28-46-15,-1 1-22 0,0 2-15 16,-2 0-56-16,6-1-78 0,-4 0-50 16,0-4-97-16,3-2-216 0,-5-5-274 15,6-1-676-15</inkml:trace>
  <inkml:trace contextRef="#ctx0" brushRef="#br0" timeOffset="59216.25">16256 13034 418 0,'0'0'1577'0,"0"0"-1095"16,0 0-198-16,0 0-69 0,0 0 13 15,0 0 14-15,0 0-11 0,0 0-58 16,0 0-41-16,0 0-18 0,-27-4-14 15,19 4-22-15,-7 0 6 0,5 6-16 16,-3-1-6-16,-5 7 12 0,1 1 6 16,-1 1 3-16,1 0 0 0,1 0-18 15,1 0-29-15,1-3-36 0,5-3-20 16,1 1-20-16,2-5-9 16,2 1-46-16,4-2-56 0,0 0-63 0,0 2 5 15,0-3-45-15,8 1-106 16,0-2-106-16,-1-1-120 0,1-1-153 15,-2-2-351-15</inkml:trace>
  <inkml:trace contextRef="#ctx0" brushRef="#br0" timeOffset="59572.37">16155 13121 27 0,'0'0'98'0,"0"0"3"0,0 0 698 16,0 0-327-16,0 0 44 0,0 0-88 16,0 0-64-16,0 0-24 0,0 0-18 15,0 0-66-15,8 2-45 0,-8 7-75 16,2 0-52-16,2 8-34 0,-2 3-28 15,0 1-11-15,4 2-11 0,-4 0-12 16,0-2-35-16,1-1-46 0,-1-5-49 16,0-2-47-16,4-6-105 0,-4-1-230 15,4-5-582-15,4-1-687 0</inkml:trace>
  <inkml:trace contextRef="#ctx0" brushRef="#br0" timeOffset="59834.67">16415 13000 60 0,'0'0'1997'0,"0"0"-1347"0,0 0-117 16,0 0-133-16,0 0-53 0,0 0-87 16,0 0-77-16,0 0-87 0,0 0-90 15,0 0-6-15,-19 12-31 0,28-8 28 16,5-1 3-16,-4 3 0 0,7-2-2 16,-3 0-23-16,7-1-31 0,-6-2-55 15,1 1-11-15,-1-1-32 0,-5 0-28 16,0-1-51-16,-1 3-82 0,-5 1-85 15,0 1-83-15,-2-2-175 0,0 2-149 16</inkml:trace>
  <inkml:trace contextRef="#ctx0" brushRef="#br0" timeOffset="60135.77">16487 13168 53 0,'0'0'144'16,"0"0"829"-16,0 0-465 0,0 0-103 15,-37 50-65-15,31-40-27 0,0-2-27 16,6-3-7-16,0 1-6 0,0-2-27 15,0-2-39-15,0 2-40 0,0-3-15 16,6 0-12-16,-2 1-23 0,2-2-15 16,-2 0-13-16,3 0-16 0,-1 0-20 15,8 0-23-15,-5-3 1 0,-1-2-16 16,6 1-12-16,-3-4-1 0,-1 3-1 16,7-5-1-16,-3-2-40 0,3-1-61 15,-3-2-55-15,5 0-54 0,-3-3-19 16,3 2-66-16,-5-3-131 15,3 1-180-15,-9 4-386 0,6-6-554 0</inkml:trace>
  <inkml:trace contextRef="#ctx0" brushRef="#br0" timeOffset="60591.46">16791 12746 1046 0,'0'0'1225'0,"0"0"-631"15,0 0-155-15,0 0-103 0,0 0-74 16,0 0-42-16,0 0-61 0,0 0-44 16,0 0-35-16,0 0-36 0,-25 35-34 15,21-19-10-15,2 2-15 0,-4 3 2 16,0 0-11-16,0-2-20 15,-3 0 7-15,3-3 6 0,0-2 6 16,2-2-12-16,-2-2 0 0,-3-4-29 16,9-4-12-16,-2 1-14 0,2-3 5 15,0 0-33-15,0 0-31 0,0 0 2 16,0 0 51-16,0-1 98 0,0-1 12 16,0-2 27-16,0 2 5 0,0-2 10 15,0-1 0-15,0 2-16 0,0-3-13 16,2-1-3-16,2-1-3 0,1 1-6 15,1 0-10-15,0-2 12 0,2 2 7 16,3-3 4-16,-1 2 2 16,-2 1 0-16,7 1-6 0,-5-2 0 0,0 4 7 15,1 0 8-15,1 1 7 0,-4 2 4 16,-1-1-1-16,3 2 0 16,-2 0-7-16,-2 0-6 0,-1 6 1 15,-1-1 2-15,2 2 13 0,-2 3 5 16,0 1 4-16,0 6-6 0,-4 1-22 15,2 1-13-15,-2 4-2 0,0 1-4 16,0 0-12-16,0 1 0 0,0 1 0 16,0-3-22-16,-2 0-12 0,-2-3-6 15,2-1-3-15,-2-5-3 0,2-3-20 16,-2 1 1-16,2-4-13 0,0-3-18 16,-3-1-5-16,5-2-12 0,-2-1-32 15,0-1-108-15,0-1-178 0,2-3-228 16,-2-5-683-16</inkml:trace>
  <inkml:trace contextRef="#ctx0" brushRef="#br0" timeOffset="60952.38">16940 12652 750 0,'0'0'469'0,"0"0"720"16,0 0-750-16,0 0-115 0,0 0-73 15,0 0-41-15,0 0-27 0,0 0-17 16,0 0-43-16,0 0-66 0,-16 3-36 15,16 3 1-15,0 2 31 0,0 6 0 16,2 3-19-16,-2 4-12 16,2 3-10-16,-2 1 4 0,0 1-15 0,0-2 2 15,0-1-2-15,0-2-1 0,0-2-59 16,0-5-53-16,0-3-50 16,0-3-34-16,4-2-88 0,-2-4-174 15,8-2-159-15,-6 0-428 0,3-9-278 0</inkml:trace>
  <inkml:trace contextRef="#ctx0" brushRef="#br0" timeOffset="61188.96">16986 12629 425 0,'0'0'1864'0,"0"0"-1210"0,0 0-203 15,0 0-245-15,0 0-42 0,0 0 47 16,0 0-7-16,0 0-64 0,0 0-56 16,16 65-41-16,-12-48-30 0,-2 1-13 15,-2 3-81-15,0-3-71 0,0 3-102 16,0-4-203-16,-2-5-678 0,-2 3-1177 0</inkml:trace>
  <inkml:trace contextRef="#ctx0" brushRef="#br0" timeOffset="62766.19">14067 13034 122 0,'0'0'26'0,"0"0"437"16,0 0 279-16,0 0-504 0,0 0-183 15,0 0-3-15,0 0 62 0,0 0 48 16,0 0 7-16,0 0-10 0,0 10-33 16,0-4-26-16,0-2-3 0,0 1-1 15,0 2-6-15,2 0-22 16,0-2-44-16,0 2-24 0,-2-2-13 15,6-1-3-15,-2-1 3 0,0 0-3 0,-2 0 0 16,7-2-4-16,-3 0 17 16,-4-1-19-16,4 0-4 0,0 0 13 15,3 0-3-15,-1-2-10 0,-4-1-6 16,4 0 0-16,-1-1 6 0,-1 0 23 16,0-2 0-16,-2 0 2 0,-2-2 1 15,-2 3 20-15,0-3 9 0,0 2 13 16,0 0 6-16,0 1-3 0,-4 0 10 15,0 0 3-15,-4 1 3 0,4-2-4 16,-3 3-2-16,1 3 2 0,4-2 17 16,-4 0-23-16,-2 2-13 0,5 0-12 15,-3 0-23-15,2 0-3 0,0 2 0 16,0 0-16-16,-2 3-10 0,-1 3 4 16,5 0-7-16,-2 2 1 0,2 1 5 15,0-3 21-15,0 4-1 0,2-4 0 16,0-3-13-16,0 1-7 0,4-1 4 15,0-3-6-15,0 0-1 0,3 0 4 16,-1-1 2-16,-2-1 1 0,0 0 0 16,2 0 16-16,-2 0-13 15,3-3 3-15,-3 0 0 0,-2 0 13 16,0 0 6-16,0 0 42 0,-2 0 39 16,0 1 6-16,0-3-7 0,-2-1-32 15,0 1-12-15,-2-2-17 0,-2 3 4 16,3 0-27-16,1 0-2 0,0 2 0 15,0 0-3-15,0 2-45 0,2 0-57 16,0 0-84-16,0 0-161 0,2 0-358 16,4 0-526-16</inkml:trace>
  <inkml:trace contextRef="#ctx0" brushRef="#br0" timeOffset="72167.48">14207 13728 60 0,'0'0'31'0,"0"0"-31"0,0 0-23 16,0 0 4-16,0 0 19 15,0 0 26-15,0 0 33 0,13-13-30 16,-11 12 7-16,-2-1-4 0,0 2 4 15,0 0-6-15,0-1 6 0,0 1-10 16,0 0 257-16,0 0-77 0,0 0-206 16,0 0-4-16,0-2-107 0,0 2-81 15,0-2-111-15,0 0 65 0</inkml:trace>
  <inkml:trace contextRef="#ctx0" brushRef="#br0" timeOffset="72876.33">14207 13728 140 0,'15'-41'124'0,"-15"41"-88"16,0-1 472-16,0 1-224 15,0 0-167-15,0 0-88 0,0-2-12 16,0 2 32-16,0 0 25 0,0 0-5 16,0-1-21-16,0 0 8 0,0 0 32 15,-2 0 16-15,2-1-13 0,0 1 0 16,-2 0-1-16,0 1 1 0,0-1 19 16,-1 1 4-16,-1 0-14 0,4 0-23 15,-2 0-15-15,-2 2-30 0,2-1-6 16,0 3-13-16,0 0-12 0,0-1-1 15,-2 1 1-15,2 1 1 0,0 0 0 16,0 1 11-16,-1 0 6 0,-1 0 7 16,2 0 3-16,2 0 3 0,-2 0 1 15,0-2-11-15,0 0 1 0,2 1-7 16,-2-1-15-16,2 0-1 0,0 0-29 16,0 0 6-16,0 0-6 15,2-1 10-15,2 0-4 0,-2 2 4 16,4-5-7-16,1 0-3 0,1 0 19 15,-2-3 10-15,0-5 29 0,1 0 19 16,-1-4 10-16,4-3 3 0,-4 1-22 16,-2 0-4-16,1 2 0 0,-3-1 7 15,2 4 3-15,-2-1 3 0,-2 1-3 16,2 0-4-16,-2-1-18 0,0 1-4 16,0 3-3-16,0-1 6 0,0 3 4 15,0 1 18-15,-2 0 10 0,0 1 0 16,-2 2 0-16,-3 0-9 0,5 0-29 15,-4 2-15-15,0 2-1 0,0 1 0 16,0 2-2-16,-1 2-14 0,3 0-10 16,0 2 4-16,0 1 19 0,-2 0-23 15,2 0 4-15,2-1 0 0,-1-2-7 16,3-3 1-16,0 0-7 16,0-3-4-16,5 0 8 0,-3 0 5 15,0-3 13-15,2 1 12 0,-2-1 0 16,0 0 1-16,0 0 0 0,0 0 1 15,0-1 1-15,0-2 17 0,0-3-6 16,0 0 10-16,3 1-7 0,-1-3-4 16,-2 2 1-16,0-1 9 0,-2-1 7 15,0 4 15-15,0-1 11 0,-2 1-5 16,0-2-15-16,-2 3-6 0,-1-1-4 16,1 2-6-16,2-1-6 0,-2 3-12 15,0 0 0-15,-2 0 0 0,6 0 1 16,-2 0-2-16,2 0-25 0,0 0-58 15,2-2-184-15,6-4-124 16,0 0-270-16,3-11-740 0</inkml:trace>
  <inkml:trace contextRef="#ctx0" brushRef="#br0" timeOffset="74531.27">14540 13415 107 0,'0'0'159'16,"0"0"-110"-16,0 0 616 0,0 0-154 15,0 0-199-15,0 0-16 0,0 0-44 16,0 0-35-16,0 0-46 0,0 0-56 16,-2-4 7-16,2 5 45 0,0 3 53 15,-2 2-4-15,2 2-74 0,-4 5-66 16,2 3-32-16,-2 4 0 0,-3 5-12 16,7-1 2-16,-2 2-6 0,2 0-6 15,-2-3-20-15,2-1 1 16,0-3-1-16,0-4-2 0,0-2-2 15,0-4-20-15,0-3-9 0,2-3-60 16,7 0-63-16,-3-3-43 0,0-6 23 16,2-4 14-16,5-3-77 0,-3-5-159 15,-2-2-132-15,1 3-229 0,5-8-327 16</inkml:trace>
  <inkml:trace contextRef="#ctx0" brushRef="#br0" timeOffset="74766.27">14683 13346 624 0,'0'0'1071'0,"0"0"-442"0,0 0-225 15,0 0-73-15,0 0-82 0,0 0-96 16,0 0-65-16,-13 57-12 0,13-39 4 16,0 0-17-16,-2 2-26 0,2-2-22 15,0 0-15-15,0-2-3 16,0-4-25-16,2 0-4 0,-2-3-28 0,2-2-66 15,3-4-65-15,-3 0-45 16,2-3-59-16,-2 0-143 0,6-5-159 16,-4 0-203-16</inkml:trace>
  <inkml:trace contextRef="#ctx0" brushRef="#br0" timeOffset="75015.55">14772 13362 301 0,'0'0'567'16,"0"0"712"-16,0 0-891 0,0 0-85 0,0 0-43 16,0 0 8-16,0 0-55 15,0 0-74-15,0 60-44 0,-2-47-10 16,2 2-7-16,0 0-18 0,-2-1-25 16,2 1-32-16,-3 0-3 0,1-1-2 15,0 0-17-15,2 0-13 0,-2-1-18 16,2-5-57-16,-2 0-60 0,2-2-58 15,-2-3-74-15,2-1-73 0,-4 0-203 16,4-2-253-16,-2 0-400 0</inkml:trace>
  <inkml:trace contextRef="#ctx0" brushRef="#br0" timeOffset="75249.78">14602 13554 255 0,'0'0'1452'0,"0"0"-972"0,0 0-121 16,0 0-14-16,0 0-102 16,0 0-96-16,-27 54-32 0,27-40-7 15,-2 4-13-15,2 4-19 0,0-2-13 16,0 1-19-16,0 0-15 0,0-1-4 16,0 0-23-16,2-4-2 0,0 1-19 15,0-4 0-15,3-2-16 0,-3-4-66 16,4 1-82-16,-2-4-69 0,0-3-30 15,0-1-97-15,-2 0-175 0,4-1-96 16,-1-11-361-16</inkml:trace>
  <inkml:trace contextRef="#ctx0" brushRef="#br0" timeOffset="75595.87">14586 13618 502 0,'0'0'134'0,"0"0"895"0,0 0-640 15,0 0-214-15,0 0-123 0,0 0 78 16,0 0 12-16,0 0 3 0,0 0-13 16,0 0-10-16,43-16-26 15,-35 16-19-15,5-1-20 0,-1 0-6 16,-2-2 7-16,3 3 2 0,3-2 4 16,-5 2 6-16,3-1-3 0,-3 1-20 15,-1 0-6-15,2 0-9 0,-3 0-10 16,-7 0 3-16,2 3 7 0,0 1 12 15,-2 0 41-15,0 2 40 0,-2 1-11 16,0 1-49-16,0 2-27 0,0 1-16 16,-2 1-20-16,-2 0 0 15,2 1-2-15,-2 2-1 0,2 0-2 0,-5-2-16 16,1 3 0-16,0-3-21 16,0-1-29-16,2-2-45 0,2 1-17 15,-1-4-55-15,3-5-109 0,0-1-143 16,0-1-182-16,3-1-418 0,-3-8-69 0</inkml:trace>
  <inkml:trace contextRef="#ctx0" brushRef="#br0" timeOffset="75874.25">14604 13678 379 0,'0'0'359'0,"0"0"1120"16,0 0-1113-16,0 0-189 0,0 0-97 16,0 0 30-16,0 0 34 0,0 0 9 15,0 0-28-15,0 0-40 16,46 9-34-16,-30-9-16 0,-3-1-22 0,3-1-11 16,1-2 11-16,-1 0-13 0,-1-1-1 15,1 0-18-15,-5 1-80 0,1 1-50 16,0-1-37-16,-3 0-16 15,-5 0-29-15,0 2-105 0,-2-2-98 16,-2 4-161-16,-4 0-122 0</inkml:trace>
  <inkml:trace contextRef="#ctx0" brushRef="#br0" timeOffset="76126.44">14641 13753 1042 0,'0'0'1092'0,"0"0"-681"0,0 0-105 0,0 0-251 16,0 0-1-16,0 0 20 0,0 0 6 15,0 0-29-15,58-16-28 0,-43 8-11 16,1 1-12-16,-1 0-12 0,-1 1-30 16,-3 1-54-16,-3 3-10 15,-2-1-25-15,-2 3-34 0,-4 0 1 16,0 1 112-16,-4 3-123 0,-2 1-246 15,0 1-223-15,-5 3-337 0</inkml:trace>
  <inkml:trace contextRef="#ctx0" brushRef="#br0" timeOffset="76427.46">14460 13922 879 0,'0'0'1297'0,"0"0"-880"16,0 0-59-16,0 0-29 0,0 0-306 16,0 0 24-16,0 0 103 0,0 0 46 15,0 0-45-15,0 0-60 0,53-19-31 16,-30 12-13-16,-6 0-8 0,3-4-14 16,3 2-10-16,-2 1-13 0,-1-1 0 15,5 1 11-15,-6 3-13 0,1-3-2 16,-3 4 0-16,-1 0-1 0,-3 3-22 15,1-2-7-15,-5 2-16 0,-1 1-21 16,-2 0-31-16,4-2 2 0,-3 2-3 16,-5-1-32-16,4 0-29 0,0-3-64 15,2-1-60-15,1-2-20 0,-5 0-92 16,2-3-199-16,0 3-77 0</inkml:trace>
  <inkml:trace contextRef="#ctx0" brushRef="#br0" timeOffset="76739">14741 13566 438 0,'0'0'1781'16,"0"0"-1345"-16,0 0-79 0,0 0-73 15,0 0-55-15,0 0-55 0,0 0-57 16,0 0-57-16,0 0-23 0,0 0 20 15,-4 5 38-15,1 2 86 0,3 6 17 16,-2 7-62-16,0 3-55 0,-2 8-29 16,-4 3-3-16,4 2-9 0,-2 3-9 15,-1 2-7-15,1-2-5 0,-4 1-4 16,4-6-15-16,1-1-12 0,1-5 10 16,4-6-29-16,0-3-37 15,0-6-48-15,7-5-51 0,5-4-19 0,0-4-45 16,3 0-71-16,3-6-53 15,-3-2 11-15,4-2-9 0,-5 0-649 16,3-8-477-16</inkml:trace>
  <inkml:trace contextRef="#ctx0" brushRef="#br0" timeOffset="77457.06">15189 13466 177 0,'0'0'85'16,"0"0"176"-16,0 0 465 0,0 0-287 15,0 0-111-15,0 0-52 0,0 0-40 16,0 0-27-16,0 0 16 0,0 0 25 16,-25-1-1-16,23 1-43 0,-2 0-52 15,-2 4-31-15,-2 0-6 0,-1 6-2 16,-1 2-15-16,-6 5-29 0,-1 4-27 15,-4 4-4-15,-1 3-15 0,1 2-7 16,-2 0-14-16,0-4-4 16,7 1-3-16,-7-5-15 0,7 0 15 15,-3-3-13-15,9-3-27 0,-5-1-38 16,7-3-22-16,2-1-21 0,2-5-25 16,2-3-52-16,2-3-147 0,4 0-225 15,2-9 27-15,2-1-220 0,11-13-393 16</inkml:trace>
  <inkml:trace contextRef="#ctx0" brushRef="#br0" timeOffset="77704.47">15082 13558 674 0,'0'0'381'0,"0"0"957"16,0 0-883-16,0 0-45 0,0 0-102 16,0 0-86-16,0 0-72 0,0 0-52 15,-15 63-28-15,15-44-5 16,0 5-3-16,2-1-9 0,0 1-6 15,0 0-13-15,-2 1-3 0,3-2-9 16,-3 0-10-16,0-2-9 0,0 1-3 16,0-3 0-16,-5 2-3 0,5-8-12 15,-2-1-16-15,2-4-75 0,0-3-103 16,7-2-81-16,-1-3-7 0,8-3-66 16,-6-6-68-16,7-5-203 0,-3 1-485 15</inkml:trace>
  <inkml:trace contextRef="#ctx0" brushRef="#br0" timeOffset="77963.67">15146 13582 894 0,'0'0'781'0,"0"0"-164"0,0 0-239 15,0 0-95-15,0 0-168 0,0 0 32 0,0 0 35 16,0 0-11-16,0 0-34 15,54-20-56-15,-32 18-36 0,1 0-33 16,0 1-9-16,6 1-2 0,-7 0-1 16,1 0 0-16,0 0-1 0,-2 0 0 15,-5 1-18-15,1 1-47 0,-5-1-70 16,-2 2-44-16,1-3-24 0,-5 0-17 16,2 0-68-16,-2-5-153 0,-1-2-227 15,3 1-161-15</inkml:trace>
  <inkml:trace contextRef="#ctx0" brushRef="#br0" timeOffset="78243.67">15371 13343 1069 0,'0'0'787'0,"0"0"-184"15,0 0-229-15,0 0-114 16,0 0-21-16,0 0 41 0,0 0-15 15,6 65-73-15,1-46-73 0,-3 4-26 16,0 3-9-16,-2 2 0 0,-2 3-13 16,0 4-19-16,-2 2-15 15,-2 0-18-15,-5 1-19 0,5-2-1 0,-2 0-2 16,4-1-25-16,0-8-37 0,0 0-18 16,0-5-23-16,2-4-34 0,0-7-45 15,4-2-48-15,0-7-99 0,6-2-70 16,3 0-74-16,-7-3-184 15,4-10-570-15</inkml:trace>
  <inkml:trace contextRef="#ctx0" brushRef="#br0" timeOffset="78489.24">15384 13607 262 0,'0'0'1600'0,"0"0"-1098"0,0 0-134 15,0 0-43-15,0 0-41 0,0 0-68 16,0 0-42-16,0 0-17 0,0 0-19 16,0 0-21-16,-46 27-24 0,38-12-9 15,-9 1-28-15,3 2-15 0,-7 3-17 16,7 0-24-16,-7 1-2 0,4-1-16 16,-3 0-16-16,5-7-41 0,-1 1-28 15,7-5-40-15,3-2-43 16,4-5-54-16,2-3-131 0,0-6-349 0,6-5-25 15,1 3-257-15</inkml:trace>
  <inkml:trace contextRef="#ctx0" brushRef="#br0" timeOffset="78739.71">15299 13614 200 0,'0'0'1512'0,"0"0"-957"0,0 0-387 16,0 0-71-16,0 0 110 0,0 0 30 15,0 0-3-15,47 6-68 0,-30-4-71 16,-5 1-41-16,5-1-16 0,-5-1-25 16,3 3-13-16,-5-2 0 0,-2 1 0 15,1 0-2-15,3-2-24 0,-4 4-75 16,-2-5-125-16,1 0-59 0,1 0-115 16,-2 0-257-16,-4-1-540 0</inkml:trace>
  <inkml:trace contextRef="#ctx0" brushRef="#br0" timeOffset="78993.59">15301 13721 723 0,'0'0'1868'0,"0"0"-1421"0,0 0-217 16,0 0-229-16,0 0 71 0,0 0 65 15,0 0 24-15,0 0 3 0,0 0-22 16,0 0-51-16,33 32-43 16,-23-26-45-16,5-1-3 0,-7-1 0 15,4 0-16-15,5-3 13 0,-5 0-80 16,5-1-83-16,-7 0-27 0,7-3-51 16,-3-4-133-16,-3-1-209 0,5-5-679 0</inkml:trace>
  <inkml:trace contextRef="#ctx0" brushRef="#br0" timeOffset="79960.45">15561 13594 255 0,'0'0'1646'0,"0"0"-1189"16,0 0-76-16,0 0-41 15,0 0-129-15,0 0-192 0,0 0-16 16,0 0 54-16,0 0 17 0,0 0 11 15,35 11 1-15,-16-11-20 0,2-4-25 16,1-2-3-16,-3 2-9 0,4 0-14 16,2 1-12-16,-9 2 1 0,3-2-2 15,-7 0-2-15,5 2-2 0,-9-3-61 16,2 3-73-16,1-2-58 0,-5-1-67 16,-2 1-86-16,-4 0-260 0,2 2-538 15</inkml:trace>
  <inkml:trace contextRef="#ctx0" brushRef="#br0" timeOffset="80243.21">15553 13700 288 0,'0'0'1857'0,"0"0"-1295"0,0 0-215 16,0 0-193-16,0 0-135 0,0 0 61 15,0 0 34-15,0 0 10 0,58 15-13 16,-35-18-51-16,1-2-16 0,-1 0-6 16,0-1-7-16,2 0 1 0,-5 2-7 15,-1 1-12-15,2 0-1 0,-7 1-9 16,3 1 13-16,-7 1-15 0,-2-1 1 16,3 1 1-16,-5 0-1 0,-2 0-2 15,2 0-3-15,-4 0-34 16,2-1-45-16,-2 1-41 0,-2-3-48 0,2 2-48 15,-2-2-53-15,0 0-159 16,0-1-268-16,0-1-562 0</inkml:trace>
  <inkml:trace contextRef="#ctx0" brushRef="#br0" timeOffset="80506.42">15749 13683 425 0,'0'0'1428'0,"0"0"-929"0,0 0-153 15,0 0-70-15,0 0-93 0,0 0-68 16,0 0 12-16,0 0 3 0,-10 57-3 16,10-43-10-16,0 4-4 0,0 1-22 15,0 0-22-15,-2-1-2 0,-2 2-17 16,2-3-25-16,0 1-14 0,0-4-11 16,0-1-12-16,0-3-7 0,2-3-37 15,-3 0-45-15,3-2-28 16,0-4-25-16,0 0-23 0,0 1-49 0,0-2-91 15,0 0-88-15,3 0-106 16,-1-2-256-16,0-6-449 0</inkml:trace>
  <inkml:trace contextRef="#ctx0" brushRef="#br0" timeOffset="81708.7">15989 13609 68 0,'0'0'252'0,"0"0"831"0,0 0-731 0,0 0-73 16,0 0-62-16,0 0-75 15,0 0-13-15,0 0-38 0,0 0-91 16,0 0-26-16,-29 17 26 0,29-17 54 16,0 0 26-16,0 0 14 0,4 0-1 15,-4 0-3-15,5 0-17 0,-1 0-5 16,4 0-8-16,0 0-2 0,0 0 3 15,3-2-4-15,7 0-6 0,-5 0-7 16,7-2 7-16,-1 3-10 0,0 0 0 16,-1-2-6-16,-3 3-6 0,1 0 5 15,-3 0-18-15,-5 0 9 16,-2 0 1-16,2 0-4 0,-3 3 3 16,-3-2 6-16,-2 2 17 0,0 0 30 15,0 1 48-15,0 1-35 0,0 1-32 16,0 4-25-16,0 0-6 0,-7 0-6 15,-1 5-7-15,2 0-2 0,-2 1-1 16,-3 1 0-16,-5 2-10 0,5 1-2 16,-7-2 3-16,5 2-3 0,-3-3-1 15,4 0-12-15,-1-5 10 0,3 0-28 16,4-5-3-16,4-1-69 0,-3-4-73 16,5 2-84-16,0-4-152 0,5 0-81 15,3-6-130-15,-6 2-389 0</inkml:trace>
  <inkml:trace contextRef="#ctx0" brushRef="#br0" timeOffset="81966.07">16090 13783 859 0,'0'0'463'0,"0"0"541"0,0 0-732 0,0 0-105 16,0 0-163-16,0 0 47 15,0 0 42-15,0 0 10 0,0 0-13 16,0 0-30-16,40 40-24 0,-30-36-24 15,0 0-9-15,-3 2-1 0,-1-3 1 16,0 1 13-16,2 3-16 0,1-4-2 16,-3 2-37-16,2 0-118 0,4-5-80 15,1 0-102-15,-3 0-198 0,9-6-607 0</inkml:trace>
  <inkml:trace contextRef="#ctx0" brushRef="#br0" timeOffset="82540.96">16386 13415 220 0,'0'0'16'0,"0"0"91"0,0 0 526 15,0 0-324-15,0 0-84 0,0 0 22 16,0 0-20-16,0 0-13 0,0 0 3 16,0 0-1-16,-14-21-19 0,14 21 37 15,0 2-4-15,0-1-1 0,-2 4-20 16,-1 1-27-16,1 1-11 0,-2 3-31 15,2 2-50-15,-2 1-25 0,2 6-18 16,-2-1-4-16,0 4-3 0,-2 1-3 16,1 3-3-16,3-1 3 0,-2 4 0 15,4-1-6-15,-4 2 6 0,4-2-9 16,-2-2-7-16,2-1-5 0,0-2-15 16,0-2-1-16,4-3-2 0,0-4-14 15,2 1-2-15,5-3-7 16,-3-4-6-16,-2 0-24 0,3-2-16 15,3-2-9-15,-6 1-7 0,0-5-15 16,-4 2-20-16,3-1-48 0,-3-1-27 16,-2 0-15-16,0 0-39 0,0-3-33 15,0-2-8-15,0-1-189 0,0 0-292 16,0-6-397-16</inkml:trace>
  <inkml:trace contextRef="#ctx0" brushRef="#br0" timeOffset="82796.38">16367 13656 151 0,'0'0'1107'0,"0"0"14"15,0 0-753-15,0 0-40 16,0 0-16-16,0 0-181 0,0 0-112 0,0 0 28 16,0 0 23-16,0 0 6 0,21 19-1 15,-6-16-2-15,1 1-1 0,-3 0-22 16,3-1-9-16,-1 1-3 15,1-1 0-15,-4 1-26 0,-1 0 4 16,5-1-15-16,-7-1-1 0,-1 1-12 16,6 0-71-16,-7-2-61 0,5-1-57 15,0 0-56-15,-1 0-123 0,-1-1-163 16,2-2-544-16</inkml:trace>
  <inkml:trace contextRef="#ctx0" brushRef="#br0" timeOffset="87853.14">13542 13724 226 0,'0'0'46'0,"0"0"74"0,0 0 688 0,0 0-485 16,0 0-67-16,0 0-87 0,0 0-62 16,0 0-26-16,-38 30-42 15,36-29-6-15,2 0 12 0,-2-1 29 0,0 2 40 16,-2 1 37-16,4 2 14 0,-4 1-14 16,2 0-16-16,0 7-20 15,0-1 3-15,2 4-16 0,0 4-32 16,0-1-16-16,0-1-10 0,0 0-6 15,2-2-12-15,0 1-26 0,2-3 0 16,-2 0-1-16,8-3-18 16,-3 1-7-16,3-3 4 0,2-2 3 0,-1 0 0 15,-1-1 19-15,5-1 1 0,-7-1 18 16,6 0 13-16,-1-2-1 16,-7 2 1-16,4-2-3 0,-4 0 2 0,5 0 4 15,-7 0 19-15,-2 0 2 16,-2 1 10-16,0-1 66 0,0 3 47 15,0 2-42-15,0 2-75 0,0 4-49 16,0 1-13-16,0-1-2 0,0 1 0 16,0 0-1-16,0-1 0 0,-4-1 1 15,0-1 2-15,-5 0 0 0,3-2-2 16,-4-1-20-16,6-4-15 0,-9 1-25 16,5-2-32-16,0-1-34 0,2-2-39 15,-5 0-72-15,1-5-104 0,4-2-118 16,0-3-33-16,-5-3-73 0,5-1-97 15,0 3-154-15</inkml:trace>
  <inkml:trace contextRef="#ctx0" brushRef="#br0" timeOffset="88087.49">13422 13904 343 0,'0'0'36'0,"0"0"1220"0,0 0-749 15,0 0-135-15,0 0-172 0,0 0-200 16,0 0-58-16,0 0 58 0,0 0 96 15,0 0 14-15,54-11-46 16,-36 4 7-16,5-2 12 0,0 1-16 16,-3 1-16-16,-1-1-12 0,4 1-14 15,-7 0-25-15,1 3-2 0,-5-3-1 16,1 3-13-16,-1 1-32 0,-8-1-147 16,6 2-85-16,-3 0-52 0,1-3-197 15,-4 4-261-15</inkml:trace>
  <inkml:trace contextRef="#ctx0" brushRef="#br0" timeOffset="88805.41">13459 13669 285 0,'0'0'16'0,"0"0"43"0,0 0 1047 15,0 0-732-15,0 0-108 0,0 0-65 16,0 0-43-16,0 0-35 0,-48 9-7 16,38-1 3-16,0 2-9 0,-3 0-24 15,7 3 20-15,-6 4-4 0,-1 2-35 16,5 0-3-16,-2 1-7 0,2 2-16 15,-1-1-22-15,9 0-19 0,-4 0 0 16,0 2-22-16,2 1 6 0,2 1 0 16,0 0 14-16,0 1-20 0,0 0 0 15,6-1 6-15,-2 2 13 16,5-3-10-16,-1 0 11 0,8-4-11 16,-5 3 12-16,3-5 0 0,-4-1 1 15,5-1 1-15,1-3-1 0,-1-1 1 16,4-1 2-16,-5-3 13 0,5 0-16 15,-3-2 16-15,3-1 10 0,1-1 5 16,-1-4 1-16,4 0 0 0,-7 0-16 16,3 0 6-16,2-6-9 0,-5-3-10 15,3-1 22-15,-3-2 1 0,3 0 2 16,-7-4-6-16,7 1 3 0,-9 0-21 16,7-2 21-16,-1-2-3 0,-5 0-6 15,3-4 3-15,-6 3 3 0,-1 1 3 16,1-3 13-16,-6 3 9 15,4-1 0-15,-4 5 6 0,-2-2 4 16,0-1 0-16,0-1-7 0,-4-1-22 0,0 1-12 16,-2-2-13-16,2 0-2 15,-3 2 0-15,3-3 2 0,-4 3 9 16,0 2 1-16,-3-3 2 0,3 4-12 16,-6 3 0-16,1 0 9 0,-3 1-10 15,-1 5 11-15,1 1-12 0,-3 2-1 16,-4 2-13-16,3 0-2 0,-1 1-16 15,-2 1-7-15,5 0-2 0,-5 0-10 16,4 1 2-16,5 1 1 0,1-1 12 16,1 0-6-16,2-1-18 0,5 0-23 15,1 0-25-15,0 0-52 0,0-5-89 16,4-4-268-16,0-1-134 0,0 1-328 16</inkml:trace>
  <inkml:trace contextRef="#ctx0" brushRef="#br0" timeOffset="94306.52">1720 14274 105 0,'0'0'101'0,"0"0"908"0,0 0-707 15,0 0-77-15,0 0-18 0,-48 3-57 16,40-1 8-16,-2 2-38 0,1-1 29 16,5 2 9-16,-4-1 6 15,0 0-32-15,-1 4-11 0,1-1-25 16,0 3-6-16,-2 5-39 0,-1 3-23 16,1 7-12-16,0 8-3 0,-1 14-13 15,5 16-3-15,4 20 2 0,0 6-15 16,4-4 13-16,6-9 0 0,3-25 0 15,1-11 2-15,-4-10-21 0,5-7 21 16,3 5-1-16,7-3-17 0,4 3 17 16,2-6 2-16,4-5-13 0,2-5 6 15,4-5-3-15,3-4 10 0,-3-3 13 16,6-4 3-16,1-6-4 0,-5-5 1 16,1-1 16-16,-3-3 12 0,2-3 19 15,-8-3 42-15,0 0-42 0,-4 1 6 16,-4-2 1-16,-2 2-23 15,-3-1 0-15,-5 1-3 0,-5-1 15 0,3 2-3 16,-7-2-9-16,-4 3 4 0,0-4-1 16,-2-1-13-16,0-1-11 15,-2 1-23-15,-2 0-2 0,-2 1 0 16,-3 1 1-16,1 1 1 0,-2 3 19 16,-5 1 6-16,1 2 9 0,-7 0-15 15,2 1-17-15,-5 2 1 0,-1 0-1 16,0-1-1-16,0 3-1 0,-4 1-13 15,0-1-5-15,5 2 2 0,-1 3 14 16,0 0-48-16,-2-1-6 0,6 4 28 16,5-3-25-16,-3 5 8 15,7-1-18-15,-1 1 7 0,5 0-35 16,2 0-54-16,2 0-77 0,4-1-235 16,-2 1-301-16,2-2-600 0</inkml:trace>
  <inkml:trace contextRef="#ctx0" brushRef="#br0" timeOffset="94594.56">1898 14533 727 0,'0'0'1688'0,"0"0"-1259"0,0 0-115 16,0 0-113-16,0 0-83 0,0 0-33 15,0 0 10-15,0 0-35 0,0 0-28 16,4 72 15-16,-2-42 10 0,0 1 9 16,-2 4-10-16,0-4-12 15,0 2-16-15,0-4-28 0,0-2 0 0,0-2-25 16,0-5 0-16,0-2-41 16,2-5-38-16,-2-2-47 0,2-3-61 15,0-3-97-15,2-3-157 0,2-2-168 16,-1 0-390-16</inkml:trace>
  <inkml:trace contextRef="#ctx0" brushRef="#br0" timeOffset="95302.56">2764 14749 233 0,'0'0'97'0,"0"0"669"15,0 0-245-15,0 0-199 0,0 0-31 16,0 0-38-16,0 0-15 0,0 0-74 15,0 0-42-15,0 0-122 16,-44 12-118-16,46-14-95 0,3-3 152 16,1-4 61-16,-2-4 16 0,6-3 10 15,7-1-13-15,-7-2 6 0,5-2-19 16,-3 2-2-16,2 1 1 0,3 4 1 16,-5-1-2-16,3 2 2 0,-5 4-1 15,0 0-2-15,3 3-9 0,-5 0 11 16,-2 3 1-16,1-1 0 0,1 4 1 15,-4 0 12-15,0 4 12 0,0 5 69 16,-2 1 118-16,2 6-107 0,3 3-66 16,1 2-23-16,2 2-16 0,-1 0 2 15,5 0 20-15,-2 0-19 0,3-3 20 16,3 1 5-16,-3-5 8 16,6-3 5-16,-3 0 0 0,-3-5 10 15,3-1 19-15,-3-4-32 0,-5 0 0 16,5 0-3-16,-7-3 13 0,0 1-1 0,2-1-15 15,-3 0-10-15,-5-1-3 16,4-2-7-16,-6 0 1 0,8-1-11 16,-4-2 1-16,7-3 9 0,-3-4-12 15,0-2-3-15,5-4-34 0,1-1-143 16,3-2-116-16,-1-3-120 0,1 9-317 16,1-9-774-16</inkml:trace>
  <inkml:trace contextRef="#ctx0" brushRef="#br0" timeOffset="96182.59">4033 14346 4 0,'0'0'1316'16,"0"0"-936"-16,0 0-168 0,0 0-41 15,0 0-67-15,0 0-16 0,0 0 28 16,-52-19 26-16,44 16 49 0,0 3-53 16,2 0 51-16,-5 0-35 0,-1 0-33 15,1 4-29-15,-1 4 16 0,-2 1-25 16,1 3-4-16,-3 3-40 15,1 4-39-15,-1 5-22 0,3 4 19 16,-1 3-11-16,-1 4 14 16,7 3 0-16,0 10-1 0,-1 12 1 0,9-6-2 0,0-2-17 15,9-8 3-15,1-8 0 16,3 6-16-16,7 1-6 0,3-3 10 16,0-4-4-16,8-5 3 0,0-3 4 15,4-5 25-15,2-3 45 0,4-5 2 16,1-1-28-16,-1-7-19 0,2-3 2 15,5-4 27-15,-5-1 5 0,5-8 1 16,-5-4-9-16,1-6-1 0,-3 0 10 16,0-6-4-16,-3-1 1 15,-5-4-20-15,0-1 4 0,-8 0 0 0,-3-3-1 16,-1 2 1-16,-7 1 19 0,-1 0-17 16,-9 3-5-16,-2 3 34 0,-2-2 42 15,-6 2 1-15,-9-2-6 0,3 2-43 16,-9-1-10-16,-1-1-13 0,-5-1-5 15,-4 1-12-15,-6 3-1 0,-1-1-13 16,-3 4-14-16,2 2-1 16,-1 0 6-16,1 2-25 0,0 4-15 15,6 1 9-15,0 2-42 0,6 4-15 16,2 1-63-16,2 1-118 0,9 1-281 16,4 0-648-16,-5 1-432 0</inkml:trace>
  <inkml:trace contextRef="#ctx0" brushRef="#br0" timeOffset="96601.52">4134 14434 197 0,'0'0'1770'15,"0"0"-1427"-15,0 0-49 0,0 0-39 0,0 0-114 16,0 0-77-16,0 0-63 15,-45 55 18-15,41-40-18 0,-3 2 51 16,1 1-21-16,2-1-18 0,4-1-3 16,0-4-10-16,2 1-32 0,4-2 6 15,5-3 14-15,-3-1-14 0,0-1 4 16,9-1 22-16,-7 0 9 0,9-3 23 16,-5 2-19-16,5-2-10 0,-3 0 29 15,3 1-19-15,-5 0 0 0,3 0 3 16,-5 0 3-16,1 1 10 15,-5 1 15-15,0 1 20 0,-4-2 25 0,-4 5 101 16,0 3 47-16,0 1-32 0,-2 7-112 16,-4 4-43-16,-4 0 9 0,-3 2-12 15,3-5-44-15,-4-1 15 0,3-3-5 16,3-4-12-16,0-4-1 0,-1-4-3 16,5-2-53-16,0-2-47 15,-2-1-34-15,2-1-5 0,-4-4-82 16,-3-2-137-16,1-4-287 0,0 3-376 15,-9-11-280-15</inkml:trace>
  <inkml:trace contextRef="#ctx0" brushRef="#br0" timeOffset="96875.03">4000 14400 187 0,'0'0'2457'15,"0"0"-1819"-15,0 0-288 0,0 0-234 16,0 0-116-16,0 0 0 0,0 0 55 16,0 0-33-16,58 23-3 0,-31-17 6 15,2-2-24-15,4 0 12 16,2-1-4-16,4-3-9 0,0 0-28 16,3 0-19-16,1 0-92 0,0 0-121 0,-1-3-132 15,3 3-152-15,-12 0-225 16,13 0-560-16</inkml:trace>
  <inkml:trace contextRef="#ctx0" brushRef="#br0" timeOffset="97376.75">5011 14473 654 0,'0'0'596'0,"0"0"-88"0,0 0-167 16,0 0 11-16,0 0-103 0,0 0-249 16,0 0-16-16,0 0 16 0,0 0 93 15,0 0 87-15,2 7 19 0,8-7-72 16,11 0-60-16,2 0-25 0,-1 0-30 16,9 0 0-16,0-1-12 0,0 0-1 15,0 0-18-15,0 1-67 0,-2 0-58 16,-4 1-41-16,-4 4-11 0,-3 1-7 15,-3 1-20-15,-9 2-101 0,0 2-121 16,-4-3 51-16,-4 7-248 0</inkml:trace>
  <inkml:trace contextRef="#ctx0" brushRef="#br0" timeOffset="97654.25">4905 14758 89 0,'0'0'2387'0,"0"0"-1795"0,0 0-592 16,0 0 42-16,0 0-42 15,0 0 147-15,0 0 3 0,62-2-17 16,-43 0-60-16,2-1-29 0,-1-1-25 16,5 1-3-16,-2 0-3 0,-5 1-13 15,5-3-16-15,-2 3-117 0,-3-1-105 16,1 1-85-16,-5-1-83 0,3-1-196 15,-5 0-438-15</inkml:trace>
  <inkml:trace contextRef="#ctx0" brushRef="#br0" timeOffset="98193.62">5228 14322 334 0,'0'0'39'16,"0"0"1419"-16,0 0-1052 0,0 0-99 16,0 0-14-16,0 0-42 0,0 0-50 15,0 0-93-15,0 0-38 0,0 0-10 16,-35 6 4-16,37 5 8 0,8 3 39 16,0 10-17-16,1 6-37 0,3 6-13 15,-1 4-7-15,1 2-12 0,0 4-2 16,-3 1-10-16,-1 0-1 0,-2 0-9 15,-1 0-1-15,-5-4 9 0,-2-2-11 16,0-3-28-16,-2-3-20 0,-5-4 23 16,-1-6 25-16,0-4 25 0,2-6-25 15,2-2-11-15,-1-2-4 16,1-5-1-16,-2-1 4 0,4-3-4 16,-6-1-37-16,4 0-4 0,2-1-3 15,-7 0 29-15,1 0 2 0,-2-4-5 16,-1-1-23-16,-3-3-32 0,-1-4-6 15,-1-1-42-15,-3-3-13 0,-3-2-30 16,5 1-16-16,-6 0 87 0,5 0 67 16,1 5 42-16,1 1 23 0,3 4 54 15,7 3 52-15,2 1 60 0,2 1-13 16,2 1-176-16,0 0-80 0,0 1 32 16,6-4 48-16,0 1 106 0,7-3-36 15,-1 0-6-15,0 0-1 0,7-2-2 16,0 0-30-16,-1 1 1 0,3 3-13 15,-3 2 3-15,3 2-9 0,0 0 3 16,-1 2 6-16,1 6 6 16,-4-2-12-16,3 3 0 0,-3 0 2 0,4-2-18 15,-5 2 0-15,1-1-1 16,-5-1-66-16,5-3-94 0,-5-1-129 16,2-1-166-16,-3-2-93 0,-3 0-244 15,2-2-534-15</inkml:trace>
  <inkml:trace contextRef="#ctx0" brushRef="#br0" timeOffset="98760.62">5548 14564 1737 0,'0'0'1222'0,"0"0"-832"0,0 0-390 15,0 0-22-15,0 0-134 0,0 0 156 16,0 0 10-16,0 0 9 0,0 0-3 16,64-6-3-16,-43 4-12 0,2 0 1 15,4 2 21-15,1-1-23 0,1 1 28 16,-2 0 1-16,-4 0-29 0,2 0-18 15,-5 0 18-15,-7 0 2 0,-5 0 14 16,0 0 10-16,-6 2 21 0,-2-1 163 16,0 1 146-16,0 1-61 15,-4 0-109-15,-4 3-161 0,0 1-24 0,-3 3 11 16,-5 4-12-16,4-1-13 16,-5 2 13-16,5 3 2 0,-3-1-2 15,1-1-22-15,3 3 0 0,1-2 21 16,0 1-14-16,1 2-1 0,5-2-8 15,-2 1 5-15,4-1-9 0,0 0 26 16,2 1 2-16,0-3 22 0,0-1 3 16,2-1-4-16,4-3 1 0,0 0-19 15,1-2 7-15,1 2-10 0,6-3-18 16,-3-1 16-16,1 0-17 0,3-1-3 16,-3-1 4-16,4 0-1 0,-1-3-9 15,4 2-31-15,-5-2 9 0,5-2 10 16,-5 0 5-16,5 0 32 0,-5 0-57 15,-1-7-59-15,1 1-48 0,-4-6-42 16,3-2-115-16,-3-8-248 0,-4 4-237 16,-4-16-829-16</inkml:trace>
  <inkml:trace contextRef="#ctx0" brushRef="#br0" timeOffset="99052.38">5988 14332 2361 0,'0'0'994'15,"0"0"-620"-15,0 0-73 0,0 0-143 16,0 0-158-16,0 0 6 0,0 0-6 16,9 65 34-16,-5-41-33 15,2-1-1-15,0 1-25 0,-2-3-28 0,1-1-54 16,3-2-40-16,0-4-83 0,0-1-151 15,-1-5-267-15,1-2-370 16,-4-6-468-16</inkml:trace>
  <inkml:trace contextRef="#ctx0" brushRef="#br0" timeOffset="99326.38">6131 14361 369 0,'0'0'2512'15,"0"0"-1876"-15,0 0-182 0,0 0-91 16,0 0-122-16,0 0-93 0,0 0-65 16,0 0-49-16,0 0-13 0,4 51 7 15,2-26-10-15,3 2-17 0,-1-2-1 16,0 0-18-16,-4-3-80 0,3 0-71 16,-3-4-76-16,0-4-183 0,-2-2-644 15,-2-9-1090-15</inkml:trace>
  <inkml:trace contextRef="#ctx0" brushRef="#br0" timeOffset="100432.33">6964 11853 1422 0,'0'0'0'0,"0"0"559"0,0 0-413 0,0 0-146 0,0 0-42 16,0 0-82-16,-52 55-259 0,50-38-291 16</inkml:trace>
  <inkml:trace contextRef="#ctx0" brushRef="#br0" timeOffset="101672.92">6613 14284 179 0,'0'0'1'16,"0"0"34"-16,0 0-32 0,0 0-3 15,0 0-22-15,0 0-31 0,0 0-90 16</inkml:trace>
  <inkml:trace contextRef="#ctx0" brushRef="#br0" timeOffset="102269.57">6627 14516 11 0,'0'0'287'15,"0"0"1263"-15,0 0-1109 0,0 0-147 16,0 0-37-16,0 0 7 0,0 0-15 15,0 0-40-15,0 0 0 0,0 0-18 16,-18-6-27-16,18 6-14 0,0 0-7 16,0 2 8-16,0 0-21 0,0-1-32 15,0 2-24-15,0 2 27 0,0 6-37 16,0 7-64-16,-2 3-31 0,-1 10 31 16,1-1 12-16,0 2 16 0,-2 3-7 15,0-7-19-15,0 0-2 0,0-6-15 16,4-3-28-16,0-6-6 0,0-3-70 15,0-4-75-15,6 0-99 0,0-3-80 16,2-1-109-16,1-2-77 0,-1 0-15 16,0-3-42-16,-2-2-44 15,1-4-336-15</inkml:trace>
  <inkml:trace contextRef="#ctx0" brushRef="#br0" timeOffset="102551.7">6687 14577 34 0,'0'0'156'0,"0"0"-94"15,0 0-3-15,0 0-20 0,0-59 329 16,0 55 13-16,0 1 10 0,0 2 54 16,0 1 22-16,2 0-19 0,-2 0-86 15,0 4-82-15,0-3-55 0,2 2-30 16,-2 1-9-16,0 2-61 0,2 5-63 16,0 2-15-16,0 3 21 0,1 5 25 15,-3 0 24-15,0-1-12 0,0 5-50 16,0-3-21-16,0 0-25 0,0-1-9 15,0 2-27-15,0-4-4 0,0-1-31 16,0-2-39-16,0-3-7 0,4-4-19 16,0-3-51-16,0-1-89 0,0-5-130 15,4 0-165-15,3-8 27 0,-1-5-71 16,-8-1-191-16</inkml:trace>
  <inkml:trace contextRef="#ctx0" brushRef="#br0" timeOffset="102834.7">6790 14391 337 0,'0'0'98'0,"0"0"1596"0,0 0-1000 16,0 0-264-16,0 0-109 0,0 0-53 16,0 0-7-16,0 0-39 0,0 0-21 15,0 0-10-15,5 3-25 0,-5 2-25 16,0 5-4-16,2 6-98 0,-2 9-39 15,2 10-15-15,0 7 14 0,0 4 0 16,0 3-11-16,0-1 0 16,0-2-19-16,0 2-33 0,0-6-9 15,-2-1-53-15,6-7-12 0,-1-2-13 16,1-4-22-16,0-4-76 0,2-5-56 16,1-4-106-16,1-3-151 0,-4-5-181 15,4-3-490-15</inkml:trace>
  <inkml:trace contextRef="#ctx0" brushRef="#br0" timeOffset="103638.99">6925 14194 1274 0,'0'0'527'0,"0"0"2"0,0 0-284 16,0 0-245-16,0 0 0 16,0 0 39-16,0 0 183 0,0 0-61 0,56-1-49 15,-36-6-39-15,1-2 1 16,0-4-10-16,-1 1-17 0,5-1-15 15,-4-1-16-15,-1 1 0 0,-5 3-3 16,2 1-11-16,-7 3 0 0,-4 4 14 16,-4 0 0-16,2 2 28 0,-4 0 165 15,0 0 131-15,0 3-106 0,-6 1-157 16,4 0-65-16,-4 2-12 0,0 2-2 16,-3-1-14-16,-1 2-2 0,4 0 2 15,-3 1-6-15,-1 0 4 0,0 1-10 16,-3 2 3-16,-3-1 6 15,6-3-6-15,-3 2-12 0,1 1-38 0,3-3-17 16,3 0-8-16,-2-1 6 16,-2-1-29-16,8 1-4 0,-5 1-6 15,3-3 5-15,0 3 29 0,-2-1 0 16,-2-1 35-16,6 0 45 0,-3 1 19 16,1-3 29-16,2-2 80 0,0 0 12 15,2 0-19-15,0-3-45 0,0 0-55 16,0 0 11-16,0 0 35 0,0 0 34 15,0 0 13-15,0 0-3 0,0 0 8 16,0 0 4-16,0 0-6 0,0 0-17 16,0 2 0-16,0 0 9 0,2 5 3 15,0 4-6-15,0 6-22 0,5 4-16 16,-5 7-18-16,6 3-12 0,-2 7-17 16,-2 2 1-16,2 4-1 0,-1 0-1 15,-3-1-1-15,4-2-2 0,-2-4-14 16,-2-2-36-16,2-8-7 0,-2-4-43 15,2-6-40-15,1-6-17 0,-1-2-68 16,-2-7-120-16,8-2-185 16,-4-2-112-16,-2-6-8 0,3-11-335 0</inkml:trace>
  <inkml:trace contextRef="#ctx0" brushRef="#br0" timeOffset="104028.98">7014 14416 154 0,'0'0'1623'0,"0"0"-1065"0,0 0-219 16,0 0-75-16,0 0-46 0,0 0-59 15,0 0-57-15,0 0-22 0,0 0-20 16,0 0-9-16,-2-40-7 0,10 33-16 16,0 2-12-16,3-2-3 0,1 3-1 15,0 1 4-15,1 2 9 0,-1 1 4 16,5 0 27-16,-3 0 17 0,1 3-4 15,-3 2-22-15,5-1-21 0,-3 1-7 16,-2 1-4-16,1 2 7 0,-3-1 3 16,3-1-6-16,-3 1-4 15,-2 2 1-15,3-2 6 0,-3 2-1 16,-2 0-8-16,-2 0 15 0,0 3 22 16,-2 1 46-16,2 2 55 0,-1 0-71 15,-3 5-27-15,0 1-32 0,0 1-18 16,0 1 0-16,-3 1-3 0,3-3-14 15,-4-1-7-15,4-3-29 0,0-3-58 16,4-3-31-16,-1 0-35 0,-1-4-89 16,2-2-112-16,-2-3-196 0,0-2-173 15,-2 0-447-15</inkml:trace>
  <inkml:trace contextRef="#ctx0" brushRef="#br0" timeOffset="104334.64">7005 14465 265 0,'0'0'2468'0,"0"0"-1872"0,0 0-316 16,0 0-182-16,0 0-67 0,0 0 26 15,0 0 25-15,0 0 15 0,0 0 82 16,0 0-45-16,29 18-81 0,-18-15-28 15,5 0-10-15,1-1-2 0,1 0-11 16,-1-2-1-16,4 0-1 0,-3 0-1 16,1 0 0-16,-3 0-15 0,1 0-36 15,-3 0-42-15,-3 0-34 0,-1 0-26 16,-4 1-35-16,0-1-61 16,-3 2-126-16,-1-2-131 0,0 1-205 15,-4-1-427-15</inkml:trace>
  <inkml:trace contextRef="#ctx0" brushRef="#br0" timeOffset="104656.69">7001 14622 662 0,'0'0'2293'15,"0"0"-1788"-15,0 0-331 0,0 0-146 16,0 0-28-16,0 0 38 0,0 0 6 15,52 12 16-15,-38-12-12 0,-1 0-8 16,3 0-14-16,-1 0-8 0,-1 0-14 16,-1 0-3-16,-1 0-1 15,1 0-16-15,-5 0-6 0,-2 0-63 16,4 0-44-16,-1-1-77 0,-3-2-71 16,0 0-146-16,-2-2-159 0,2 1-204 15,-4-3-480-15</inkml:trace>
  <inkml:trace contextRef="#ctx0" brushRef="#br0" timeOffset="104978.74">7001 14816 70 0,'0'0'1679'0,"0"0"-1150"15,0 0-345-15,0 0-13 0,0 0-3 16,0 0-36-16,58-10-33 0,-47 6-25 16,-1 0-10-16,4 2-1 0,-1-3-15 15,1 1-32-15,-1-1-12 0,-3 0-1 16,7 0-2-16,-7 1-1 0,2 0-2 16,-1-1-59-16,-3 3-83 0,0-1-64 15,-2 0-21-15,-2-1-65 0,3 4-43 16,-5-2-208-16,0 1-129 0,-2-2-122 0</inkml:trace>
  <inkml:trace contextRef="#ctx0" brushRef="#br0" timeOffset="105280.24">7171 14749 154 0,'0'0'1831'0,"0"0"-1219"0,0 0-197 16,0 0-86-16,0 0-72 0,0 0-108 16,0 0 8-16,0 0 7 0,0 0-45 15,-42 55-35-15,32-40 3 0,-4 4-28 16,1 1-1-16,-3 2 10 0,-1 2 6 15,1 1-27-15,1-2-20 0,-1-3-17 16,5-1 45-16,-1-3-55 0,2-5-46 16,3 1-34-16,5-4-7 0,0-3-5 15,2-3-32-15,0-2-161 0,6 0-140 16,5-2-27-16,1-5 100 0,3-7-126 16,-3-3-122-16,3-3-119 0</inkml:trace>
  <inkml:trace contextRef="#ctx0" brushRef="#br0" timeOffset="105634.35">7158 14824 193 0,'0'0'212'0,"0"0"1110"16,0 0-531-16,0 0-372 0,0 0-189 15,0 0-73-15,0 0-11 0,0 0-6 16,0 0-14-16,0 0-47 0,17 14 25 16,-15-8 5-16,8 4-23 0,-3-1-33 15,1 0-31-15,0 2-10 0,0-3-12 16,1 0-2-16,-3-1-14 0,2-1-30 15,0-2-90-15,3 0-100 0,-3-3-90 16,0-1-194-16,3-1-148 16,3-8-538-16</inkml:trace>
  <inkml:trace contextRef="#ctx0" brushRef="#br0" timeOffset="106342.88">7524 14221 206 0,'0'0'1876'0,"0"0"-1368"16,0 0-237-16,0 0-189 0,0 0-81 15,0 0 110-15,0 0 53 0,0 0-24 16,0 0-35-16,0 0-13 0,44 0 3 15,-30 0-10-15,3 0 0 0,1 1-12 16,5 0-11-16,0 3-24 0,2-1-1 16,-1 0-7-16,1-1-15 15,0 2-13-15,0-4-2 0,-4 0-1 0,-1 0-17 16,1 0 14-16,-5-2-40 16,-1-2-66-16,-1-2-22 0,-1 1-71 0,-3-1-64 15,0-2-104-15,-1 2-70 16,-5 0-184-16,-4 1-189 0</inkml:trace>
  <inkml:trace contextRef="#ctx0" brushRef="#br0" timeOffset="106661.98">7485 14440 659 0,'0'0'1782'0,"0"0"-1370"0,0 0-181 16,0 0-144-16,0 0-27 0,0 0 58 16,0 0 79-16,0 0 28 0,0 0-40 15,0 0-30-15,43 31-40 0,-28-27-28 16,6-2 3-16,-1-2-19 16,5 0-24-16,4 0-23 0,0-4-21 15,2-1 13-15,0 1-14 0,0-2 0 16,0 0-1-16,-2 0-1 0,0 1 0 15,-4 1-15-15,-5 0-56 0,-1 0-10 16,-3 0-34-16,-5 1-37 0,1 2-18 16,-8-2-28-16,-2 0-46 0,-2 2-58 15,-2-4 26-15,-2-1-310 0,-8-3-662 16</inkml:trace>
  <inkml:trace contextRef="#ctx0" brushRef="#br0" timeOffset="106904.1">7642 14299 1649 0,'0'0'711'0,"0"0"-411"16,0 0-49-16,0 0 31 0,0 0-126 16,-16 62-83-16,16-51 1 0,0 1-5 15,0 1-43-15,6-1-26 0,0 0-45 16,2-3-9-16,3-2-54 0,-1-3-89 15,4-2 11-15,1-2 0 0,1-9-59 16,3-2-121-16,0-4-198 0,-3 1-244 16</inkml:trace>
  <inkml:trace contextRef="#ctx0" brushRef="#br0" timeOffset="107190.38">7965 14237 131 0,'0'0'150'15,"0"0"343"-15,0 0 918 0,0 0-765 0,0 0-198 16,0 0-83-16,-21 49-106 15,11-33-39-15,-1 3-52 0,1-3-22 16,2 0-50-16,-1-1-60 0,3-2-36 16,2-4-15-16,0-2-19 0,0 1-34 15,0-1-66-15,4-1-43 0,0-2-21 16,-2 1-86-16,2-2-151 0,-2-2-288 16,2-1-557-16</inkml:trace>
  <inkml:trace contextRef="#ctx0" brushRef="#br0" timeOffset="107489.44">7731 14269 448 0,'0'0'1995'0,"0"0"-1457"15,0 0-231-15,0 0-148 16,0 0-86-16,0 0-19 0,0 0 44 0,0 0 110 15,0 0 25-15,0 0-43 16,10 45-69-16,-5-32-59 0,-1 0-34 16,0 4-27-16,0-2-1 0,0 3-1 15,0 1-1-15,0 0 2 0,0 1 3 16,-4 3 9-16,7 0 3 0,-5 5-13 16,4-1 1-16,-4 3 0 0,4 1-2 15,-2-2-1-15,3-2 0 0,-3 2-4 16,0-4-11-16,2-2-3 0,-2-4-20 15,2-2-30-15,-2-3-37 0,1-3-23 16,1-4-45-16,-4-2-37 0,2-2-65 16,0 0-76-16,-4-2-66 15,2-1-70-15,0 0-123 0,-2 0-191 16</inkml:trace>
  <inkml:trace contextRef="#ctx0" brushRef="#br0" timeOffset="107872.53">7673 14768 223 0,'0'0'2114'0,"0"0"-1543"15,0 0-177-15,0 0-121 0,0 0-118 16,0 0-58-16,-8 61-8 0,10-43-14 16,4 1-2-16,0 2-14 15,3 0-18-15,-1-3-13 0,2 1-26 16,1-4 0-16,1-3-2 0,0 0-34 16,7-6-4-16,0-3 13 0,-1-3-6 15,1 0 2-15,-3-4 4 0,5-5 12 16,-4-5 12-16,-3 2-11 0,0-5 8 15,-1-2 3-15,-1-1 1 16,-3 1 13-16,-1-1-13 0,-4 2 0 0,-2 0 1 16,-2 4 2-16,0 1 41 0,-6 0 23 15,-2 1 4-15,-5 2-8 0,1-1-13 16,-5 0-13-16,1 1-19 0,-3 1-5 16,-2 1-13-16,3 3-2 0,-1 0-20 15,1 2-15-15,1 3-22 0,1 0-54 16,-1 2-32-16,5 2-15 15,1 2-51-15,-1-1-75 0,4 1-95 0,1 1-140 16,1-4-193-16,-6 1-772 0</inkml:trace>
  <inkml:trace contextRef="#ctx0" brushRef="#br0" timeOffset="108130.55">7617 14790 366 0,'0'0'13'16,"0"0"1035"-16,0 0-716 0,0 0-8 15,0 0-3-15,0 0-21 0,0 0-43 16,54 3-23-16,-42-3-33 0,5 0-52 16,0 0-44-16,5 0-39 15,-1 0-15-15,0 0-26 0,-3 1 6 0,1 1-12 16,-3-2-3-16,-1 0-16 0,-3 0 0 16,1 0-1-16,-7 0-11 15,2 0-48-15,-4 0-47 0,-2 0-61 16,2-3-38-16,-4 0-50 0,3-4-72 15,-3 0-143-15,0 0-292 0,0-3-602 0</inkml:trace>
  <inkml:trace contextRef="#ctx0" brushRef="#br0" timeOffset="108406.93">7648 14875 330 0,'0'0'1611'0,"0"0"-1087"0,0 0-217 0,0 0-179 15,0 0-38-15,0 0 77 0,0 0 40 16,0 0-35-16,0 0-52 0,0 0-32 16,60 13-21-16,-47-13-33 15,1 0-15-15,1-2-6 0,3-3-13 16,-3-1 0-16,1 0-2 0,-1 2 0 15,-5-1-1-15,2 1 0 0,-3 2-44 16,-1 0-10-16,-2 0-25 0,0 1-35 16,-1-1-57-16,-1 1-46 0,0-2-95 15,0-2-201-15,-2 2-162 0,-2-5-636 0</inkml:trace>
  <inkml:trace contextRef="#ctx0" brushRef="#br0" timeOffset="108751.76">7706 14499 233 0,'0'0'2333'0,"0"0"-1733"16,0 0-173-16,0 0-59 0,0 0-110 15,0 0-84-15,0 0-60 0,0 0-21 16,0 0-25-16,-56 59-10 0,42-38-39 16,-3 2 5-16,-1 2-8 0,1 0-4 15,1 3-9-15,-1-3-2 0,1-1 15 16,1-4-16-16,5-3-24 0,-3-2-4 16,5-3-27-16,2-3-25 0,0-3-13 15,6-2-9-15,0-1-25 16,0-2-54-16,0 1-114 0,6-1-12 15,0-1-65-15,2 0-123 0,3-4-142 16,-3-3-410-16</inkml:trace>
  <inkml:trace contextRef="#ctx0" brushRef="#br0" timeOffset="109051.64">7762 14540 639 0,'0'0'977'15,"0"0"291"-15,0 0-858 0,0 0-209 16,0 0-81-16,0 0 3 0,0 0 132 16,0 0-39-16,0 0-69 0,58 36-45 15,-42-28-16-15,5 1-5 0,-4 2 8 16,7-1-15-16,-1-1-7 0,0 2-21 16,0 0-6-16,-1 2-16 0,-1-3 4 15,-2 2-4-15,-1 2 7 0,-1-3-13 16,-1 0-18-16,1 0-2 15,-3-2 2-15,-1 0-3 0,-1 0-52 16,-1-4-27-16,-3 0-13 0,0-3-10 16,0 1-9-16,-1 0-12 0,-1-1-23 15,-2-1-10-15,0 0-95 0,0-1-179 16,-4-1-209-16,4-3-396 0,-4-3-517 16</inkml:trace>
  <inkml:trace contextRef="#ctx0" brushRef="#br0" timeOffset="110177.24">8330 14336 383 0,'0'0'1056'15,"0"0"-283"-15,0 0-256 0,0 0-103 16,0 0-73-16,0 0-44 0,0 0-19 16,0 0-29-16,0 0-75 0,0 0-82 15,-31 60-58-15,31-35 6 16,3 4 19-16,-1 7 14 0,2 3 1 16,0 10-3-16,2 10-19 0,-4-6-19 15,0-5-8-15,-2-6-7 0,2-9-17 16,-2 2-1-16,0 2-49 0,2-5 19 15,0-6-1-15,0-7-36 0,3-4-35 16,-3-2-45-16,4-3-20 0,2-4-13 16,-2-4 6-16,5-1-3 0,-3-1-2 15,2-6-30-15,1-6-36 0,1-7-81 16,-2-3-157-16,7-8-103 0,-9 8-201 16</inkml:trace>
  <inkml:trace contextRef="#ctx0" brushRef="#br0" timeOffset="110480.64">8444 14572 1889 0,'0'0'664'15,"0"0"-179"-15,0 0-191 0,0 0-224 16,0 0-67-16,0 0 99 16,0 0 57-16,0 0 14 0,0 0-41 15,50-1-34-15,-36-2-45 0,5 3-25 16,2-2-6-16,-3 1-19 0,1-2-3 15,-3 3-2-15,1-1-20 0,-1 0-18 16,-5 1-83-16,-3 0-53 0,-2 0-55 16,0 0-61-16,-4 2-118 0,1 2-116 15,-1 1-184-15,-4 3-487 0</inkml:trace>
  <inkml:trace contextRef="#ctx0" brushRef="#br0" timeOffset="110770.68">8508 14716 1502 0,'0'0'1199'0,"0"0"-746"0,0 0-62 16,0 0-84-16,0 0-113 0,0 0-80 16,0 0-58-16,-12 53-19 0,18-45 4 15,0 1-7-15,3 1-10 0,1-2-5 16,0 0 0-16,5-2-17 16,-1 0 15-16,1-3-17 0,3-1-15 15,1-2 2-15,1 0-2 0,1-7-4 16,0-3-71-16,0 0-56 0,1-5-56 15,-1-1-59-15,2 1-130 0,-3-2-225 16,-3 2-531-16,8-4-347 0</inkml:trace>
  <inkml:trace contextRef="#ctx0" brushRef="#br0" timeOffset="111280.5">8901 14576 436 0,'0'0'420'0,"0"0"595"0,0 0-638 16,0 0-109-16,0 0-55 0,0 0-23 16,0 0-14-16,0 0-48 0,0 0-64 15,0 0-64-15,-4-12 47 0,10 6 20 16,6 0 0-16,5-5-13 0,2 3 0 15,5-2-16-15,3 2-7 0,6-1 4 16,0 2 3-16,1 4 3 0,-1 0-6 16,0 3 6-16,-4 3 6 0,-3 5 16 15,-5 3 40-15,-4 2 57 16,-7 5-7-16,-2 4 14 0,-8 3-7 0,0 4-61 16,0 4-53-16,-8-1-19 15,0 1-11-15,-3-2-14 0,3-3-2 0,0-5-3 16,2-4-25-16,-1-5 0 15,3-6-24-15,2-4-65 0,2-4-74 16,0 0-61-16,0 0-80 0,6-9 44 16,1-2-29-16,1-7-96 0,-2-5-178 15,0 5-551-15</inkml:trace>
  <inkml:trace contextRef="#ctx0" brushRef="#br0" timeOffset="111665.45">9749 14368 70 0,'0'0'2601'0,"0"0"-2020"0,0 0-118 16,0 0-66-16,0 0-120 0,0 0-79 15,-58 40-57-15,45-30-58 0,-1 2-46 16,-5 4-26-16,1 3-11 0,-3 2-2 15,-2 3-16-15,0 0 18 0,3 1-3 16,-3-1 0-16,4-2 1 0,1-1-11 16,3-2 11-16,1-3-13 0,1-1 15 15,7-2 0-15,-2-1-1 0,4-2-14 16,4-1-10-16,0 0-15 0,2 2 6 16,4-1 19-16,2-1 15 0,7 1 12 15,-1 0 13-15,5-2 2 0,2-1-25 16,1 1-2-16,1-4 0 15,4 0-3-15,-2-2-21 0,4-2-16 0,-4 0-65 16,1 0-22-16,1-3-43 16,-2-1-33-16,4 1-18 0,-4-2-44 15,2 1-98-15,2-5-92 0,0 2 16 16,-3-4-132-16,-5 3-239 0</inkml:trace>
  <inkml:trace contextRef="#ctx0" brushRef="#br0" timeOffset="112417.2">10077 14246 1649 0,'0'0'1295'16,"0"0"-815"-16,0 0-72 0,0 0-53 15,0 0-88-15,0 0-116 0,0 0-151 16,0 0-72-16,0 0-24 0,0 0 65 15,-29-19 28-15,42 15 3 16,-1 0 2-16,9 1-1 0,-3-1 12 0,5 2 2 16,2 2-12-16,0 2 25 15,2 4-6-15,-3-1-4 0,1 5-5 16,-4-2-1-16,-3 3 0 0,-3-1-9 16,-5 2 19-16,-6 0-3 0,-4 1 18 15,0 2 0-15,-4 1-4 16,-6 1-29-16,-2 0-4 0,-5 0 0 0,3-3-13 15,3 0 11-15,-3-5-10 0,1 0 10 16,1-2-26-16,2-1-6 0,-1-2 3 16,3 0-9-16,-2 0-6 0,1-1-7 15,5 0-6-15,-2-2 22 0,4 1 18 16,2-1 7-16,0 1-53 16,0 0-51-16,4 0 110 0,0 3 6 15,4 1 28-15,1 1-9 0,3 1 3 16,1 2 3-16,3 1 3 0,-1 1-6 15,3 0-7-15,-3 2 4 0,3 1-1 16,-3 0-2-16,3 3 2 0,-5-1-2 16,-1 1 3-16,-4 1-7 0,1 3 0 15,-5 0 4-15,-2 3-16 0,-2 0-2 16,0 1-20-16,-2 1 0 0,-2-5 1 16,-3 1 18-16,-1-4 3 0,2-4 16 15,0 0 0-15,0-6-14 0,-3-2 10 16,1-3 7-16,4-2-7 0,-4-2 4 15,1 0-5-15,1 0-11 0,-2-8-2 16,-2-2-23-16,1-2-3 0,-3-5 0 16,2 0 16-16,-1-2 10 0,-1-1-11 15,2 2 13-15,-1 1 1 16,3 2 21-16,0 2 9 0,1 1-9 16,5 1-4-16,-2 3 1 0,4 1-18 15,0 0-1-15,0-1-12 0,4 0-1 16,3 1 11-16,-1 0 0 0,4 2 1 15,1-1-1-15,-1 1-10 0,2 2 10 16,1 0 1-16,3 0 0 0,-3 3-1 16,1 0-16-16,1 0-50 0,1 0-19 15,-4 0-35-15,1 0-98 0,-3-1-194 16,-2-1-309-16,-3-6-900 0</inkml:trace>
  <inkml:trace contextRef="#ctx0" brushRef="#br0" timeOffset="127149.5">26852 11024 38 0,'0'0'13'16,"0"0"-13"-16,0 0 16 0,0 0 4 15,0 0-18-15,0 0-1 0,0 0 0 16,-2 0 16-16,0 0 15 15,2 0 24-15,-2 0 25 0,2 0-38 16,0 0 260-16,0 0-193 0,0 0-110 16,0 0-97-16,0 0-158 0,0 0-2 15,6 0 133-15</inkml:trace>
  <inkml:trace contextRef="#ctx0" brushRef="#br0" timeOffset="127990.88">26674 10941 71 0,'0'0'75'0,"0"0"-49"16,0 0 10-16,0 0 6 0,0 0 17 16,0 0 381-16,0 0-235 15,0 0-98-15,0 0-58 0,0 0-32 0,-4 2-4 16,4-2 13-16,0 2 3 15,0-2 10-15,0 4-6 0,0-2 2 16,0-2 1-16,0 5-3 0,0-3-4 16,-2 2-16-16,2 0-13 0,0 0-1 15,-2 2-12-15,2 0 10 0,0-1-10 16,0 1 11-16,0 0-1 0,0 2-10 16,-2-3 10-16,2 1-10 0,-2 2 10 15,2-2-13-15,-2 1 12 0,0 0 2 16,-5 0 0-16,7 2 2 0,-2-1 0 15,2 2 0-15,-2-1 0 0,0 1 0 16,0 0-3-16,2-1-10 16,-2 1 9-16,2 1 2 0,-2 0 0 15,2 0 1-15,-2 2 1 0,2 0 2 0,-2 0-1 16,0 3 0-16,0-3 3 16,0 2-1-16,2-1 0 0,-2 0 17 15,0 1-7-15,-3-2 3 0,3 5 7 16,2-4-4-16,0 1-18 0,0 0 1 15,0 2 18-15,0 1-18 0,0 1 0 16,0-1 9-16,0 3-11 0,0-4 0 16,0 4-1-16,2-2 0 0,3 0-38 15,-3-1-29-15,-2 0 16 0,0-2 12 16,0-1 8-16,0 1 3 0,0-2-4 16,0 1 0-16,0-2 1 0,2 2-7 15,-2-1-20-15,4 2-6 0,0-3-16 16,-2 1-37-16,2 1-28 0,2 0-1 15,-4-2-55-15,9-1 29 0</inkml:trace>
  <inkml:trace contextRef="#ctx0" brushRef="#br0" timeOffset="131812.26">26693 12003 229 0,'0'0'173'16,"0"0"-114"-16,0 0-58 0,0 0 12 16,0 0 13-16,0 0 7 0,0 0 77 15,0 0 92-15,0 0-110 0,0 0-89 16,-2 6 10-16,4-6 7 0,0 1-4 15,4 1 7-15,-2-2-20 0,0 0-3 16,2 0 0-16,5 0 1 0,-3 0-1 16,-2 0-1-16,5-2-12 0,1 1-13 15,-2 0-4-15,1 1 14 0,3 0 14 16,-4 0 2-16,7 0-1 16,-5 0 1-16,1 0 91 0,5 2-6 0,-3 0-17 15,4 0-35-15,-3 0-4 0,3 1-27 16,1-1 11-16,-1-1-12 15,4 0 25-15,-7 1 26 0,7-1-12 16,-2 1 2-16,1-2-16 0,1 0-3 16,4 0-20-16,0 0 0 0,2 0 26 15,0-2-28-15,4-2-1 0,4 2-16 16,-2-2 16-16,4 0 2 0,-1 0-1 16,1-1 1-16,2 0-2 0,3 1-11 15,-3-1 11-15,0 0 0 0,5-1-4 16,-3 0 4-16,-1 0-1 0,1 2 1 15,5 0 1-15,-7-1 1 0,0 0-4 16,7 1 2-16,-5-1-1 0,5 0 1 16,-3-1 0-16,-1 2-2 0,3 1-16 15,-3-2 17-15,1 3-20 0,0-2 21 16,1 2 39-16,-5-2-23 0,7 1-12 16,-5 2 15-16,-1 0-3 15,1 1-3-15,-2-1 4 0,-1 1 2 16,1 0-17-16,2 0-2 0,-1 0 0 0,-1 1 0 15,5 0 1-15,-3 0 1 16,0-1-2-16,-3 0-17 0,7 2 14 16,-5-2 1-16,-3 0 0 0,-2 0-18 15,6 0 17-15,-3 0-13 0,-5 1-23 16,2-1 38-16,-2 1-12 0,0 0-7 16,-4-1 4-16,4 2-17 0,-4-2 1 15,3 0-11-15,-1 0 24 0,-2 0 17 16,2-2-18-16,-4 1 20 0,2 1-1 15,-2-1 1-15,-3 1 0 0,-3 0 29 16,0 0 62-16,0 4-25 0,-5-2-5 16,1 0-15-16,-3 1-1 15,5 0-42-15,-6 0 10 0,3-2-11 16,-3 1-2-16,5-1 0 0,-5 0 2 16,3 3 17-16,1-1 24 0,-2-2-1 15,-1 1-19-15,1 1-1 0,-1-3-9 0,-1 1-12 16,-1 0 1-16,3-1-1 15,-5 0 0-15,5 0-1 0,-3 2-2 16,3-2-15-16,-1 0-44 0,3 0-4 16,-1 1-7-16,3-1 27 0,0 2 15 15,1-1 7-15,-1 0 7 0,-4 1 3 16,5-1 11-16,-3 1 0 0,0 0 0 16,-3 1-15-16,1-3-5 0,-3 2-40 15,-2-2 0-15,-1 1 3 0,3-1-16 16,-3 0-22-16,-3 0 15 15,2 0 20-15,-2 0 36 0,-1 0 24 16,1 0 2-16,-2 0 0 0,0 0 0 0,1 0 2 16,-1 0 31-16,0 1 0 15,-4 1 32-15,6-2-16 0,-1 0-20 16,-3 1-6-16,0-1 6 0,0 0-16 16,0 0-11-16,-2 0-1 0,-2 0 16 15,2 0-1-15,-2 0 46 0,0 0 78 16,4-1-17-16,-2 1-123 0,0-4-75 15,7 2 10-15,-1-3 36 0,4 0-39 16,3 1-59-16,-1 0-10 0,7 1 91 16,0 0 43-16,-1 2 1 0,1-2 1 15,0-1-12-15,-3 4 11 0,1-1 1 16,-3 1-11-16,-3 0 12 0,-3-1 1 16,-4 1-1-16,-1 0 3 0,-3-1 59 15,-2 1 208-15,0-1 69 0,-2 0-112 16,-5 1-52-16,5-3-52 15,-2 3-16-15,0-3-52 0,2 3-51 0,2-1-4 16,-2 1-29-16,2 0-20 0,0 0-3 16,0 0 37-16,0-2 15 15,0 2 13-15,-4-1-10 0,4-1 10 16,0 1-13-16,0-2 0 0,0-1-13 16,0 2-13-16,0-1-13 0,0-2 4 15,0 1 12-15,0-3 20 0,4 1 0 16,-2 0-20-16,0-3 23 0,-2 1 0 15,0-2 26-15,0 1 9 0,-2-2-2 16,-4-2 19-16,4 1 19 0,2-4-16 16,-2 2-32-16,-1-2-23 15,3-1-17-15,0-1 5 0,0 0 8 16,0-1 2-16,0 0 2 0,3-1 0 0,-3-1 13 16,0 0 0-16,0-2 10 15,0 2 12-15,-3-2 1 0,1 2-33 0,0-2 20 16,-2 1-10-16,0 0-13 15,0-1 0-15,0 1-4 0,2 1 1 16,-2 2-13-16,2-1 0 0,2-2-13 16,0 0 6-16,6-3 7 0,-2 1 13 15,0 1-1-15,0-2 2 0,0 0 0 16,-2 1 0-16,0 2 2 0,0 0 1 16,-2 2-1-16,0 1-11 0,3 1-37 15,-3 2-7-15,0-2-23 0,2 2 13 16,-2 1 3-16,0-2 17 0,0 4 13 15,0-1 16-15,0 2 16 0,0 3 4 16,0-1-3-16,0 1-1 0,-2 1-2 16,-1-1-18-16,3 1-19 15,0 0-29-15,0 0-13 0,0 1 12 0,0-1-22 16,3-2 0-16,-3 0 26 16,2 1 20-16,-2 0 45 0,0 2 2 15,0 1 17-15,0 0 53 0,0 0-17 16,-2 4-19-16,2 0-16 0,-3-2-20 15,3 3-10-15,0 0-42 0,0 1-49 16,0 0-46-16,0 0 4 0,0 0 42 16,-2 0 60-16,2 1 41 0,-4 1 42 15,2 1-22-15,-4-1-7 0,0 4-13 16,-2-1 1-16,1 1 12 0,-1-3 33 16,2 2 12-16,-4 0-25 0,5-2-7 15,-1 2-23-15,0-2 10 0,0-2-11 16,0 2 0-16,-1 0 2 0,-1-2 12 15,-2 0-3-15,-3 2 0 0,5-3-12 16,-6 2 1-16,-3-1 1 0,1-1-3 16,-5 0 3-16,-2 0 10 15,5 0-12-15,-7 0 0 0,-2 0 0 16,-2-1 1-16,2-1 11 0,-2 1-13 16,0-1 0-16,-2 0 0 0,2-1 0 15,-2 0-13-15,0 0 12 0,-2 0 1 16,0 2 1-16,-2-1 2 0,0 0 10 15,-2 1 4-15,-1-2 25 0,1 1-19 16,-4 2-21-16,4-1-2 0,-5 0-13 16,1 1 11-16,-5-3 0 0,5 3-10 15,-6 0 11-15,-1 0 2 0,5 0 1 16,-9-2 14-16,11 2-16 0,-5 0 3 16,1-1 59-16,1 1 16 0,3-1-6 15,-7-1-10-15,9 2-20 0,-2-1-19 16,6 1 9-16,-5-2-32 15,3 2-13-15,-2 0-3 0,6 0 0 16,-2-1-1-16,-3-1-35 0,5 2 7 16,0-2 2-16,-2 1 4 0,2-2 7 15,-2 3 29-15,0-2 0 0,0 0 3 16,0 0 4-16,-1 0-2 0,-1 0-2 16,0 2 0-16,-2-1 0 0,1 1-1 15,1-2 1-15,-2 2 0 0,0 0 0 16,-1 0 32-16,-1 0-12 0,2 0 16 15,0 0-21-15,1 0-14 0,-1 2 14 16,-2-1 11-16,3 1 7 0,1 2-20 16,-2-2-10-16,4 3 16 0,-2-2-19 15,2 3-15-15,-3-3 14 0,1 0-12 16,2 1 11-16,2-1-11 0,0-1-10 16,-2 0-19-16,0 0 6 0,-3 1 17 15,3 0 16-15,-2 0 2 0,2 0-2 16,-4 1 3-16,-5 0 20 15,7-1-20-15,-2 4 13 0,-3-4 6 16,-3 1-19-16,4-1 0 0,-1 1 0 16,-1 0-1-16,-3-1-1 0,3 2 1 15,2-1-1-15,-5-1 2 0,3 3 2 16,1-2 24-16,-3 1 23 0,6 0 9 16,-1-1 14-16,5 0-7 0,-2-1 0 15,4 0-17-15,2 1 1 0,0-2-20 16,4 2-3-16,2-1-25 0,9-3 12 15,-3 3-13-15,7 0-2 0,3 0-14 16,-1 0 12-16,8-2-35 0,-2 0 4 16,4 0-40-16,0 2-64 0,0-1 70 15,2 2 50-15,0 0-4 0,0-2 10 16,6 0 10-16,-6 3 2 0,2-4 1 16,-1 1 0-16,-1 1 2 0,-2-3-1 15,0 0 12-15,0 2 0 16,2-1 3-16,-2 0 4 0,0 1-4 15,0-2 0-15,0 2 0 0,0-2-3 16,0 4-9-16,0-2 12 0,0 3-15 16,0-2 0-16,0 2 0 0,0 0 1 15,0 0 2-15,0-1-4 0,2 3-17 16,0 1-9-16,2 0 13 0,0 3 12 16,4 0-1-16,1 0 2 0,-5 4-3 15,4-2-23-15,2 3-20 0,-3-1 11 16,-1 4 2-16,-2 0 4 0,2 1-7 15,-2 2 17-15,-4 3 19 0,2 0-2 16,-2 3 1-16,0 2-18 16,-2 4 3-16,-4 2-33 0,0 2-49 0,2-1-9 15,-3 4 6-15,-3-2 29 16,2-2 57-16,4-2 15 0,-2-1 13 16,-3-3 10-16,1-2 0 0,2-1-7 15,0 0 0-15,1-1 0 0,1 1-4 16,2 1-11-16,2-1 0 0,0-2 3 15,0-1-1-15,4 2 9 0,1-5-12 16,-1 0-1-16,2-3 0 0,0-3 0 16,4-1 0-16,-3 0-45 0,-3-3-13 15,4-1 20-15,-2-3 26 0,2 0 13 16,-3-2 36-16,-1-2-13 0,-4-2-20 16,0-2 13-16,2 1 1 0,-2-1 48 15,0 0 59-15,0 0 6 0,0 0-16 16,0 0-7-16,0 0-13 0,0 0-16 15,0 0-3-15,0 0-26 16,0 0-49-16,0 0 0 0,0 0-33 0,0 0 4 16,0 0 6-16,0 0-3 15,0 0-16-15,0 0-88 0,0 0-7 16,0 0 1-16,0 0-47 0,0 0-110 16,2-2-267-16,-4 4 213 0</inkml:trace>
  <inkml:trace contextRef="#ctx0" brushRef="#br0" timeOffset="136326.27">9587 17789 190 0,'0'0'137'0,"0"0"1723"16,0 0-1498-16,0 0-197 16,0 0-62-16,0 0-16 0,0 0 25 15,0 0 51-15,2 8 60 0,-2-7-1 16,0-1-26-16,0 0-39 0,0 1-34 16,0 0-23-16,0 0-16 0,0 0-16 15,0 1-15-15,2-2-16 0,-2 1-12 16,3 0-22-16,-3 1-1 0,4 0-1 15,-4 0 2-15,4 0 19 0,0 1 0 16,0 2 2-16,0-3 4 0,2 3 3 16,1-3 12-16,-1 4 3 15,2-1 13-15,-2 0-1 0,5 0 0 16,-1-1-2-16,0 2-11 0,3 0 1 16,1-1-6-16,1 1 0 0,-1-1-4 15,1 0-2-15,3-1-1 0,-1 2-5 16,3-1-1-16,1-3 1 0,0 4 8 15,1-1-8-15,7-1-4 0,-4 1 3 16,4-2-6-16,2-1 4 0,4 0-1 16,11-2 0-16,7-3-12 0,16-7-10 15,11-5 2-15,5-4-2 0,-2-2 0 16,-9 3-1-16,-8 1 0 0,-6 4-2 16,-2 2 1-16,-4 3 0 0,0-1 0 15,-9 1 0-15,-8 4 0 0,-4 0 2 16,-10 3 10-16,2-2 3 0,6 1 6 15,4-1 0-15,6 1 0 0,5 1-5 16,10-1 2-16,4-1-15 0,8 2 9 16,10 0-9-16,3-5 15 0,-4 1-17 15,-7 0 2-15,-6 1-1 16,-8 1 1-16,0 1-2 0,-13 0 11 16,-6 2-12-16,-8 0 0 0,-2 0 0 15,-8 0 1-15,7 2 1 0,7 0 0 16,3 1-1-16,5 0 11 0,0 3-8 15,-3-1-1-15,-1 1 12 0,2-1-12 16,2 0 12-16,1 0-13 0,-3-1 13 16,4 0-13-16,1 0 13 0,1-1-13 15,-1-1-1-15,-1-1 1 0,5 1 0 16,-9-2 0-16,4 0 0 0,1 0 10 16,-5 2-9-16,-4-2 0 0,4 1 12 15,-3-1-12-15,1 1 13 0,-2 0-13 16,0 0 9-16,2 1-10 0,3-2 1 15,-3 0 12-15,6 0-13 16,3 0 0-16,-3-3 1 0,5 1 0 16,1-1 0-16,-3 3-1 0,1-2 0 0,-3 1-1 15,-1 1 0-15,-4 0 2 16,7 1-2-16,-9 1 14 0,2 1-12 16,-2 2 12-16,3-2-3 0,-1 1-9 15,0 0 0-15,-1-1 9 0,1 0-10 16,2 1 10-16,0 0-12 0,3 0 0 15,-7-1 2-15,6-1-2 0,1 3 0 16,-3-2 2-16,-1 0 0 0,1 0-1 16,2 0 2-16,-1 0-2 0,-5 0 2 15,4-1-3-15,-4 1 1 16,7-1 1-16,-5-1 0 0,-4 2-1 16,2-1 11-16,1-2-11 0,-3 1 1 15,0 1-1-15,-2 0 1 0,0-1 0 16,-4 0-1-16,0 1 0 0,0 1 1 15,0-2 1-15,0 2-1 0,-2-2 1 16,-1 0 0-16,8 0 0 0,-3-1-1 16,2 0 0-16,2 0-1 0,0 0 0 15,-2-1 0-15,4-1 1 0,-8-1-1 16,4 2 0-16,-2-1 1 0,-2 1-2 16,-2 1 2-16,0-2-2 0,-2 2 1 15,-3 0-2-15,1 0 1 0,4-1 0 16,-6 1 2-16,6 0-1 0,-3 0 1 15,3 0-1-15,-2 0 0 0,-2-1-1 16,2-1 2-16,-1 2 0 0,-3 0-1 16,0 0 1-16,-1 0-2 15,-1 0 1-15,2 0 0 0,-5 0 0 16,5 0-1-16,2 0 2 0,-1 0 0 16,5 0 1-16,2 0 0 0,2 0-1 15,2 0-2-15,2-2 1 0,1 1 1 16,-1-2 1-16,4 1-1 0,2-1-1 15,3 0 0-15,-5 1 0 0,4 0-1 16,1 1 1-16,-3-2-1 0,1 3 0 16,-1-1-1-16,0 1 2 0,1 0-2 15,-3 0 1-15,0 1 0 0,5 2 0 16,7-2 1-16,7 3 0 0,8-1-1 16,9 0 1-16,7 0 0 0,-5-1 1 15,-7-1-1-15,-8-1 0 0,-6 2 1 16,-2-2-1-16,1 0-1 0,-1 2 3 15,-10-2 9-15,-7 1-11 0,-8-1 2 16,-6 0-2-16,-3 0-1 0,5 0 0 16,6 0 3-16,2 0 0 0,2 0-1 15,5 0 1-15,-5-1-1 16,2-3 0-16,4 2 0 0,-2-2-2 16,1 2 0-16,1-2 0 0,-4 0-2 15,7 3 0-15,-5-2 0 0,0 0 0 16,1 1 1-16,-5 1 0 0,0 1-2 15,2 0 3-15,-4 0 0 0,-4 0 2 16,2 0-1-16,-2 0 0 0,-4 0 1 16,-2 1-2-16,-3 1 0 0,-1 0 0 15,-5-1 0-15,1 0 1 0,-5 1 1 16,0-2 0-16,3 0 0 0,-5 0 1 16,0 0-1-16,-4 0 1 15,3 0-1-15,1 0-1 0,-4 0 0 16,0 0-1-16,-2 0 0 0,2 0-1 15,-4 0-1-15,2 0-1 0,-2 0 0 16,0 0 1-16,0 0-1 0,0 0-9 16,0 0 9-16,0 0 0 0,0 0-12 15,0 0 3-15,0 0-3 0,0 0 0 16,0 0 0-16,3 0 12 0,-3 0-9 16,0 0 10-16,2 0 2 0,2 0 0 15,-4 0 1-15,4 0 1 0,-2 0 1 16,0 0 0-16,0-2 12 0,0 2-14 15,-2 0 0-15,2 0 0 0,0-1 0 16,-2 1-1-16,4 0 0 0,-2 0-1 16,1 0 1-16,-1 0-1 0,0 0 0 15,2 0 0-15,0 0 0 0,-2 0 0 16,0-1 1-16,2 1 0 0,-4 0 0 16,2-2 1-16,0 2-1 15,5 0 0-15,-3-2-1 0,2 1-2 0,6 1-12 16,1-3-3-16,5 3-16 15,-1-2 1-15,6 0 6 0,-1 0 6 16,-1 0 9-16,0 1 10 0,-3 0 0 16,-3 1 2-16,-3 0 1 0,1 0 2 15,-5 0 15-15,-2 0 3 0,-2 0 6 16,-2 0-6-16,-2 0 7 0,0 0-7 16,2 0 6-16,-2 0-6 0,0 0-3 15,0 0-16-15,0 0-2 0,0 0-12 16,0 0 0-16,0 0 0 0,0 0-9 15,0 0 6-15,0 0-3 0,0 0 3 16,0 0-1-16,0 0-2 0,0 0 6 16,0 0 0-16,0 0 0 0,0 0-12 15,0 0-18-15,0 0-22 0,0 0-30 16,0 0-42-16,0-6-28 0,4 0-64 16,1-6-176-16,1-4-299 15,-2 2-803-15,10-24-1002 0</inkml:trace>
  <inkml:trace contextRef="#ctx0" brushRef="#br0" timeOffset="146273.82">9602 17831 911 0,'0'0'74'16,"0"0"-44"-16,0 0 608 0,0 0-333 16,0 0-166-16,0 0-103 15,0 0-3-15,0 0-4 0,-42 12 3 16,42-12 4-16,0 0-1 0,0 0 11 15,0 0 9-15,0 0 3 0,0 0 0 16,0 0-3-16,0 0-16 0,0 0-10 16,0 0 0-16,0 0 6 0,0 0 39 15,5 2 23-15,1-2 15 0,0 3 7 16,4-3 2-16,3 3-25 0,-1-3-4 16,3 1-6-16,1-1-1 0,5 0 4 15,-3 2 2-15,3-2-28 0,2 0-19 16,0 0-28-16,1 0 16 15,3 0-10-15,2 0 6 0,-2 0 16 16,4-3-10-16,2 0-2 0,0 0-3 0,2-1 5 16,-2-1 0-16,9-1-12 15,-7 0 0-15,4 2-4 0,-2-2 1 16,3 1 3-16,-1 0 3 0,2-1-10 16,-1 1 1-16,1-1 2 0,0 0 4 15,3 1-6-15,-3-2-1 0,0 1-13 16,1-1 20-16,3 2-20 0,-1-1 17 15,-3-1-16-15,4 2 0 0,-5 1 0 16,1-2 12-16,0 1-12 0,1 1 9 16,-5 2 3-16,0-1-2 0,2 0-1 15,-1 1 0-15,-1 0-9 0,0 0 22 16,2 0-9-16,-4 0 2 0,1-1-15 16,-1 0 16-16,0 1-16 0,-2 1 15 15,0-2 1-15,0 3-4 0,0-1 4 16,-2 1-7-16,0 0 0 0,-2 0-9 15,-2 0 13-15,2 0-13 16,0 0 0-16,0 1 12 0,0 1-13 16,2-1 10-16,2-1 7 0,0 0-17 15,0 0 16-15,2 0-17 0,0 0 2 16,-2 0 10-16,-4 0-10 0,4 0 9 16,-4 0 0-16,-2 0-9 0,-4 0 16 15,-2 0-17-15,5 0 10 0,-7 3-10 16,4 1 10-16,4 0-9 0,-7-1 0 15,9 0 10-15,0 1-11 0,2-1 10 16,4-2-9-16,-2 1-1 0,5-1 1 16,-1 1-1-16,-2-2 0 0,4 0 1 15,-4 1 10-15,-2 0-12 0,1 0 1 16,-3 2 1-16,-5-2 9 0,3 1-9 16,-2 1 12-16,0-1 1 0,2 2 2 15,-2-2-16-15,4 2 0 0,-4-3 16 16,4-1-17-16,4 0 0 0,-2 0 1 15,0 0-1-15,8 0-1 16,-3-4 0-16,-1 2-2 0,2-3 1 16,2 3-2-16,1-3-15 0,-1 1-7 15,-2 1 22-15,3-1-15 0,1 1 16 16,-2-1-7-16,-1 3 9 0,1-2 12 16,-4 1-10-16,9 1-1 0,-9 0 2 15,2 1 9-15,-2-2-11 0,3 2 24 16,-1 0-13-16,0 0-12 0,-1 0 1 15,-5 0 0-15,6 2 0 0,0-1 1 16,-2 1-2-16,5 1-1 0,-1-2 1 16,-2 0 0-16,5 1 2 15,1 0 1-15,-3-1 0 0,1 0 13 0,2-1-14 16,-3 0-1-16,-3 0 11 16,0 1-11-16,-4-1 11 0,3 1 6 15,-9 2 4-15,4-3 2 0,-4 2-6 16,-5 2-16-16,5-3 14 0,-2 1-4 15,-4 1-10-15,6-1 1 0,0 0-2 16,2 0 1-16,2 0-1 0,0-1 0 16,2 2-1-16,2-2 0 0,-2-1-2 15,1 1 1-15,-3 1 1 0,-2 0 2 16,0 0-1-16,-4 0 1 0,-1 1-1 16,-1-1 0-16,-4 2 11 0,2-1-11 15,-1 1 2-15,1-1 0 0,0 2 10 16,4-1-11-16,0 0 0 0,-3 0 1 15,5 1 9-15,0-2-11 0,0 1 0 16,0 1 0-16,-2-3 1 16,-4 3 0-16,2-2 1 0,1 0-2 0,-1 0 11 15,-4 0-9-15,2-2-1 0,4 1 0 16,-5 1 0-16,3-3 9 16,0 0-10-16,4 0-1 0,-2 1 1 15,-5-1 0-15,7 0 0 0,0 1 1 16,-2-1 0-16,4 2 0 0,-6 1-2 15,-2-2 0-15,4 1 0 0,0 1 0 16,-3 0 1-16,-1 0 1 0,6 0 10 16,-2-2-12-16,2 1-2 0,2-2-14 15,-2 1 13-15,0-1-12 0,2 0 13 16,-4 0 1-16,2 0 1 0,-1 0 2 16,-1-1 1-16,4 1 0 0,-6-2 0 15,0 2 0-15,2 0 0 0,0 0 10 16,0 0-12-16,-3-1 1 0,1 1 0 15,0 0 0-15,4 0-1 0,-2 0 1 16,0 0-2-16,-3-2-2 0,5 1-1 16,0 0-10-16,0-1 11 0,0-1 0 15,0 2 2-15,-4-1 1 0,4 0 0 16,-2 2 1-16,0 0 2 16,0 0-2-16,-5 0-1 0,1 0 1 15,2-1 1-15,-2 1 0 0,-3-1-1 0,5-1-1 16,2 0-1-16,-4 2 2 15,1-2 0-15,1 0 10 0,4 1 0 16,-2-2-9-16,0 0 9 0,0 1-9 16,2 1-1-16,-2-2-1 0,0 1 0 15,-5 0 0-15,1 0-1 0,-2 0 0 16,-3 0 0-16,3 0 0 0,-5 1 0 16,1 0-2-16,0-1 0 0,-1 2 0 15,1-1 1-15,-1 1-2 16,5-2 1-16,-1 1 1 0,3 1 1 15,0-1-2-15,-2 1 1 0,3-1-1 16,1 1-1-16,-6 0 0 0,4-1 1 16,-1-1 0-16,-1 2-1 0,2 0-24 15,4 0 25-15,-5 0 0 0,3 0-1 16,0-2 2-16,4 2 1 0,-4 0 3 16,0 0 18-16,3 0-6 0,1 0-13 15,-4 0 10-15,4 0-9 0,-4 0 0 16,2 0 0-16,2 0 12 0,-2 0 7 15,0 0-20-15,-1 2-2 0,-3 0-1 16,6-1-2-16,-6 1 2 0,-3 2 1 16,1-3 0-16,-4 1 3 0,-5 1 15 15,0-1 3-15,3-2-9 0,-7 3-9 16,0-2 0-16,-1 0-1 0,-1 0 11 16,-2-1-11-16,-2 0 0 15,2 0-1-15,-2 0 2 0,0 0-1 0,0 0 1 16,-2 0-1-16,2 0 0 15,-2 0-2-15,3 0-2 0,-3 0-16 16,0 0-4-16,0 0 4 0,2 0 0 16,2 2 15-16,-2-2-9 0,0 0 10 15,2 0-1-15,-2 2 2 0,0-2 0 16,-2 1 1-16,2-1 2 0,0 0 1 16,-2 0-3-16,2 0 0 0,0 1-12 15,0-1-4-15,-2 0-20 0,3 0-7 16,-1 0 13-16,-2 0 3 0,0 0-1 15,0 0-15-15,0 0-17 0,2 0-26 16,2 0-15-16,-4-1-12 0,4-2-41 16,-2-2-68-16,4-4-179 0,-4 1-393 15,11-24-962-15</inkml:trace>
  <inkml:trace contextRef="#ctx0" brushRef="#br0" timeOffset="150720.01">19900 17836 249 0,'0'0'450'0,"0"0"-382"16,0 0-68-16,0 0 0 0,0 0 556 16,0 0-123-16,0 0-164 0,-10 3-117 15,6-1-48-15,2-2-10 0,0 0 13 16,-1 0-4-16,3 0-10 0,0 0-25 15,0 0-33-15,0 0-20 0,0 0-15 16,0 0-1-16,0 0-15 0,0 0-3 16,0 0 4-16,0 0 15 0,0 0 19 15,0 0 10-15,0 0 10 16,0 0 16-16,0 0 2 0,0 0 1 16,0 0 6-16,0 0 7 0,0 0-8 15,0 0 5-15,0 0-5 0,0 0-5 16,7 1-11-16,-1-1-2 0,-2 0-7 15,2 1-13-15,0-1 1 0,1 2 5 16,1-2 4-16,-2 0-7 0,2 2 17 16,1-1-1-16,1-1-6 0,-4 0-1 15,5 1 4-15,-1 1 10 0,0-2-4 16,5 1-3-16,-3-1 13 0,3 0-23 16,-1 0-30-16,3 0 11 0,-3 0-13 15,0 0-2-15,-1 0-1 16,3 0 0-16,-1 0-1 0,-3 0 2 15,-1 0 3-15,1 0 25 0,0 0 0 16,-1 0-9-16,1 0 6 0,3 0 0 16,-3 0 0-16,3 0-10 0,-1 0 4 15,3 0-18-15,-1 0 11 0,-4 0-11 16,5 0 0-16,-3 0 1 0,1 0 1 16,1 0-3-16,-3 0 1 0,-1 0-1 15,1 0 0-15,-3 0 2 0,0 0 10 16,1 0 13-16,-1 0-3 0,2 0-1 15,-1 0-2-15,1 0 6 0,3 0-4 16,-1-1 7-16,1 1-9 0,1 0-4 16,1-2 1-16,-1 1-4 0,3 0 0 15,-3-1 1-15,1 0 2 0,-1 1 0 16,-1 1 4-16,1 0 3 0,-1-1-1 16,-1 1 4-16,3 0-1 15,-1 0 4-15,1 0 15 0,4 0 0 0,-1 0 15 16,1 0 3-16,2 0 1 15,2 0-17-15,3 0-17 0,-1 0-13 16,2 0-15-16,-2 0-3 0,0 0-9 16,-2 0 10-16,-2 0-1 0,-1 0 2 15,-3 0-1-15,0 0 2 0,-5 0 0 16,3 0 2-16,-7 0 0 0,4 0 0 16,-3 1 0-16,-3-1-1 0,4 0-1 15,-3 0 1-15,3 0 2 0,-2 1 9 16,3-1 0-16,1 0-10 0,-1 0 1 15,3 0 0-15,1 0 0 0,-3 0-1 16,5 0 0-16,-7 0 0 0,5 2 10 16,-1-2 6-16,1 0 3 0,1 3-5 15,1-3-14-15,-2 3 13 0,5-2-12 16,-1-1 15-16,0 3-16 0,1-2 0 16,3-1-1-16,0 0 2 0,0 2 0 15,0-2 13-15,3 0 2 0,-1 0-15 16,2 0 9-16,2 0-9 15,-2 0 9-15,4 0 0 0,0 0-9 0,0 0 1 16,1 0-2-16,-1 0 0 16,2 0 13-16,-4 0-15 0,2-2 1 15,0 2 0-15,-4 0 11 0,2 0-9 16,-2 0 12-16,0 0-3 0,2 0-10 16,-2 0 10-16,2 0-8 0,2 0 14 15,0 0-6-15,0-1-10 0,0 0 1 16,2-1 12-16,2 2-13 0,-2 0 1 15,-1-1 0-15,1 1 15 0,0 0-16 16,-2 0 11-16,0 0-1 16,0 0-11-16,0 0 0 0,-2 1 1 15,0 3 10-15,-4-2-10 0,2 1 0 16,-4 0 0-16,0 0 0 0,-5 0 1 16,1 1-1-16,0-1 0 0,-5 0 0 15,1 0-2-15,-5 0 0 0,-2-2 0 16,1 2 0-16,-3-1 0 0,0-1-2 15,-2-1-13-15,1 2 0 0,-3-2 0 16,-2 0-4-16,0 0 16 0,0 0-15 16,0 0 17-16,-2 0-1 0,2 0 0 15,-2 0 0-15,2 0-10 0,-2 0 0 16,0 0-16-16,0 0-11 0,0 0-19 16,0 0-18-16,0 0-37 0,0-2-42 15,0-2-51-15,0-5-74 0,2-1-163 16,2-5-322-16,-2 2-573 0,1-15-581 15</inkml:trace>
  <inkml:trace contextRef="#ctx0" brushRef="#br0" timeOffset="152753.71">20020 17811 719 0,'0'0'111'0,"0"0"111"16,0 0-203-16,0 0 1 15,0 0 58-15,0 0 59 0,0 0 38 16,0 0 17-16,0 0-26 0,0 0-23 16,-50-10-23-16,48 10-3 0,0 0-4 15,2 0-10-15,0 0-6 0,0 0 0 16,0 0 9-16,0 0 33 0,4 3 31 16,1-2-20-16,-1 2 13 0,6 0 21 15,0 0 12-15,3 1-45 0,1 1-32 16,5-2-20-16,2 2-28 0,1 0-52 15,1-2-6-15,4 1-13 0,0 0 0 16,2-2 4-16,2 1 8 0,0 0 0 16,4-2-8-16,0-1 11 0,2 0 7 15,5 0-3-15,-1 0-16 0,8-2 28 16,11-3 3-16,7-1 12 16,11 0 16-16,1 0 37 0,-5 1-3 15,-6 1-26-15,-2-1-5 0,-8 0-16 16,-4 3-6-16,0-2-12 0,-2 2-13 15,-7-2-6-15,-10 2-10 0,-2-1 0 16,-10 2 11-16,0 0-11 0,8 0 13 16,2 0-14-16,6-1 1 0,7 0 13 15,-1 1-12-15,-2 1 10 0,3 0-1 16,-1 0 6-16,7 0-6 0,8 1 4 16,10 1 2-16,9 1-3 0,6-1 0 15,-5 2-2-15,-7-2-1 0,-7 3-9 16,-8 0 12-16,-11-1 3 15,-8 0-17-15,-8 0 12 0,-10-2-10 0,2 1 0 16,4 0 15-16,2 2-16 0,4-1 19 16,4 2-9-16,-2-2-8 0,-2-1 14 15,-2 1 3-15,2 1-6 16,-2-2 0-16,-2-1 1 0,2-1-4 0,-4 2 0 16,4-1-9-16,0-1 0 15,-2-1 0-15,0 1 9 0,0 1-10 16,0-2 0-16,-2 0-1 0,-3 0 2 15,-1 1-1-15,-2 1 0 0,-3-2 0 16,-1 0 11-16,0 1-12 0,-5 0 2 16,-2 1-1-16,1-1-1 15,-1-1 1-15,-4 1 1 0,0 0 9 0,3 0-10 16,-3-1 0-16,4 2-1 0,-2-1 0 16,3 0-1-16,1-1 0 15,-4 1 1-15,3-1-1 0,1 1 0 0,-1-1 2 16,-3 0-1-16,0 0 0 15,2 2 1-15,-3-2 0 0,-1 1 1 16,0-1-1-16,-2 1 0 0,2 0 0 16,-2-1 1-16,-1 1-1 0,1-1 1 15,-2 0-2-15,2 0 1 0,0 0-2 16,2 2 0-16,0-2 0 0,-1 1 0 16,-1-1 0-16,0 0 1 0,0 0 0 15,0 2 0-15,-2-2 0 0,2 0 1 16,-4 1 0-16,2-1-1 0,-2 0 1 15,0 0 0-15,0 0 0 0,0 0-2 16,0 0-1-16,0 0-11 0,0 0 9 16,0 0-12-16,0 0 14 0,0 0 0 15,0 0 1-15,0 0 1 0,0 0 1 16,0 0 19-16,0 0-9 16,0 0 1-16,0 0-10 0,0 0 9 0,0 0-9 15,0 0 9-15,0 0-9 0,0 0-1 16,-2 0 1-16,2 1-3 15,0-1-1-15,0 0-20 0,0 0 6 16,-2 0-7-16,2 0 4 0,-2 0-12 16,-4 0 15-16,4 0-19 0,-4-1 13 15,-7-2-12-15,1 0-1 0,-3-1-2 16,-9-1 2-16,1-1 7 0,-6-2 2 16,-2 2 13-16,-2 1 9 0,2-1 1 15,2-1 1-15,-4 3 0 0,2-2-2 16,0 1 0-16,0-1 2 0,2 1 0 15,-2 2-1-15,2-2 1 0,0 1-1 16,0 2-10-16,-2 0 10 0,0 0-1 16,2 0-1-16,-4 2-14 0,2 0 16 15,-4 0-1-15,2 0 2 0,0 0-1 16,0 0 2-16,2 0 0 0,-2 0 2 16,4 0-2-16,0 0 2 0,2 0 0 15,2 0 0-15,2 0 0 16,1 0-1-16,-1 0-1 0,2-1 0 15,-4 0-2-15,-2-1 0 0,-2 1 1 16,-4-1-2-16,-2 1 2 0,0 0 1 16,-4-1 2-16,0 0 0 0,-3 1 10 15,5 0-11-15,-2-1 12 0,-1-1-12 16,5 1 2-16,0-1 15 0,2 3-3 16,0-2-13-16,2 0 0 0,0 0-2 15,0 0-2-15,0 1-1 0,-2-2-9 16,0 1 10-16,0 2-13 0,0-1-1 15,-2 1 15-15,-1 0-11 0,1 0 0 16,-2 0 10-16,0 0-1 0,2 0 1 16,2 0-16-16,-5 1 16 15,5-1 1-15,0 0 0 0,2 1 0 16,0 1-2-16,-2 1 2 0,4-1 0 16,-2 2 1-16,0-2 16 0,2 1-14 15,-2 2 22-15,0-2-21 0,4 0 0 16,1 1-3-16,-3-1-12 0,6 0 12 15,-4 0 0-15,4-1-1 0,1 0 1 16,-1 0-3-16,2 0 0 0,3-1-12 16,1 0 12-16,0 1 3 0,3-2-2 15,0 3-1-15,1-3-13 0,7 1-5 16,-2 1-1-16,1-1 1 0,1 1-3 16,0-2 2-16,2 1-8 0,2 0 8 15,-4 1-2-15,2 0-13 0,-1-1-9 16,-1 0-6-16,0 1-13 15,-2 1-28-15,-3-2-49 0,5 1-81 16,-4 1-91-16,4-3-170 0,-1 0-233 16,3-9-865-16</inkml:trace>
  <inkml:trace contextRef="#ctx0" brushRef="#br0" timeOffset="170114.74">16758 13897 200 0,'0'0'23'0,"0"0"19"0,0 0 203 16,0 0 113-16,0 0-175 0,0 0-82 15,0 0-36-15,0 0 6 0,0 0 7 16,0 0-6-16,-10 29-36 0,6-27 9 16,-5 3-15-16,7-4 5 0,-4 2-9 15,0 0-3-15,2-2-3 0,-2 3-9 16,-3-2-11-16,3 0 0 15,-2 0-2-15,2 0 2 0,-7 0 3 16,3 1 13-16,2 0-16 0,-9 0 0 16,7-1 12-16,-5 1 4 0,-1 0 7 15,3-1-4-15,-5 2 7 0,1 0 10 16,-1-2 3-16,-5 1-7 0,4 0-28 16,-6 0 12-16,3 0 2 0,-1 0-18 15,-4 1-19-15,0-1 19 0,-2 0 1 16,0 0-1-16,-2 1 1 0,4 0-1 15,-4 0-3-15,3 2 3 0,-3-2 29 16,0 2-29-16,0-2-13 0,2 0 13 16,-4-1 0-16,2-1 0 15,0 1 1-15,2-1 0 0,-2-1 2 16,-3 2-1-16,8-3 11 0,-5 3-11 16,0-3-2-16,2 3 0 0,-2-3 0 15,0 0 0-15,2 1 0 0,0 1-4 16,-2-2 2-16,2 0-17 0,0 2 19 15,-2-1 2-15,2 0-2 0,-2 1 2 16,2 0-1-16,0 0-1 0,-2 1 3 16,4-1-3-16,4-1 3 0,-3-1 0 15,-1 0-3-15,2 0 0 0,4 0-1 16,-2 0-18-16,-3 0 18 0,3-2 0 16,4 0-41-16,-8-1 3 0,5 1-13 15,1-1 7-15,-4 1 19 0,2 0 6 16,1 0-9-16,-1 1 29 0,-2-2 2 15,0 2-1-15,5-2 12 0,-5 0 0 16,2 0-13-16,0 0 0 0,1-1-1 16,-1 0-1-16,2 0-27 0,-1 0 29 15,-1-1-2-15,2 0 2 16,-2-2-19-16,1 2 16 0,3 0-27 16,-6-1-12-16,2 0 29 0,5 0 11 15,-5 1 2-15,2-1 3 0,5-2 0 16,-5 2 10-16,5 1 3 0,-3-4-15 15,3 1 1-15,-3-2 27 0,7-2-9 16,-5 2 9-16,5-1-10 0,-7-1 7 16,7 0-24-16,1-1 14 0,-1 1-13 15,2 0 13-15,-1 0-12 0,-1 2-4 16,1 0-13-16,3-1 0 0,-4 3 10 16,6-4 2-16,-1 4 1 0,1 0-3 15,2 1 0-15,-4-1-13 0,8 2-7 16,-2-3-6-16,2 1-17 0,0-1 7 15,2-2 6-15,4-2 14 0,-2 1-10 16,2-1 3-16,1 0 13 16,1-3 13-16,4 0-1 0,-4 1 1 15,3-3 0-15,3 2 11 0,-5-1 6 16,3 0-1-16,4 1-15 0,-3-1 0 16,3 0-1-16,-3 2 0 0,3 1 0 0,-1-1 0 15,-3 2-13-15,7 1 11 16,-7 2-21-16,5-2 23 0,-5 2 0 15,3 2-1-15,-5 1-2 0,4 0-10 16,3-1-3-16,-5 2-1 0,7 2 15 16,-5-2-10-16,7 2 12 0,-4 2 16 15,5-1-16-15,3-1 0 16,-6 1 22-16,8 0 1 0,0-2-4 16,2 1 4-16,-1-1 3 0,-1 3 0 0,0-2 17 15,2 2-43-15,0 0 0 16,0 0 0-16,2 1 3 0,0-2 22 15,-2 3-25-15,2 0 0 0,0 0-1 16,2 0 3-16,-2-1 12 0,2 0 9 16,0-1-23-16,2-1 0 0,-2 2 0 15,3-2 0-15,-1 0 2 0,2 0 9 16,-2 0-11-16,2 0 0 0,3 1-4 16,-3 0-9-16,4-1 12 0,-4 1 0 15,1 1 1-15,-3 1-1 0,2 0 3 16,-2 0-15-16,0 0-1 0,-2 0 14 15,0 0 26-15,0 0-26 0,0 0 0 16,-4 1 0-16,4 1 0 0,-4 1 19 16,2-2-18-16,-4 2 14 0,0-1 2 15,-2 0-15-15,2 2 16 0,-2-2 5 16,-7 3-20-16,9-2-1 0,-2 0 11 16,2 2-11-16,-7-2 1 0,5 3 17 15,2 0-20-15,-4 0 0 16,0 0 1-16,1 0 0 0,-1 1 1 15,-2-1-2-15,2 0 0 0,1 3-6 16,-5 0 9-16,2-2-3 0,-1 1 2 16,-3 2 0-16,1-3-2 0,-5 1-4 15,3 2 4-15,-3-2 19 0,-1 3-16 16,1-3 10-16,-1 1-10 0,-4 3-3 16,5-2 2-16,-3-1 0 0,0 0 27 15,3 3-26-15,-5-3 26 0,0 2-26 16,3-1 20-16,-3-1-7 0,-2 2 1 15,0-4-17-15,0 2-1 0,-3-2 1 16,3 0 23-16,-2 0 3 0,-2-1-23 16,2 1 20-16,-4 0-10 0,0 0 0 15,0-1-11-15,0 2 14 0,0-1-14 16,0 1 2-16,0-1-4 16,-4 0-3-16,0 0 1 0,0-1 2 15,-3 2 0-15,5-1-2 0,-2 2-24 16,0-1-10-16,0 0 1 0,2 1-7 15,-2-1-14-15,2 0-9 0,-2 1 4 16,-1-1 15-16,3 0 14 0,0-1 19 16,0 1 13-16,0-2 1 0,0 0 12 15,-2 1 6-15,2-1 1 0,0-2-4 16,-2 1-3-16,0-1-11 0,-3 0-1 16,5-1-1-16,0 0-2 0,0 0 0 15,0 2 2-15,0-2 19 0,-2 0 1 16,2-1 9-16,-2 1-13 15,-2 0 1-15,-1 1 2 0,3-2 1 0,-2 2-4 16,2-2 7-16,2 1 3 16,-2-1-24-16,-3-1 11 0,1 0-10 15,4 1 13-15,-2-1-14 0,0 2 1 16,4-3-1-16,-4 1-2 0,4 0-13 16,-2 1 11-16,2-1-11 0,-2-1 9 15,2 0-15-15,-2 0-1 0,2 0-15 16,-2 1-14-16,2 0-10 0,-3-1-35 15,1 4-46-15,2-4-94 0,0 0-170 16,0 0-342-16</inkml:trace>
  <inkml:trace contextRef="#ctx0" brushRef="#br0" timeOffset="173160.9">16669 13616 92 0,'0'0'3'0,"0"0"-3"16,0 0 0-16,0 0 13 0,0 0 35 16,0 0-2-16,0 0-46 0,0 0 7 15,0 0-7-15,0 0 26 0,0 0 120 0,19 0 4 16,-19 0 49-16,0 0-29 15,0 0 6-15,0 0 6 0,0 0-49 16,0 0-58-16,0 0-52 0,0-1-21 16,0 0 47-16,2-2 23 0,0 1 2 15,-2 1 1-15,0-2 13 0,2 1-4 16,0 0-16-16,2-2-19 0,-2 1-7 16,2-1-13-16,1 0 0 0,-1 0 7 15,0-1-3-15,-2-1 2 0,4 1-3 16,-4-1-2-16,2 1-11 15,3 2 4-15,-3-2 6 0,0 1-13 16,0 0 0-16,0-1 0 0,0 1-3 16,0 1 3-16,0-2-13 0,5 1-1 15,-5 1 1-15,0-1 0 16,-2 1 0-16,4 0 14 0,-4 1-14 0,2 1 10 16,-1-3-11-16,3 3 14 0,-2-1-13 15,2 0 0-15,-4-1 0 0,4 2 9 16,-4-1-9-16,3-1 0 0,3 2 0 15,-4-1 0-15,2 0 10 0,-2 0-10 16,0 1 17-16,3-2-4 0,-1 2-14 16,-2 0 11-16,0 0-13 0,0 0 2 15,-2-2 1-15,-2 3 10 0,4-1-9 16,-1 1 15-16,-3 0-3 0,2-1-13 16,0 1 10-16,0-2-12 0,4 2 0 15,-2-1-1-15,2-1-1 0,-2 1-1 16,5 1 0-16,-3-4-1 0,6 2 0 15,-1 0 2-15,-3-1 1 0,6 0 0 16,-1 0-1-16,-1-1 1 16,3 1-1-16,-3-1 0 0,7-1 0 15,-5 2 1-15,5-1 3 0,-5 0-3 16,5-2 0-16,-1 2 1 0,-1 0 0 16,4-2-1-16,-3 2 2 0,3-1-2 15,-5 1 0-15,7-2 0 0,-2 2 0 16,-3 1 2-16,7-3 1 0,-4 3-3 15,0-2 1-15,3 1 1 0,-3 0-1 16,2 1-1-16,2 0 0 0,-3 0-2 16,-1 0 2-16,4 1-1 0,0 0-1 15,-3-1-11-15,3 0 12 0,0 0 0 16,0 0 0-16,0 1 0 0,-1 0 0 16,1-3 0-16,0 3-1 0,0 1 0 15,0 0 2-15,-3-1-1 0,3 1 1 16,-2 0-2-16,0 0 1 15,-1 1-2-15,-1-1 2 0,0 1-1 16,-1 0 1-16,1 0-2 0,-2 0 3 16,-3 0 3-16,5 0-1 0,-3 0 11 15,3 1 6-15,0 0-6 0,-3 0 3 16,5 0-3-16,0-1-12 0,-2 2 0 16,1-2 0-16,1 1 0 0,-2-1 1 15,3 1-2-15,-1-1 1 0,-2 0-1 16,4 0 1-16,-3 2-1 0,1-2 1 15,0 3 1-15,0-1 1 0,-1-1 0 16,1 0 10-16,-2 1-10 0,-1 1 13 16,3-3-15-16,-2 3 1 15,-5 0-1-15,5-2 12 0,-6 1-12 16,3 0 0-16,-3-2 3 0,3 2-1 16,-3 0-1-16,1-1 1 0,-1 2 0 15,1-2 1-15,-1 2 15 0,1-1 0 16,1 2-18-16,-3-2 0 0,3 1 12 15,1 0-11-15,-1-1-1 0,-1-1 2 16,3 2-3-16,-2-2 1 0,-1 2 0 16,3-3-1-16,-5 3-1 0,5 0 1 15,-5-2-3-15,5 3 2 0,-5-2-1 16,3 0 0-16,-3 1 1 0,-1 2 1 16,-1-2-2-16,-1 3 1 0,1-3 1 15,0 2 3-15,-3-1-2 0,1 2-1 16,-2-2 1-16,3 2-1 0,-7-1 2 15,8 2-1-15,-4-3 2 0,5 4-3 16,-3-1 0-16,2 0-2 16,-1 0 1-16,3 1 0 0,-3-2-1 15,-1 0 1-15,4 1 0 0,-1-2 1 0,-3 0 0 16,1 0 0-16,-5 0 2 16,4 0-1-16,-4-2 12 0,3 1-11 15,-3-1 0-15,0 1 1 0,-2-2-2 16,0 0 1-16,-4 0-1 0,4-1 1 15,-2 0 0-15,3-1 0 0,-5 0 11 16,2 3-11-16,-2-2-1 0,0 0 0 16,2-1 1-16,-2 1 0 0,2 0-2 15,-2 0 0-15,2 1-2 0,-2-1 0 16,2 0 1-16,-2 0-1 0,2 0 1 16,0 2 1-16,-2-3-1 0,2 2-12 15,0 1 13-15,0-1-2 0,0 1-14 16,-2-1-7-16,4-1-47 0,-4 2-11 15,5-3 10-15,-5 3-6 0,2-3-1 16,-2 1 17-16,0 1 3 16,0-2-30-16,0 3-48 0,0-3-42 0,0 1-72 15,0 0-111-15,0-1-108 0,-7 0-336 16</inkml:trace>
  <inkml:trace contextRef="#ctx0" brushRef="#br0" timeOffset="173729.71">19311 13286 213 0,'0'0'170'0,"0"0"188"0,0 0 131 16,0 0-180-16,0 0-30 0,0 0-100 15,0 0-153-15,0 0 36 0,0 0 22 16,0 0-13-16,-4 21-9 0,10-16-4 16,-2 1 19-16,2-3 1 0,1 4-7 15,-3 1-6-15,2 2-8 0,-2 0-8 16,-2 5-4-16,2-1-26 0,3 1-17 16,-3 4 0-16,-2-3-2 0,2-1 1 15,-2 3 1-15,0-3-2 16,0-1 1-16,0 0 1 0,-2-3 1 15,0 1 0-15,0-1 0 0,0-2 1 16,0 1 12-16,-4-3 3 0,-2-1 4 16,0 3 9-16,-7-4 0 0,3 5-10 15,-5-2 4-15,-1-1 19 0,-3 3 31 16,-1-2 8-16,-1-1 8 0,2 2-19 16,3-3-25-16,1-3-19 0,-1 0-29 15,12-3-22-15,-3-1-38 0,7-7-144 16,0-4-200-16,11-1-116 0,-1 1-103 15,11-7-426-15</inkml:trace>
  <inkml:trace contextRef="#ctx0" brushRef="#br0" timeOffset="175111.84">20347 14734 387 0,'0'0'313'0,"0"0"182"0,-58 11-163 16,33-9-121-16,-2-2-87 0,-2 0-43 15,0 0-26-15,0-1-19 0,0-4-4 16,-4 3 33-16,0-3 19 0,-4 3 17 15,0 1-21-15,-2-1-12 0,-3 2-13 16,1-3 36-16,-5 1-40 16,3-2-35-16,0 0 4 0,-3 0-4 15,3-1-16-15,-3-1-22 0,3-4 22 16,-3 1-1 0,1-1-21-16,-9-3 21 0,-6-5 1 0,-8-1 0 0,-2-1 0 15,3 1 0-15,5-2 0 0,7 4 16 16,-1-1-16-16,0-1 22 0,2-2 4 15,9 2 9-15,6 1-6 0,10 4-9 16,2-4 22-16,-6-3 9 0,-5-4-50 16,-1-4-1-16,2 0-3 0,4-1 0 15,0 0 3-15,4 3 1 0,6-2 17 16,9 3-17-16,-3-2-2 16,13 2 0-16,0-2-28 0,4 0-6 0,6-1-11 15,11-3 8-15,-1-3 2 0,11 3 20 16,2-1-13-16,8 0 29 0,9-2 1 15,11-2 32-15,14-3-1 0,7 2 16 16,-1 4 13-16,-3 7-6 16,-1 0 6-16,1 2-29 0,5-3-10 15,1 2-21-15,5 1 0 0,-2 1 12 16,1 1-13-16,3 6 0 0,-2-1-1 16,8 2 0-16,-2 2 1 0,0 0 2 15,2 5 1-15,0 1 10 0,-4 0-11 16,2 1 18-16,-2 3-17 0,-5 0 16 15,5 2-3-15,-2 0-16 0,-2 2 0 16,-2 0-1-16,-1 4-1 16,-1 1 2-16,-5 3 0 0,1 2 0 0,-3 1 3 15,-1 3 23-15,-3-3 2 0,0 4 4 16,0-2-6-16,-3 4-4 0,-3 2 1 16,-4 0-7-16,2 1 19 15,-2 2 15-15,-5 0 11 0,1 2-20 16,-2 0-6-16,-9-5-35 0,-9-1-1 15,-5-4-2-15,-7 1 0 0,7 3 0 16,4 2-10-16,1 5 11 0,1 0 0 16,-8 0-1-16,2 0 1 0,-8 0 2 15,-1 0 0-15,-3 1 0 0,-5 0 1 16,-1 1 2-16,-3 2 0 0,0 2 0 16,-5 2 0-16,1 1-3 0,-2 2-1 15,-2-2 0-15,-2 5 0 0,0-3-1 16,0-3 2-16,-6 4-1 0,-3-4 0 15,1-2-3-15,-8 2 1 0,1-4 1 16,-5-1 2-16,-1 0 3 16,-4-2 16-16,-4-2-6 0,-2-4-11 15,-2 0 11-15,-4-2-12 0,0-4 1 0,-7 2 1 16,1-2-1-16,-1 0 9 16,-11 1-10-16,-7 1-1 0,-9 0 2 15,-1-1 14-15,4-2-16 0,8-3 0 16,4-1 0-16,-2-1-3 0,0-1-16 15,0-1 16-15,-4-2-13 0,2-1-6 16,0 2 19-16,-4-3-16 0,0 3 19 16,2-2 1-16,0 2 0 0,2 0 11 15,2 0 7-15,3 0-16 0,7-1 19 16,9 0-18-16,8-1-4 0,4 0-11 16,-6 1-5-16,-4-1-28 0,-3 1-1 15,3 0-28-15,6 0-29 0,4-4-19 16,4 0-59-16,3 0-48 0,5-2-33 15,1-4-189-15,6 1-295 0,-5-10-514 0</inkml:trace>
  <inkml:trace contextRef="#ctx0" brushRef="#br0" timeOffset="177001.9">16764 11351 131 0,'0'0'457'0,"0"0"-193"0,0 0-205 16,-64-12-30-16,44 7-28 16,-5 0 1-16,0 1-4 0,-4-3 2 0,4 3-16 15,-10-3 16-15,-2 3 13 0,-2-1 26 16,-3 3 107-16,-11-1 33 0,-12-1-3 16,-11-1-13-16,2 2-30 0,-7-3-39 15,11 0-19-15,3 1-33 0,-3-1-40 16,2 1 14-16,-2 2-5 15,-5-3-11-15,-3 4-19 0,1-1 16 16,-1 1-1-16,-5 1 1 0,2 0 1 16,-3 1 2-16,3 0 0 0,-4 0 23 15,5 0 16-15,-3 2 6 0,2 0-16 16,-3-2-3-16,5 3-23 0,-4-2-3 16,3 2-3-16,-5 1 3 0,4-1-26 15,-3 6 25-15,3 1-15 0,-4-1 13 16,5 3 3-16,-3 2 2 0,4 5 11 15,5-2 22-15,-5 2 30 0,9-2 16 16,2 4-13-16,2-2 13 0,4 2-17 16,14-2 11-16,7-4-40 15,10-2 10-15,2-1 4 0,-2 4-30 0,0-1-19 16,2 2 0-16,4 0-3 16,9-3-13-16,1-1-13 0,9 0-13 0,4-1-23 15,2 0-12-15,8 3 12 16,7-2 30-16,3 3 2 0,9 1 4 15,4-3 16-15,17 4-26 0,8 0 17 16,14 1 9-16,12 1 13 0,1-2-1 16,-2-3 2-16,-11-4-1 0,9 6 0 15,1-3 0-15,-1 2 9 0,8 2 24 16,-5 0-7-16,5 3 6 0,4 1-3 16,-2-1 4-16,4 3-17 0,0-5-14 15,2 0-2-15,2-3 0 0,-2-1 0 16,2-1-1-16,-4-3-2 0,1-2 2 15,-1-1-2-15,-3 0 1 16,-5 1-11-16,0-2 12 0,-4 2-1 16,1-5 1-16,-3 6 1 0,1-4 1 15,-3-1-1-15,-1-1 1 0,3 2 12 16,-5-4-12-16,-1-1-1 0,-1-1 2 16,-2-1 2-16,3-4-2 0,-3-2-2 15,-2 0 0-15,-6-3-2 0,0-2 0 16,-4 0 1-16,-2-1 0 0,-11 0-1 15,-3 3 2-15,-15 1 2 0,2-1 11 16,4 1-11-16,2-4-1 0,2-2 3 16,-4-2-4-16,-4-1-13 0,-2-1 0 15,-6 2 2-15,-7-4 11 0,3 2 32 16,-9-1-12-16,-2 0-1 0,0 1 1 16,-6 0-20-16,0 0-2 0,0 1-1 15,-2-2-6-15,-2 1 9 0,-4 1 3 16,-7-2 10-16,3 4 6 15,-5 0 7-15,-1-2-4 0,-1 4-2 16,1-2-7-16,-5-1-13 0,2 2-1 16,-4-1 1-16,-2 1 1 0,-1 0 2 15,-1 3 13-15,-2-1 3 0,0 2 11 16,6 0-14-16,-2 1 3 0,-2-2-3 16,2 0-14-16,2 1 0 0,7-1-2 15,-7-2-2-15,2 1-14 0,7-2 15 16,-3 1-2-16,5-3-29 0,3 4 3 15,3-3-17-15,6 1-86 0,2-4-137 16,2-3-198-16,4 5-138 0,7-8-426 0</inkml:trace>
  <inkml:trace contextRef="#ctx0" brushRef="#br0" timeOffset="177824.82">16479 11374 339 0,'0'0'300'0,"0"0"172"0,0 0-55 15,0 0-111-15,-56 15-73 0,54-15-45 16,2 0-165-16,0 0-23 0,6 0-84 16,11-2 65-16,-1-4 19 0,9-3 17 15,2-1 8-15,6-5-8 0,2 0-16 16,5-2 1-16,-1-1-1 0,4-1-1 16,13-3 0-16,6-2 3 0,11-2-3 15,3-1 2-15,-4 1 0 0,-1 5 18 16,-5 1-17-16,4 0 20 0,2 1 19 15,3-3-16-15,10 4-7 0,-5 1 10 16,7 0-16-16,2 2 0 0,-4 1-12 16,4 2 0-16,1 3 0 0,-1 0-1 15,4 2 1-15,0 5-1 16,0-4 0-16,0 3-2 0,-4 0 2 16,2 2 0-16,-2 1-1 0,-2 0 1 0,0-2-16 15,0 2 16-15,-3 0 3 16,-3 0-2-16,0 3-1 0,-5 0 0 15,1 0 0-15,-3 0-1 0,-6 1-2 16,0-2 2-16,-1 3 0 0,-5-1 1 16,-2 0 0-16,-13 0 1 0,-8-2 10 15,-10 1-11-15,-4 0 0 0,8 0-1 16,0 3 0-16,7 0 1 0,-7 1 2 16,-4-1 0-16,-1 0 11 0,-1 0-11 15,-2 1-2-15,0-1 2 0,-4 0-1 16,-1 0 2-16,-3 0 0 0,-3-1-1 15,1 1 0-15,-3 0 0 0,1 0 0 16,-5 2 1-16,2-1 1 0,-2 1-2 16,1 0-2-16,-1 1-3 15,0-2-23-15,1-1-26 0,-1 0-26 0,0-1-15 16,0-1-1-16,1 1-10 16,-1-3-55-16,-2 2-65 0,2-4-118 15,1 2-88-15,-5-2-287 0</inkml:trace>
  <inkml:trace contextRef="#ctx0" brushRef="#br0" timeOffset="178195.39">20322 10872 190 0,'0'0'1327'0,"0"0"-999"0,0 0-113 16,0 0-47-16,0 0-113 0,0 0-52 16,0 0 85-16,6 56-20 0,13-39-7 15,5-3-36-15,3 3-25 0,0-2 0 16,6 1-1-16,-2-2 0 0,2 4 0 16,-2-2-2-16,0 0 0 0,-4 0 2 15,-2 0 1-15,-8-4 1 0,-3 1 12 16,-8-4 10-16,-4-2 22 0,-2-1 61 15,-8 1 232-15,-8 0-111 0,-9 3-87 16,-4 1-42 0,-4 0-31-16,-4 2-1 0,1 0-28 0,3-3-19 0,0 0-8 15,2-2-11-15,4-2-16 0,5 0-16 16,1-2-50-16,6-2-83 0,3-1-61 16,4-1-53-16,8 0-146 15,0 0-360-15,4-2-785 0</inkml:trace>
  <inkml:trace contextRef="#ctx0" brushRef="#br0" timeOffset="179519.57">22782 12635 177 0,'0'0'29'16,"0"0"20"-16,0 0 418 0,-64 6-122 16,43-6-130-16,-2 0-65 0,1 0-37 15,-1-2 27-15,0 0-16 0,-2 2 48 16,-2 0-10-16,0 0-16 0,3 2-7 15,-5 0-39-15,2 3-50 16,0-2-50-16,2 1 0 0,-2 1 0 16,-2-2-2-16,0 0-43 0,-4-1 32 15,0 0-38-15,-4-1-21 0,-4-1 56 16,-9 0 16-16,-10 0 16 0,-10-3 1 16,-5-2 21-16,5 2 8 0,6-6-1 15,4 4 0-15,8-4-6 0,-5-2-10 16,1-1-26-16,4-3 20 0,-4 0 2 15,5-2-9-15,-3-2-16 0,0 0 20 16,5-1-20-16,-5-3 1 0,2 1 0 16,2-1 0-16,-3-5-1 0,7 4-2 15,7 2-24-15,-6-7-22 0,5 7 3 16,3-3 28-16,-11-6 14 0,13 5 3 16,-6-4 1-16,-4-3 12 15,-1-2 19-15,7 2 4 0,0 0-4 16,7 2-16-16,1-2-13 0,5 1-2 0,5 3 3 15,0-2-2-15,7 2-2 16,1 1-32-16,7-1 19 0,2 4 10 16,4 0-26-16,8 2 0 0,7-2 3 15,8 1 26-15,3-1 1 0,16-1 12 16,14-5 0-16,18-4 6 0,9-1-6 16,-1 2-11-16,3 0 14 0,-4 4-13 15,1-1 13-15,1 2-16 0,4 1-3 16,0 2 3-16,4 1 3 0,-2-2 1 15,4 4 21-15,0-2-5 0,0 3-4 16,2 1-3-16,-4 1 12 0,2 1 1 16,0 5 0-16,2 1-7 0,2-2 7 15,2 6-24-15,0-2 11 0,3 3-11 16,-3 1 1-16,-2 0 13 0,0 4-15 16,-8 3-1-16,0 0 2 0,0 4 14 15,-4 4 4-15,-5 3 9 0,-3 2 6 16,-1 2 0-16,-6 1-3 0,3 2 6 15,-7 1-6-15,-6 0 4 16,4 4-20-16,-6-3 3 0,0 1 3 16,0 4-9-16,-9-3-13 0,7 6 1 15,-13-6 0-15,-5 0 2 0,-9-2-1 16,-2-1-2-16,1 5 2 0,6 5-2 16,-1 2 1-16,-4 1-1 0,-7 1 0 15,-3-5-24-15,-5 1 21 0,-3-2-10 16,-7 1 11-16,0-1 2 0,-4-1-2 15,0 3-17-15,-4-1-10 0,-2 2-6 16,-5 0-10-16,-1 0 7 0,-3 2 2 16,-1-1 14-16,-3-2 3 15,-1 0-10-15,-3-1 0 0,-2 0-6 0,-4 1 9 16,2-3 25-16,-6 3 1 16,0-4 2-16,0 0 1 0,-2-3-3 15,-4 1 0-15,1-2-16 0,-1-1 0 16,-2 0-10-16,-1-1 1 0,-5 0 25 15,-5 3-1-15,-12 2-2 0,-8 2-9 16,2-1 9-16,1-2 2 0,7-5 1 16,9-4 0-16,-3-3-1 0,2 2 1 15,0-5 3-15,-4-1 14 0,0-1-17 16,1 2-3-16,-7-4-16 0,1 1 19 16,-1 1-39-16,0-2 20 0,0 0 18 15,0-2 1-15,2-2 0 0,2 1-21 16,4-1-18-16,-1 0-16 0,3-3-29 15,0 2-9-15,0-4-8 0,3-1-18 16,-1 2-8-16,0-2-25 0,1 2-50 16,-5-4-71-16,16 1-98 0,-1-3-326 15</inkml:trace>
  <inkml:trace contextRef="#ctx0" brushRef="#br0" timeOffset="181062.71">16070 8667 60 0,'0'0'29'0,"0"0"17"0,0 0-1 15,-52-12 1-15,27 8 414 0,-2 4-252 16,-4-2-133-16,-2 2 7 0,-4 0 51 16,-2 0 20-16,-2 0 23 0,-5 0-85 15,-6 0 39-15,-12 4-46 0,-8 0 1 16,-7 2 22-16,7 0-13 0,4 0-23 16,2-3 17-16,0 0-24 0,-1-2-15 15,-3-1 12-15,-2 0-25 0,-9 0-23 16,5 0-12-16,-9 0 15 0,0 0 7 15,-4 0-23-15,0 0-1 0,3 0-19 16,-7 0 20-16,-3 0 1 0,-1 0-1 16,0 0 0-16,0 0 0 0,-2 5 10 15,0 0-8-15,-1-3 30 0,3 5 4 16,0-1-1-16,-2 3-5 16,6 1-14-16,-2 3 38 0,0-1-51 15,0 2 35-15,6 0-25 0,0 3 14 0,0 0-27 16,4 2-1-16,2 3 1 15,3 2 9-15,1 1-9 0,5 3 7 0,6 2-7 16,-1 1 0-16,7-1 16 16,5 3 14-16,11-5-30 0,11-5-13 15,8-1 12-15,2-3 2 0,0 4-2 16,3 2 1-16,-5 4-2 0,6-2-24 16,9 3 0-16,6-4-12 0,1 1-7 15,5-1-4-15,11-4 4 0,1 3 7 16,7-2 5-16,3 0 4 0,5-1 3 15,4-2-25-15,4 1 12 0,5-2 36 16,3 0-10-16,7 1 12 16,12 3-2-16,14 1-7 0,7 1 10 0,0-3 1 15,-3-3-1-15,-3 0 2 16,5-1-1-16,1 1-1 0,6-1 16 16,4 0-14-16,4 0 18 0,2-2-4 15,7-1-14-15,-3 0 11 0,11-7-12 16,2-2 0-16,-3-1 1 0,5-3-1 15,-2-1-1-15,2-1 1 0,4 0 1 16,-4 0-2-16,6 0 0 0,-9 0 0 16,7 0-2-16,-2 0 1 0,0 0-1 15,2 0 2-15,2 0-1 0,-6-5 0 16,4-5-1-16,-4-3-63 0,-5-7 7 16,-1-1 26-16,-2-4 2 0,-7 0-18 15,-8-3 22-15,-10 2 0 0,-1-3 23 16,-11 1-10-16,-5-2 10 0,-6-1 3 15,-16 3 0-15,-3 4 13 0,-18 3 0 16,2-1-10-16,2-4 13 16,4-5-15-16,-4-5 35 0,0-1-10 15,-11 0-26-15,-1-4-10 0,-7 0-13 16,-6-1 7-16,-4 1-36 0,-6 0-9 16,-4 2-37-16,-13 3 11 0,-2 1 38 15,-8 4 8-15,-2 4 41 0,-4 2 0 16,-3 5 16-16,-16 2 30 0,-6 3-7 15,-6 1 25-15,0 5 5 0,4 0-31 16,12 5 8-16,19 0-4 0,6 2 13 16,6 0-29-16,-6-1-7 0,-2 0-19 15,0-1-26-15,2-1 4 0,6 1-92 16,7 0-64-16,5-1-75 0,1-1-161 16,8 3-143-16,2-2-150 0</inkml:trace>
  <inkml:trace contextRef="#ctx0" brushRef="#br0" timeOffset="182390.67">16388 9085 242 0,'0'0'232'0,"0"0"296"15,0 0-43-15,0 0-222 0,0 0-263 16,0 0-6-16,0 0 6 0,0 0 52 16,0 0 3-16,39-57-13 0,-22 38-26 15,2 0-16-15,5-2 26 0,-1 1-6 16,2 1 22-16,6-1 3 0,2 1-15 16,2-2-5-16,9 2-21 0,3-4 12 15,15-2 3-15,10-3 17 16,9 0-16-16,-2 3 12 0,-3 3 23 15,3-2-19-15,1 5-1 0,5 0 1 16,4-1-7-16,8 1-10 0,2 1-6 16,3 0 3-16,7 0 10 0,1 1-13 15,1-3-12-15,9 1 12 0,0-1-13 16,2 1 0-16,0 1-1 0,0 2-1 16,-2 1 0-16,-2 5 1 0,2 0-2 15,-5 1 2-15,1 4-18 0,-4 0 17 16,-3 1-14-16,-3 2 16 0,1 2 0 15,1 0 0-15,-5 0 1 0,-4 0-1 16,0 5 1-16,-3 0 16 0,-10 1-15 16,3 3-1-16,-8 0 15 0,-3 4 1 15,1 3 5-15,-5 0 7 0,1 3-3 16,-5 1 0-16,-2 0 6 16,1 2 0-16,-3 0-31 0,-4 1 32 0,2 0-1 15,-4-1-3-15,-2 0 6 16,4 0-6-16,-9-1-6 0,3 0 12 15,-2-2-19-15,-9-4-15 0,-7 2 1 16,-9-7 0-16,-3-1 0 0,7 4 0 16,1 1-1-16,3 1 2 0,-2 1-2 15,-4-1 15-15,0 0-2 0,0-2-14 16,-8-2-1-16,1 1 0 0,-1-4 0 16,-4 1-2-16,-3-2 0 0,1 0-13 15,-5-3 3-15,-3 0-15 0,-1 1-40 16,0-4-32-16,-2 0-25 0,-4-1 12 15,-2 3-4-15,2-3 1 0,-2 0 22 16,0 0 19-16,0 0-41 0,3-4-141 16,-3-2-228-16,2 1-95 0</inkml:trace>
  <inkml:trace contextRef="#ctx0" brushRef="#br0" timeOffset="182762.7">21866 8650 659 0,'0'0'1638'0,"0"0"-1457"0,0 0 100 16,0 0-107-16,0 0-11 0,0 0-163 15,0 0-6-15,0 0 2 0,-14 50 4 16,32-33 32-16,5 3 7 0,6 2-17 15,2 0-8-15,4 0-14 0,0-1-2 16,0 0-1-16,5-3-10 0,-7-1 10 16,-2-2-48-16,-9-3-26 15,-3-2-16-15,-7-3 22 0,-8-3 71 16,-6 0 19-16,-10 1 174 0,-11 0-113 16,-6 0-26-16,-8 2 29 0,-2 2 25 15,-5-1 3-15,3 1-13 0,2-1-44 16,2 0-35-16,6-3-19 0,6 1-22 15,6-2 0-15,5-3-32 0,8 0-73 16,1-1-60-16,5 0-108 0,7-6-491 16,1 0-258-16,8-9-118 0</inkml:trace>
  <inkml:trace contextRef="#ctx0" brushRef="#br0" timeOffset="183167.25">24411 10363 404 0,'0'0'0'0,"0"0"0"15,-64 43 385-15,41-31-304 0,-2 1-81 16,4-1-24-16,-3-1 24 0,1-3-26 15,4 2 26-15,-1-2-1 0,3 0-26 16,3-2 26-16,1 1-152 0,1 2-118 16,3-4-96-16</inkml:trace>
  <inkml:trace contextRef="#ctx0" brushRef="#br0" timeOffset="184234.91">24020 10568 96 0,'0'0'117'0,"0"0"587"15,-62 16-50-15,35-11-273 0,-2-1-154 16,-4 3-56-16,0-4-77 0,0 1-33 15,-2-2-60-15,-2 2-1 0,-1-1-14 16,-3 2 14-16,-11 0 13 0,-6 1 3 16,-10-1 10-16,-4-1 19 0,8-1 20 15,2-3-17-15,8-3 20 0,-6-1-1 16,0-5-2-16,0 0-1 0,-2-2-16 16,-2 0-47-16,4-3 21 15,-6 1 1-15,2-1-22 0,0-4 15 16,-2 2-14-16,2-5 40 0,2-1-41 15,-2-2 0-15,4-2-2 0,2-2 2 16,0-2-1-16,0-2 29 0,4-2-29 16,3-2 0-16,-1 0 0 0,8 3-4 15,7 5-21-15,6 6 25 0,2-2 0 16,-6-3-2-16,-6-7 0 0,-1-3-12 16,1-2 12-16,6-1-15 0,0-2-25 15,4 0 7-15,0-1 31 0,6-1-15 16,0 1 6-16,5 1-3 0,3 2 16 15,9 0 7-15,4 3 50 0,4 1-24 16,10 2-11-16,4-3-19 0,11-1 20 16,14-5-1-16,15-8 7 0,23-4 3 15,10 4 12-15,1 3 20 16,3 8 13-16,-4 9-11 0,2 0 17 16,8 1-23-16,0 4-12 0,9-2 9 15,1 0-26-15,7 2-31 0,2-1-3 16,2 3-13-16,4 0-6 0,-3 5 6 15,3-1 0-15,4 4 13 0,-2 4-13 16,-2 0 14-16,2 2-17 0,3 5 16 16,-5 1 0-16,4 3 0 0,-4 1 1 15,-5 5-20-15,-3 3 21 0,-2 5-18 16,-7 0 6-16,-1 5 11 0,-9 2-1 16,-7 2-10-16,-1 3 0 0,-10 0 10 15,-5 3 1-15,-8 1 2 0,-8-1 0 16,-17-3 0-16,-8-3 1 0,-2 2-1 15,4 2 0-15,0 8-13 0,0 6 1 16,1-2 10-16,-8 1-11 16,-3 2 10-16,0-1-16 0,-4 2-10 0,-7-3 13 15,0-2 3-15,1 0 11 0,-9-4 2 16,-2 1 2-16,-2-1 21 16,-2-2-8-16,-8 2 14 0,-7 1-10 15,3-1 3-15,-9 3-3 0,0-2 4 16,0 2-4-16,-4-1-7 0,-2 2-10 15,-4-1-2-15,2 0-3 0,-2 1-9 16,2 0 11-16,-4-5-2 0,0 1 0 16,2 1-13-16,-8-4 14 0,-1-1-23 15,-3-1 9-15,-9 0 13 0,-10 1-35 16,-15 1 19-16,1-1-16 0,-3-2 3 16,5-5-35-16,8-2 32 15,-3-1 9-15,-1-5 26 0,-2 2 0 16,-1-3 13-16,3-1-11 0,-3 0 21 15,1-1 2-15,2-2-12 0,-3 1 9 16,3-1-3-16,-1 0 4 0,1 0 5 16,2-2-12-16,4-2 9 0,2-2-12 15,2 0-10-15,2-3-3 0,-2 0 16 16,2-4-14-16,-2-2-2 0,4-2 4 16,2-1 11-16,-2 0-12 0,2 0 31 15,9-1 4-15,10 2-6 0,6 1-16 16,2-3-6-16,-5 3-10 0,-3-4 0 15,-6-3-12-15,4 2-17 0,-3-1 1 16,3 0-20-16,2 0 1 0,-7-3-1 16,1 3 3-16,0-2 14 0,-11-3-11 15,8 3 14-15,-3 1 28 0,-3-1 1 16,9 1-1-16,-9-1 0 0,2 1-3 16,3 1 3-16,1-2-19 0,5 3-67 15,2-2-39-15,1 3 0 16,5-1 0-16,2 2-36 0,0-2-59 15,0 2-107-15,5-1-189 0,3 1-149 16</inkml:trace>
  <inkml:trace contextRef="#ctx0" brushRef="#br0" timeOffset="186136.04">16394 6246 220 0,'0'0'1094'0,"0"0"-612"16,0 0-482-16,0 0-95 16,0 0 95-16,0 0 86 0,0 0 11 15,54-11-6-15,-37 5-19 0,7-1-20 16,3-4-7-16,0 3-16 0,6-3 10 15,0 0-10-15,5-3-27 0,1 0 26 16,6-1-28-16,15-6 0 0,11 1-1 16,5 1 1-16,-2-4-1 0,-3 4-1 15,-3-1 0-15,2 1 2 0,0 2 0 16,9-3 13-16,0 3 9 0,3 1-20 16,1-1 17-16,8 1-17 0,0 0 11 15,0 1-13-15,8 0 1 0,2-1-1 16,7 1-3-16,1 2 2 0,3 0-2 15,2 0-1-15,1 3 3 0,-1 2-13 16,2 1 14-16,2 1 0 0,0 1 0 16,1 3-1-16,-3 1 0 15,4 1 0-15,0 0 0 0,0 0 0 0,0 3-1 16,4 2-2-16,0 1 3 0,-4-2 0 16,0 3 1-16,-3-1 0 15,1 1 0-15,0 0-10 0,-2 1 10 16,0 3 1-16,-3-3 2 0,-5 2 10 15,3 0 3-15,-3 1-13 0,-3 0 17 16,1 1 18-16,1 0-21 0,-3 0-14 16,-1 1 20-16,-4-1-22 0,-4 3-1 15,2 1 0-15,-4 0 0 0,0 5 0 16,-2-2 1-16,-2 2 1 16,-2 0 17-16,-2 1 10 0,-9-1-9 0,3 3-4 15,-5 0-14-15,-5-3 14 16,-1 2 3-16,-4-4 4 0,0 3 6 15,-6-2-3-15,0-3-23 0,2 3 20 16,-11-7-4-16,-7-4 7 0,-9 3-7 16,-7-5 0-16,8 4-6 0,5-1 16 15,0 2 3-15,-4 1-9 0,-2-3-7 16,-4-1-13-16,-6 1 26 0,-2-3 3 16,-1 1-31-16,-5-2 3 0,-1-1-4 15,-3 0-1-15,-3 0-2 0,-2-3 1 16,2 2-23-16,-6-4-30 0,-2 1-58 15,0-1 17-15,0 0 15 0,-8 0-204 16,0 0-188-16,2 0-233 0,-7-1-373 16</inkml:trace>
  <inkml:trace contextRef="#ctx0" brushRef="#br0" timeOffset="186513.16">23660 6248 57 0,'0'0'1691'0,"0"0"-1470"0,0 0-156 16,0 0 38-16,0 0 43 0,0 0 10 15,19 62-24-15,-9-48-42 0,1 3-25 16,7 1-7-16,-1 1-17 0,7 0-2 15,1 1-16-15,2-1-12 0,4 2-11 16,0-3-3-16,-2-1-16 0,0 0 16 16,-2-3 0-16,-4-1 2 0,-9 1-2 15,-4-5 3-15,1-3 15 0,-11 0-14 16,-2-2 67-16,-11 2 28 0,-1-1-22 16,-11 4-33-16,-4 0-9 15,-2-2 22-15,-2 1-6 0,-2-1-10 16,2-1-9-16,4-2-18 0,0 2-11 15,8-1-29-15,5-1 0 0,3-2-73 16,7-1-112-16,4 1-56 0,2-2-266 16,2 0-450-16,4 0-139 0</inkml:trace>
  <inkml:trace contextRef="#ctx0" brushRef="#br0" timeOffset="187725.37">25847 7811 389 0,'0'0'688'15,"0"0"-431"-15,-53 13-98 16,36-9 30-16,-4-1-10 0,5-2-20 16,-3-1-39-16,1 0-20 0,-1 0 10 0,5 0-48 15,-5 0 25-15,4 0-36 16,-5 0-12-16,3 0-39 0,-3 0-21 16,-3 0 20-16,0 0-31 0,-4 0-42 15,-2 0 6-15,-2 0 23 0,-4 0 19 16,-4-1 12-16,-3-2 14 0,-1 0 49 15,-11-3-33-15,-6-2 29 0,-14-3 29 16,-5-4-45-16,9 0 17 0,4 1-17 16,2-3-16-16,0 5 16 0,0-4-16 15,-2 2 16-15,-1-2 9 0,1 1 1 16,0-1 3-16,4 0-4 0,0 1 4 16,-2 0-10-16,10-1-6 0,-6 2-13 15,7-4 6-15,5 2-17 16,11 1 14-16,6 5 0 0,2-2-16 0,-6-5-3 15,-2-2-20-15,-9-4-31 0,3 1 52 16,1-1 1-16,7-1 1 0,-2 0 3 16,4 1 10-16,4-2-12 15,4 3 12-15,4-3-1 0,7 2-12 16,6-1 0-16,4-1-35 0,-1-2-10 16,5 1 20-16,7-1-8 0,1-1 17 15,4-1-3-15,3 0-4 0,3 0 11 16,7-1-1-16,4 2-10 0,2-3 4 15,6-2 18-15,13-4 1 0,14-5 2 16,17-7 17-16,3 2-19 0,5 3-1 16,-4 5-12-16,-6 5 12 0,5 1-15 15,-1 2-3-15,2 0-36 0,2 1 32 16,2 3 1-16,4 1-1 16,0 3 20-16,0 0 1 0,6 2 0 15,0 2 2-15,0 1-1 0,3 2-2 16,5 0 1-16,-2 1-13 0,1 4 15 15,1 3 0-15,-5 2-1 0,1 5 0 16,-10 1 1-16,2 1 13 0,-4 7 0 16,-2 2-10-16,-2 4 11 0,0 3-12 15,-9-1 19-15,-1 5-8 0,-7 6-13 16,-8 0 0-16,-15-2 2 0,-9-1 1 16,-11-4 23-16,-1 3-4 0,-5 5 11 15,8 6-4-15,-4 4-10 0,2 1 3 16,-11 3-22-16,3-1 1 0,-5 1-1 15,1 2 2-15,-5 1-1 0,-2 1 0 16,3 0-1-16,-3 0 2 0,-8 1-2 16,0-3 1-16,0 0 0 15,-8-5 2-15,-5 0 17 0,-1-4-1 0,-9 1 3 16,-4-4 4-16,2-1 3 0,-6-2-13 16,-4 0 13-16,-4-3-13 15,0-1 13-15,-3-1-27 0,-11 1 0 16,-3 1-2-16,-21 4 0 0,3 1-1 15,4-2 1-15,1-4 0 0,7-2 0 16,-2-2 0-16,2-1-1 0,-2 1-1 16,0 1-11-16,0-4-16 0,2 0 10 15,0 1 0-15,-2-5-13 0,4 2 6 16,0-1-6-16,15-4 12 16,5 0-2-16,9-2 2 0,4-2-21 0,-4 0-17 15,-2 0-46-15,-6 1-22 0,10-2-61 16,0-2 8-16,7-2-145 0,7 1-233 15,-4-3-568-15</inkml:trace>
  <inkml:trace contextRef="#ctx0" brushRef="#br0" timeOffset="-205902.19">27265 6251 101 0,'0'0'20'16,"0"0"29"-16,0 0-33 0,0 0 56 15,0 0 205-15,0 0-127 0,0 0-105 16,0 0-43-16,0 0 11 0,21 0-13 16,-19 0-13-16,0 0 10 0,2-1 1 15,0-1 2-15,-4 1 27 0,2-1 113 16,1 1 4-16,-3-1 12 0,0 1 72 15,0-1 58-15,0 2-39 0,0-3-53 16,0 3-25-16,0 0 5 0,0 0-15 16,0 0-21-16,0 0-25 0,0 0 12 15,0 0 3-15,0 0-7 0,0 0-16 16,0 0 6-16,0 0-3 0,-3 2-10 16,-1 2-73-16,-2 4-25 15,-4 3-15-15,-1 6-20 0,1 3 16 16,-6 8 3-16,-1 1 16 0,-2 2 1 15,3 0 15-15,-3-2 9 0,5-1-3 16,-5-2 16-16,9-1-16 0,-5-2-6 16,7-2-6-16,2-4-10 0,0 1-13 15,2-5 10-15,-5-1-10 0,9-2 10 16,0-1 1-16,-2-4 1 0,2-1 1 16,0-1 3-16,2 0 0 15,5 0-2-15,-3-2 24 0,4-1 16 0,-2 0 3 16,9 0 10-16,-3 0-7 15,0 0-16-15,7 0-3 0,-5-1-9 16,7-2 1-16,0 0-7 0,-3 0-10 16,5-3 9-16,-4 3-10 0,-1-3-2 15,3 2-3-15,-4 1-9 0,-7-3-1 16,6 3-13-16,-7-1-21 0,1-1-31 16,0 3-48-16,-3-2-45 0,-3 2-48 15,0-1-52-15,0 0-27 0,-2-2-124 16,-2 2-210-16,2 0-159 0</inkml:trace>
  <inkml:trace contextRef="#ctx0" brushRef="#br0" timeOffset="-205317.8">27127 6586 27 0,'0'0'59'0,"0"0"-53"0,0 0 14 15,0 0-20-15,0 0 23 0,0 0 22 16,0 0 43-16,0 0 506 0,0 0 102 16,0 0-309-16,-37 42-69 0,35-42-47 15,2 0-84-15,0 0-125 0,0 0-62 16,4 0 0-16,0-2 28 15,4-3 72-15,2-3 48 0,5-2 37 16,-3-5 9-16,11-1-41 0,0-3-24 0,2-6-6 16,4 0-13-16,6-5-28 15,12-5-31-15,7-6 5 0,14-5-28 16,9-1-28-16,-3 6 3 0,-8 3-1 16,-2 5 11-16,2 1-13 0,1 3-9 15,-1 0 9-15,2 2 0 0,-2 3-1 16,-2 2-21-16,-4 4-31 0,-4 1-10 15,-4 3 0-15,-17 4 0 0,-4 3 1 16,-6 1-17-16,-3 0-3 0,9 2 0 16,-4-1-26-16,-2 4-42 15,-11 1-9-15,-3 0-49 0,-5 0-40 16,-6 6-3-16,0 0 18 0,-2 4-163 16,-2-4-306-16,-9 9-452 0</inkml:trace>
  <inkml:trace contextRef="#ctx0" brushRef="#br0" timeOffset="-204552.97">25791 8822 288 0,'0'0'140'16,"0"0"1122"-16,0 0-931 0,0 0-91 16,0 0-11-16,0 0 3 0,0 0 38 15,0 0-7-15,0 0-82 0,0 0-76 16,-18 19-64-16,14 0-41 0,2 9-2 15,-5 6 2-15,3 6 13 0,-4 4-10 16,4 1-3-16,-6 1-1 0,-1 2-18 16,1-5 18-16,4-2 1 15,-3-6 54-15,3-6 25 0,4-4-4 0,2-8-5 16,0-5-20-16,4-2-32 16,3-4-17-16,3-1 13 0,-4-2 8 15,9-3 10-15,-3 0 18 0,2 0 10 16,3-3-4-16,-5-2-3 0,7-2-6 15,-5 1-22-15,7-1-9 0,-6 1-4 16,3 0-9-16,1 0-3 0,-3-2-2 16,5-2-1-16,-2-1-19 0,1-3-15 15,-3 3-35-15,3-3-21 0,-7 0-49 16,3-1-38-16,-3 3-47 0,-5-3-92 16,2 7-81-16,-5-2-201 0,-1 5-412 15</inkml:trace>
  <inkml:trace contextRef="#ctx0" brushRef="#br0" timeOffset="-203949.97">25744 9319 913 0,'0'0'687'0,"0"0"-64"0,0 0-423 15,0 0-28-15,0 0 21 16,54-23-13-16,-40 12-20 0,5-3 6 16,-1-2-7-16,5-1-19 0,-2-1-7 15,1-3-1-15,5-2-16 0,0-3-21 16,2 0-23-16,-4-7-22 0,8-1-16 16,2-4-3-16,2-1-12 0,5-4 1 15,1-9-18-15,15-9-2 0,8-10 21 16,2-1-5-16,1 4 2 0,-5 6 7 15,0 5-3-15,0 1-20 0,4 0-2 16,-2-2 0-16,2-3 1 0,5-1-1 16,1 2 0-16,3-2 0 0,1 2-1 15,-1 4-24-15,1 0 0 16,1 3 22-16,-5 0-12 0,7-1 13 16,-7 1 0-16,1 1 2 0,1 1 0 15,-6 2 1-15,3-2-2 0,-3-1 0 16,-2 1-15-16,-2-1 13 0,-1 1 1 15,-3 2 1-15,-5 3-2 0,-1 1-13 16,0 3 16-16,-13 3 2 16,-1 10 1-16,-17 4 16 0,4 0-7 0,2-1 16 15,4-5-9-15,2-1 0 0,-4 3-17 16,-2 3 0-16,-2 2-2 16,-6 5 0-16,-9 2 0 0,1 5-1 0,-5 4-1 15,-6 6 0-15,-2-1-14 0,0 3 16 16,-2 0 32-16,0 0 39 15,0 1-30-15,0 1-41 0,-2-1 0 16,0 0-47-16,0 2-43 0,-2 2-31 16,2 1-35-16,0 3-48 0,0-1-52 15,-2 3-118-15,4-3-155 0,-3-1-605 16</inkml:trace>
  <inkml:trace contextRef="#ctx0" brushRef="#br0" timeOffset="-202910.31">28768 5809 364 0,'0'0'378'16,"0"0"566"-16,0 0-531 0,0 0-70 16,0 0-53-16,0 0-65 0,0 0-45 15,0 0 14-15,0 0 10 0,0 0-49 16,-33-12-57-16,33 12-39 0,0 1-8 16,0 6-32-16,0 5-19 15,0 9 0-15,6 16 3 0,0 17 12 0,7 17-2 16,-3 8-10-16,7-6 16 15,-5-8 6-15,-2-18-9 0,1-13 2 16,-3-6 12-16,-2-5 13 0,5 2 1 16,1 1 0-16,-2 2-13 0,5-8 9 15,-3-2-15-15,-6-6-9 0,9-2-14 16,-5-6 1-16,-6 0 19 0,0-3-7 16,5-1 10-16,-7 0 12 0,2-5 13 15,0-1 24-15,0-7 46 0,0-5-12 16,3-7-50-16,3-6-41 0,-2-2-17 15,0-5-16-15,1-4 4 0,5 1-3 16,-6-1-16-16,1-1-3 0,1 4 16 16,-2-1-7-16,-1 2-6 0,-5 4-9 15,4 3-18-15,-4 2-4 0,4 6-12 16,-4 6-29-16,-2 4-12 0,2 2-16 16,0 3-39-16,0 2-92 0,0 1-174 15,3 0-141-15,-3 4-490 16,4 0-298-16</inkml:trace>
  <inkml:trace contextRef="#ctx0" brushRef="#br0" timeOffset="-202521.07">29512 5507 2820 0,'0'0'956'16,"0"0"-604"-16,0 0 24 0,0 0-138 16,0 0-165-16,0 0-60 0,0 0-13 15,0 0-43-15,0 0-4 0,0 0 47 16,-6 65 13-16,10-32-13 0,-2 3-1 16,0 3-12-16,-2-2-36 0,0-1-83 15,0-3-85-15,0-2-93 0,0-4-219 16,-2-5-216-16,0-7-616 0</inkml:trace>
  <inkml:trace contextRef="#ctx0" brushRef="#br0" timeOffset="-202197.45">29246 5936 418 0,'0'0'2541'0,"0"0"-2011"0,0 0-100 15,-62 17-58-15,43-13-213 16,13 5-153-16,2-1-6 0,2 4-47 15,2 2-24-15,4 3 0 0,2 1-42 16,6-2-22-16,5 0-47 0,-1 1-83 16,1-7-210-16,-1-1-81 0,-3-2-206 15,-5 0-643-15</inkml:trace>
  <inkml:trace contextRef="#ctx0" brushRef="#br0" timeOffset="-201817.49">29204 5997 73 0,'0'0'1672'16,"0"0"-1069"-16,0 0-180 0,-10-59-16 0,10 42-101 16,4 0-116-16,4 2-42 0,3-2-28 15,3 1-33-15,9 2-23 0,-2 1-2 16,1 3 16-16,7 0-3 0,2 3-22 16,2 0 9-16,0 1-3 15,5 1 5-15,-3 2-14 0,6 2-13 16,-6 1-3-16,2 0-13 0,-3 2-18 15,-6 4 13-15,-5 0-16 0,2 0 0 16,-6 1 0-16,-7 1 12 0,-2-1 6 16,-1 2 7-16,-3 0 6 0,-2 1 18 15,-4 1 43-15,0 4-10 0,0 1-51 16,-2 1-29-16,-2-1-2 0,0 1-15 16,-1-2-46-16,1 0-43 0,0-2-53 15,2-3-50-15,0 1-88 16,-4-3-138-16,2 0-231 0,0-2-336 15,-13 0-1025-15</inkml:trace>
  <inkml:trace contextRef="#ctx0" brushRef="#br0" timeOffset="-201451.11">29357 5969 1118 0,'0'0'1390'0,"0"0"-1215"0,0 0 101 16,0 0 92-16,0 0-82 0,0 0-40 16,0 0-13-16,58-2-58 0,-45 1-45 15,3 1-40-15,-1 0-19 0,3 0-22 16,-3 0-27-16,5 0-20 0,-3 0 1 16,1 3-3-16,-1 0-2 0,-1 3-17 15,-1-2-30-15,-1 0-13 0,-5 1-3 16,-5-1-15-16,-2 1 11 15,-2 1 23-15,0 2 33 0,-6 3-40 16,-7 2-25-16,-1-1 5 0,-1 2 14 16,-5 1 15-16,3-2-7 0,1-1 7 15,-3 0 3-15,5 0-6 0,-1-2 25 16,1-1 22-16,5-3 0 0,3 0 21 16,0-2 42-16,4-1 6 0,2 0-25 15,0 0-28-15,0 0 22 0,2 0 28 16,4 0-12-16,-2 1-7 0,2 2-1 15,1-1-11-15,3 1-4 0,-2 1 6 16,1 1-3-16,3 0 4 0,0 1-4 16,-1-1 3-16,3 3 3 0,-4-1-15 15,1-1-10-15,-1 0 4 0,0 1-7 16,-5 0 7-16,-1 2 2 0,-2 1 19 16,-2 0 25-16,0 3 12 15,0 1-22-15,-2-1-15 0,-2 0-21 0,-1 0-4 16,1-2-13-16,-2-2 1 0,-2-1 0 15,2-2 0-15,2-1 0 16,-3-1-1-16,1-2-2 0,-4-2-18 16,6-2-47-16,-3-1-30 0,-3-1-84 15,-2-6-81-15,6-3-138 0,-7-3-283 16,5 1-469-16,-13-7-693 0</inkml:trace>
  <inkml:trace contextRef="#ctx0" brushRef="#br0" timeOffset="-201170.03">29256 6267 1346 0,'0'0'1691'0,"0"0"-1083"0,0 0-311 16,0 0-143-16,0 0-7 16,0 0 5-16,0 0 52 0,60-1-19 15,-46-1-75-15,11-2-46 0,0 3-12 16,0-2-12-16,0 1-9 0,6-1-19 15,0-1-12-15,0 1 0 0,2-2-2 16,-2 4-17-16,-2-1-20 0,-2 2-41 16,-5 0-27-16,1 0-44 0,-4 0-40 15,-3 3-38-15,-1 0-103 0,-3 1-190 16,-4-2-150-16,3 1-469 0,-3-1-429 0</inkml:trace>
  <inkml:trace contextRef="#ctx0" brushRef="#br0" timeOffset="-200151.93">30048 5947 2754 0,'0'0'754'0,"0"0"-337"0,0 0-57 0,0 0-220 16,0 0-109-16,0 0-25 0,0 0 53 16,55-9-22-16,-26 5-25 0,4-2-10 15,5 1 1-15,-1 1-3 0,2-1-1 16,-2 4-2-16,-4-3-15 16,1 4-23-16,-12 0-67 0,-1 0-75 15,-9 1-81-15,-8 6-95 0,-4 4-157 16,0-1-18-16,-16 11-776 0</inkml:trace>
  <inkml:trace contextRef="#ctx0" brushRef="#br0" timeOffset="-199835.68">30041 6247 2584 0,'0'0'1328'16,"0"0"-961"-16,0 0-224 0,0 0-23 15,0 0 56-15,0 0 30 0,60-16-20 16,-39 8-73-16,6 0-67 0,0-1-31 16,4 1-12-16,-2 2 0 0,0 0-3 15,2 1-2-15,-6 2-20 0,1 0-32 16,-1 3-47-16,-2 0-21 0,-7 0-50 16,1 0-40-16,-7 3-79 0,1 0-122 15,-7-2-144-15,-2 2-61 0,2-2-402 16,-4-1-455-16</inkml:trace>
  <inkml:trace contextRef="#ctx0" brushRef="#br0" timeOffset="-199517.8">30343 5941 2025 0,'0'0'750'0,"0"0"-471"0,0 0-4 15,0 0 43-15,0 0-95 16,0 0-40-16,0 0-27 0,0 0-99 15,0 0-57-15,-56 39-29 0,46 1 29 0,0 15 41 16,-3-1 15-16,7-5-3 16,2-4-4-16,0-9 4 0,2 3 2 15,0 5 7-15,2-5 3 0,0-4 2 16,0-8-5-16,6-3-7 0,0-5-21 16,0-2-13-16,5-7-2 0,-1 0-7 15,0-2 0-15,1-3-10 0,-1-1 10 16,0-3 13-16,1-1 9 0,-1 0 11 15,0-3 26-15,-3-3 17 0,9-1-18 16,-6-1-15-16,3-2-22 0,-1-3-9 16,1 1-22-16,3-3-2 0,-1 1-3 15,-1-3-39-15,-1 3-62 0,-1-2-60 16,4 1-44-16,-1 0-50 0,2 2-157 16,-5-1-313-16,-2 6-542 15,1-4-925-15</inkml:trace>
  <inkml:trace contextRef="#ctx0" brushRef="#br0" timeOffset="-199076.07">30732 5936 1574 0,'0'0'1560'15,"0"0"-1066"-15,0 0-117 0,0 0-138 16,0 0-149-16,0 0 0 0,0 0 40 16,0 0 21-16,52 0-35 0,-26 0-48 15,1 0-28-15,4 0-10 0,2 2-29 16,0-1-1-16,1 2 0 15,-1-1-2-15,-4 1-28 0,-1-2-50 0,-5 2-31 16,-4 0-46-16,-5 0-16 16,-5 1-35-16,-1 3-74 0,-6 0-75 15,-2 4-66-15,-6 0-85 0,-7-1-547 16,-1 5-470-16</inkml:trace>
  <inkml:trace contextRef="#ctx0" brushRef="#br0" timeOffset="-198770.97">30709 6206 1578 0,'0'0'1969'15,"0"0"-1445"-15,0 0-194 0,0 0-172 16,0 0-93-16,0 0 48 0,0 0 65 16,56 0 6-16,-29-3-56 0,-2 0-46 15,8 0-24-15,6 2-10 0,-4-1-20 16,4 0-10-16,-3 1-16 0,-1 1 1 15,-2 0-3-15,-6 0-2 0,-5 0-13 16,3 1-31-16,-8 1-36 0,-5 1-6 16,-2 0-6-16,-3-1-10 15,-3-1-12-15,-2 0-10 0,0 1-37 16,-2-2-38-16,0 1-17 0,-2-1 52 16,-4 0-13-16,-3 0-283 0,-5 0-126 15,-3 0-84-15,3 0-382 0,-11-1-26 16</inkml:trace>
  <inkml:trace contextRef="#ctx0" brushRef="#br0" timeOffset="-198466.03">31001 6204 281 0,'0'0'1331'0,"0"0"-673"16,0 0-106-16,0 0 46 0,-52 0-73 16,50 0-91-16,0 2-122 0,2 1-140 15,0 1-147-15,0 6-7 0,0 3-15 16,2 7 43-16,0 3-9 0,-2 2 6 16,2 1-10-16,2 1-30 15,-4 1-1-15,0 0-2 0,0-3-11 16,0 1-53-16,0-4-28 0,2 1-64 15,2-5-38-15,0-3-57 0,3-3-116 16,3-5-192-16,0-3-162 0,-1-4-501 16</inkml:trace>
  <inkml:trace contextRef="#ctx0" brushRef="#br0" timeOffset="-198153.44">31207 5828 1008 0,'0'0'2269'15,"0"0"-1705"-15,0 0-175 0,0 0-159 16,0 0-140-16,0 0-26 0,7 56 29 16,-5-27 36-16,2 7-13 15,-4 1-46-15,0-1-21 0,0 1-15 16,0-2-13-16,0-1-19 0,-4-5-2 15,2-1-10-15,2-4-60 0,0-5-46 16,6-2-59-16,-2-5-65 0,4-3-96 16,0-2-123-16,1-7-180 0,5 0-21 15,-6-6-453-15,7-7-197 0</inkml:trace>
  <inkml:trace contextRef="#ctx0" brushRef="#br0" timeOffset="-197781.45">31395 5863 314 0,'0'0'1653'0,"0"0"-851"0,0 0-80 16,0 0-113-16,0 0-162 0,0 0-209 16,0 0-125-16,0 0-67 0,0 0-46 15,0 0 31-15,-8 51 8 0,6-18-37 16,-2 2-2-16,0-1-30 16,2-1-59-16,0-1-71 0,2-4-58 0,0-5-108 15,0-3-244-15,2-8-441 16,0 1-569-16</inkml:trace>
  <inkml:trace contextRef="#ctx0" brushRef="#br0" timeOffset="-196873.48">31844 6072 308 0,'0'0'166'0,"0"0"1343"15,0 0-985-15,0 0-79 0,0 0-4 16,0 0-77-16,0 0-84 0,0 0-48 15,0 0-56-15,0 0-49 0,0-7-37 16,-2 10-23-16,0 4-2 0,-6 7-4 16,-1 7-39-16,-5 11-22 0,-5 8 1 15,-1 3 17-15,-1-1 16 0,0 2 2 16,1-4-17-16,1-2-7 0,0-2-9 16,5-4-2-16,4-5-1 0,-1-2-24 15,5-5-28-15,4 1-40 0,2-5-40 16,0-1-53-16,0-4-60 0,4 3-84 15,4-6-126-15,-1 0-91 0,1-3-83 16,-2-3-477-16,0-2-100 0</inkml:trace>
  <inkml:trace contextRef="#ctx0" brushRef="#br0" timeOffset="-196449.21">32055 6086 768 0,'0'0'385'0,"0"0"915"0,0 0-824 16,0 0-95-16,0 0-57 16,0 0-47-16,0 0-16 0,0 0-28 15,0 0-54-15,0 0-68 0,4 0-43 16,-4 10-31-16,-8 4-25 0,-3 12-12 15,-5 17-3-15,-7 14-9 0,-2 11 11 16,0-4 0-16,7-14 1 0,5-15 0 16,3-10 15-16,6 4 4 0,-2-1 11 15,0 2-2-15,4-7-7 16,2-2-21-16,0-7 1 0,2-2 12 0,4-2-11 16,0-4 1-16,2-1 15 0,1-2 13 15,-1-2 8-15,4-1 1 0,-1 0 3 16,-1-1 18-16,2-5 9 0,3-1-18 15,-1-3-10-15,1 0-14 0,-1-2-13 16,1-2-3-16,3-2-10 0,-1-1-2 16,1 2-30-16,1-3-62 0,0 1-54 15,-1 3-65-15,-1 0-62 16,-3 2-164-16,-6 2-529 0,-1 3-742 0</inkml:trace>
  <inkml:trace contextRef="#ctx0" brushRef="#br0" timeOffset="-189762.05">21279 16036 99 0,'68'1'196'0,"0"2"-138"0,9-2 552 0,-13 0-288 15,0 0-140-15,-2-1-91 0,0 0 26 16,-4 0-9-16,0 2-24 0,-2 0-29 16,-1-2-35-16,-1 0-19 0,0 0-1 15,-11 0-3-15,-1 0-95 0,-18-1-84 16,5-3-215-16,-8 2-332 15</inkml:trace>
  <inkml:trace contextRef="#ctx0" brushRef="#br0" timeOffset="-189450.71">23530 16163 206 0,'0'0'124'15,"0"0"-124"-15,0 0 0 0,0 0 0 16,0 0-2-16,60 35-34 0,-50-33-45 16,1-1-20-16,1-1 6 0,-2 0 80 15</inkml:trace>
  <inkml:trace contextRef="#ctx0" brushRef="#br0" timeOffset="-185391.44">23673 16181 48 0,'0'0'130'0,"0"0"-35"15,0 0-37-15,0 0 239 0,0 0 153 16,0 0-108-16,0 0-141 0,-56-12-61 15,43 10-17-15,3 0-41 0,0 0-14 16,-7 0-20-16,5 2-9 0,-5 0 0 16,-1 0 45-16,-5 0-6 0,2 0 22 15,-1 3-16-15,-5 2 7 0,-2 0 12 16,0 1-3-16,-4 0-17 16,0 0-6-16,-5 1-19 0,1 0-7 15,-2-1-12-15,-2 1 2 0,-1-1-28 16,-1-1 3-16,-7 1-14 0,3-2 0 15,-1 2-2-15,-8-3-1 0,-2-1 0 16,-14 1-12-16,0-1 3 0,-1 0 10 16,5-2 0-16,4 0 1 0,-2 0-1 15,0-2-3-15,-2-2-20 0,-3 0-12 16,-1-1-7-16,-2 0 40 0,1 1-20 16,-5-1-1-16,-1 0 7 0,-1 2 15 15,-1-1-1-15,0-1 2 0,-6 2 16 16,5 2 0-16,-3-1 10 0,0 0-10 15,1 0 16-15,-3 2-10 0,2-1-19 16,-2 0 11-16,-2 1-13 0,0 0 13 16,0 0-13-16,3 0-1 0,3 0 36 15,4 0 11-15,1 0-5 0,3-2 3 16,-1-4-7-16,4 1-18 0,-3-3-20 16,3-2-19-16,-3 0-42 0,3 0-22 15,-2 0 10-15,1 1 12 16,5 1 16-16,-2-2 13 0,4 3 10 15,0-1 20-15,1 2 2 0,3 0 12 16,0 0-11-16,5 1-1 0,9 1 3 16,7 0 48-16,10 2 10 0,4-1 38 15,-6 1-3-15,-2-1-10 0,-1 1-13 16,1-1-13-16,8 0 7 16,1 1-7-16,3-1-16 0,4 1-28 0,1-2-16 15,3 0-3-15,1 0-29 0,1-2-6 16,3 3 6-16,0 0 17 15,5-2 13-15,-1 3-1 0,4-2-11 16,0 3 14-16,2-2 31 0,-2-1 4 16,0-1-7-16,0-1-5 0,0 0-21 15,-2-2 1-15,4 0-3 0,-4-2 0 16,1 2-1-16,3-3-1 0,-2-2 1 16,0 1-1-16,0-1 1 0,0-4-2 15,0 1 0-15,0 0 1 0,0-2-1 16,2 0-13-16,-2 0 0 0,2-3 14 15,0 1-20-15,0-3 20 0,0 0 0 16,0-1-17-16,0 0 18 0,0-1 1 16,0 0 1-16,-2-2 12 0,0 0-12 15,-4 1-1-15,-1 0-4 0,5 1 1 16,-4 0 0-16,0 0 3 0,-2 0 3 16,-3 3 10-16,3-3 3 0,0 1 9 15,0-4 10-15,-1 2-19 16,5-3 9-16,-2 1 0 0,2-4-6 15,2-1-3-15,2-2-1 0,-2-3 4 16,2 1-3-16,0-2-13 0,-2-1 10 16,0-1-10-16,-1 0 0 0,1-2 0 15,-4-1 0-15,6-1 10 0,-4-1 0 16,-2 2-13-16,2-4 1 0,0 3 0 16,-3-2 1-16,-1-6 10 0,2-9-8 15,-4-8 11-15,-1-3-13 0,3 9 17 16,6 3 6-16,0 7 0 0,2-3 0 15,0-3-12-15,0 0 10 0,0-3 8 16,0 0-9-16,0 0-22 0,0-5 2 16,2 1 1-16,-2-4 0 0,0-3 10 15,2 1-11-15,-2-4 10 0,2 2-9 16,4-2 10-16,-6-4-1 0,4 2 1 16,-2-3-13-16,3 1-2 0,-3-2-17 15,2-1 17-15,2 0 1 0,-2-1 1 16,-2 1 2-16,2-1 10 15,0-2 1-15,1 2-10 0,-1-2-3 16,-4 1-14-16,0-2 11 0,0 2 1 16,0-3 2-16,0 0 2 0,-2-1 1 15,-2 0 19-15,-3-1-6 0,1-1-1 16,6 0-15-16,-4 0 4 0,4-3 8 16,0-1 16-16,0 1 3 0,4-3 0 15,-2-1-6-15,6 3 3 16,1-3-10-16,-1 0-18 0,-2-1-15 0,5 0 12 15,-3-1 1-15,0 0 0 16,-2 1 1-16,0-2-2 0,3 1-22 16,-5 3-9-16,-2-3-19 0,0 3 19 15,-2-2 12-15,0 3 19 0,0 0 2 16,0 0 1-16,0 1 2 0,0 2-2 16,0 0-29-16,0 0 27 0,0 3 2 15,0-3 0-15,0 2 18 0,4-1-2 16,0 0-1-16,-2 3 1 0,7 0-16 15,-3 2-21-15,0 1 18 0,0-1 1 16,0 4 2-16,1 0 0 0,1 0 3 16,-2 4 10-16,-2 2-1 0,2-1-12 15,-4 4-22-15,1-2 4 0,1 1 17 16,0 3-2-16,-2 3 3 0,0-3 0 16,0 4 1-16,-2-1 3 0,0 1 11 15,2 4-14-15,-2-1-1 0,0 4-18 16,0 3-1-16,0-1 3 0,0 3 15 15,0 2-18-15,0 10-2 16,0 6-1-16,-2 10-9 0,2 3 6 16,-2-6-8-16,2-3 2 0,-2-2 12 0,2 2-12 15,0 1 15-15,0 7 4 16,0-2 8-16,4 4-11 0,-2 1-10 16,4 3-1-16,3-1 4 0,-3 3 3 15,6 1 7-15,1-1-1 0,1 3 1 16,1 0 10-16,1 1-2 0,3 2-11 15,1 0 15-15,3 2 0 0,2-1 1 16,0 0 14-16,6 3 14 0,0-3-13 16,4 1-1-16,2 3 1 0,4-3 0 15,1 3-14-15,11-3 14 0,7 2-13 16,17-1 9-16,1 1 1 0,-1 0-1 16,1 1-9-16,-7 2 0 0,5-4 11 15,3 6-14-15,3-1-2 16,3-5-1-16,4 6 2 0,2-2-1 0,2-1 0 15,6 3 0-15,1-4 2 16,3 2-2-16,4 2 0 0,3-2 2 16,4 1 0-16,3-1 1 0,1 1 1 15,4-1 10-15,2 3 4 0,0-3-14 16,7 3 0-16,1-3 1 0,2-1 10 16,3 0-12-16,-1-3-1 0,3 2-1 15,-1 1-12-15,3-5 11 0,-3 2-29 16,3-1-1-16,-7 0 10 0,7 2 0 15,-9-2 3-15,2 2 4 0,-4 1-23 16,-3-1 0-16,1 3 0 0,-4 3 10 16,-2-2 6-16,4 1-10 0,-6 0-3 15,2 1-12-15,-5-1 2 16,1 2-15-16,-6-1 22 0,2 1 0 16,-7 1 24-16,1 0 14 0,-5 0 2 15,-4-2 11-15,-2 2-10 0,-2-1 0 16,-2-2 0-16,0 2 13 0,3-3-14 15,-10-1 49-15,1 3-49 0,0-2 11 16,-6 0 0-16,5 1-12 0,-7-1-1 16,4-1-2-16,-3 2-11 0,-1-2 10 15,4 0-39-15,-11 0-24 0,0 1 15 16,-4 1-1-16,-1 1 8 0,-5 3 2 16,-5 0 39-16,3 0-23 0,-16 0 25 15,-3 2 1-15,-8 1 4 0,-2-2 8 16,4 5 36-16,13-1 3 0,-3 1-3 15,5 1-3-15,-2 0-1 0,1 1-2 16,-1 0-4-16,-3 1-13 0,5-1-21 16,-5 1 15-16,3 2-19 0,-5-1 3 15,3 0 13-15,1-2-15 0,-3 3 1 16,3-1 1-16,-1-1 10 16,10-1-10-16,-11 2 10 0,5-3-13 15,-5 1 0-15,-2 1-3 0,5-1-9 16,0 0-23-16,-7 1-19 0,6-1-3 15,-9 3 15-15,1-2 1 0,-2 0 9 16,-4 1 10-16,-4-1 2 0,-2 2 8 16,-2-1 12-16,-7-3 1 0,1 3 1 15,-4-1 17-15,-1 1-3 0,0-2 38 16,-5 2 4-16,5-1-20 0,-3 1-13 16,-3 0-3-16,4-1-9 0,-1 1-11 15,-3-1-1-15,4 0 1 0,-4 2 2 16,-1-3-1-16,-3 3-3 0,0-3-16 15,2 3 0-15,-2-1 5 0,-4 0 11 16,4 1 16-16,-1 2-16 0,-3 2 16 16,2 1 6-16,-2 2 7 15,0 2-10-15,2 2-3 0,0 5-4 16,0-1-9-16,0 5 16 0,0 1-17 16,2 0 1-16,2 5 8 0,-2-1-11 15,5 3-3-15,-3 0 2 0,-2 2-11 16,6 1 12-16,-3 1 0 0,-1 3 0 15,0-2 0-15,-2 2 0 0,0 8 0 16,-4-7 0-16,0 4 19 0,0 5-7 16,0 4 4-16,-2 14-3 0,-2 0 9 15,0-5-3-15,0-6 16 0,2-6-11 16,2-1-24-16,0 0 0 0,0 1-1 16,2-2 1-16,2 8-2 15,0-3-2-15,2 1 2 0,0 2-10 16,3 0 10-16,-5 2-27 0,2-1-21 15,-2 4-20-15,0 0-6 0,2 2-4 16,-3 1-2-16,-3 5 28 0,0 3 15 16,0-4 7-16,-9 4 30 0,5 0-1 15,-4 1 3-15,2 2 12 0,-7 1-10 16,5-1 33-16,4 3 0 0,-2 2 0 16,-1 1 10-16,3 3-7 0,-2 0 3 15,4 1-3-15,0 0-6 0,2-2-3 16,0 1-4-16,0-1-12 0,2-3-12 15,0 2-1-15,8-2 3 0,-5-1 16 16,1 0 12-16,0 0 1 0,-2 0 0 16,0 1-7-16,2 0 3 0,-1-1-25 15,-1 3 1-15,-2 0 8 0,0 2-9 16,2-1 10-16,-2 2-10 0,0 0 16 16,2 3-17-16,7-1 1 15,-3 1-3-15,0 1-20 0,-4 0 17 0,7 0 0 16,-3-2 0-16,-2 2-16 15,0-3 3-15,-2-4-6 0,-4 1-22 16,7-4-10-16,-7 3-31 0,0 0 31 16,0-2 12-16,-9-1 18 0,5-1 24 15,0 2 16-15,-4 0-14 0,2-1 0 16,-5-3-2-16,5 4-10 0,0 0 8 16,-2-2-1-16,3 0 2 0,-3-1 0 15,4 2 1-15,0-1 1 0,2-2 18 16,0 2-6-16,2-1 6 0,0-1-18 15,-2 0 15-15,2-1-13 0,0-1 20 16,0-2-4-16,0 2 3 0,0 0-6 16,0 1-1-16,2 0-11 0,-2 1-4 15,2 4 0-15,2-4 0 0,-2 5 0 16,2 0 15-16,4 1 11 0,-1 0 8 16,1 1 1-16,0-4 3 0,3 1-12 15,1 0-26-15,-4-2-3 0,5-3-16 16,-3-2 17-16,0-1-20 15,-4 1-25-15,3-3-10 0,-3 0 3 16,-2-3-3-16,0-3-3 0,-2-2-17 16,0-2 46-16,-2-5 12 0,0 1 19 15,0-4 3-15,-2-2 13 0,2-10-1 16,-2-9 17-16,0-8 10 0,2-2 2 16,0 2 0-16,-2 7-2 0,2 4-1 15,0-2-13-15,0-3-2 16,0-3-23-16,-2-4 16 0,-2-1 9 0,2-4-9 15,-2-3-3-15,-3-3 0 16,7-1-1-16,-4-2-12 0,2-3 23 0,0-2-11 16,-2-3-13-16,2-3 0 15,2 0 1-15,-2-1 9 0,2-2-11 16,-2-1 0-16,2 1 1 0,0-1 0 16,0 0-1-16,-2 0 0 0,2 0-1 15,-2-2-2-15,2 1-27 0,0-1 13 16,-2 1-9-16,-5 0 3 0,5-4 6 15,-4 2 4-15,2-2 11 0,-2 0 0 16,-4 0 1-16,-3 3 2 0,1-3 10 16,-5 3-12-16,5-2 3 0,-9 1 12 15,7 1 1-15,-7 1 6 0,2-2-20 16,1 0 1-16,-7-1-2 0,8 0-1 16,-7-1-1-16,-1-1-14 0,0 0-4 15,-4 0 0-15,0 2 3 16,-4-2 14-16,-6 3 0 0,2 2 2 15,-5 1 0-15,1 0 16 0,-3 1-4 16,-1 3 7-16,2 1 3 0,-3 3-3 0,-1-3 0 16,1 2 0-16,-4-1-3 15,3-1-14-15,-5-1-1 0,1 2 0 16,-11 0-1-16,-13-1 0 0,-3-2-3 16,3 1-1-16,5-3-21 0,4 3 22 15,0-2 1-15,-3 1-12 0,-3 0 14 16,-4-1 12-16,1 2-11 0,3-1 0 15,-3 1 2-15,-3 2 16 0,-1-2-6 16,1 0-10-16,-5 2 22 0,2-3-12 16,-5-1 2-16,-1 3 4 0,2-4 0 15,-8 4-16-15,6-4 13 0,-2 1-13 16,-2-2 16-16,0 0-18 0,0-2 0 16,5-4-1-16,-7-1-4 0,2-1-17 15,4-5-11-15,-2 0-24 0,-4-2-32 16,4 0-13-16,-4-2-10 0,-4 4 19 15,-4 0 0-15,-5-2 16 16,1 5 18-16,-7-1-2 0,-2 1 31 16,-1 2 3-16,-7 2 26 0,-4 4 20 15,-5-1-8-15,3 3 11 0,-4 0 12 16,0 0 10-16,-1 0-7 0,1 0 16 16,0 0-10-16,2 0-5 0,3-2-1 15,5-3-10-15,5-3-6 0,-1-4-9 16,4-2 9-16,0-2-20 0,7 1 0 15,-3-3 20-15,1 2-6 0,1 0-16 16,-1 0 0-16,-3 2 15 0,-2 1-15 16,1 1 0-16,-3 4 16 0,0 2 3 15,0 1-18-15,1 2 27 0,-1 0 4 16,0 3-4-16,3 0 10 16,3 0-7-16,2 0 4 0,7 0 9 15,4 0-6-15,4 0 9 0,4 0-6 16,2 0-12-16,3-1-4 0,3 0 0 15,0 1-10-15,5-3-13 0,1 1 1 16,3 1 0-16,4 0-4 0,4-3 1 16,4 3-3-16,2-2-12 0,10 0 13 15,11-2-14-15,8 3 4 0,4-1-13 16,-6 0-20-16,2 1 13 0,-2-2-2 16,5 2-10-16,1-1 0 0,8 2-22 15,1 0-3-15,7 0-32 0,1-2-42 16,4-1-76-16,4-2-201 0,0-2-319 15,0-12-662-15</inkml:trace>
  <inkml:trace contextRef="#ctx0" brushRef="#br0" timeOffset="-183871.72">17401 15172 34 0,'0'0'1038'0,"0"0"-354"0,-48 8-350 16,28-8-146-16,1 0-46 0,-4 0-26 15,5 0-12-15,-5 0-24 0,0 0-15 16,5 0-20-16,-3 0 3 0,0 1-13 16,1 3 1-16,-3 2-4 0,0 2 19 15,1 2 7-15,-5 3 18 0,2 2-5 16,0 2 21-16,0 3 16 0,-2 4 10 15,3 1-17-15,-3 3-19 16,2 1 13-16,2 2-4 0,0 1 3 0,5 2-15 16,1 1-23-16,1 3-12 0,-1-1-10 15,7 0-18-15,0 1-16 16,1 1-31-16,7-4 6 0,2 1 6 0,2 0 7 16,9-1 8-16,-1-1-8 0,2 0 11 15,7-1 1-15,-3 2 0 16,5-4 0-16,4 0-1 0,-4-2-1 15,6-1 0-15,-1-2 2 0,5-1-1 16,-2 0 1-16,4-4-3 0,-2 1-1 16,5-3 3-16,1-3 1 0,-2 1-1 15,4-3 1-15,0 0-3 0,9-5 2 16,-5 3-1-16,5-5 0 0,-1-1 2 16,7-1-3-16,-4-4 0 0,-3-1 1 15,9 0 0-15,-10-7 2 16,-1-2 18-16,5-3 7 0,-9 0-12 0,7-4 2 15,-5 0 1-15,3-1 12 0,-5-1-16 16,-2 0 10-16,2-2-3 16,-1 1-3-16,-3-2-13 0,-2-1 18 15,-2 0-8-15,-2-3-11 0,2-2 0 16,-4 1-2-16,-4-4 0 0,0-2-1 16,-2 1-12-16,-5-2-5 0,-1 0 15 15,-7 2 0-15,2-1-19 0,-3 3 21 16,-7 1 1-16,2-1 1 0,-4 0 18 15,-2 0-1-15,-4 0 1 0,-5 0-1 16,-1 2 4-16,0 0-19 0,-5 0 0 16,2 1 0-16,-5 3 10 0,1-2-12 15,-1 1-1-15,-3 1 0 0,0 1 18 16,-4-1-17-16,2 0 0 0,-4 1 2 16,-4-1 12-16,2 2-13 0,-2-1 14 15,0 1-14-15,0 0 0 0,-2 2 0 16,2 0-1-16,-2 0 0 0,-4 4 1 15,1-1-2-15,-3 3-1 16,0 2-2-16,1 1 0 0,-1 2 3 16,2 2 0-16,-3 0 0 0,3 3 0 15,2 0-1-15,2 2-2 0,-2-1 2 16,3 2-15-16,-1 0-12 0,2 0-9 16,0 6 0-16,0-2-25 0,2 2-7 15,4 2-28-15,-4-3 6 0,6 4-10 16,1 0 7-16,-1 1-4 0,0 0 0 15,4 0-29-15,1-4-25 0,-1 2-78 16,7 0-139-16,3-4-213 0,-3-1-525 0</inkml:trace>
  <inkml:trace contextRef="#ctx0" brushRef="#br0" timeOffset="-182928.78">17579 15243 451 0,'0'0'1276'0,"0"0"-760"16,0 0-238-16,0 0-62 0,0 0-26 16,0 0-49-16,0 0-35 0,-58 46-36 15,50-38-6-15,-3-1-4 0,-1 4-15 16,2-2-7-16,-1 2-3 0,-3 2 6 16,3 1 19-16,-1 3-3 15,-2 2 0-15,-1 1 3 0,1 1-3 16,-1 3-7-16,-1 0-6 0,3 1 6 15,-3 0-12-15,3 4-10 0,3-2-15 16,-2 4 0-16,5 0-11 0,1-1 0 16,2 0-2-16,0 0 12 0,2-2-11 15,2 3 0-15,0-4-1 0,0 4-1 16,2-3 0-16,2 0-1 0,2-2 0 16,0 1-15-16,5-3 17 0,1-1-2 15,-2-1-23-15,5-2 23 0,-3-1-11 16,-1-1 12-16,3-3-11 0,1 0 9 15,-5-4 0-15,6-1-16 0,-3-4 3 16,1-1 14-16,-1-2-14 0,-3 0 4 16,5-1-7-16,-7-1 17 0,2-1-1 15,3 0-19-15,-5-3-10 0,0-1 32 16,7-2 3-16,-7-1-1 16,2-1 2-16,1-2 8 0,-1 1-9 15,-2-4 16-15,0 3-6 0,1-2-11 16,-3 0 14-16,0 0-4 0,-2 1-9 15,0 0 13-15,5 0-14 0,-7 2 14 16,0 0 9-16,-2 0 9 0,0 2 14 16,0-1-1-16,0 1-13 0,0-1-9 15,-4-2-22-15,2 3 13 0,-1-1-15 16,-1-2-1-16,0 0 0 0,4 1 0 16,-4 0 2-16,0 0 1 0,0-1 0 15,0 1 10-15,-5-1-10 0,3 1 9 16,0 1 4-16,0-2 0 0,-7 2-1 15,1-1-2-15,4 1 2 0,-7 1-13 16,3 1 17-16,-1 2-1 0,-3 0 4 16,4 0-3-16,-5 1-7 0,5 1 1 15,-1 1-13-15,-1 0-3 16,3-2 2-16,-5 3-2 0,8 0 1 0,-5 0 0 16,-1 3 1-16,1-1 1 15,1 2 1-15,-1 1-1 0,1-1 2 16,-2 2 0-16,3 0 17 0,1 1-18 15,-2-1 1-15,3 1-2 0,1-1-1 16,-4 0-15-16,5-1 14 0,1 0-13 16,2-2 15-16,0 0-12 0,2 0-13 15,2-3-22-15,-2 0-40 0,2 0-53 16,0 0-59-16,0 0-110 16,4-4-149-16,2-7-124 0,-2 1-531 0</inkml:trace>
  <inkml:trace contextRef="#ctx0" brushRef="#br0" timeOffset="-173342.07">22166 14201 145 0,'0'0'65'0,"0"0"-33"16,0 0 24-16,0 0-54 0,0 0 448 15,0 0-278-15,0 0-48 0,0 0-42 16,0 0-82-16,-4 0 0 0,4 0-4 16,0 0 4-16,0 0 75 0,0 0 46 15,0 0 35-15,0 0 20 0,0 0-27 16,0 0-38-16,0 0-47 0,0 0-21 15,0 0 12-15,0 0 39 0,2 0-13 16,0 1-7-16,4 0-9 0,-2 0-7 16,0 0-3-16,2 0-7 15,3 1 4-15,-5-2-10 0,2 0 10 0,0 1 2 16,0-1 1-16,-1 1-10 16,3 1 0-16,-6 0 0 0,4 0 3 15,-2 0 16-15,2 0-3 0,1 0-7 16,1 0-3-16,0 1-3 0,-2 3 3 15,5-2 7-15,-3 0 2 0,0 2-3 16,3-1 10-16,3 1-7 0,-6 0-9 16,3-1-32-16,1 0 9 0,-4-2-3 15,3 3-6-15,-1 0-16 0,0-4 13 16,1 4-16-16,-1-2 2 0,0 3 1 16,3-1 13-16,-1 0-3 0,3 1 6 15,3-1-7-15,-1 2-9 0,-1-2 13 16,5 2-14-16,-2-1 0 0,3 0 11 15,-3 0-12-15,6 0 0 16,-5 0 0-16,3-1 0 0,2 1-1 0,-2-1 2 16,-1 0 0-16,3 0-1 15,0 0 1-15,-4 0 2 0,3-2-4 0,-1 2 0 16,0-1 1-16,-2 1-1 16,3-1 0-16,-3 0 1 0,-2-1-1 15,-1 0 1-15,-1-1 0 0,-1 1 0 16,1 0 2-16,-3 0 0 0,3 0 0 15,-1-2 13-15,-1 2 3 0,-1-1 12 16,3 2 10-16,-1-2-10 0,1-1-5 16,2 2-1-16,-1-3-3 0,-1 0 0 15,-1 1-3-15,1-1-4 16,-1 2 1-16,-3-2-4 0,-1 0-9 0,-6 0 0 16,1-1 1-16,-1 0 8 0,-4 2 0 15,0-2 1-15,-2 0 3 0,0 0 5 16,0 0-2-16,0 0-17 15,0 0 8-15,0 0-10 0,0 0-31 16,0 0-34-16,0 0-108 0,2-2-46 16,0-1-12-16,4-5-67 0,0-4-80 15,3-3-144-15,-3 2-505 0,4-6-334 0</inkml:trace>
  <inkml:trace contextRef="#ctx0" brushRef="#br0" timeOffset="-172017.04">23724 14133 109 0,'0'0'45'0,"0"0"1"0,0 0-10 16,0 0-10-16,0 0 7 15,0 0 224-15,0 0-81 0,0 0 0 16,0 0 32-16,0 0 82 0,-16-27 9 16,16 27-58-16,-2-1-50 0,2 1-45 15,-2 0-30-15,2 0-3 0,-2 0 4 16,0 0-8-16,-1 0-12 0,1 0-1 15,0 0 13-15,-2 1 13 0,2 3-4 16,-2 2-13-16,-4 5-19 0,-1 3-19 16,3 3-7-16,2 5-16 0,-6 2-3 15,4 6-12-15,-1 2-14 0,1 3-12 16,4 3 0-16,2 0 0 0,0-1 0 16,0-2 0-16,2 0 10 0,2-3-11 15,5-2 10-15,3-2-10 0,-4 0 20 16,7-6-7-16,-1 1-2 0,-3-4-11 15,5-5-1-15,-1 1 0 0,-1-5-1 16,5-6 0-16,-1 1 1 16,-3-5 12-16,3 0-12 0,-3-7 11 15,5-3-8-15,-5-3 11 0,1-1-2 16,-1-1-1-16,-1-6-8 0,1 1 14 16,-1-3-14-16,-1-2 8 0,-5 0 4 15,0 0 3-15,-2 0 3 0,1 0 3 16,-3-1 6-16,-2 0 26 0,-2-1 24 15,2 2 28-15,-2-1-34 0,0-1-22 16,0 3-19-16,0-1-13 0,-2 5-5 16,0 1-4-16,0 1-9 0,-4 4 9 15,3 2-12-15,1 1-4 0,0 3-26 16,2 0 2-16,0 2-9 16,0 3-13-16,0-1-56 0,0 0-59 15,2 1-21-15,3 0-31 0,5-2-84 16,-4-1-121-16,6 1-126 0,1 2-519 15</inkml:trace>
  <inkml:trace contextRef="#ctx0" brushRef="#br0" timeOffset="-171194.59">24181 14395 304 0,'0'0'157'16,"0"0"1509"-16,0 0-1117 0,0 0-198 15,0 0-105-15,0 0-77 0,0 0-43 16,0 0-15-16,0 0-19 0,0 0-20 15,-18 45-6-15,16-24-6 0,-3 2-7 16,1 4-2-16,-2 1-10 16,-2-1-10-16,-1 0-19 0,3 0 1 15,2-2-12-15,-6-4-1 0,4 2-1 16,-1-5-1-16,1-1 1 0,2-4-2 16,4-1-13-16,-4-4-3 0,4-1-6 15,0-3-21-15,0-1-18 0,0-1 7 16,0 0-12-16,0-1 22 0,2-1 25 15,0 0 6-15,0-3-6 0,2-5 22 16,5-2 3-16,-3-6 10 0,6-4-13 16,-4-4 0-16,5-1-2 0,-1 2 0 15,-1-1 1-15,1 3 1 0,2 2 1 16,-5 2 21-16,1 3-6 16,0 1-4-16,-3 1 7 0,1 4 6 15,-2 3 13-15,2-1 6 0,-4 3 0 0,-4 1-3 16,3 1 0-16,-1 1-9 15,-2 0-8-15,2 0-8 0,0 0 0 16,0 0-1-16,4 0-2 0,-2 2 5 16,2 2 10-16,-2-1 10 0,1 2 15 15,-3 2 12-15,4 3 37 0,-2 2 3 16,-2 4-31-16,0 2-22 0,-2 5-18 16,0-1-3-16,-2 3-7 0,-4 0-5 15,2 0-7-15,2-4-9 0,-2 0-2 16,-1-3-1-16,3-3 0 0,2-2-15 15,0-2-10-15,0-1-9 0,0-4-2 16,2-2-14-16,0-1-27 0,1-1-12 16,1-1-29-16,-2-1-18 0,2-1-5 15,2-4-38-15,0-5-73 16,5-5-141-16,-3-2-126 0,-2 3-238 16,9-7-632-16</inkml:trace>
  <inkml:trace contextRef="#ctx0" brushRef="#br0" timeOffset="-170847.84">24479 14521 233 0,'0'0'2102'0,"0"0"-1480"0,0 0-155 16,0 0-88-16,0 0-92 0,0 0-47 16,0 0-61-16,0 0-83 0,0 0-43 15,-25 64-1-15,23-40 9 0,2 1-2 16,-2 2-7-16,2-1-15 0,-4-1-13 16,4-3-12-16,0 0-10 15,-2-4 1-15,-2-1-2 0,1-3-1 0,-1-4-12 16,2 0-40-16,-2-4-49 15,4-1-34-15,-2-3-54 0,2-2-59 0,0 0-160 16,0-5-313-16,4-5 97 16,2 2-96-16,3-10-328 0</inkml:trace>
  <inkml:trace contextRef="#ctx0" brushRef="#br0" timeOffset="-170545.35">24413 14295 1103 0,'0'0'1586'0,"0"0"-1242"15,0 0 55-15,0 0-136 0,0 0-112 16,0 0-56-16,0 0-27 0,-13 55-7 16,15-48-2-16,0 1-9 0,5-1-25 15,-1 1-22-15,-2 1 0 0,0-1 1 16,2 2 5-16,0 1-9 0,3-2-34 15,-3 1-29-15,2 0-176 0,3 1-197 16,1-4-207-16,-6-3-608 0</inkml:trace>
  <inkml:trace contextRef="#ctx0" brushRef="#br0" timeOffset="-169878.84">24584 14508 1 0,'0'0'176'0,"0"0"1591"15,0 0-1291-15,0 0-156 0,0 0-18 16,0 0-53-16,0 0-36 0,0 0-64 16,0 0-70-16,0 0-79 0,-25 10-38 15,25-10-54-15,7 1 70 16,-3 2 22-16,6-1 48 0,-2 1 9 0,3 1 6 16,5 0-10-16,-3 0-2 15,3 0 2-15,1-1-9 0,3 0 6 16,-1 0-6-16,0-1-2 0,-1 0-11 15,-1 1-6-15,-1-1-3 0,-1 1-1 16,-3-1 1-16,-1 2-3 0,-3-1 0 16,-4 1-4-16,0-2 10 15,0 1-6-15,0-2-1 0,-4 0 4 0,2 1 0 16,-2-1 0-16,0-1-7 0,0 2-14 16,0-2-1-16,0 0-3 0,0 0-28 15,0 0-37-15,0 0-76 0,0 0-44 16,0 0-26-16,2-3-90 0,-2 0-108 15,0-4-64-15,0 1-256 0,0-4-658 16,-2 37 949-16</inkml:trace>
  <inkml:trace contextRef="#ctx0" brushRef="#br0" timeOffset="-169545.08">24735 14396 340 0,'0'0'1875'0,"0"0"-1326"16,0 0-116-16,0 0-67 0,0 0-119 16,0 0-84-16,-21 51-40 0,15-33 2 15,0 3 12-15,0 4-4 0,0 3-28 16,-1 4-31-16,-1 1-16 0,0-3-15 15,0 2-3-15,-1 1-3 0,3-1-9 16,-2-2-7-16,4-2-3 0,0-5-17 16,2-4-1-16,2-3-33 0,0-4-10 15,0-3-62-15,0-3-39 0,2-1-33 16,4-1-15-16,-2-4-31 16,6 0-63-16,-3-4-123 0,3-6-49 15,0-1-159-15,-2 1-505 0</inkml:trace>
  <inkml:trace contextRef="#ctx0" brushRef="#br0" timeOffset="-168758.11">24946 14291 388 0,'0'0'499'0,"0"0"362"16,0 0-549-16,0 0-95 0,0 0-117 16,0 0-100-16,0 0-13 0,0 0 13 15,0 0 104-15,0 0 5 0,6 8-18 16,5-5-17-16,1 0-3 15,0 0 9-15,3 3 0 0,1 0 0 16,7 1 7-16,-4 2-11 0,3 1 4 16,3 2-10-16,0 1-16 0,0 0-3 15,0 0-16-15,4 2-6 0,-9-3-10 16,3 0-3-16,0-2-15 0,-7 0-1 16,1-1 0-16,-7-3-13 0,0 0-31 15,-1-3-55-15,-3 0-51 0,-4-2-29 16,0 0-7-16,0-1-7 15,-2 0-49-15,0 0-10 0,0-5-257 16,0 2-282-16</inkml:trace>
  <inkml:trace contextRef="#ctx0" brushRef="#br0" timeOffset="-168407.15">25215 14364 53 0,'0'0'1730'16,"0"0"-1254"-16,0 0-107 0,0 0-54 15,-40 51-116-15,30-33-52 0,4 3-36 16,0 2-6-16,0 4-10 0,-1 0-13 16,-1 4-22-16,4-2-12 0,-2 3-7 15,2 3-4-15,-1-2 7 0,-1 3 6 16,-2-1-6-16,6-1-6 0,-2-3-3 16,0-4-13-16,4-4-22 0,0-3-33 15,0-6-6-15,0-2-30 0,6-1-85 16,0-4-38-16,4-3-72 15,-3-2-33-15,3-2-24 0,2 0-53 0,-1-4-148 16,-3 1-139-16,4-6-365 0</inkml:trace>
  <inkml:trace contextRef="#ctx0" brushRef="#br0" timeOffset="-167426.15">25306 14802 154 0,'0'0'23'0,"0"0"26"0,0 0 42 0,0 0 545 16,0 0-161-16,0 0-153 0,0 0-65 15,0 0-85-15,0 0-36 0,0 0-4 16,-19 31-32-16,19-28 4 0,0-1-1 15,0 1 0-15,0-1 6 0,0 2-20 16,0-1-21-16,4 1-27 0,0 0-2 16,0 0-7-16,3 0-17 0,1-1-13 15,-2 0-1-15,4 0 0 0,3-1 1 16,-3 1-2-16,9-2 2 0,-5 1 11 16,5-2-1-16,0 0-10 15,1 0-1-15,-1-4 11 0,-3-1-11 16,1 2 3-16,-3-2 12 0,-5 2-13 15,1 1 25-15,-4-1-9 0,-4 1 4 16,2 0 9-16,-4 0 2 0,0-1 30 16,0 1 37-16,0-4-22 0,0 2-34 15,-4-3-14-15,2 0-3 0,-4 0-9 16,0 1-3-16,-3-2 3 0,5 2-16 16,-6-1-1-16,-2-1 17 0,3 1-16 15,-3 1-2-15,-3 0-1 0,7 2-1 16,-6 1 1-16,-1 0 0 0,5 2 19 15,-2 1-17-15,1 0 11 0,1 3-11 16,0 1-2-16,-1 2-1 16,3 1-2-16,-5 1-10 0,3 2 10 15,4 0 0-15,-2 1-8 0,-3 1 11 0,3 3 2 16,2-2-1-16,4 2 2 0,0 0-3 16,2 1-3-16,0-2 0 15,0 0 0-15,4 1 2 0,2-2 1 16,0-3 0-16,5 2 13 0,-3-2-1 15,-2-3-10-15,2 1 2 0,3-3-3 16,-3 0-1-16,-2-2 0 0,5 0 0 16,-1-2 0-16,0 1-3 15,1-2-15-15,3 0 2 0,-2-2-38 0,3-3-56 16,-1 1-61-16,7-4-58 16,-4-1 63-16,5-1-135 0,-3-2-260 15,-1 4-440-15,3-5-286 0</inkml:trace>
  <inkml:trace contextRef="#ctx0" brushRef="#br0" timeOffset="-166822.21">25825 14812 210 0,'0'0'186'16,"0"0"644"-16,0 0-176 0,0 0-197 15,0 0-134-15,0 0-56 0,0 0-14 16,0 0-30-16,0 0-35 0,0 0-33 16,-15-8-39-16,13 6-19 0,-4 0-15 15,-2 0 0-15,-3 0-7 16,5 2-16-16,-6-3-18 0,-3 3-17 15,1 0-5-15,-3 0-19 0,3 0-1 16,-3 0 0-16,5 3-11 0,-3 0 8 16,5 0-11-16,4 0 3 0,-3 1-7 15,5-1 16-15,-2 0-13 0,4 0-6 16,0 1-9-16,-2 1-12 0,4-1-1 16,0 3 13-16,0-2 9 0,6 0-1 15,-2 2 10-15,2 0 1 0,3 0 11 16,-5 1 1-16,6 2 0 0,3-1 12 15,-5 0-11-15,2 0 1 0,5 0 1 16,-7 1 0-16,4-2 13 0,-1 0 0 16,-1 1 0-16,-6-2 2 0,2 0 1 15,-2 0 3-15,-2 0-3 16,-2-2 9-16,0 1-3 0,0 1 6 16,0-2 6-16,-2 2-3 0,-6-1-6 15,2 2-3-15,-4-2-6 0,-3 1-4 16,1 1 1-16,-5-2-13 0,3-2 12 15,-3-3-15-15,3 2-6 0,3-3-9 16,-1 0-16-16,0 0-19 0,3-3-25 16,-3-1-59-16,4 0-11 0,1-3-12 15,1 1-45-15,2-2-131 0,0 1-128 16,4-3-140-16,0 3-211 0,0-3-495 0</inkml:trace>
  <inkml:trace contextRef="#ctx0" brushRef="#br0" timeOffset="-166346.41">25800 14802 1417 0,'0'0'702'0,"0"0"-281"0,0 0-173 15,0 0-164-15,0 0 15 0,0 0 20 16,0 0 18-16,0 0 13 0,43 52-1 16,-28-43-35-16,3 3-19 15,-3 0 9-15,3-2 6 0,-5 1-19 16,5-3-49-16,-7 0-30 0,5 1 0 16,-5-4-12-16,1 0-3 0,-2-1-9 15,1 0-4-15,-1-1-25 0,0 0-22 16,1-2-16-16,-5-1-31 0,2 0-32 15,2 0-42-15,-3-1-48 0,-5-2-31 16,0-2-39-16,0-1-60 0,-2 0-56 16,0 0-118-16,0-4-279 0</inkml:trace>
  <inkml:trace contextRef="#ctx0" brushRef="#br0" timeOffset="-165990.24">25982 14780 171 0,'0'0'124'0,"0"0"404"0,0 0 562 0,0 0-731 16,0 0-45-16,0 0-105 15,0 0-32-15,0 0-20 0,0 0 0 16,0 0 8-16,-25 49-19 0,25-37-26 16,-2 2-16-16,0-1-28 0,0 5 11 15,0 0-1-15,-3 1-8 0,3 3-3 16,-2-1-3-16,-2 4-7 0,-2-2 6 15,4 1-6-15,-1-1-19 0,-1-1-15 16,6-3-9-16,-4 1-19 0,0-5-1 16,4 0-2-16,-2-5-16 0,2 1-5 15,0-3-41-15,0-2-49 16,0-2-48-16,2-2-51 0,0-1-48 16,4-1-141-16,-2 0-126 0,3-3-91 15,-3-1-400-15</inkml:trace>
  <inkml:trace contextRef="#ctx0" brushRef="#br0" timeOffset="-165047.1">26525 14554 160 0,'0'0'1'0,"0"0"93"0,0 0-58 15,0 0 1150-15,0 0-874 0,0 0-62 16,0 0-17-16,0 0-48 15,0 0-27-15,0 0-42 0,-14 10-23 16,12-8-12-16,0 0 2 0,0 1 10 16,2-1 9-16,-7 2 13 0,3 1 0 15,-4 0 6-15,0 1-17 0,2 2-6 16,-3-1-19-16,-1 1-13 0,0 3-6 16,1 1-1-16,-5 1-12 0,4 0-8 15,1 2-8-15,-5 4-12 0,1 2 2 16,1 2-5-16,0 2 0 0,1 1 2 15,3 1-5-15,-4 0-1 0,3 0 7 16,3 2-17-16,-2 0 17 0,0-2 3 16,6 2-4-16,-5-2 4 0,7 3 6 15,0-4 3-15,0 3 3 0,0-3 3 16,0 1 6-16,7-2 7 16,-3-2-4-16,6 2-9 0,-4-4-3 0,0 2-6 15,3-3-4-15,1-2-5 16,-2 0-1-16,-2-2-15 0,5 0 9 15,1-2-11-15,-6-3-1 0,3 0 0 16,-3-2-1-16,2 1 1 0,-2-3-1 16,-2-1-17-16,-1 0-19 0,1-2-15 15,0 0-22-15,0 0-31 0,4-1-22 16,-2-1-29-16,-1-2-32 0,3 0-44 16,4-1-123-16,-1-5-114 0,-1-1-102 15,0 0-482-15</inkml:trace>
  <inkml:trace contextRef="#ctx0" brushRef="#br0" timeOffset="-164113.25">26742 14929 73 0,'0'0'85'0,"0"0"-14"0,0 0-9 16,0 0 655-16,0 0-320 0,0 0-91 16,0 0-46-16,0 0-14 0,0 0 0 15,0 0-36-15,-18-11-17 0,12 11-7 16,6 3-29-16,-3-1-23 0,-3 2-23 15,4 3-16-15,-2 0-12 0,2 4-26 16,-4 3-13-16,-5 3 0 16,7 2 0-16,-2 1-12 0,2 5-7 15,0 3-9-15,0-1-13 0,0 1 12 16,-3 1 4-16,7-1-3 0,0-2-4 16,0 2 1-16,2-4 6 0,7-3-4 15,-3-2-12-15,-2-1 13 0,4-4 0 16,5 1-3-16,-3-2-9 0,0-4-4 15,7 0 12-15,-5-3 4 0,7-2-14 16,-5 0 13-16,5-3-2 0,-5-1-1 16,3 0-9-16,-5-5 19 0,1 1-9 15,-3-2 2-15,-2-3 7 0,-1 1 22 16,1-3 24-16,2-1 4 0,-4-1-14 16,-1-2-8-16,3-2-16 0,-4-2-22 15,6-1 4-15,-3-1-4 0,-3 1 0 16,0 0-10-16,0 1 1 15,0-1 0-15,-2 2-3 0,4 3-2 16,-4-2-11-16,3 3 10 0,-3 1-9 16,0-1 10-16,-2 3 1 0,0 0 0 15,0 1 1-15,0 4 0 0,0-2 2 16,0 4 0-16,0 0-2 0,0 0-13 16,0 1-2-16,0 0 0 0,0 1-4 15,-2-1-9-15,2 3-34 0,0-2-40 16,0 2-29-16,0 0-42 15,0-1-69-15,2 1-52 0,2 0-70 0,4-1-37 16,2-1-126-16,-1 2-236 16,-1 0-647-16</inkml:trace>
  <inkml:trace contextRef="#ctx0" brushRef="#br0" timeOffset="-163528.23">27090 15036 320 0,'0'0'1'0,"0"0"1370"0,0 0-884 15,0 0-99-15,0 0-57 0,0 0-65 16,0 0-154-16,0 0-42 0,0 0 29 16,0 0 5-16,4 40-2 0,6-30-7 15,0 0-4-15,9 1 3 0,-7-3-25 16,7 4-11-16,-5-2 4 0,7-3-12 16,-6 3 0-16,5-2-13 0,-1-1-6 15,-3-1-15-15,3 0-13 0,-4-1 0 16,1 0 13-16,-4-2-4 15,-1 1-10-15,1 0-1 0,-1-2 0 0,-7 2-1 16,2-3 1-16,-2 1-1 0,2-1 0 16,-2 2-12-16,0-2-13 15,1 1-25-15,-3-2-15 0,0 0-19 16,0 0-36-16,0 0-22 0,0 0-12 0,-2 0-27 16,0-5-22-16,0 3-21 15,0-3 3-15,0 1-24 0,0 0-81 16,-2-1-193-16,0 0-197 0,-2 1-340 15</inkml:trace>
  <inkml:trace contextRef="#ctx0" brushRef="#br0" timeOffset="-163191.22">27298 15169 105 0,'0'0'137'0,"0"0"925"15,0 0-438-15,0 0-213 0,0 0-113 16,0 0-80-16,0 0-67 0,0 0-45 15,0 0 12-15,-35 54 0 0,29-41-10 16,-2 0 7-16,4 2-14 0,-5 0-19 16,5 2-10-16,-4 1-15 0,-2 1-4 15,6 0 1-15,-3 2 5 0,3-3 8 16,0 2-20-16,-2-2-16 0,-2-4-9 16,5 2-19-16,-1-2 9 0,2 0-9 15,0-3-2-15,-2 2-1 0,4-3-18 16,0-1-10-16,0-1 3 0,0-2-3 15,0 2-22-15,0-4-36 0,4-1-20 16,-4 0-20-16,0-3-23 0,2 0-41 16,0-1-62-16,2-5-65 0,-1-5-93 15,5 1 38-15,-6 3-362 0,2-8-610 16</inkml:trace>
  <inkml:trace contextRef="#ctx0" brushRef="#br0" timeOffset="-162385.32">27588 15001 239 0,'0'0'62'0,"0"0"-3"0,0 0 1081 15,0 0-604-15,0 0-173 0,0 0-86 16,0 0-64-16,0 0-40 0,0 0 0 15,0 0-5-15,4 29-6 0,-4-23-7 16,0 5-10-16,0 0-4 16,0 0-24-16,0 3-26 0,0-1-26 0,2 0-22 15,0 0-12-15,-2-1-3 16,4 3-6-16,-4-2 3 0,2 2 0 16,2-1-4-16,-2 1-2 0,1 2-4 15,-3-2-12-15,6 1 1 0,-4 1 14 16,0-2-17-16,-2 1 1 0,2 0 1 15,0-1 0-15,0 0 13 0,-2 1-4 16,0-1-9-16,0-3 13 0,0 5-4 16,0-2 0-16,-4-2 1 0,0 2-10 15,-2-1 0-15,1 1 12 0,-1-2 1 16,4 2-4-16,-4-2 3 0,0-1-2 16,-5 1 2-16,7 2-3 0,-2-3 1 15,0-1-1-15,0-1-9 0,-5 1 9 16,5-1-9-16,2-1 0 0,-4 1 0 15,0 1 1-15,-3-2 5 16,1-1-9-16,2 1-13 0,-3-1-2 16,1-1 13-16,4 0 0 0,-5-1-10 15,-1 0 11-15,4-1-2 0,-1 0-10 16,-1-2 1-16,6 2-6 0,-2-2-7 16,2-2-15-16,-3 1-3 0,3-1-7 15,2-1-11-15,-4 0-26 0,6 0-28 16,-2-1-38-16,2-4-51 0,0-3-121 15,0 0-188-15,0 1-156 0,0-10-566 16</inkml:trace>
  <inkml:trace contextRef="#ctx0" brushRef="#br0" timeOffset="-160743.39">24235 11244 99 0,'0'0'26'0,"0"0"-12"0,0 0-12 16,0 0 29-16,0 0 34 0,0 0-39 15,0 0 16-15,0 0-22 0,-35-5 316 16,33 3-199-16,0 0-72 0,2-1 49 16,0 0-26-16,0 0-4 0,0 0-2 15,-2 1-30-15,2 0 13 0,0 0 23 16,0 1 71-16,-2-1 39 16,2 2 43-16,0 0 8 0,-3 0 0 0,3 0 9 15,0 0-56-15,0 0-48 16,0 0-29-16,0 0-14 0,0 0-9 15,0 0-16-15,0 0-20 0,0 0-22 16,0 0 4-16,0 0 5 0,0 0 13 16,0 0 7-16,0 0 8 0,0 3 8 15,-2-1-5-15,0 3-47 0,-4 3-37 16,-2 4 0-16,-2 2-1 0,1 4-2 16,-5 2-9-16,1 2 12 0,1 3 1 15,-5 0-1-15,5 0 1 0,-2 0 2 16,1-1 0-16,3-2 10 0,-3-2-13 15,3-3 0-15,6 0-13 0,-6-2-2 16,3-2 14-16,1-1 1 0,4-3 2 16,-2-2 13-16,4-2 4 0,-2 0-4 15,2-2 1-15,0 0-16 0,0 0-1 16,2 1 1-16,2-3 1 16,-2 2 1-16,4 0 14 0,1-1-1 15,3 1 4-15,-6-1 0 0,6 1-1 16,-1-1-2-16,3 0 2 0,-2-1 4 15,5 1 0-15,-5-1 2 0,7 0-11 16,-5-1 2-16,3 0-2 0,1 0-10 16,-3 0 12-16,3 0-13 0,-3 0 0 15,-1-1-1-15,0 1 0 0,-3-1 0 16,1-1 3-16,0 2-1 0,-4 0-1 16,1 0 0-16,-3-1-2 0,4 1-1 15,-6-1-1-15,4 1-1 0,-4-2-22 16,0 1-43-16,1-1-38 0,-3-1-49 15,2-2-56-15,0-1-85 16,2-3-162-16,-2 3-175 0,2-5-775 0</inkml:trace>
  <inkml:trace contextRef="#ctx0" brushRef="#br0" timeOffset="-159348.13">24049 11509 291 0,'0'0'17'0,"0"0"41"0,0 0 480 16,0 0 45-16,0 0-300 0,0 0-170 16,0 0-112-16,0 0 1 15,0 0 0-15,0 0 69 0,-2 3 30 16,2-3 6-16,0 0-4 0,2 0 4 0,-2 0-3 16,0 0-21-16,4 0-2 15,-4 0-16-15,2 0-4 0,0 0-3 16,2 0-4-16,0 0-2 0,3 0 2 15,-3-3 4-15,6 1 3 0,-6-2 12 16,7 0-9-16,1 0 0 0,-4-1-10 16,5-1-9-16,1 0-4 15,-6 0 3-15,7-2-24 0,-1 1 5 16,-1-3 0-16,3 3 7 0,-3 0-4 0,5-1 1 16,-3-1 18-16,5 1 4 15,-1-1-10-15,4 0 3 0,-1-2-6 16,3 1 2-16,0-2-24 0,2 1 0 15,2-1-4-15,-2 1-10 0,0 0-1 16,0-1-1-16,-1 3 0 0,1 0 2 16,-2 2 1-16,-2-1 0 0,0-1 0 15,-1 1 9-15,-1 2-12 0,0-1 1 16,3 0 0-16,-5-1 1 0,4 0-1 16,-5 0 0-16,3-1-1 0,4 1 1 15,-7-1 0-15,3 0 0 0,4-1 1 16,-6 0-1-16,1 1 0 0,1-1 1 15,-5 0 0-15,7 0 0 16,-6 3 0-16,1-2 0 0,-3 2 1 0,1 0 0 16,-5 0 0-16,5 0 0 0,-5 1-2 15,1 0 1-15,0-1 1 0,-1 1-2 16,3 0 1-16,1-3 0 0,-7 2 1 16,10-2 1-16,-5 1-2 15,1 0 1-15,1-1-2 0,-1 4-1 16,3-3-1-16,-3 2 1 0,3 0-1 15,-7-2 0-15,9 3 1 0,-7 0 0 16,1 0 1-16,3-1 0 0,-1 1 1 16,1-1 0-16,-3 2 1 0,3-4 0 15,1 1-1-15,1 0-1 0,-1-2 1 16,3 0 17-16,-3 0-6 0,4 2-10 16,-1-1 0-16,-1 1-1 0,2 2 0 15,-5-1 0-15,1-1 0 0,-5 3 0 16,3 0 1-16,-3 1-3 15,0-1 0-15,3-1 0 0,-7 2 2 0,9-2 0 16,-7 0 0-16,4-1-2 0,1 0-1 16,-5 0 0-16,7 2-2 15,-5-2 1-15,1 0-1 0,3 1 0 16,-4 1 0-16,5 1 0 0,-3-1-9 0,3 1 12 16,-5 0-3-16,1 0 3 15,3 0-1-15,-9 1 1 0,7 1 1 16,-4-2 2-16,-3 1-1 0,1 2 1 15,0-2 0-15,-2 2 0 0,1-3 13 16,-3 1-14-16,2 1 1 0,-2-2 0 16,6 1-1-16,-6 1 1 0,1 0 10 15,-3-2-11-15,2 2 0 0,-2 1 10 16,0-1 1-16,0 0-13 0,-2 1-1 16,0-2 1-16,2 2 2 15,-2 0 1-15,0 0-2 0,0 0-1 16,0 0 0-16,0 0-12 0,0 0 0 15,0 0-4-15,0 0-27 0,0 0-77 16,0-2-60-16,0 1-19 0,8-3-86 16,-1-2-173-16,-3 3-531 0,-2-4-866 0,-23 30 1855 15</inkml:trace>
  <inkml:trace contextRef="#ctx0" brushRef="#br0" timeOffset="-157194.01">26354 9995 231 0,'0'0'23'0,"0"0"447"16,0 0 233-16,0 0-280 0,0 0-170 16,0 0-46-16,0 0-26 15,-13-29-23-15,13 28-3 0,0 0-10 0,0 0 2 16,0 1 10-16,0 0 2 15,0 0-10-15,0 0-16 0,0 0-32 16,0 0-55-16,0 1-46 0,0 3-19 16,0 0 19-16,0 6 10 0,0 4 75 15,0 7 18-15,0 7-5 0,0 8-8 16,0 4-15-16,-2 2-7 0,2 1-2 16,-2 2-8-16,0-3-11 0,2-1-10 15,-2 0-6-15,2-4-10 0,0-2-8 16,0-2-1-16,0-1 0 0,2-6-10 15,0-1-1-15,0-5-1 0,0-2-12 16,-2-1-13-16,2-6-9 0,0-1-15 16,-2 0-22-16,5-6-38 0,-5 1-31 15,4-3-32-15,-2 0-79 0,4-2-183 16,2-5-91-16,-6-1-150 16,5-11-658-16</inkml:trace>
  <inkml:trace contextRef="#ctx0" brushRef="#br0" timeOffset="-156572.91">26554 10279 799 0,'0'0'1735'0,"0"0"-1121"15,0 0-197-15,0 0-126 0,0 0-122 16,0 0-68-16,0 0-29 0,0 0-10 16,-10 66 4-16,10-43 2 0,0 1-3 15,0-1-9-15,-2 2-10 0,0 3-12 16,0-5-16-16,2-1 4 0,-4-1-1 16,-1-2-5-16,3-4-14 0,0 0-2 15,2-1-3-15,-6-4-16 0,6-3 7 16,0-1-3-16,-2-2-19 0,2-3-13 15,0 0-5-15,0-1-22 16,0 0-35-16,0 0 0 0,0-2 16 16,0-4 39-16,2-4 54 0,4-5 24 15,-2-3-8-15,3-1-14 0,-3-6-1 16,0 3 2-16,2 0 13 0,-4 0 3 16,6 4 2-16,-1-1-2 0,-3 2-3 15,0-1-4-15,2 1 1 0,-2 4-1 16,7 1-12-16,-5 3 0 0,-2 1 0 15,0 3 1-15,0 1 18 0,0 3 9 16,-2-2 6-16,3 3 3 16,-1 0-3-16,-2 0-3 0,2 3 10 15,0-1-1-15,0 5 3 0,2 2 6 16,-4 0 1-16,7 2-1 0,-3 1-9 16,-4 1 6-16,0 0 6 0,0 2 10 15,-2-4 11-15,0 3-9 0,0-3-18 16,0 3-24-16,0-3-19 0,0 1-3 15,0-1-2-15,0-1-23 0,0-3-8 16,0-1-16-16,0-2-34 0,0-1-27 16,4-1-23-16,0-2-27 0,0 0-10 15,5 0-30-15,-3-6-64 0,0-2-121 16,2-2-133-16,-3 0-178 0,9-5-567 0</inkml:trace>
  <inkml:trace contextRef="#ctx0" brushRef="#br0" timeOffset="-156128.52">26769 10240 1456 0,'0'0'1094'0,"0"0"-579"15,0 0-81-15,0 0-187 0,0 0-247 16,0 0-64-16,0 0 64 0,0 0 35 15,0 0 53-15,0 0-9 0,13 14-7 16,-3-11-19-16,0 0-12 16,3 0-2-16,-1 0-17 0,3-1-21 0,1-1-1 15,1-1-1-15,1 0-1 0,1 0-20 16,-1 0-36-16,-1-1-17 16,2-2-35-16,-7 2-22 0,2-1-1 15,-5-1-16-15,-3 2-42 0,2 0-36 16,-6 0-21-16,4-1-32 0,-6-1-89 15,0 1-99-15,0-1-186 16</inkml:trace>
  <inkml:trace contextRef="#ctx0" brushRef="#br0" timeOffset="-155738.09">26910 10191 1435 0,'0'0'552'0,"0"0"-299"0,0 0-56 15,0 0-84-15,0 0-51 16,0 0-60-16,0 0 11 0,0 0 58 16,0 0 61-16,0 0 41 0,-8-2 10 15,8 2-11-15,0 0-4 0,0 0 0 16,0 0-17-16,0 1-35 0,0 0-47 16,0-1-24-16,-3 2 2 0,3-2 3 15,0 1 12-15,-2 2 13 0,2 0 21 16,-2-2 6-16,0 4-3 0,2-3-13 15,0 3-15-15,-2 1-16 0,0 1-12 16,2 1-18-16,0 3-10 16,0 1-14-16,0 6-1 0,0 0 0 15,2 2 0-15,0 1 0 0,-2 1 0 16,2 1 1-16,0-2 2 0,-2 0 0 16,0-4 13-16,0 2-16 0,0-4-1 15,0 0-27-15,0-1-9 0,0-2-24 16,0-1-56-16,2-4-49 0,1 0-5 15,-1-3-34-15,2-2-97 0,4-2-109 16,0 0-78-16,1-2-62 0,-5-6-507 16</inkml:trace>
  <inkml:trace contextRef="#ctx0" brushRef="#br0" timeOffset="-154961.15">27104 10371 213 0,'0'0'108'0,"0"0"1340"0,0 0-1098 16,0 0-143-16,0 0-77 15,0 0-66-15,0 0 4 0,0 0 39 16,0 0 18-16,-23 54 20 0,23-48 5 16,7-1-28-16,-3-1-30 0,2 2-19 15,0-3-9-15,2-1-10 0,5 2-3 16,-1-4-1-16,5 0-2 0,-1 0-20 16,3-6-12-16,-5 0-14 0,5 0 0 15,-5-1 0-15,3 1 1 0,-5 0 13 16,-5-1-13-16,1 2 0 0,-2 0 23 15,-2 1-7-15,-2 0-1 0,0-1 11 16,0-1 5-16,-2 0-2 0,0-1-13 16,0 0-4-16,0-2-13 15,0 1 1-15,-2 0 9 0,-2 0 4 16,-6-1-15-16,6 1 1 0,-3-3-2 0,-3 5 1 16,-2-1-1-16,3 2 1 0,-1 3 1 15,-2 0 1-15,1 2 10 16,5 0-10-16,-2 3-3 0,-2 4-11 15,-1 3-7-15,3 4 14 0,-7 3 4 16,5 2 16-16,2 3 28 0,-7 0 23 16,9 0 11-16,0-3 25 0,2 2 11 15,-2-2-20-15,4-3-24 0,2-1-11 16,0-1-19-16,0-2-12 0,0 1-13 16,6-1-13-16,-2 0 1 0,0-4-1 15,4 3-2-15,5-3-3 0,-5 0-15 16,4-1-4-16,1-1-5 0,-1-2 11 15,-1 0-2-15,3-4-29 0,-4 0-42 16,5 0-17-16,-3 0-27 0,1-8-53 16,3-1-71-16,-5-5-187 0,7-1-161 15,-8 5-567-15</inkml:trace>
  <inkml:trace contextRef="#ctx0" brushRef="#br0" timeOffset="-153932.77">27553 10437 57 0,'0'0'1315'16,"0"0"-574"-16,0 0-424 0,0 0-185 16,0 0-99-16,0 0 15 0,0 0 52 15,0 0 41-15,0 0 17 0,0 0-11 16,0-6-16-16,0 1-26 0,0-3-29 15,0 1-19-15,0-4 0 0,0 0-3 16,-2-2 6-16,-3 1 0 0,3-1 15 16,-2 1 7-16,0 2 12 0,2 1 7 15,-2 1-23-15,0 1-16 0,0 2-12 16,-5 1-19-16,7 2 3 0,-4 1-16 16,2 1-5-16,-2 0-13 0,-3 4-15 15,-3 6-19-15,2 7-15 0,-7 2 15 16,5 5 31-16,-1-1 3 0,-1 2 16 15,4-3-13-15,1-2-1 16,5-3-2-16,0-3-2 0,4-1-32 16,4-2 3-16,0-1 3 0,5-1-22 15,-3-2-22-15,4-3 12 0,5-2 3 16,-7 1 23-16,6-3 12 0,-1 0 3 16,-3-3 19-16,2 0 0 0,-3-4 0 15,-3 2 25-15,-2-2 3 0,2-2 7 16,1 1-4-16,-3-3-6 0,0-1-2 15,0 1-20-15,0 0-1 0,-2 0 11 16,0 2-1-16,0 1-9 0,0 4 19 16,-2 1 9-16,0 0 7 0,0 3 2 15,0-1-18-15,0 1-6 0,0 0-16 16,0 0-2-16,0 0-17 0,0 3-3 16,0-1-3-16,0 4-6 0,0 5 12 15,0 3 19-15,0 4 1 0,0 4 3 16,0 3 11-16,-2 3 1 0,2 0-4 15,-2 3 1-15,2-1-11 16,0 0-1-16,0 0-1 0,0-3-13 0,2 2-15 16,0-4 0-16,0 1-12 15,-2-4-4-15,7 1 5 0,-5-3 8 16,-2-4 9-16,0 0 20 0,0-3 2 16,0-4 12-16,0-1 17 0,0-4 19 15,-2 0 42-15,-5-2-6 0,5-2-28 16,0 0-12-16,-2 0-26 0,-2-9-18 15,2 0-11-15,-4-2-17 0,-3-3 10 16,3-1 18-16,-2-2-4 0,-5 0 4 16,5 2-1-16,-1-3-11 15,-3 1 0-15,6 0-10 0,-5 2-9 16,-1-1 28-16,6 5 3 0,-1-3 0 16,1 6 44-16,4 2 6 0,0 0-13 15,4 1-20-15,0 1-17 0,2-2 0 16,4-1 24-16,2-1 11 0,1-1-11 15,-1 2-8-15,0-2-13 0,7 2-2 16,-5-1 1-16,6 2 8 0,-1 0-10 16,6-2-3-16,-5 0 0 0,7 1-12 15,-5-3-19-15,5 0-69 0,2 1-65 16,-2-1-49-16,-5-1-82 0,9 0-207 16,-12 3-173-16,5-7-692 0</inkml:trace>
  <inkml:trace contextRef="#ctx0" brushRef="#br0" timeOffset="-153335.43">27668 10279 674 0,'0'0'1696'15,"0"0"-1248"-15,0 0-67 0,0 0-81 16,0 0-88-16,0 0-64 0,0 0-48 15,0 0-40-15,0 0-35 0,0 0-8 16,-35 3 14-16,35 3 16 16,0 6 21-16,0 6 10 0,0 2-3 15,0 5-16-15,2 1-19 0,-2 3-25 0,7-1-2 16,-5 0-13-16,6-3 0 16,0-2 2-16,-4-3-1 0,0 0-1 15,1-6 0-15,-1-1 0 0,-2-2 1 16,2-4 11-16,-4-2-12 0,2-2-31 15,-2-2 3-15,0 1 13 0,0-2 13 16,0 0 2-16,0 0 12 0,0-2 7 16,-2-2-19-16,-4-2-37 0,6-3 15 15,-2-4 0-15,0-1 11 0,-3-3 11 16,5-2 2-16,0 0 10 0,0-2-12 16,2 3-3-16,5-1-22 0,-1-1 4 15,2 2-7-15,0 0 12 16,3 1 13-16,-1 3-15 0,0 0-7 15,1 3-25-15,-1 3-6 0,0 1-10 16,-3 2-4-16,1 2-8 0,2 0-23 16,-2 2-38-16,-1-2-89 0,1 1-139 15,6 1-44-15,-5 1-116 0,-3 0-213 16,6 0-515-16</inkml:trace>
  <inkml:trace contextRef="#ctx0" brushRef="#br0" timeOffset="-152730.3">27935 10451 191 0,'0'0'571'0,"0"0"590"15,0 0-833-15,0 0-153 0,0 0-27 16,0 0-35-16,0 0-20 0,0 0 1 16,0 0 12-16,0 0 12 15,27-14-16-15,-23 7-12 0,0-2-14 0,0-1 1 16,-4-1-1-16,7 0 9 0,-5 0 17 15,-2 1 11-15,0-1 0 16,0 0-16-16,0 2-8 0,-2 0-39 16,-5-1-25-16,5 0-10 0,-4 3-13 15,6 3 20-15,-6 0 3 0,2 2-9 16,0 2-13-16,-7 0-3 0,3 5-16 16,2 6-37-16,-5 6-12 0,-5 4 21 15,8 3 30-15,-9 0 14 0,9 1 0 16,0-3 2-16,-1 0-2 0,1-5-3 15,4-2-10-15,2-2-3 0,2-1-13 16,0-3-18-16,0 0-3 0,4-4 3 16,-2 0 6-16,6 1 6 0,-1-3-2 15,-3-3 15-15,2 0 11 0,2 0 11 16,5-5 16-16,-1-4-13 0,-4 1 22 16,7-2 0-16,-5-2-9 15,-2-1-14-15,3 0 17 0,-3-1 6 0,-4 2 13 16,-2-2 31-16,-2 4 23 15,0 0-5-15,0 2-9 0,0 3 0 16,0 1-22-16,0 1 12 0,-2 1 0 16,2 1 0-16,-4 1-3 0,4 0-22 15,0 0-27-15,0 4-16 0,0 1-30 16,-2 4 11-16,0 2 19 0,2 3 34 16,-2 2-9-16,0-2 8 0,2 2 4 15,0 1-6-15,0-2-13 0,0-2-17 16,0 0-1-16,4-1-1 0,-4 0-11 15,4-5-12-15,-2 3-62 16,2-2-84-16,4-4-56 0,3-3-72 16,3-1-174-16,-6-1-196 0,11-14-661 0</inkml:trace>
  <inkml:trace contextRef="#ctx0" brushRef="#br0" timeOffset="-151870.33">28024 10312 826 0,'0'0'1309'15,"0"0"-869"-15,0 0-111 0,0 0-44 16,0 0-241-16,0 0-2 0,0 0-42 15,0 0 130-15,0 0 26 0,0 0-1 16,39 25-19-16,-22-20-33 0,1-3-15 16,1 1-9-16,2 0-1 0,-1 0-16 15,3 0-6-15,-6 0-22 0,5 0 4 16,-7 0-20-16,1 1 1 0,-3-1-18 16,-5 0-1-16,2-2-3 0,-3 2 1 15,-3-1-17-15,0-1-18 0,-4 0-44 16,4 0-37-16,-4-1-46 0,2 0-24 15,-2 0-27-15,0 0-103 16,0 0-140-16,2 0-187 0,-2-3-546 0</inkml:trace>
  <inkml:trace contextRef="#ctx0" brushRef="#br0" timeOffset="-151522.29">28198 10268 304 0,'0'0'1630'16,"0"0"-1124"-16,0 0-219 0,0 0-130 15,0 0-41-15,0 0 98 0,0 0 70 16,0 0-28-16,0 0-67 0,0 58-22 16,0-41-18-16,0 3-15 0,0 3-26 15,0 3-21-15,-2-1-16 0,-3 3-10 16,3-2-24-16,-2 0-22 0,2-5-15 15,0 3-12-15,2-5-6 0,-2-3-1 16,2-1-27-16,0-3-65 0,2-4-68 16,0-3-61-16,6-2-68 0,-1-2-189 15,1-1-125-15,4-2-410 16,1-9-328-16</inkml:trace>
  <inkml:trace contextRef="#ctx0" brushRef="#br0" timeOffset="-151168.74">28388 10429 425 0,'0'0'2180'0,"0"0"-1522"16,0 0-226-16,0 0-118 0,0 0-113 15,0 0-104-15,0 0-66 0,0 0-31 16,0 0 40-16,0 0 25 0,-11 47 16 16,5-26-1-16,4-1-31 0,-2 0-27 15,2-1-22-15,0-1-11 16,-2-5-11-16,4 0-21 0,0-4-56 0,0 0-71 15,2-3-79-15,2-4-139 16,0-2-188-16,2 0-73 0,3-2-476 16,-3-10-218-16</inkml:trace>
  <inkml:trace contextRef="#ctx0" brushRef="#br0" timeOffset="-150774.42">28386 10207 879 0,'0'0'524'15,"0"0"608"-15,0 0-620 0,0 0-69 16,0 0-95-16,0 0-105 0,0 0-106 16,0 0-75-16,0 0-25 0,0 0-6 15,-29-16-9-15,33 19-3 0,-2 3-4 16,6 0-12-16,3 2-3 0,-3 2-2 16,4-2-16-16,7 3-13 0,-7-3-7 15,7 3-49-15,-5-2-110 16,3-2-67-16,-5 0-209 0,5-2-194 0,-7 1-601 15</inkml:trace>
  <inkml:trace contextRef="#ctx0" brushRef="#br0" timeOffset="-150423.39">28599 10362 1289 0,'0'0'1209'0,"0"0"-608"0,0 0-171 15,0 0-111-15,0 0-127 0,0 0-79 16,0 0 3-16,0 0 29 0,0 0 10 16,0 0-59-16,-33 28-47 0,22-12-15 15,3 2 3-15,-4 4 6 0,3 3 0 16,1-2-13-16,2 2-15 0,-2-6-15 16,8 2-1-16,0-5-23 0,0-2-16 15,10 0-43-15,-2-4-12 16,-2-2-19-16,9-4-7 0,-3-1 16 0,3-3 21 15,3-2 43-15,-5-3 29 16,3-2 12-16,-5-1 1 0,-3-1 24 16,2-1 6-16,-2-1 6 0,-3 1 29 15,-3-3 36-15,-2-2 6 0,0 2-15 16,0-3-17-16,-7 1-14 0,5 1-16 16,-4-1-12-16,-2 5-19 0,4-2-12 15,-2 1 12-15,-3 3-12 0,-1-1-3 16,0 1-9-16,-1 0-64 0,3 2-78 15,-2 1-43-15,3 3-23 0,5-2-59 16,-2 3-181-16,2-1-515 0,0-1-684 16</inkml:trace>
  <inkml:trace contextRef="#ctx0" brushRef="#br0" timeOffset="-149614.09">28840 9988 1044 0,'0'0'1346'0,"0"0"-959"0,0 0-162 15,0 0-187-15,0 0 78 0,0 0 75 16,0 0 16-16,0 0-59 0,58 40-53 16,-37-34-35-16,4 0-4 0,-2-2 4 15,5 1-7-15,4 0-8 0,-1 0-23 16,-3-2-6-16,3 3-14 0,-2-3-2 16,-4 2-1-16,-4 0 0 0,0-2-1 15,-9 3-20-15,2-3-29 0,-7-2-43 16,-3 1-26-16,0-2-9 0,-4 3 9 15,0-3 21-15,0 0 67 0,0 0 30 16,0 0-39-16,-4 0-125 0,2 0-74 16,-5 0-68-16,-1-3-48 15,2 0-71-15,-2 0-64 0,-3 0 64 16,-1-2 7-16,0 3 338 0,-7-2 82 16,9 2 349-16,-5-1-33 0,1 3 94 15,1 0-43-15,-1 0-10 0,8 0-76 16,-3 0-46-16,1 5 9 0,0 1-7 15,4 2-33-15,0 3-40 0,-3 5-34 16,3 5-14-16,-2 2-12 0,4 6-12 16,-4 2-2-16,4 2 4 0,0 2-17 15,0 2-21-15,2 4-9 0,0-5-10 16,0 1 0-16,0-1-6 0,0-3-4 16,0-4 1-16,0 1 3 0,0-5-3 15,0-4-18-15,0-1-10 0,0-3-18 16,0 0-19-16,4-4-81 0,4-1-61 15,0-2-49-15,3-4-61 0,1-3-123 16,0-3-74-16,5 0-94 0,-3-5-523 16</inkml:trace>
  <inkml:trace contextRef="#ctx0" brushRef="#br0" timeOffset="-148641.02">29248 10471 1072 0,'0'0'697'0,"0"0"41"0,0 0-312 15,0 0-97-15,0 0-103 0,0 0-131 16,0 0-95-16,0 0-28 15,0 0-71-15,0 0 74 0,0 9 25 16,8-7 57-16,0-2-12 0,11 3-4 16,-5-3-6-16,5 0-7 0,-3 0-12 15,7-1 0-15,-4-3 0 0,-3-1-1 16,1 1-11-16,-3-2 21 0,-3 0-10 16,1 1 11-16,-8 0 8 0,2-1 32 15,-4 1 94-15,-2-1 10 0,0 0-52 16,0-2-53-16,-4-1-18 0,0 0-4 15,-4 2-9-15,-2-2-9 0,3 3-6 16,-1 0-19-16,0 2-4 0,-5 0-11 16,3 2 12-16,-2 2-22 0,-3 0 10 15,-3 7 15-15,3 3 0 0,-1 3 18 16,1 2 10-16,5 0 9 0,2 0-9 16,-3 2-6-16,5-3-22 0,4 2-3 15,0-1-8-15,0 2 11 16,2-2 2-16,0-2 0 0,0 2-2 15,4 0-12-15,2-2-4 0,2-1 1 16,3-2-3-16,-1 0-16 0,2-3-3 16,5-4-4-16,2-1-46 0,-1-2-18 15,7-5-20-15,0-5-32 0,0-3-45 16,4-3-79-16,0 0-92 0,-3 1-54 16,3-3-65-16,-2 4-59 0,-4-3 46 15,4 1 88-15,-4 1 104 0,-9 1 180 16,5 1 133-16,-9 1 228 0,-4 1 150 15,5 0 49-15,-7 2 54 0,-2-2-50 16,-2 2-56-16,0-1-30 0,0 2-16 16,0 1-42-16,0-3-76 15,0 4-47-15,-2-2-31 0,-2 2-21 0,1-1-28 16,-5 1-25-16,4-3-18 0,-2 3-14 16,0-1-27-16,-5 0-10 15,-1 2-15-15,0 2-6 0,-5 1-12 16,5 2-4-16,-7 0 19 0,4 3 12 15,-3 2 1-15,10 2 2 0,-3 2 11 16,3 0-13-16,0-1-1 0,4 1-3 16,2-1-9-16,2 0 6 0,0 1 9 15,0-1 0-15,0 1 11 0,0-1-1 16,4 0-16-16,0-1 19 0,4 0 0 16,0 3 3-16,-1-3 16 0,1 1-3 15,2 0 1-15,0 1-2 0,-1-1 1 16,-3 2-13-16,4-2 13 15,-1-1-15-15,-3 1 2 0,-4-1 19 16,0-1-1-16,-2-2 26 0,0 4 25 16,-2-1 33-16,-2 1 16 0,-3-1-47 15,-1-1-31-15,-2-1-23 0,6 0-20 16,-5 1-22-16,1-3-2 0,4 0-26 16,-4 2-11-16,2-1-14 0,-1-2-15 15,-1 2-6-15,-2-4 5 0,4 0-38 16,-3 0-41-16,5-6-120 0,-2-3-223 15,-2 3-451-15,6-9-403 0</inkml:trace>
  <inkml:trace contextRef="#ctx0" brushRef="#br0" timeOffset="-148223.8">29715 10303 669 0,'0'0'1915'0,"0"0"-1343"16,0 0-149-16,0 0-177 0,0 0-246 15,0 0-28-15,0 0 28 0,0 0 63 16,0 0 3-16,0 0-19 0,70 16 6 16,-47-15-17-16,-5 0-21 0,9-1-13 15,0 1 0-15,-2 1-2 0,-6-2-19 16,3 1-70-16,-9 0-59 0,3-1-69 15,-7 2-69-15,-5-1-40 16,0 1-44-16,-4-2-102 0,0 0-197 16,0 0 89-16</inkml:trace>
  <inkml:trace contextRef="#ctx0" brushRef="#br0" timeOffset="-147878.78">29888 10256 197 0,'0'0'23'0,"0"0"782"0,0 0 291 16,0 0-598-16,0 0-32 0,0 0-38 15,0 0-100-15,0 0-82 0,0 0-62 16,0 0-69-16,-49 7-60 0,47 11 16 16,-4 6 22-16,-1 3 27 0,3 4 28 15,0 1-26-15,0-1-33 0,0 0-41 16,0-2-26-16,2-3-22 16,0-4-1-16,2 0-24 0,0-4-51 15,2-5-71-15,4 1-83 0,2-3-70 16,2-4-204-16,1-2-475 0,5-5-252 0</inkml:trace>
  <inkml:trace contextRef="#ctx0" brushRef="#br0" timeOffset="-144316.28">30196 9703 331 0,'0'0'3'0,"0"0"1238"0,0 0-877 16,0 0-131-16,0 0-97 0,0 0-87 15,0 0-11-15,0 0 43 16,0 0 68-16,0 0 44 0,0 0 41 16,0 0 28-16,0 0 5 0,0 0-33 15,0 0-33-15,0 0-35 0,0 0-19 16,0 0-20-16,0 0-41 0,-6 4-21 15,2 1-19-15,-2 4-21 0,0 2-22 16,-5 8-1-16,1 2 14 0,0 6 5 16,-1 2 4-16,1 2 2 0,4 3-5 15,-2-2-16-15,1 2-6 0,1 1 0 16,2 1 1-16,2-1 2 0,2-1 9 16,0 2 4-16,0 1-1 0,0-3 0 15,2 1 4-15,2-1 8 0,-2-2 4 16,0 0 3-16,2-1 30 0,1-4-3 15,1 1-21-15,0-4-4 0,2-2-36 16,3-5 0-16,-1 0-24 0,-4-3-34 16,9-2-16-16,-3 1-11 0,-4-4-32 15,7 1-24-15,-3-3-38 16,-1-1-44-16,-1-1-131 0,0 1-184 16,-6-5-102-16,7 0-623 0</inkml:trace>
  <inkml:trace contextRef="#ctx0" brushRef="#br0" timeOffset="-143695.53">30509 9922 200 0,'0'0'13'0,"0"0"55"0,0 0 994 0,0 0-620 16,0 0-69-16,0 0-46 15,0 0-40-15,0 0-33 0,0 0 8 16,0 0-2-16,-23-15-48 0,23 15-29 16,0 0-29-16,0 0-14 0,0 0 0 15,0 3 0-15,0 5-14 0,-4 3-31 16,0 9-30-16,-3 5-4 0,-1 8 7 16,0 3 5-16,2 3 16 15,-3 3-7-15,3-3-15 0,2 1-9 0,0-3-19 16,0-2-14-16,2-4-10 0,2-3-15 15,0-3-1-15,0-2-1 0,6-4-16 16,-2 1-31-16,0-5-18 0,0-2-21 16,0-3-28-16,1-4-10 0,1 0-30 15,0-3-75-15,0-2-107 0,2-1-112 16,5-4-170-16,-7-2-104 0,6-5-644 16</inkml:trace>
  <inkml:trace contextRef="#ctx0" brushRef="#br0" timeOffset="-143038.51">30600 10014 50 0,'0'0'2252'16,"0"0"-1681"-16,0 0-165 0,0 0-285 15,0 0-79-15,0 0-23 0,0 0 95 16,0 0-13-16,0 0-13 15,70 8-15-15,-49-2-16 0,-1 0-7 16,3 2-6-16,-7-1 3 0,5 1-6 16,-2 0 0-16,-3 1 18 0,-5-2 10 15,5-1-10-15,-3 0 0 0,-1 0-25 16,0-1-31-16,1-2 8 0,-1 0-11 16,1 0-15-16,-5-3-10 0,2 3-25 15,-4-3-30-15,-1 0-17 0,-3 0-17 16,-2 0 5-16,0 0 93 15,0 0-22-15,-5-3 35 0,-1-1-101 0,-4-1-6 16,2 0-11-16,-1-1 32 16,-3 0-22-16,2-1 6 0,-3 1 35 15,-1-1 70-15,3 2 0 0,1 2 89 16,-2 0 89-16,8 3 16 0,-5 0-52 16,5 3-13-16,-2 1-35 0,2 4-28 15,-2 3-18-15,1 0 11 0,1 3 29 16,0 3 11-16,2 3 13 0,0-1 14 15,0 7-21-15,2-1-19 0,0 4-6 16,0 0-6-16,2-1-13 0,2 1-15 16,0-4-22-16,0-3-22 0,-1-1 1 15,-1-3-3-15,4-2-29 0,-4-3-39 16,0-2-8-16,-2-4-38 16,2 2-33-16,0-6-51 0,0-1-63 0,0-2-186 15,2 0-218-15,0 0-108 0,1-8-729 16</inkml:trace>
  <inkml:trace contextRef="#ctx0" brushRef="#br0" timeOffset="-141703.98">31203 9887 325 0,'0'0'2'0,"0"0"1398"0,0 0-942 16,0 0-102-16,0 0-63 0,0 0-49 16,0 0-78-16,0 0-70 0,0 0-33 15,0 0-5-15,-8 0 46 0,10 6 42 16,0 0-11-16,2 2-15 16,0 0-13-16,3 3-13 0,-5 1 6 15,6 3-4-15,0 0-3 0,-4 4-7 16,5-1-9-16,-7 3-15 0,8-2-7 15,-4 4-8-15,0-1-14 0,1 1-5 16,-3 2 3-16,2 3-4 0,0 0 4 16,0 3-4-16,-4-2 1 0,2 1-7 15,-4 0 4-15,0-1 8 0,0-1 7 16,-4-2 3-16,-2 2 18 0,-2-3 9 16,0 1-19-16,-1-3-11 0,-1 0-10 15,-2-3-8-15,3 0-4 0,-1-1 3 16,-4-1-6-16,3-4-12 0,1-1 9 15,-3-1-12-15,5-1-12 0,-2-3-24 16,2-1-25-16,-1-1-12 0,3-2-15 16,0-2-31-16,0 0-22 0,2-2-61 15,-3 0-122-15,5-2-151 0,2 0-323 16,-4-7-804-16</inkml:trace>
  <inkml:trace contextRef="#ctx0" brushRef="#br0" timeOffset="-138917.02">26230 9297 156 0,'0'0'83'15,"0"0"-81"-15,0 0 65 0,0 0 415 16,0 0-192-16,0 0-20 0,0 0 16 15,14-12-52-15,-14 12-19 0,0 0 8 16,0 0 23-16,0 0-8 0,0 0-10 16,0 0-23-16,0 0-30 0,0 0-48 15,0 0-57-15,0 0-26 0,0 0 4 16,0 0 9-16,0 0-7 16,-4-3-22-16,-2 3-27 0,-7 0-1 15,1 5-34-15,-7 1-4 0,3 4 13 0,-11 4 12 16,2 1 0-16,0 2 11 15,1-1 1-15,-5 1 0 0,6-2 1 16,2 1 2-16,-1-1-1 0,7-5 2 16,-4 2-1-16,9 0 13 0,0-3-2 15,1-2-11-15,7 2-2 0,2-3-19 16,0 2-12-16,0 0-1 0,2 1 19 16,7-1 12-16,1-1 1 0,0 3 1 15,3-2 2-15,5-2 23 0,-3 1-14 16,4 0 23-16,3 0-19 15,-1 0-15-15,2-2 1 0,-1 2 1 16,-1-3-2-16,2 1 0 0,2-1 2 0,-7-2 1 16,5-1-4-16,-9-1 0 15,5 0-29-15,-9 0-50 0,3-1-35 16,-5-3-32-16,-2 1-20 0,-2-3-3 16,1 0 5-16,-3-2-22 0,-2 2-63 15,0 1-110-15,0-1-255 0,0 1-412 0</inkml:trace>
  <inkml:trace contextRef="#ctx0" brushRef="#br0" timeOffset="-138331.82">25940 9557 180 0,'0'0'23'16,"0"0"-6"-16,0 0 35 0,0 0 414 15,0 0-4-15,0 0-178 0,0 0-70 16,0 0-22-16,0 0 6 0,0 0 3 15,-6-4 12-15,6 4-7 0,0 0-32 16,0 0-49-16,0 0-83 0,0 0-42 16,0 0-67-16,4 0 60 0,0 0 7 15,3 0 55-15,1 0 3 0,8 0 21 16,-5-2-2-16,7-3 19 0,1-1-1 16,2-2-25-16,8 0-7 0,-3-7-15 15,1 1-4-15,10-2-6 16,-1-1-19-16,5-4 0 0,7-3-17 15,16-6 20-15,14-6-19 0,3 3 35 0,4 0-16 16,-7 3-10-16,-6 4-12 16,7 1-16-16,-3 2 13 0,-5 0-16 15,3 4-3-15,-4 5-16 0,-1 2-12 16,-5 5-4-16,-13 1 0 0,-11 3 7 16,-9 2 2-16,-7 1 7 0,1 0-13 15,-2 1 13-15,0 1 0 0,-9-1-4 16,1 2-25-16,-11-2-6 0,-4 1 73 15,0-2 64-15,0 0 73 0,-6 0-86 16,-7 2-50-16,5-2-1 16,2 0-26-16,0 0-5 0,-1 1-36 0,1-1-58 15,6 0-99-15,0 0-273 16,2 0-765-16</inkml:trace>
  <inkml:trace contextRef="#ctx0" brushRef="#br0" timeOffset="-137194.64">28051 8424 223 0,'0'0'68'0,"0"0"1293"15,0 0-1105-15,0 0-87 0,0 0-4 16,0 0 20-16,0 0 2 0,0 0 6 16,0 0 9-16,23-52 3 0,-23 48 2 15,0-2-23-15,0 0-26 0,0 0-32 16,-5-1-38-16,1 0-38 0,-2 0-24 15,-2 0-4-15,-3 2-9 0,-3 0-13 16,-5 0-16-16,3 5-7 0,-9 0-2 16,0 6 9-16,3 5-5 0,-5 3-5 15,0 4 14-15,2 4-4 0,2 0 1 16,0 6 2-16,3 0 0 0,3 1-5 16,1 0-8-16,3 0-5 0,5-4-1 15,0-1 10-15,6-3 10 0,2-3-7 16,0 0 3-16,10-4-3 0,2-1 17 15,1-1 2-15,8 0 16 16,-1-2 12-16,3-1 4 0,6 0-7 16,0 0-9-16,-2 0-4 0,6 1 13 15,-2-1-9-15,-4 2 0 0,2-2 0 16,-7 2 9-16,1-3 9 0,-8 1 13 16,-3-3 0-16,-6-1 7 0,-4 0 12 15,-2 3 80-15,-2 0 164 0,-6 4-107 16,-9 2-130-16,5 4-51 0,-9 0-10 15,5 1-11-15,-3 1 2 0,3-3-1 16,-1-2-2-16,7-3-11 0,-5-3-23 16,7-4-15-16,2-2-22 0,2-1-33 15,0-2-38-15,1 0-50 0,3-2-105 16,0-6-309-16,0 2-552 0,7-12-196 16</inkml:trace>
  <inkml:trace contextRef="#ctx0" brushRef="#br0" timeOffset="-136832.48">28152 8638 1490 0,'0'0'1783'0,"0"0"-1285"0,0 0-124 15,0 0-125-15,0 0-249 0,0 0 15 16,0 0-15-16,0 0 59 0,17 56-6 15,-3-37-4-15,1 1-18 16,-1 0-9-16,3-1-22 0,-5-1-15 16,5-1 0-16,-3-4-13 0,0-1-49 15,-3-1-22-15,-1-4-19 0,3-1-10 0,-5-2-23 16,-2-1-50-16,-2-2-81 16,6-1-78-16,-1-4-25 0,-3-3-112 15,2-1-496-15</inkml:trace>
  <inkml:trace contextRef="#ctx0" brushRef="#br0" timeOffset="-136369.55">28456 8654 1323 0,'0'0'1181'15,"0"0"-535"-15,0 0-134 0,0 0-128 16,0 0-109-16,0 0-113 0,0 0-61 16,-54 9-26-16,46 9-26 0,-4 8-15 15,-7 10 9-15,-6 14 15 0,-2 8 9 16,-4 15 1-16,0-5 11 0,9-16-15 15,7-15-3-15,1-12-39 16,7 3-22-16,-5 1-95 0,0 2-46 16,5-4-64-16,5-5-57 0,2-4-101 15,0-4-211-15,7-4-151 0,-3-3-612 16,8-7-165-16</inkml:trace>
  <inkml:trace contextRef="#ctx0" brushRef="#br0" timeOffset="-135944.89">28764 8622 2069 0,'0'0'554'0,"0"0"-146"0,0 0-44 15,0 0-114-15,0 0-79 0,0 0-23 16,0 0-3-16,0 0-14 0,0 0-38 16,0 0-25-16,-56-40-18 0,42 36-13 15,3 1-16-15,-7 2-18 16,1 1-3-16,-3 0 0 0,-5 0-15 15,2 2 3-15,2 4-7 0,-3 3 17 16,3 0-17-16,0 2 16 0,-2-1-21 16,9 1 2-16,2 0 9 0,-3 0 1 15,9-2 0-15,4 2-7 0,2-1-21 16,0 3-10-16,6-3 13 0,4 4 18 16,7-2-12-16,-1 2 31 0,9-2 15 15,2-1 4-15,-4 0-3 0,2 1 2 16,-1-4-5-16,-3 3 15 0,-4-3 9 15,-3 0 22-15,-1-1 6 0,-11-3 0 16,2 0 3-16,-4-2 15 0,0 2 154 16,-4 2-5-16,-7 1-150 0,-3 2-69 15,-1 3-13-15,-3-1-1 0,3 0 0 16,-5 0-1-16,7-5-44 0,1 0-21 16,1-2-16-16,5-4-21 15,0 0-52-15,0 0-47 0,6-2-104 16,-2-7-215-16,2 0-468 0,0-2-212 15,2-2-323-15</inkml:trace>
  <inkml:trace contextRef="#ctx0" brushRef="#br0" timeOffset="-135396.7">28797 8621 1034 0,'0'0'261'16,"0"0"751"-16,0 0-686 0,0 0 2 16,0 0-56-16,0 0-123 0,0 0-149 15,0 0-79-15,0 0 79 0,0 0 54 16,-6 0 54-16,16 0 22 0,7 3 15 15,-3-2 13-15,7 2-27 0,4 1-45 16,-3-1-24-16,7 0-18 0,-2 1-19 16,0 0-3-16,-4 0-11 0,-2 0-11 15,-1-1-3-15,-7 1-16 0,1-2-3 16,-6 1-37-16,-1-1-53 0,-3-2-36 16,0 3-63-16,-4-3-52 15,0 0-5-15,0 0 15 0,0 0 53 16,0 0-58-16,0 0-312 0,-2-3-584 0</inkml:trace>
  <inkml:trace contextRef="#ctx0" brushRef="#br0" timeOffset="-134979.96">28977 8554 295 0,'0'0'176'0,"0"0"1137"0,0 0-888 16,0 0-34-16,0 0-24 0,0 0-92 15,0 0-138-15,0 0-80 0,0 0-25 16,0 0 57-16,-21 14 79 0,21 4 20 15,0 6-27-15,0 3-33 0,-4 5-28 16,2 2-35-16,0 0-31 0,-2 0-31 16,2-1-2-16,2-5-1 0,0 0-22 15,0-2-12-15,0-5-78 0,6-2-43 16,2-1-63-16,0-5-101 0,5-3-124 16,1-5-113-16,-5-3-254 0,9-2-524 15</inkml:trace>
  <inkml:trace contextRef="#ctx0" brushRef="#br0" timeOffset="-134544.51">29155 8799 963 0,'0'0'1455'0,"0"0"-846"0,0 0-268 16,0 0-229-16,0 0-110 15,0 0 52-15,0 0 25 0,0 0 13 0,0 0-1 16,55-4-34-16,-40 2-13 15,6-2-13-15,-5-1-12 0,5 0 0 16,-7 2-18-16,3-3 14 0,-7 2-2 16,-4 0-10-16,5 1 19 0,-7 1 0 15,-2 1 7-15,-2-2 18 0,0 0 43 16,0-3 19-16,0-1-68 0,-2-2-40 16,-2-2-1-16,0 1-16 0,-3 0-9 15,1 0 22-15,-2-1 0 0,0 3-22 16,-7 1 4-16,5 1-4 0,-9 1 0 15,5 2 6-15,1 2 19 0,-3 1 1 16,1 3-1-16,1 3 0 0,1 2-16 16,-3 4 16-16,4 3 4 0,1 2 17 15,-1 2 20-15,4 2 15 0,1 0 9 16,3 0 9-16,2 0-2 0,2-2-5 16,0 1-5-16,8-3-25 0,-1-1-15 15,3 1-7-15,2-4 0 0,1-1 4 16,-5-1-1-16,11-2-16 0,-11-2 1 15,6-1-3-15,-3-2-12 0,-3-2-6 16,4 0-10-16,1-2-46 16,-1 0-71-16,1 0-28 0,3-3-30 15,-1-2-33-15,1-3-86 0,1 0-101 16,-1-2-85-16,-5 1-285 0,5-3-738 0</inkml:trace>
  <inkml:trace contextRef="#ctx0" brushRef="#br0" timeOffset="-133906.81">29479 8672 220 0,'0'0'2408'0,"0"0"-1760"0,0 0-216 16,0 0-131-16,0 0-168 0,0 0-83 15,0 0-37-15,0 0-13 0,0 0 0 16,0 0 32-16,-6 28 68 0,6-9 104 15,-2 6-71-15,0 2-62 0,-4 1-38 16,6-3-11-16,-2-3-7 16,0 0 4-16,-1-3-16 0,3-5-2 15,0 1 0-15,-2-5-1 0,2 2-19 0,0-6-8 16,0 0-35-16,0-1-18 16,2-3-15-16,1 2-23 0,3-3 25 15,2-1 31-15,0 0 15 0,1-6 47 16,3-3 0-16,-2-2 13 0,1-5 2 15,1-3-2-15,0-1-10 0,-3-4 16 16,3-1-16-16,-4 1-1 0,-1 0 13 16,-1 3-2-16,-2 2-10 0,-2 3-1 15,4 4-2-15,-4 2 1 0,-2 4 0 16,0 3 33-16,0 2 19 0,0 1-13 16,0 0-40-16,0 3 0 0,0 3-31 15,-8 4 3-15,6 3 16 0,0 2 12 16,-2 0 0-16,2 1 0 0,-3-3-1 15,5 0-12-15,0-1 1 0,0-2-4 16,0-1 4-16,0-1-7 0,0-1-5 16,7-2 2-16,-3 0-3 0,0-3 3 15,6 0 7-15,-1 0 2 16,1-2 12-16,0 0 1 0,3-5 3 16,-3-1 10-16,4-1 2 0,-5-2 1 15,1 0 15-15,0 1 6 0,-3 0 28 16,-1 2 10-16,-4 3-10 0,0 1-4 15,0 0-2-15,-2 2-13 0,0 0-15 16,0 0-31-16,0 2 0 0,2 0-34 16,-2 3 13-16,0 2 21 0,0 2 27 15,0 1 7-15,0 3-15 0,0-1-17 16,2-1-2-16,-2 0-19 0,2-2-5 16,0 0-66-16,4-1-70 0,1-1-39 15,-1-2-93-15,4-2-251 0,1-2-161 16,1-1-465-16</inkml:trace>
  <inkml:trace contextRef="#ctx0" brushRef="#br0" timeOffset="-132657.69">30120 8300 1160 0,'0'0'1217'0,"0"0"-839"15,0 0-99-15,0 0-164 0,0 0-73 16,0 0-42-16,0 0 143 0,0 0 64 16,66 7-14-16,-33-7-48 0,0 4-57 15,5-3-35-15,3 0-5 0,0-1-10 16,1 3-20-16,-3-1-5 0,-4-1-13 16,-4 4-2-16,0-3-2 0,-10 2-8 15,-7-2 0-15,-6 2-4 0,-3-2-6 16,-5 0 16-16,0 0 6 0,0-1 40 15,-5 0-18-15,-1-1-22 0,4 2-53 16,-4-1-17-16,0-1 1 0,0 2 0 16,-3-2 16-16,3 0-4 0,-4 0 7 15,-1 0 21-15,-1 0 4 0,6 0 9 16,-3 0 16-16,-1 0 13 16,2 2 47-16,2 3 18 0,-3 1-15 15,3 4-3-15,0 3-3 0,0 5 2 16,-2 5 8-16,-1 8-5 0,1 3-2 15,-2 4 8-15,3 3 13 0,1 4 27 16,-2-3-6-16,0 2-37 0,4-2-25 16,2-4-6-16,-3-1-13 0,1-5-5 15,2-3-16-15,-2-2-2 0,2-3-26 16,2-4-67-16,0-2-20 0,2-2-36 16,2-4-11-16,0-3-30 0,3-2-62 15,-3-4-177-15,8-2-124 0,-6-1-101 16,5-5-471-16</inkml:trace>
  <inkml:trace contextRef="#ctx0" brushRef="#br0" timeOffset="-132090">30641 8756 79 0,'0'0'1650'0,"0"0"-1122"0,0 0-159 0,0 0-51 16,0 0-71-16,0 0-177 0,0 0-70 15,0 0-3-15,0 0 3 16,0 0 22-16,12 7 7 0,3-7 6 0,-3 0 0 16,3 0-6-16,-1-4-13 15,1-1 3-15,-1 1-7 0,-2-2-11 0,1 1 15 16,-5-1 0-16,0 1 16 16,-3 1 22-16,-5-3 60 0,2 0 56 15,-2 0-57-15,0-3-44 0,0-2-21 16,0 2-14-16,-2 2 7 0,-3 0-7 15,1 3 3-15,-2 1-2 0,0 1-34 16,-7 3-1-16,5 0-19 0,-4 3-15 16,-3 7-1-16,-3 2 4 0,-3 4 19 15,-2 3 12-15,7 0 21 0,-5 3 32 16,5-3 9-16,1 0 9 0,1 0-18 16,5-2-22-16,1-3-9 0,6 3-10 15,2-4-12-15,2 0-2 0,6 1-20 16,3-2 1-16,1 0 5 0,7-3 1 15,3 0-1-15,3-2-49 0,4-6-50 16,2-1-39-16,0 0-31 16,0-2-93-16,2-4-91 0,-4-3-54 15,0 1-58-15,0-1-198 0,-10 1-125 16</inkml:trace>
  <inkml:trace contextRef="#ctx0" brushRef="#br0" timeOffset="-131676.75">31063 8710 1 0,'0'0'1088'0,"0"0"-460"0,0 0-284 16,0 0-98-16,6-55-33 0,-4 47-45 16,-2-1 16-16,0 3 37 0,0 2 34 15,-2 0-32-15,-2-2-59 0,-5 1-51 16,1 1-43-16,-2-1-23 0,-3 2-47 16,-1 2-1-16,-1 1-21 0,1 0-7 15,0 3-5-15,-3 3-10 0,5 1-22 16,1 1 15-16,-1-1 1 0,4 0-1 15,1 2 23-15,1-2 2 0,2 1 7 16,2-2-6-16,-2 2 9 16,4 0 14-16,0 1-1 0,4-1-16 15,2 1 19-15,0 0 2 0,5 3 30 16,-1 0 15-16,2-2-6 0,3 0 26 16,4 1-20-16,-5 0-6 0,3 1-13 15,-3-2-2-15,-2 1-8 0,-1-1-2 16,-1 0-3-16,-8-1 3 0,4 0 9 15,-6-2 6-15,0 1 13 0,-4 1 48 16,0 0 48-16,-6 2-34 16,-1-1-41-16,-1 0-34 0,-2 1-18 15,-3-1-13-15,5-2-16 0,-1 0-18 16,-1-2-44-16,3 0-27 0,1-1-56 16,4-4-55-16,-2 0-116 0,1-1-234 15,3-1-505-15,0-8-742 0</inkml:trace>
  <inkml:trace contextRef="#ctx0" brushRef="#br0" timeOffset="-131289.15">31048 8674 249 0,'0'0'2576'0,"0"0"-1962"15,0 0-228-15,0 0-187 0,0 0-199 16,0 0 0-16,0 0 10 0,0 0 66 15,0 0-20-15,66 2-22 0,-41 2-9 16,2 0-6-16,0 0-18 0,2 1-1 16,-4-1-2-16,4 0-14 0,-5 0-53 15,-1 0-63-15,-4-1-47 0,-3 1-23 16,-5-1-67-16,-5-1-41 0,0-1-66 16,-6-1-37-16,0 0 30 0,0 0-88 15,-4-3-360-15</inkml:trace>
  <inkml:trace contextRef="#ctx0" brushRef="#br0" timeOffset="-130877.05">31263 8629 21 0,'0'0'681'0,"0"0"670"15,0 0-814-15,0 0 10 0,0 0-83 0,-56-13-95 16,50 13-87-16,2 2-59 16,2 6-71-16,-2 4-57 0,0 7-15 15,-3 4 9-15,5 4-19 0,0 6-21 16,0 1-12-16,0-1-13 0,2 4-23 15,0-2-1-15,4-1-15 0,0 0-22 16,-1-2-103-16,5-4-72 0,0-1-48 16,-2-4-127-16,0-2-311 0,-3-7-675 15,3-3-577-15</inkml:trace>
  <inkml:trace contextRef="#ctx0" brushRef="#br0" timeOffset="-129823.49">31856 8251 102 0,'0'0'20'0,"0"0"172"0,0 0 857 16,0 0-805-16,0 0-16 0,0 0 41 15,0 0-13-15,0 0-20 0,0 0-11 16,-31-50 3-16,29 48 18 0,-2 2-26 15,2-2-40-15,0 2-7 0,-2 0-19 16,4 0-34-16,-4 3-30 0,-4 7-43 16,-1 6-28-16,-3 8 9 0,-5 8 30 15,1 8 8-15,-3 9-17 0,-2 12 31 16,1 12 31-16,3 1 9 0,5-4-34 16,2-15-9-16,10-16-19 0,-3-10-9 15,1-2-10-15,2 3-14 16,0 4-10-16,0 2-15 0,5-4-1 0,1-1 0 15,4-5-24-15,-2-1-17 0,1-3-19 16,5-6-1-16,-4 0-32 16,3-2-45-16,-1-4-30 0,1-1-41 15,-3-3-58-15,2-2-107 0,1-1-121 16,-1-3-55-16,-1 0-129 0,5-3-577 0</inkml:trace>
  <inkml:trace contextRef="#ctx0" brushRef="#br0" timeOffset="-129311.76">32276 8609 327 0,'0'0'2129'0,"0"0"-1598"16,0 0-100-16,-21-58-145 0,13 39-123 15,0 3-47-15,-3-1-2 0,-1 3-11 16,-2 1-53-16,-3-1-28 0,-2 3-22 16,1 2 0-16,-5 3-22 0,2 2 20 15,1 2-20-15,-1 1 10 0,0 1 11 16,7 0-12-16,-1 0 13 0,5 4-12 16,0-1-10-16,4 0-6 0,-1 2 3 15,3 0-3-15,4 1-14 0,-2 3-11 16,2 0 12-16,0 1 6 0,2 4 7 15,9 1 28-15,-3 2 2 0,4 1 1 16,3 3 10-16,1 2 18 16,5 1-2-16,-4 0-8 0,3 1 5 15,1-1-5-15,-5 1 6 0,3-1 4 0,-5 0 0 16,-1-2 0-16,-1 0-9 16,-6-4 3-16,-3 0 3 0,-3-4 9 15,0-1 32-15,-11-1 129 0,-3 3-10 16,-7-5-74-16,-6 2-28 0,0-1-16 15,-2-3-27-15,0 2-4 0,0-5-23 16,5-1-14-16,-1-1-2 0,8-2-11 16,3-1-29-16,4 0-43 0,1-4-21 15,5 0-34-15,0-4-47 0,4-5-85 16,0-1-169-16,4-5-180 0,2 2-159 16,5-10-719-16</inkml:trace>
  <inkml:trace contextRef="#ctx0" brushRef="#br0" timeOffset="-128706.55">32295 8513 1760 0,'0'0'1423'16,"0"0"-1066"-16,0 0-313 15,0 0 32-15,0 0 50 0,51-2 0 0,-28 2-16 16,6 2-37-16,-2 1-23 0,4 0-9 15,-2 4-1-15,-2-1 1 16,-3 1-23-16,-1 1-6 0,-2-1-12 16,-5 0 0-16,-3-1-13 0,-1-1-9 15,-4 1-9-15,-1-2-34 0,-3 2-23 16,-2-3-16-16,-2 0-9 0,0 0 15 16,0-1 26-16,0 0 28 0,-2-2-13 15,0 2-38-15,-2-2-14 0,-3 0 1 16,1 0 16-16,-4-3 34 0,2-3 26 15,-3 1 32-15,1 0 35 0,-2-1 80 16,-3 2 16-16,5-1 18 0,-3 3 16 16,3-1-4-16,2 2 14 0,-1 1-11 15,3 0 1-15,0 3-23 0,2 3-25 16,-2 3-37-16,0 3-9 0,-1 7-6 16,3 1-16-16,-2 5-13 15,2 2-8-15,-2 2-7 0,2 2 7 16,-3 1-16-16,5 2-12 0,0-1-1 15,-2 0-11-15,4-2-3 0,-2 0-1 16,0-4-42-16,2-1-18 0,-2-4-44 16,2 0-56-16,0-6-32 0,0 2-76 15,4-6-163-15,0-3-191 0,0-3-338 16,5-5-338-16</inkml:trace>
  <inkml:trace contextRef="#ctx0" brushRef="#br0" timeOffset="-128171.93">32824 8272 1308 0,'0'0'1377'15,"0"0"-953"-15,0 0-19 0,0 0-77 16,0 0-95-16,0 0-64 0,0 0-61 15,0 0-52-15,0 0-56 0,0 0-13 16,-8-9 13-16,12 14 23 16,0 3 29-16,2 4 7 0,0 1 9 0,2 5 9 15,1 0 18-15,1 3-3 16,-2 2-21-16,1 3-25 0,-1 2-19 16,0 3-5-16,-2 4-1 0,1 2-3 15,-3 4-5-15,-2 4-11 0,-2 0 19 16,0 3-21-16,-6 0-1 0,-1 0-20 15,-3-4-4-15,0 2-2 16,-3-4-4-16,1 0-6 0,-3-3 4 0,1-3 15 16,-5-2 17-16,3-4-25 0,-1-2-17 15,-1-3-6-15,-1-3 6 0,0-2 3 16,3-4-25-16,-3-3-31 0,3-1-71 16,-1-2-75-16,1-3-139 0,1-1-184 15,3-3-514-15,-1-3-957 0</inkml:trace>
  <inkml:trace contextRef="#ctx0" brushRef="#br0" timeOffset="-113882.81">23855 7696 112 0,'0'0'23'16,"0"0"-10"-16,0 0-13 0,0 0 39 15,0 0 3-15,0 0 402 0,0 0-304 16,-11-12-95-16,11 9-26 15,0-3-19-15,0 1-36 0,0-1 16 16,0 0 19-16,4 0-1 0,-2 0 2 16,3-2 0-16,-5 1 23 0,0 1 62 15,0 0 45-15,0 0 72 0,0 0 22 0,-2 2-15 16,-1 1-21-16,-3 0-55 16,2 0 16-16,2 1-35 0,0 0-27 15,2 0 10-15,-2 2-32 0,2 0-65 16,0 0-20-16,0 0-25 0,0 0-3 15,2 0 48-15,0 0 37 0,4 0 25 16,0-2-1-16,1 2-6 0,1-2-7 16,2 0 4-16,3 0-33 0,-3 0 3 15,7-1 4-15,-1 2-10 0,5-2-12 16,-1 0-2-16,3 2-2 0,6-1 0 16,2 2 1-16,2-2 0 15,4 2 0-15,5-2 1 0,9 0-1 0,16 0 0 16,3-1 1-16,4-1 0 15,1 1 0-15,-9 0 0 0,-4 2 0 0,-2 0-2 16,0 1-2-16,4 0 2 16,-4 0 0-16,-2 0 0 0,2 5-2 15,2-3 0-15,4 2 2 0,2-1-1 16,2-2 1-16,3 3 1 0,5-4 1 16,-1 0 0-16,7 0 17 0,-1-5-18 15,4-1 0-15,-2 3-1 0,-3-4 0 16,1 3 0-16,0-2-1 0,-5 0-12 15,-1-1-3-15,-1 1-3 0,-10 0-4 16,3 0 21-16,-3 1-11 0,-4 0 12 16,-6 2 1-16,-11 0 0 15,-10 2 0-15,-4 1-3 0,-4-2 3 16,2 2-2-16,2 0-21 0,-4 0-28 16,0 2-33-16,-2 1 0 0,-11 0-16 15,0 0-26-15,-9-2-30 0,-3 1-16 16,-2 1-42-16,-2-1 110 0,-7 0 19 15,-9 1-149-15,3 0-75 0,-5-1-180 16</inkml:trace>
  <inkml:trace contextRef="#ctx0" brushRef="#br0" timeOffset="-113216.54">24167 7585 311 0,'0'0'143'0,"0"0"405"0,0 0-284 16,66 7-95-16,-43-5 36 0,6 1 6 15,-3-1-13-15,1 1-39 0,6-2-30 16,-2 2-19-16,4 0-10 16,5-1-3-16,5 0-16 0,15 0-7 0,10-1-16 15,11-1-1-15,2 0-21 0,-9 0 9 16,3-5-10-16,3 3 0 0,-1-2-6 16,6-1 6-1,-3 2-19-15,5-2 19 0,2 1 7 0,-2-2-17 16,2 3 4-16,4 2-10 0,-4 0-6 15,-1-1-12-15,3 2-1 0,-8 0-3 16,2 0 0-16,-5 0-13 0,1 0 12 16,-9 2-11-16,3-1 2 0,-9-1-16 15,-4 0 10-15,-10 1-4 0,-13 0 21 16,-10 1 0-16,-8-2-1 0,8 3 1 16,-3 0-1-16,3-1-10 0,-6 0 11 15,-8 3-1-15,-5-3-29 16,2-1-13-16,-5 2-23 0,-7-3 1 15,0 1 9-15,0 0 42 0,0-1 16 16,0 0 1-16,-5 1-1 0,-3 0-61 16,-2 3-48-16,-1 1-36 0,-1 1-59 15,-5 0-133-15,9-1-326 0,-12 0-687 0</inkml:trace>
  <inkml:trace contextRef="#ctx0" brushRef="#br0" timeOffset="-100101.21">9842 7529 431 0,'0'0'274'0,"0"0"-166"16,0 0-85-16,0 0-23 0,0 0-42 16,0 0-114-16,0 0 104 0,2 5 51 15,8-5 1-15,0 0 1 0,1-2-1 16,1 1-1-16,3-2 1 0,-3 0 41 16,4 2 57-16,1-4-23 0,4 3-7 15,-3 2 222-15,1-4-163 0,-1 2-42 16,5 0 12-16,2-2-15 0,0 2 12 15,0-4-10-15,8 1-15 16,-2 1-30-16,4-2-23 0,6 0 0 16,1-1-13-16,1-1-3 0,2 0 1 15,-1-2 2-15,3 0-1 0,-1 3-2 16,1-2 0-16,3 2 3 0,-5 0 13 16,3 3-14-16,0-1 15 0,9 0 2 15,1 1 7-15,8-2 10 0,9-1 12 16,-9 1 1-16,-8 0-7 0,-6-1 13 15,3-1-16-15,-5 1-7 0,4 0-2 16,0 0 5-16,-1-1-15 0,3-1-7 16,-6 2-10-16,1 1 10 0,-7 0 8 15,-9 1-20-15,-8 1-1 16,0 0 0-16,6 1 0 0,-2 0 0 16,4-3-1-16,-2 2-2 0,-6 1 0 15,-4 0-17-15,-3 0 1 0,-5 0 6 16,-1 3-16-16,-10-1-13 0,2 1-10 15,-3 0 29-15,-3 0 23 0,0 0 0 16,0 0-29-16,-5-2-113 0,-3 2-86 16,2 0-155-16,-4 0-116 0,-7 5-273 15</inkml:trace>
  <inkml:trace contextRef="#ctx0" brushRef="#br0" timeOffset="-99319.04">9730 7351 392 0,'0'0'127'0,"0"0"-55"0,0 0 26 16,0 0 3-16,60-29-26 0,-42 24-29 15,3-1 6-15,2 1-10 0,2 3-6 16,-3 1 182-16,3 0-42 0,-2 1-124 16,2 0-13-16,0 0 0 0,-1 0-10 15,1 1 0-15,0 3-12 0,4 0 2 16,0 2-3-16,2-1-12 16,-4 1-1-16,6-1 13 0,-4 1-14 15,2-1 28-15,2 0-4 0,-2 0 3 16,4 1-10-16,-4-5 24 0,4 1 9 15,0-1-7-15,0-1 4 0,3 0 6 16,1-3-3-16,-2 0-10 0,2-2 10 16,1 1-13-16,-3 0-7 0,0 1-16 15,4 1-3-15,-5 0 10 0,1-2-7 16,-2 2-14-16,6-1 11 16,-1 0 3-16,1-1 4 0,-2-1-18 0,3 1 14 15,-1-2-15-15,-4 2 0 16,4 0 0-16,-5-1 1 0,-1 3 0 15,-2 1-2-15,-2 0 0 0,0 1 0 16,-6 0 0-16,4 1-1 0,-1 2 1 16,-3 2 0-16,2-1 4 0,-4 0-2 15,4 2-2-15,-5-2 1 0,7 1 2 16,-8-2 10-16,4 1 3 0,-2-2-3 16,4-1-12-16,-7 0 15 0,1 0-12 15,2-1 12-15,-5 0-14 0,1 2 14 16,-5 0-15-16,3-1-1 0,-9 0-13 15,4 3 0-15,-1-1-3 0,-5-1 0 16,-2 2-16-16,4 1-1 0,-1 1-12 16,-3 0-26-16,4 0-26 0,-4 0-10 15,0 1-43-15,2 1-54 16,-1-2-47-16,-1 1-71 0,-4 0 13 16,2-2-115-16,-2 1 11 0</inkml:trace>
  <inkml:trace contextRef="#ctx0" brushRef="#br0" timeOffset="-98374.97">9976 7482 422 0,'0'0'202'0,"0"0"-95"16,0 0 11-16,0 0-21 0,0 0-31 16,0 0-24-16,0 0-3 0,0 0-20 15,0 0-16-15,0 0-3 16,33-18 0-16,-27 21 2 0,0 2 24 0,3 1 19 15,3-2 4-15,0 2 65 0,3 0-91 16,4 3-7-16,1-3-16 16,3-2 2-16,6 0-2 0,-2 1 3 15,4-3-1-15,0-2-1 0,2 1 15 16,2-1 33-16,-2 0 10 0,2 0 22 16,-2-1-6-16,7-1 6 0,-3-1-10 15,2 0-2-15,2-4-1 0,1 2-26 16,5-2 19-16,-1-1-15 0,3 1-10 15,-1-1-17-15,2 0 10 0,-3-1-6 16,3-1 9-16,-5 1-6 0,3 0-7 16,-3 0 4-16,-3 2-3 0,1 2-7 15,-2 0-10-15,-4 1 16 0,1 0-6 16,-3 2-10-16,2 0-1 0,2 0 11 16,-4 1-13-16,3 1 3 0,-3 0-2 15,4 0 0-15,-4 0 1 0,0 0-2 16,-2 0-1-16,-2 0 1 15,0-2 0-15,0 2 1 0,-6-1 0 0,2 1 15 16,-2 0-15-16,0-2-1 0,-5 2 2 16,-1 0-2-16,0 0 0 15,-5 0-1-15,1 0 1 0,-1 2 2 16,-8-2 0-16,7 3-2 0,-3-2 1 16,-4 1-1-16,2 0-1 0,1-1-2 15,-3 2 2-15,2-1 0 0,-4 0-1 16,3 1 1-16,-3 0 0 0,0-2 0 15,0 2-2-15,-4-1 3 0,6-2 0 16,-6 1 1-16,0-1 2 0,2 0 13 16,-2 0 16-16,0 0 23 0,0 0 58 15,0 0 26-15,0 0-30 0,-2 0-51 16,2 0-29-16,-4-1-10 0,2 1-17 16,2 0-2-16,0-2-13 0,-2 2-6 15,2 0-20-15,0-1 1 0,-2 1-13 16,2 0-46-16,-2 0-77 0,2 6-68 15,-2 0-99-15,0 4-143 16,0-3-154-16,16-33-228 0</inkml:trace>
  <inkml:trace contextRef="#ctx0" brushRef="#br0" timeOffset="-90540.03">12024 7492 268 0,'0'0'124'15,"0"0"-39"-15,0 0 10 0,0 0 6 16,0 0 3-16,0 0 20 0,0 0-10 15,-43-22-17-15,35 20-25 0,8 1-26 16,0 0-46-16,-2 1 0 0,2 0-56 16,0 0-38-16,0 0 55 0,0 3 13 15,2 2 24-15,-2-1 2 0,0 4 2 16,6-2 30-16,-4 5 24 0,2-5-11 16,0 2-19-16,2-1 20 0,3-1 9 15,1 0 4-15,-2 0 19 0,5 1 7 16,3-2 12-16,-3-2-12 15,7 1-4-15,-3 0-3 0,2-4-33 0,-1 0-15 16,3 0-1 0,-1 0 3-16,-5 0-9 0,1-4 9 0,-5 2-6 15,-3-1 0-15,-2 3 10 0,-4-2 6 16,5 1 7-16,-5 1 12 0,-2-3 36 16,0 3 7-16,0-3-43 0,0-2-48 15,0 1-11-15,-2-2-1 0,-5-1 2 16,1 1-3-16,0 0-1 15,-2-2 1-15,1 0 1 0,-3 0-1 0,-2 1-12 16,1 0 8-16,-3 1 2 0,-1 0-11 16,-1 0 0-16,1 3 0 15,-3-1-6-15,1 3 16 0,-3 1-20 16,-1 0 20-16,2 1-13 0,1 3 15 16,-1-2-1-16,1 0-1 0,3 1-9 15,1 0 12-15,-1 0 0 0,7-1 0 16,-2-1 0-16,1 1 0 0,3-2 2 15,6 0 0-15,-2 2-2 0,2-2-2 16,0 0-53-16,0 1-23 0,2 2 36 16,2-3 19-16,2 2 21 0,1 0-14 15,3-1 14-15,-4 2-1 0,4-3-14 16,3 2-15-16,-3 1-26 0,3-2-20 16,1 4-81-16,1 1-66 0,3 0-136 15,-7-2-140-15,13 2-230 0</inkml:trace>
  <inkml:trace contextRef="#ctx0" brushRef="#br0" timeOffset="-89037.64">24721 7353 85 0,'0'0'153'0,"87"-6"52"16,-48 4 11-16,-2 1-27 0,2-1-10 15,3 0-20-15,-1 1-35 0,2 1-30 16,1 0-32-16,3 0 0 0,-1 0 16 15,1 0-75-15,1 1-3 0,-1 3-2 16,5-1 1-16,-8-1-1 0,7 0 2 16,-7 0 0-16,7-2 16 0,-3 0-13 15,1 0 23-15,-3 0 20 0,-1 0 9 16,3 0-19-16,-7 0-17 0,5 0-6 16,1 0 0-16,-5 0-12 0,1 0 2 15,5 0 10-15,-9 0-13 16,4 0-1-16,-1 0-3 0,-3 0 3 15,-4 0-2-15,0 0 1 0,-6 0-11 0,0 0 13 16,-6 0 0-16,0 1 0 0,-3 1 1 16,-5-1 1-16,1 0-1 15,-3-1 1-15,-3 2-1 0,-2-2-1 16,-4 0-1-16,3 0-15 0,-7 0-23 16,0 1-140-16,0-1-65 0,-7 2-62 15,-3 1 42-15,0-2 4 0,-13 2-233 16</inkml:trace>
  <inkml:trace contextRef="#ctx0" brushRef="#br0" timeOffset="-88260.95">24584 7367 731 0,'0'0'235'15,"0"0"-173"-15,0 0-17 0,0 0-6 0,0 0 7 16,60 0-10-16,-45 0-7 15,3 0-6-15,-3 0 6 0,3 0 17 16,-5 0 6-16,5 0-39 0,-3 2 23 16,6-1-5-16,-7 1-30 0,9 0-1 15,-3-2 1-15,3 1-1 0,4 1 3 16,2-1-3-16,0 0 0 0,2 1 0 16,-2-1 0-16,4 0 1 0,0 1-1 15,4-1 0-15,-2 1-17 0,5 1 17 16,-5-1-22-16,2 2-4 0,2-1-30 15,0 0-6-15,5 0-3 0,-5-1 0 16,3 0 3-16,-1 1 23 0,6-3 20 16,-7 1-1-16,3 1 20 0,1-2 0 15,-3 0 12-15,-6 0-10 0,2 0 24 16,0 0 49-16,-1 0 10 16,-3 0-7-16,-4 0-10 0,2 0 4 15,-5 0-33-15,3 0 0 0,-4 1-6 16,0 0-20-16,-2 0-12 0,2 2-1 15,-5-1-12-15,5 0 11 0,-2 0-21 16,-5 1 20-16,1-1-24 0,2 1-26 16,-7-1 29-16,-2-2 10 0,1 0 13 15,-7 0 26-15,-2 0 10 0,-2 0 6 16,2 0 30-16,-4 0 19 0,0 0-23 16,0 0-33-16,3 0-35 0,-3 0-46 15,0 0-12-15,0 0-14 0,0 0-35 16,0 0-10-16,-7 0-20 0,3 3-59 15,0-2-71-15,-4 0-55 0</inkml:trace>
  <inkml:trace contextRef="#ctx0" brushRef="#br0" timeOffset="-83988.08">24022 7386 20 0,'0'0'166'0,"0"0"7"16,0 0-4-16,0 0-58 0,0 0-30 16,0 0-38-16,0 0-43 0,2-12-3 15,0 9-14-15,2 3 15 0,0-1-1 16,1 1-13-16,-1 0 2 0,4 0 11 15,-2 0 0-15,0 0 0 16,5 0-10-16,-1 2 12 0,-2 0-2 16,7 0 3-16,-1 0 0 0,3-1 4 15,3 1 25-15,5-1 17 0,-2-1 9 16,2 0 4-16,2 0 9 0,2 0-6 16,0 0-7-16,-5-3-9 0,5 3 6 15,-4-1 0-15,2 1-6 0,2 0-27 16,-6 0 4-16,4 0-20 0,-3 0 17 15,1 1-17-15,-4 1 10 0,-3-2 0 16,5 1 10-16,-4-1 0 0,-1 0 9 16,-3 0 17-16,-1 0 6 0,1 0 10 15,-5 0-9-15,2 0-39 16,-3 1-17-16,1 1 0 0,0-1-2 16,-1 1 0-16,1 1 0 0,-2-2 0 15,5 1 2-15,-5-1 0 0,4 1 3 16,1-2 13-16,-1 2-3 0,3-2 0 15,-1 0 3-15,5 0 13 0,-5 0 30 16,5 0-10-16,-3 0-4 0,7 0-9 16,-4-2-7-16,-1 2-10 0,5-3 7 15,-4 2-13-15,1 0-9 0,-3 1-1 16,-1 0-1-16,-1-1 0 0,1 1-1 16,-3 0 1-16,3 0 2 0,-3 0-1 15,5 0-3-15,-5 0 0 0,7 0-2 16,-5 1 1-16,6 1 1 0,-3-1 1 15,3 1 1-15,4-2 0 16,-5 2 11-16,3-2-10 0,0 0 0 0,-5 0 1 16,5 0 9-16,-4 0-11 0,-1-2 30 15,5 2-12-15,-4 0-18 16,3-2 0-16,-5 2 0 0,6 0-1 16,-1 0-1-16,-3 0 1 0,0 0-1 15,1 0 1-15,-5 0 2 0,3 0 10 16,-5 0 0-16,3-1 9 0,1 0-2 15,-1 0-7-15,1 1-13 0,4 0 0 16,-3 0-3-16,7 0 2 0,-2 1-2 16,-5 0 2-16,7 0 1 0,-6-1 0 15,-1 0 3-15,3 0 17 0,-7-1 15 16,5-1 17-16,-9-1-3 0,5-1 2 16,-3 2-18-16,-3 1-20 0,3-2-13 15,-2 3-17-15,3 0 5 0,-1 0-11 16,5 0 21-16,-3 3-1 0,5-2-1 15,-7 2 3-15,9-1 1 0,-9-1 1 16,7-1 1-16,-7 0 2 0,7 0 9 16,-5 0-11-16,7 0-2 0,-7 0 0 15,7 0-1-15,-6 0-1 16,5 0-1-16,1 0 3 0,-5 0-1 16,3 0 0-16,-4 0 0 0,3 0 0 15,-3 2 0-15,3-2 0 0,-5 0 0 16,3 0 0-16,-3 0 1 0,-3 0 0 15,2 0 0-15,-1 0 1 0,-3 0 0 16,4 0 0-16,1-2 2 0,-5 1-3 16,6 1 0-16,-1 0-1 0,-1 0-12 15,3 0 11-15,-5 0-11 0,7 0 11 16,-7 0-17-16,0 0 15 0,1 0-25 16,-3 0 26-16,-4 0-10 15,0-2 13-15,-2 2-1 0,2 0-15 16,-2 0-30-16,0 0-73 0,-2 0-18 15,7 3 4-15,-5 1-29 0,0 2-62 16,2-1-60-16,-2 1 14 0,0 0 0 16,-2-2-73-16,0 2 13 0</inkml:trace>
  <inkml:trace contextRef="#ctx0" brushRef="#br0" timeOffset="-82914.1">21736 9069 53 0,'0'0'170'15,"0"0"-145"-15,0 0-25 0,0 0-13 16,0 0 11-16,-58-25 2 0,52 22-30 16,-1-1 17-16,3-1 13 0,0 3 3 15,0 0 10-15,2 0-9 0,2 2-4 16,0 0-10-16,2 0-101 0,6 0 56 16,3 0 38-16,3 0 0 0,5 0 17 15</inkml:trace>
  <inkml:trace contextRef="#ctx0" brushRef="#br0" timeOffset="-81884.94">21837 9022 12 0,'0'0'130'0,"62"-5"30"0,-29 1-10 0,0 2-20 16,2-2-28-16,3 3-44 0,1-1-32 16,2 1-25-16,5-1-1 15,-3 0-1-15,5 2 1 0,1-3-2 16,-1 1 2-16,-1 1 0 0,3-1 0 16,4-1 16-16,10-1 17 0,4 0 48 15,2-2-2-15,-12 1-24 0,-14 4-13 16,-11-2 4-16,-4 1-7 0,8 0-6 15,6-2-1-15,7 1 4 0,-3 0 3 16,-1-1-19-16,-1 1-4 0,-1 1-13 16,-1-2 13-16,1 2-15 15,1 1-1-15,3-2-3 0,3 3-13 16,-1-1 14-16,-1 1 0 0,1 0-2 16,-9 0 2-16,7 0 0 0,-5-1 0 15,-3-1 2-15,1 0 0 0,-4 1 2 16,0 0 1-16,-4-2 20 0,-4 1-7 15,4 1-3-15,-2 1-11 0,3 0-2 16,1 0-3-16,4 0 0 0,-2 0 0 16,0 2-17-16,7 2 17 0,-3-2 0 15,3 2 3-15,-3-3 1 0,2 0 2 16,1-1-1-16,-3 0 11 0,-2 0 0 16,3 0 26-16,-1 0 62 0,-4 0 13 15,0-1-17-15,-4 1-41 0,5 0-38 16,-1 0-18-16,4 0-3 0,1 0-10 15,-1 1 10-15,-2 5-14 0,0-3-28 16,1-1-4-16,1-2 26 16,-6 1 23-16,0-1 3 0,1 0 13 15,-5 0-3-15,-3 0 13 0,-3-1 32 0,0 0 1 16,-2 1-33-16,-5 0-7 16,-1 0-19-16,-3 0 0 0,1 2-19 15,-5 3 2-15,3-1 6 0,1 2 9 16,-1-2 0-16,-1 2-17 0,-2 0-30 15,3 1 4-15,-3-2 15 0,-2-1 29 16,-2-1 0-16,3-1 1 0,-3 1 1 16,-2-3 19-16,-2 1-4 0,2-1-13 15,-2 1 1-15,-2-1 6 0,4 2-10 16,3-1-13-16,-1 0 11 0,0 1-14 16,2 0 13-16,-4-1-20 0,1 2 7 15,3 0 3-15,-2-1 11 0,0 1-11 16,0 2 10-16,-1-1-10 0,1 0-3 15,0 0 0-15,2 2-4 0,1-1 17 16,-3 0-20-16,0 1 4 16,2 1-4-16,-2 1-19 0,1 1 9 15,-3 1-9-15,4-1 9 0,-4 2-9 16,4 0 9-16,-3-1 1 0,-1 0 3 0,0-1-4 16,0-1 30-16,2 4 0 15,0-4-14-15,3 3 1 0,-5-1-7 16,6 3-22-16,3 0-1 0,-1-1-32 15,0 1 0-15,5 0-17 0,-5-2 23 16,3-1 17-16,-5-1 52 0,5 0 1 16,-3 0 2-16,-4-3 18 0,0-1-5 15,3 3 0-15,-3-2 16 0,-2 1-12 16,5 1-14-16,-1 0 0 0,0 3 10 16,3-1-12-16,-1 2-1 15,-2-1 0-15,7 4-1 0,-5-2 0 16,3 1-2-16,3 1 2 0,-3 0-12 15,4 1 12-15,-5-2 1 0,5 2 2 16,-7-2 0-16,7 0-2 0,-9-1 1 16,4-1-1-16,-3 0 1 0,-1 1 1 15,2 2-2-15,-1-3 0 0,-7 3 0 16,4-2-13-16,0 3-6 0,-3-2-46 16,1 2-40-16,-4-2-25 0,0 0 13 15,-2 3 58-15,0-5 30 0,0 1 12 16,0 1-38-16,-2-1 52 0,0-1-33 15,-4 3-16-15,1 0 20 0</inkml:trace>
  <inkml:trace contextRef="#ctx0" brushRef="#br0" timeOffset="-65008.66">27261 7803 239 0,'0'0'82'0,"0"0"-63"16,0 0-16-16,0 0 14 0,0 0 6 15,0 0 3-15,0 0-7 0,-58 0 11 16,50 0-8-16,0 0 1 0,-5 0-3 16,5 0 12-16,-2 2-6 0,-7-1 7 15,9 0 13-15,-9 2-14 0,7-2-2 16,-4 1 2-16,-3-2 4 0,3 0-7 16,-5 0-3-16,2 0-3 0,-3 0-7 15,-1 0 11-15,-2 0-1 0,-1 0-13 16,-3-2 3-16,0 1 7 0,-4-1-7 15,-2 1-14-15,-4 1 14 0,-1 0-2 16,-1 0-13-16,-2 0 1 0,-3 3 1 16,3 0 20-16,0 0-22 15,-3-1 11-15,-1-1-11 0,3 0 10 0,-3 1-10 16,2-2-1-16,-1 0 2 16,1 0-2-16,-3 0-1 0,3 0 1 15,-3 0 0-15,-3-3 1 0,3 1 0 16,-5-2-1-16,7-1 13 0,-5 2-13 15,3-1 1-15,1 0-1 0,-3 0 2 16,-8-1-1-16,-10-1 1 0,-4 2-1 16,-3 1-1-16,5 2 1 0,10 1-1 15,9 0 2-15,3 0-2 0,9 0 1 16,6 0 0-16,2 0-1 0,-4 1 1 16,-4-1-1-16,-7 3 1 0,5-3-1 15,-2 0 0-15,-1 0 0 0,1 0 1 16,2 0-1-16,4-3-1 0,-7 2 0 15,1-3 1-15,0 2 1 0,3 2 0 16,1 0 0-16,4 0-1 0,-4 2-1 16,2 3-15-16,2-1 14 0,4 5-11 15,0-4 10-15,2 1-1 0,4-2 1 16,5 0 0-16,-3-1 1 0,7 0 1 16,-9-2 1-16,8 3-3 15,-5-2 0-15,1 0 2 0,0 0 1 16,1 2 0-16,-1-4 0 0,3 2 0 15,-1 0 0-15,3 1-1 0,-1-2-2 16,7-1-20-16,-2 0 21 0,-1 0-1 16,5 0 0-16,0 0 2 0,0 0 0 15,-1 0 1-15,1 0 2 0,2 0-1 16,0 0 1-16,2 0 0 16,-2-4-1-16,-4 3 1 0,5-2-1 15,1 0 2-15,-4-2-3 0,4 1 1 16,-2-4 2-16,0 3 19 0,0-5 4 15,-5-1 17-15,1 1 9 0,0-2 0 16,4 1-10-16,-7-5-19 0,3 2 0 16,-2-3-21-16,6-3-1 0,-7-1-1 15,7-4-2-15,-4 0 0 0,4-4 0 16,-2 0 0-16,2-5 1 0,-7 1 1 16,3-4 1-16,2 1-1 0,2-3-2 15,-3-2-14-15,1 2 3 0,0-1 12 16,2 2-1-16,0 0-2 0,0-2 3 15,1 2-1-15,-1 1 2 0,4 2-1 16,-2-2-15-16,2 0 15 16,0 2-12-16,2 0 12 0,2 3-25 0,1-2 26 15,1 4 2-15,-2 1-2 16,0-5 1-16,0 3 12 0,2 0-13 16,-3 2 2-16,-1 1 1 0,-2 3 1 15,0 1-4-15,-5 2-17 0,3 2-2 16,-6 1-37-16,4 3 1 0,0 2 29 15,0 4 6-15,0 0 18 0,1 3-17 16,3 2-1-16,0 0 1 0,0 2 6 16,0 0-10-16,0 2 3 0,0-3 1 15,0 3 15-15,0-2 4 0,3 0 0 16,-3-1 17-16,0 0 2 0,0 0-2 16,0 0-1-16,0 1-16 0,0 2-2 15,0-1-2-15,0 1-15 0,0-1 18 16,0 2-12-16,0 0 0 0,2 0-10 15,-2 0-23-15,2 0 27 0,0 0 18 16,0 0 0-16,4 0-3 0,-2 0-9 16,2 0 11-16,1 0 1 0,-3 0-2 15,2 0 0-15,0 0-1 0,7 2 2 16,-5-1-1-16,6 2-10 16,3-2 10-16,1 1 0 0,3 1-10 15,4-1 11-15,4 1 0 0,-2 0 0 16,4 0 0-16,2-1 2 0,2 0-1 15,6 1-1-15,-1-2 1 0,-1 0 1 16,17-1 4-16,6 0-1 0,8-4 26 16,-2-1-9-16,-2-4-4 0,-8 3-13 15,-4 1 17-15,2 0 5 0,2 0-25 16,-1-1 0-16,3 1-2 0,2 1 1 16,0 0-22-16,5 0 3 0,-1 1 7 15,-2-1-3-15,2 4-4 0,-2 0 4 16,-4 0 16-16,2 0 1 0,-2 0 22 15,2 2 3-15,-2 2-10 0,2 0-15 16,-6 0 1-16,-5-1 16 16,-3-2-16-16,-11 1 0 0,-6-2 18 15,0 0-17-15,4 0 23 0,7 0-13 16,3 0-10-16,1 0 11 0,-5-1-14 16,-2 1 2-16,1 0-2 0,-5 0 0 15,0 0 2-15,-2 1-1 0,-2 2 2 16,0 1-1-16,-2 1-2 0,0 0-2 15,0 1-14-15,0 0-10 0,-2 0 12 16,-5 1 14-16,3-1 2 0,0-1-1 16,-9-1 0-16,1-1 1 0,-7-1 2 15,5 1 12-15,-7-3-14 0,-4 0 31 16,-2 1-5-16,0 0-28 0,0-1-26 16,-2 0-4-16,4 2 1 0,-1-2-7 15,-3 1 24-15,0-1 12 16,2 0 4-16,-2 0-3 0,0 0-1 0,0 0-33 15,0 0 14-15,0 0 16 16,0 0 3-16,0 0 17 0,0 0-4 16,0 2-10-16,0-2-2 0,0 1 0 15,0 0 1-15,0 3 21 0,0 1-21 16,0 2-2-16,0 1-16 0,2 3 3 16,4 2-13-16,-4 3 12 0,4 0 14 15,-4 5 2-15,2 2 0 0,-2 2 11 16,5 6-10-16,-5 3 1 0,-2 1 13 15,0 4-16-15,0 3-1 0,0 8 1 16,-7 12 2-16,-1 6-3 0,0 4 3 16,-4-13 10-16,3-15-12 0,5-15 1 15,2 0-1-15,-4 3 1 0,2 4 11 16,-2 4 3-16,1-1-2 0,3-1-1 16,0-2-13-16,2-2 1 0,0-1-2 15,2-2-9-15,0-2-23 16,0-2-22-16,-2-2 3 0,0 0-17 15,0-1-12-15,0 0-43 0,0-8-111 16,0 8-30-16</inkml:trace>
  <inkml:trace contextRef="#ctx0" brushRef="#br0" timeOffset="-63316.5">27071 7757 226 0,'0'0'258'16,"0"0"-128"-16,0 0-3 0,0 0-39 15,0 0 13-15,0 0 16 0,0 0-12 16,0 0-31-16,0 0-18 0,0 0-33 16,-45-46-22-16,36 37 28 0,3-4-9 15,-2-1 9-15,2-2-13 0,-3-2-15 16,1-1-1-16,2 0-10 0,4-4 7 16,2-1-20-16,0-4-16 0,2-3 36 15,4-3-9-15,2-4 11 0,1-4-1 16,-3-3-11-16,0-2 11 0,2-2 2 15,3 0 0-15,-5 0 2 0,0 2 0 16,0-1-1-16,-2 0 11 16,5 1-12-16,-3 3-2 0,-2 3 1 0,-2 2 1 15,0 3 1-15,0 2 15 16,-2 3 4-16,-2 2-17 0,0 3 20 0,-4 0-22 16,-9 4-1-16,5 2 1 15,4 0 4-15,-5 6-5 0,3 3-42 16,0 2 0-16,4 1-4 0,2 2 17 15,2 2 26-15,-2 1-17 0,2 1 7 16,-2 1 10-16,2-2 1 0,-2 1-1 16,-1 1 3-16,3-2 1 0,0 1 1 15,0-2-1-15,-2 0 0 0,0-1 0 16,-2-2-1-16,2 1-23 0,2 1 22 16,0 0-2-16,-2 2-72 15,2-3-16-15,0 1-7 0,0 2-13 16,0-1-23-16,-2-1 24 0,2 0 2 15,-4 2 30-15,0-2 29 0,2 2 26 16,-2 0 23-16,-3 2 0 0,-1 0 1 16,6-1 0-16,-4 2 1 0,2 0-2 15,2 0-1-15,-3 0 0 0,1 0-1 16,-4 0 1-16,4 0 1 0,-2 0 1 16,0 0 1-16,-3 0-1 0,-1 0 29 15,2 0 41-15,1 0-2 0,-3 0-4 16,-2 0 23-16,3 0-23 0,-1 0-35 15,-4 0-28-15,1-2-2 0,-5 1 0 16,1 0 2-16,-6-2-1 0,5 2-1 16,-7-1 0-16,-4 0-1 0,0 1 0 15,-2 0 0-15,-2 0 1 0,-4 1 0 16,2 0 0-16,-7 0-2 16,-1 0-18-16,2 0 20 0,1 0 0 15,-1 0 16-15,-3 1-14 0,1 0-2 16,4 2 11-16,-17 0-11 0,-4 3 0 15,-10-1 0-15,-3 2 2 0,9 2 0 16,4-2 1-16,9 0-2 0,-5-1 12 16,0-3-11-16,0 3 18 0,-2-1-19 15,5 0 12-15,5-2 3 0,9 0-13 16,-9-2 27-16,-3 1-4 0,-7-2 3 16,-8 0-6-16,12 0-7 0,15 0-14 15,-5 0 10-15,7 0-12 0,-4 0 0 16,-3 0 0-16,7 0 1 0,-4 0-1 15,-11 0 0-15,9 0 0 0,-7 0 0 16,7 3-1-16,1-3 0 0,-1 1 1 16,4 0-2-16,-3-1 2 15,3 2 0-15,2 0-1 0,-5-2 0 0,7 2 1 16,0 2-2-16,0-2-2 0,2 3-9 16,2-2 13-16,2 0 1 15,6 1-1-15,-4-2 0 0,7 0 0 0,1 0 0 16,0 1 0-16,5-2 3 15,-3 1-3-15,5-2 1 0,4 0-1 16,-5 2-2-16,5-1-2 0,2 0-9 16,2 1 13-16,0-2 0 0,-3 0-1 15,7 0-1-15,-2 0-1 0,2 0-30 16,0 0-19-16,0 0-10 0,0 0 39 16,0 0 21-16,0 0 1 0,0 0-15 15,0 0 3-15,0 0 9 0,2 0 4 16,-2 0 36-16,0 0 0 0,0 0-33 15,0 0-3-15,0 2-2 16,0-2-24-16,0 1-6 0,0-1-14 0,0 0-6 16,0 1 32-16,2 1 18 15,-2-2 0-15,5 3 1 0,-3-2-1 16,-2 2 1-16,2 1-2 0,0 0 2 16,0 0-2-16,0 3-8 0,0 0 10 15,2 2 2-15,2 0-2 0,-2 1 1 16,5 1-3-16,-3-1-10 0,0 3 13 15,2-1 0-15,-1 1 0 0,1 2 0 16,-4 3 3-16,-2 2 10 0,-2 5-11 16,0 5 11-16,0 11 0 0,-6 18-12 15,-11 17 12-15,-1 13 7 0,-5 0-17 16,2 5-3-16,-1-1-100 0,-5 4-95 16,8-22-86-16</inkml:trace>
  <inkml:trace contextRef="#ctx0" brushRef="#br0" timeOffset="-56631.83">24551 6604 30 0,'0'0'43'16,"70"-2"-30"-16,-32 1 16 0,3 0 7 15,0-1-13-15,1 2 16 0,-3-1-6 16,2 1 2-16,3-2 34 0,-3 1 9 16,-2-1-19-16,3 0-4 0,-3 1 1 15,2-2 2-15,-1 1-9 16,-3 0 7-16,2 1-30 0,-2-1-24 15,0 1-1-15,1 1 1 0,-1-1-2 16,-2 1-1-16,0-2 0 0,0 2 1 16,0 0-1-16,3 0-10 0,-1 0 10 15,-2 0 2-15,0 0-1 0,0 0 0 16,-2 0 1-16,-2-3 0 0,2 3 12 16,-4-3-13-16,0 1-1 0,2-1 0 15,-2-1 1-15,2 1 0 0,-4 0-2 16,2-1 1-16,-6 2-1 0,2 0-1 15,-1 0 0-15,-3 0 2 0,0 2 1 16,6 0-1-16,-9 0-1 0,5 0 2 16,4 0-2-16,-2 0-11 0,-3 0-17 15,3 0 11-15,2 0-4 0,-4 2 21 16,0-2-15-16,-1 3 15 16,1-2 2-16,-2 1 4 0,1-2-4 15,-5 0 2-15,4 0-1 0,1 2-1 16,-1-2 3-16,2 0-3 0,4 0 0 15,0 0-98-15,-5 0-114 0,5 0 17 16,-4-2 22-16</inkml:trace>
  <inkml:trace contextRef="#ctx0" brushRef="#br0" timeOffset="-56231.31">26875 6623 202 0,'0'0'65'16,"0"0"-52"-16,0 0-9 0,-11 56 3 15,3-35-6-15,-2 3-1 0,-1 5 18 16,-1 0-18-16,-3 4-13 0,5 4 12 15,-4-1-12-15,5 3 11 0,3 3-11 16,-2 0-3-16,4 1-56 16,-2 0-38-16,1-4 44 0</inkml:trace>
  <inkml:trace contextRef="#ctx0" brushRef="#br0" timeOffset="-54737.8">27063 7700 271 0,'0'0'81'0,"0"0"-65"0,0 0-15 15,0 0-1-15,0 0-2 0,0 0 2 16,0 0 2-16,0 0 21 16,0 0-23-16,0 0 0 0,-29-1-3 0,25 1-20 15,0 1 7-15,-1 1-10 16,-1 0-10-16,2 0-13 0,-2-1 27 16,2 0 22-16,-5-1 13 0,-3 2 0 15,2-2 4-15,-3 0 19 0,-3 0 48 16,1 0 8-16,-3 0-1 0,3 0-19 15,-8 1-33-15,3-1-38 0,3 3-1 16,-8-1-3-16,7 0-14 16,-5 1-6-16,-4 0-22 0,0-2 6 0,-2 2 22 15,-4-2 15-15,0 2 2 0,0-2 1 16,0 1 0-16,-2 1 32 0,-2-2-10 16,-2-1-7-16,3 2-14 15,-3 0-2-15,0-2 0 0,0 2-55 16,-3 0-23-16,5 0-14 0,0-2 30 15,-7 0 30-15,1 0 22 0,0 0 10 16,-1 0 20-16,-3-2-19 0,3-2 44 16,-14-1 30-16,-4 0-19 0,-8 5-33 15,-2 0-23-15,3 0-10 0,5 8 8 16,11-2-16-16,-1 1-11 0,-2-1 0 16,4 0-24-16,1 2 35 0,-7-3 18 15,17-1 1-15,1 1 38 0,9-4 23 16,2 1 3-16,-10 0-39 0,-2 0-13 15,-7 2-13-15,3-4 0 0,-3 1-16 16,5 0-10-16,1-1 6 0,1 0-9 16,0 0-17-16,6-2 44 0,1 0 0 15,6-1-22-15,1 0 24 0,2 0 1 16,2-2 1-16,0 1 11 0,5 0 20 16,-5 1-10-16,4-1 12 15,5 2-35-15,2-1-23 0,-1 0 22 16,3 0 1-16,4 2 0 0,-3-1-8 15,5 0 5-15,-2 1 3 0,2 0-1 16,0 0 1-16,2 1 0 0,0 0 23 16,0-2 16-16,-1 2-10 0,-3-2 4 15,4 1-20-15,-2 0-10 0,2 1-3 16,-2-2-1-16,2 2-15 0,-2 0 12 16,2-2-22-16,-3 2 3 0,1 0 20 15,-4 0-19-15,0-1 22 0,2-2 2 16,1 3 17-16,1-2-19 0,-4 1 1 15,2-2-2-15,-2 0-34 0,1-2-95 16,-3 2 32-16,0-1-13 0,-1 0-30 16</inkml:trace>
  <inkml:trace contextRef="#ctx0" brushRef="#br0" timeOffset="-54270.79">23844 7267 9 0,'0'0'104'0,"-8"-74"-16"0,0 38-13 15,1 1 62-15,3 1-16 0,-4 0-53 16,6 0-6-16,2 0-37 0,0 1-25 15,2 1 0-15,4 1-2 0,0 0-12 16,-1 0 14-16,1 3 0 0,-2 1 0 16,0 2-3-16,-2 1 3 0,0 3-2 15,4 0 2-15,-6 2-13 0,5 3 11 16,-3 0-21-16,0 1-9 0,4 2-69 16,-2-2-30-16,2 2 37 15,0 1 42-15,1-1-7 0,-3-1 10 16,2 1 0-16,2 1 10 0,1-1 15 0,-3 1 24 15</inkml:trace>
  <inkml:trace contextRef="#ctx0" brushRef="#br0" timeOffset="-53546.79">24183 6418 174 0,'0'0'147'0,"62"2"-76"16,-27 0-9-16,3-2-6 0,5 0-40 16,0 0 7-16,5 0-20 0,-5 0 0 15,13 0 20-15,8-2-3 0,4 0 9 16,5 1 0-16,-5 0 17 0,-2-1-13 15,-8 2-20-15,0 0 3 0,-2 0 3 16,4 0-19-16,0 0-10 16,4 0 10-16,-4 0 0 0,-2-1 1 0,6-2-1 15,-2-4-33-15,2 1-16 0,0 1 10 16,-2-1 13-16,2 1 0 16,-6-1 24-16,-2 0 0 0,1 1-1 15,3 0 2-15,-6-1 1 0,2 1 0 16,0 0 1-16,-9 1 0 0,3 0-1 15,-15 1-1-15,-4 1-1 0,-4 0-21 16,2 0 7-16,6 0 16 0,0 0-1 16,-6 0 1-16,-4 0 0 0,-4 2 72 15,-7 0-27-15,3 0-9 0,-9 0-13 16,6 0-23-16,-1 0 13 0,-7 2-13 16,2 0-12-16,1 0 11 0,-3-2-1 15,-2 2-1-15,0 0 2 0,-2-1 1 16,2 0-3-16,-2-1 3 0,0 2 0 15,-2 0 0-15,0-2 0 0,0 0 30 16,0 0-30-16,0 1-31 16,0 0 30-16,0 2 0 0,0 1-12 15,2 1-13-15,3 0-36 0,-1 2-16 16,0-1 6-16,0 0-3 0,-2 0 0 16,4 0 26-16,0-1 10 0,5 1-16 15,-3 0-37-15</inkml:trace>
  <inkml:trace contextRef="#ctx0" brushRef="#br0" timeOffset="-53154.82">27106 6586 15 0,'0'0'118'16,"0"0"-30"-16,-2 52-33 0,-2-27-16 15,2 3-26-15,-6 5-13 0,-3 4 0 16,-1 12-16-16,-7 12 0 0,3 12-33 15,-9 5-30-15,10-7-15 0,5-19 20 16</inkml:trace>
  <inkml:trace contextRef="#ctx0" brushRef="#br0" timeOffset="-49194.78">23943 6609 98 0,'0'0'769'16,"0"0"-332"-16,0 0-203 0,0 0-49 15,0 0-78-15,0 0-42 0,0 0-39 16,0 0-26-16,-4-8-24 0,4 8-41 16,0 0-29-16,0 0-6 0,0 0 51 15,0 0 26-15,2 3 22 0,0-1-1 16,5-1 2-16,-3 2 1 0,0-2 1 16,0 3 11-16,0-2-11 0,4 2 18 15,1 0-7-15,-3 0 0 16,2-1 0-16,5 0-12 0,1 0 0 15,3 0 0-15,-1 1 12 0,7-3-12 16,-2 1 1-16,3-2 18 0,3 0-7 16,6 0 6-16,0-1 4 0,3-4 3 15,3 1-12-15,0 1-14 0,7-1 0 16,-5 0 0-16,4 0-2 0,1 0-12 16,-3 2 14-16,5 0 1 0,1 1-1 15,-3 1 0-15,3 0-1 0,5 0-1 16,8 0 1-16,6 1 1 0,3 1 0 15,-5-2-2-15,-4 0 2 0,-8 0 0 16,4 0-1-16,-3 0-1 0,-3-1 2 16,6-2 0-16,-2 0 0 0,-5 0 0 15,7 2 0-15,-12-1 0 0,-7 1-2 16,9-1 2-16,-11 2-1 0,0-1 0 16,2-1 1-16,-4 2-1 0,7 0 1 15,5-1 0-15,-5-1 1 16,5 1 0-16,-3-1 1 0,-5 1 0 15,2 0-1-15,1 0 0 0,1-2-1 0,-6 2 0 16,7-2 0-16,1 0 2 16,-4 1-2-16,1-2 1 0,-3 2 0 15,4-2-1-15,-5 2-18 0,-5 1 18 16,-4 0-12-16,0-1 11 0,-7 2-14 16,3 0 15-16,-2 0 0 0,-5 0 0 15,3 2 2-15,-4-1 2 0,1 0 10 16,-3 0-13-16,3-1-2 0,-7 1 1 15,3-1-1-15,-4 0-2 0,-1 2-55 16,-5-2-53-16,4 0 4 16,-6 0 6-16,0 0-23 0,0 0 7 15,-2 0 26-15,0 2-20 0,0-1-52 16,0 2-32-16,0 3 19 0,0-3-75 16</inkml:trace>
  <inkml:trace contextRef="#ctx0" brushRef="#br0" timeOffset="-48731.88">27021 6611 8 0,'0'0'1'0,"0"0"18"0,0 0 14 15,0 0 71-15,0 0 366 16,0 0-213-16,0 0-127 0,0 0-35 16,0 0 6-16,0 0-30 0,2 12-67 15,-4-8-4-15,-2 1-26 0,2 4 23 16,2 0-16-16,0 0 19 0,0 1-1 15,-2 1 0-15,2 1 1 0,-4 1 13 16,2 1 0-16,-2 3 10 0,0 4 3 16,-3 1 3-16,-3 6-10 0,6 1-2 15,-4 4-16-15,4 5 1 16,-1 0-2-16,3 2 0 0,2 2-12 16,0-3-1-16,7 1-3 0,-3 1 13 0,6 0-11 15,0 2-21-15,-1 0-57 16,-5 0-5-16,0 0 9 0,0 0-3 15,-2-3-1-15,-2 0 11 0,0 1 16 16,0-6-10-16,-4-2-20 0,0 0-16 16,2-5-12-16,0-7-34 0</inkml:trace>
  <inkml:trace contextRef="#ctx0" brushRef="#br0" timeOffset="-48352.47">26740 7754 24 0,'0'0'75'0,"0"0"355"0,0 0-332 16,-66-5-95-16,52 3-3 0,-5 0-26 15,5 0-127-15,-7 0-43 0,11 0-19 16</inkml:trace>
  <inkml:trace contextRef="#ctx0" brushRef="#br0" timeOffset="-47932.12">26263 7725 34 0,'0'0'23'15,"-60"-1"-23"-15,23-2-23 0,10 3-11 16</inkml:trace>
  <inkml:trace contextRef="#ctx0" brushRef="#br0" timeOffset="-33586.55">27540 7010 138 0,'0'0'0'0,"0"0"0"16,0 0 0-16,0 0 352 0,0 0 36 16,0 0-251-16,0 0-137 0,0 0-7 15,0 0-25-15,0-4 10 0,0 4 22 16,0 0 33-16,0 0 12 0,0 0 40 16,0 0 55-16,0 0 29 0,0 0-49 15,0 0-94-15,-4 0-22 16,2 0-1-16,2-2 14 0,-4 2-17 15,4 0-13-15,-2 0 10 0,0-1-20 16,-2 1 7-16,4 0-7 0,0 0-13 16,0 0-42-16,0 0-140 0,0 0-91 15,0 0-40-15,0 0 39 0,12 3 92 0</inkml:trace>
  <inkml:trace contextRef="#ctx0" brushRef="#br0" timeOffset="-33062.83">27445 7513 26 0,'0'0'33'0,"0"0"-7"0,0 0-26 15,0 0-39-15,0 0 19 0,0 0 7 16,0 0 0-16,0 0 13 16,0 0 0-16</inkml:trace>
  <inkml:trace contextRef="#ctx0" brushRef="#br0" timeOffset="-30398.01">27433 6836 233 0,'0'0'84'0,"0"0"317"16,0 0-114-16,0 0-114 15,0 0-72-15,0 0-92 0,0 0-9 16,0 0-130-16,-25 5 36 0,29-4 58 16,6 1-16-16,-1 1-46 0,-3-2-26 15,2 1-26-15,2 0-49 0,-3-1 20 16,-3-1-20-16</inkml:trace>
  <inkml:trace contextRef="#ctx0" brushRef="#br0" timeOffset="-30010.71">27398 7111 131 0,'0'0'604'0,"0"0"-376"0,0 0-199 16,0 0-29-16,0 0-46 0,0 0 43 15,0 0-10-15,0 0 10 0,0 0-13 16,0 0 2-16,22 50 13 0,-13-45-21 16,-3 0-57-16,0 1-41 0,0-1-86 15,2-1-97-15</inkml:trace>
  <inkml:trace contextRef="#ctx0" brushRef="#br0" timeOffset="-29693.95">27331 7745 125 0,'0'0'727'0,"0"0"-532"0,0 0-195 16,0 0-159-16,0 0 54 0,0 0-71 16,0 0-228-16</inkml:trace>
  <inkml:trace contextRef="#ctx0" brushRef="#br0" timeOffset="27887.57">27048 8365 98 0,'0'0'212'16,"0"0"-173"-16,0 0-39 0,0 0 13 0,0 0-26 15,0 0 0-15,0 0-105 16,0 0-12-16,0 0 42 0</inkml:trace>
  <inkml:trace contextRef="#ctx0" brushRef="#br0" timeOffset="30473.31">27048 8365 65 0,'15'26'238'0,"-15"-26"186"16,-4 2-85-16,2-2-95 0,-7 0-62 16,1 0-55-16,2 0-33 0,-2 0-3 15,-3 1-16-15,-1 0-10 0,4 0-16 16,-5 0 6-16,-1-1 3 0,1 2-19 15,-3-2-13-15,1 0 3 0,-5 1-26 16,-1-1 30-16,-2 0-7 0,-2 0-7 16,-2 0-19-16,-1 0 2 0,-1 0 0 15,-4 0-1-15,-1 0 1 0,1 0 0 16,-2 0 17-16,-4 0-17 0,2 0 11 16,2 0 20-16,-7 0-14 0,-1 0-3 15,-1 0-13-15,5 0-3 0,-10 0 0 16,1 0-10-16,-16 0 6 0,-4-1-15 15,-5 1 0-15,7-2-1 0,4 1 17 16,2 1 0-16,7-1 3 16,-5-1 2-16,0-1 20 0,-4 0 21 15,2-2 12-15,-2 2-20 0,-2-1 4 16,0 0 0-16,2 0 15 0,-2-2-5 16,-1-2 2-16,1 1 7 0,0-3-9 15,-2 0 18-15,2 2-16 0,0-5-6 16,2 2-29-16,2-3-15 0,-4 0-1 15,8-3-12-15,-4 0-27 0,-2-2 38 16,6 1-21-16,3-2 18 0,-5-2-21 16,4 0 25-16,0-3 0 0,-4 1 0 15,5-2-13-15,-3-1 13 0,-2-2-3 16,0 1 2-16,-2-2 1 16,0-1 0-16,0-1 3 0,2 0-3 0,-2-2 3 15,5 0 0-15,-1 4 29 0,0-5-16 16,2 0-12-16,0 3 24 0,-1-4-8 15,5 0-7-15,2 5-1 16,11 4-8-16,4 4 15 0,2 1-3 0,-4-6 6 16,-4-3-2-16,-7-7-4 0,3-1-14 15,4 0 14-15,3 2-14 16,1-1-1-16,4 1 0 0,4-1-1 16,5 0-1-16,1-3-18 0,5 1 6 15,3-4-10-15,5-2 7 0,0-8 13 16,1-11-19-16,7-5 9 0,0-6-6 15,9 6 17-15,3 1-11 0,0 7-3 16,5-1 12-16,2 1-15 0,1-1-29 16,3 1-19-16,-2-3-4 0,1 0-32 15,3-2 35-15,0 1 20 0,-2-1 15 16,6 3 14-16,-4-1 16 16,-1 0-13-16,5 2 16 0,-2-2 0 15,2 4 0-15,4-2-17 0,-2-1 15 16,4 2-1-16,0-4-10 0,5 1 11 15,-1 3 0-15,2-4 1 0,3 6 0 16,1-3-2-16,3-2 0 0,-1 3 0 16,1 4 3-16,-1-1 0 0,3 1-16 15,2 2 16-15,-1-2 1 0,1 2 1 16,2 0 24-16,2 1 3 0,1 5-10 16,1 0 14-16,2 1-14 0,2 4 4 15,2-3 2-15,-2 2-8 0,2 2 12 16,3-1 0-16,1 1-7 0,-2 0 10 15,6-1-12-15,-3 3-1 16,3-4-3-16,2 2 3 0,3 1-17 16,-3-2-1-16,3 0 10 0,1 3-11 15,-1-1 0-15,1 3-1 0,3 1-1 16,-3-1 1-16,3 2 1 0,0 2 0 16,-1 1 0-16,5 0-2 0,0 2-11 15,-5 3 11-15,5 0 0 0,-6 1-14 16,-1 2 15-16,5 1-15 0,-4 1 16 15,3 0 0-15,-1 3 0 0,4-1 0 16,-7 2 1-16,7 1-1 0,-7 2 0 16,1 4-10-16,4-2 10 0,-9 3 0 15,7 5-2-15,-3 0-10 0,-3 2 12 16,5 1 0-16,-5 4 3 0,-1 1 39 16,1 0-26-16,-3 0-15 0,-2 7 2 15,0-1 0-15,-1-2 0 0,-1 7 0 16,0 0-2-16,0 1-1 0,1 1 0 15,-5 2 0-15,2 0-1 0,-4 3 0 16,2-5-1-16,-4 7 1 16,-2-2 1-16,0 1 0 0,-1 2 0 15,1 0 1-15,-6 0 1 0,4 0 0 16,-9-2 11-16,-7-3-11 0,-7-1 1 16,-6 0 17-16,8 2-4 0,8 5 6 15,3 2-6-15,-5-2-14 0,2 5 9 16,-3-2-11-16,-3 0 0 0,0 1 1 15,-2 2 12-15,0 0-2 0,-2 0-11 16,3 4 0-16,-1-1 1 0,-2 0-1 16,0 3 0-16,0-4 1 0,0 4-1 15,0-1 1-15,-4 3-1 0,0-5 1 16,-2 2 1-16,-4 0-1 0,-3-3 18 16,3 2-19-16,-9-2 0 0,5 1 29 15,-9-1-6-15,5 0-7 16,-5 1 9-16,0 0-2 0,-1-2-10 0,-1 4 2 15,-2-1-14-15,0 2 0 16,-1 1-1-16,3 0 0 0,-2 2-3 16,-2 1 1-16,2-1 2 0,-1 3 1 15,-3 0 1-15,-2-1 1 0,0 3 13 16,0-2-3-16,0 2-10 0,-7-1 16 16,1 1-16-16,-4 1 13 0,-1 0-3 15,1 1-10-15,0 2 13 0,-1-2-16 16,1 1 0-16,0-2-13 0,-1 1 10 15,5-5-10-15,-2 3 11 0,0-1-1 16,-3-1 1-16,5-3 2 0,-2 2-1 16,-4 0 0-16,-1 1 0 0,3 2 0 15,-7 0-1-15,3 1-24 0,-1 0 0 16,-3 3 1-16,-1 1-17 0,1 0 10 16,-7 9 0-16,-4 9-3 0,-4 8 9 15,-2-1-9-15,1-5 9 16,3-6 23-16,5-8 2 0,1 2 0 0,-2-1-1 15,-2 0 0-15,2 0 2 16,-4-2 0-16,2 1 2 0,-2-1 10 16,8-4-8-16,1-9 15 0,-5 9 7 15,-6 4-17-15,0 9-9 0,-9 5-16 16,7-7 13-16,2-4 2 0,-2-1-15 16,0 1 0-16,0 0 13 0,-3 1-14 15,-3 0 15-15,4-1 2 0,-6 2 0 16,1 0 2-16,-3 2 11 0,1-4-13 15,-1 0 13-15,-3-3-13 0,5 1 2 16,-7-2 2-16,5-2 18 0,-5 4 17 16,7-2-11-16,3-6-15 0,7-5-10 15,2-9 1-15,2-1 21 0,-4 7-24 16,-4 6 19-16,-6 6-1 0,-3 0 3 16,1-1-19-16,-1-2 14 0,-3-1-14 15,-7 5-1-15,-10 6 11 16,-7 6-12-16,-1-2 21 0,4-2-9 15,6-8-13-15,4-5 3 0,-2 2 13 16,2-3-13-16,4 0-1 0,-2 1 2 16,-2-2 12-16,2-4 0 0,7 1 5 15,-5-7-20-15,4 0 0 0,-2-5 12 16,11-5-13-16,2-3-3 0,-3 0-26 16,-3-2 6-16,-5-1 11 0,2-1-24 15,-1-2-2-15,-3-6 16 0,-6 1 6 16,-12 2 0-16,14-6 15 0,0 0-3 15,-4-4 4-15,4 0-17 16,-4-1 17-16,-2 0 0 0,4-4-3 0,-4-1 3 16,2-3 1-16,-4-4-1 15,2 1-16-15,-1-3 16 0,-1-3 0 16,0 0-14-16,0-3 14 0,-2-2 1 16,2 0 0-16,0-3 1 0,-3 1-2 15,-1-2 0-15,-2-1 0 0,1-1 0 16,-3-1 2-16,2 1-2 0,-3 0-2 15,1 0-1-15,-3-3-10 0,3 0 1 16,-1 1 12-16,1-3 1 0,2 1-1 16,1 0 0-16,1-2-1 0,4 0-15 15,0 0 16-15,4-2-4 0,2 3 4 16,0-2 12-16,6 1-12 0,5 3-3 16,9 3 3-16,9 4-3 0,2 1 1 15,-4-8-18-15,-6-6 17 0,-9-15-23 16,-3-7 23-16,-5-11-16 15,4-2-4-15,3 3 21 0,7 9-16 0,5 6 18 16,2-2 1-16,0 2-1 16,2 0 16-16,4 7-13 0,4 9 14 15,-2-7 11-15,2-6-24 0,-6-8 8 16,2-7 8-16,9 6 18 0,5 4 1 16,3 0-23-16,2-1-16 0,3-1 2 15,3-2 1-15,2 0-1 0,2-3 11 16,0 1-13-16,0-3 1 0,0 0-1 15,4 1 26-15,2-3-24 0,3 5 0 16,3 2-2-16,-4 1-2 0,5 2-17 16,1 4 15-16,3-1-15 15,-1-1 0-15,3 0-16 0,-3-1 12 0,5-3 22 16,0 2-1-16,0 0-1 0,-1 1-10 16,-1-1 0-16,-1 0 10 0,1 10 2 15,-2 9-1-15,-5 7-14 16,0 1-10-16,3-3 13 0,3-7 11 15,3-6 0-15,4 2 0 0,-4-3 1 0,3-1 1 16,3-1 1-16,0 2-1 16,-2 1 0-16,0 2 0 0,4 1 1 15,0 3-2-15,2-2-1 0,0 3 2 16,0-1 0-16,4 0-23 0,0-1 22 16,4 0-63-16,5 0-43 0,7-6-2 15,13-5-40-15,9-8-61 0,5-2-111 16,-1 2-164-16,-26 17-147 0,-5 6-125 15</inkml:trace>
  <inkml:trace contextRef="#ctx0" brushRef="#br0" timeOffset="31534.42">29756 4075 369 0,'0'0'0'0,"0"0"0"16,0 0 750-16,0 0-480 0,0 0-117 15,0 0 26-15,0 0-49 0,0 0-7 16,0 0-32-16,0 0-13 0,-23 4-13 16,23-4-17-16,0 0-12 0,0 0-17 15,0 0-19-15,0 0 0 0,0 0-74 16,0 0 19-16,0 0 13 15,3 0 42-15,-1 0 29 0,4 2 26 16,-4-1 0-16,4 1 10 0,-2-1 6 16,4-1 19-16,1 0 33 0,-3 0 12 15,2-1-25-15,-2-4 5 0,5 1-9 16,1-4-13-16,-2 0-10 0,5-3-16 16,-3 0-10-16,5-5-13 0,-1 2 7 15,1-2-10-15,2-4-3 0,-3 3-12 16,3-3-4-16,-1-1-3 0,-1 0 0 15,4-1-3-15,-3 1 6 16,1-2 3-16,-3 2-6 0,1-3 9 0,-3 5-2 16,1-2 2-16,-5 1 0 15,5 1 4-15,-3 1-4 0,-4 0-3 0,7 0-12 16,-3 0-10-16,0 1-1 0,1 0-2 16,-3-1-3-16,5 4 0 15,-5-2-13-15,0 2 3 0,5 0 11 16,-5 1-10-16,-2-1-10 0,3 5-13 15,-5-1-9-15,0 3 6 0,-2 1 0 16,-2 0 7-16,0-1-13 0,-2 1-10 16,3-1-95-16,-1-3-71 0,2-2-152 15,-2-3-189-15,0 5-436 0,-2-8-298 0</inkml:trace>
  <inkml:trace contextRef="#ctx0" brushRef="#br0" timeOffset="37719.44">30591 2805 1327 0,'0'0'1012'0,"0"0"-734"15,0 0-62-15,0 0 76 0,0 0-62 16,0 0-113-16,-18 0-53 15,18 0-26-15,0 2-38 0,0 4-41 16,0 1 41-16,0 6 15 0,0 3 33 16,4 6-16-16,-2 1-7 0,0-1-6 15,2 2-18-15,-4-2-1 0,6-1-12 16,-2-2-4-16,1-2 1 0,-1-1-11 16,0-2-12-16,0-1-117 0,0 0-91 15,0-5-26-15,2 1-79 0,1-5-180 16,-3 1-236-16,-2-5-401 0</inkml:trace>
  <inkml:trace contextRef="#ctx0" brushRef="#br0" timeOffset="38229.15">30600 2788 2744 0,'0'0'398'0,"0"0"-130"15,0 0-37-15,0 0-158 0,0 0-73 16,0 0-16-16,0 0 16 0,0 0 107 16,0 0-9-16,51-37-10 0,-28 25 7 15,6-1 1-15,4 1-2 0,0 0-20 16,8-2-24-16,7 2-35 0,10-1 1 16,-4 4-13-16,-7 0 0 0,-1 3-1 15,-9 2-1-15,2 1-1 0,5 0 1 16,-1 0 0-16,-6 3 0 0,-4 0-1 15,-6 3 1-15,-6 0-1 0,-7 3 0 16,-3 1 1-16,-5 0 2 0,0 4 12 16,-6 1 10-16,0 7 12 0,0 0-9 15,-4 4-16-15,-2 1-12 16,1-1-2-16,1-1-23 0,0-1-18 16,0-1-69-16,-2 1-9 0,6-2-22 15,-4-1-30-15,0-1-47 0,-3 0-129 16,3-2-70-16,-4 2-128 0,2-5-476 15,-9 0-330-15</inkml:trace>
  <inkml:trace contextRef="#ctx0" brushRef="#br0" timeOffset="38617.64">30765 2903 1608 0,'0'0'1303'0,"0"0"-1088"0,0 0-14 15,0 0-201-15,0 0-29 0,0 0 29 0,0 0 80 16,0 0 123-16,74-7-26 0,-43 5-60 16,5-2-30-16,-1 2-8 15,2-2-3-15,-2-1 5 0,0 2-12 16,-2-2-26-16,0 3 0 0,-4-2-8 15,-6 2-20-15,0-2-13 0,-7 2 1 16,-1 2 13-16,-3-3-15 0,-6 3 0 16,1 0 1-16,-5 0-2 0,4 0-2 15,-2 0-11-15,-2 0-42 0,2 0-42 16,0 0-30-16,0 0-18 0,1 0-69 16,-1 0-115-16,-4 0-137 0,0 0-27 15,0 0-181-15,0 3-576 0</inkml:trace>
  <inkml:trace contextRef="#ctx0" brushRef="#br0" timeOffset="39085.07">31015 2978 856 0,'0'0'1615'0,"0"0"-1270"16,0 0-124-16,0 0 102 0,0 0-98 15,0 0-117-15,0 0-36 0,0 0 4 16,0 0-73-16,0 0-3 16,-39 20-60-16,33-5 32 0,-1 1 28 0,3 1 13 15,-4 4 9-15,6 0 6 0,0-2-12 16,2 0-13-16,0 1 13 0,0-1-14 16,0 0 0-16,2-2-2 15,8-1-19-15,-1-1 3 0,1-3-3 16,0-2-3-16,3 0 10 0,1-3 10 15,3-1-2-15,-1-4 4 0,1 0 3 16,-3-2 19-16,3-4 6 0,-3 0 3 16,-1-2 7-16,-3-4 28 0,-2 1 22 15,-2-3 28-15,3-1-25 0,-5-3-17 16,0 0-30-16,-2-2-13 0,-2-3-13 16,0 2-7-16,0 0-11 0,0 1-1 15,0 1-12-15,-4 0-30 0,-4 0-28 16,1 4-23-16,-5 0-37 0,0 4-23 15,-5 1-35-15,0 2-112 0,1 6-188 16,1 0-256-16,-9 0-587 0</inkml:trace>
  <inkml:trace contextRef="#ctx0" brushRef="#br0" timeOffset="39526.18">30906 3114 1031 0,'0'0'2454'0,"0"0"-2084"0,0 0-162 16,0 0-202-16,0 0-6 0,0 0 0 15,0 0 16-15,0 0 30 0,62-12-22 16,-46 6-24-16,9 4-2 0,-2-1-16 16,-5 0 14-16,5 1-24 0,-4 2-41 15,-3 0-47-15,1 0-42 0,-3 0-73 16,-6 0-84-16,1 2-108 15,-3 1-119-15,-4 0-238 0,-2 1-539 0</inkml:trace>
  <inkml:trace contextRef="#ctx0" brushRef="#br0" timeOffset="39943.15">30877 3277 435 0,'0'0'1886'0,"0"0"-1328"16,0 0-378-16,0 0-180 0,0 0-45 15,0 0 35-15,0 0 10 0,0 0 100 16,0 0-17-16,0 0 12 16,18 0-9-16,-12 0-9 0,1 0-17 15,1 0-3-15,4 0 0 0,1-2-9 16,1-2-14-16,3 2-12 0,-1-4-18 16,3 2 11-16,1-2-3 0,1 1-12 15,-2 1-3-15,-3-2-10 0,3 2-6 16,-5 2 0-16,3-2-9 0,-7 2-13 15,-4-1 3-15,5 3-16 0,-5-2-45 16,-2 2-12-16,0-1-7 0,-2 1-42 16,2 0-29-16,-4 0-24 0,7 0-116 15,-3 0-157-15,-4 0-220 0,0 0-422 0</inkml:trace>
  <inkml:trace contextRef="#ctx0" brushRef="#br0" timeOffset="40374.99">31077 2879 17 0,'0'0'2569'0,"0"0"-2039"15,0 0-328-15,0 0-56 0,0 0-146 16,0 0-54-16,0 0-10 16,0 0 64-16,0 0 86 0,0 0 9 15,4 65-16-15,-4-40 1 0,0 2 27 16,0 6-3-16,0 0-4 0,2 4-24 15,-2 2-13-15,0-1 2 0,0-1-21 16,0 1-4-16,0-3 1 0,-2-1-10 16,2-2-29-16,0-2-2 0,0 0-1 15,0-4-15-15,0-2-30 0,0-1-1 16,0-1-6-16,0-5-13 0,0-1 13 16,0 1-17-16,0-7-5 0,0 1-13 15,0-4-16-15,0 0-38 0,2-3-39 16,-2-2-58-16,0-2-75 0,0 0-21 15,0-3-31-15,0-1 29 0,-2-10-356 16</inkml:trace>
  <inkml:trace contextRef="#ctx0" brushRef="#br0" timeOffset="40833.45">30564 3127 249 0,'0'0'2726'15,"0"0"-2607"-15,0 0-119 0,0 0-263 16,0 0 173-16,0 0 61 0,0 0 29 16,0 0-1-16,56 15-35 0,-39-9-67 15,-7-2-42-15,0 2 31 0,-1 1 14 16,-3 2 19-16,-2-1 6 0,-2 0 17 15,-2 0 22-15,0 1 20 0,-2-1 16 16,-4-2 16-16,4 1 7 0,-2-1 10 16,0 0 15-16,1-1 85 0,-1 2-26 15,4 0-26-15,0 4 26 0,0 0-17 16,0 0-26-16,0 1-6 16,4 1-19-16,1-1 3 0,-1-1 22 15,-2 1 13-15,0 0-3 0,2 1 16 16,-2-2 9-16,0 3 32 0,2 0-33 15,-2 0 4-15,-2 0-35 0,0 1-48 16,0-3 0-16,0 1-7 0,-2-2 7 16,-2 3 10-16,-2-5-4 15,0 0 3-15,0-2-6 0,-3-2 4 0,7-1 11 16,-4-1-8-16,-2-1-1 0,2-2-9 16,-5 0-19-16,3 0 1 0,0 0 0 15,-3-2-1-15,3-2 0 16,-2 0 12-16,4-2 47 0,-3 1 27 15,3 1 32-15,4-1 41 0,-2 4-16 16,4-2-38-16,0 3-28 0,0-1-77 16,0 1-31-16,0 0-59 0,2 0-24 15,2 0 15-15,6 0 99 0,1 0 12 16,3 0-11-16,7 0 0 0,2 0 12 16,-1 0 11-16,9 0 14 0,2 1-4 15,0 2 3-15,1 0 0 0,-1 0-6 16,6 0 3-16,-2 1-3 0,0 0 2 15,1 0-11-15,-1-2 6 0,0 1-1 16,-2 2-5-16,0-2-20 0,-2 1 1 16,-4 0 15-16,-2 0-2 0,-4-2-14 15,-2 0 13-15,-5-1-13 0,-6 4 1 16,-1-5 10-16,1 3 2 0,-4-2-12 16,-2-1-1-16,-2 0 10 0,-2 0-9 15,2 0 16-15,-2 0-1 16,0 0-8-16,0 0-10 0,0 0-86 15,0 0-61-15,0 0-97 0,5-1-107 16,-1-2-116-16,-2-2-598 0,2-2-1050 0</inkml:trace>
  <inkml:trace contextRef="#ctx0" brushRef="#br0" timeOffset="41515.92">31722 2727 138 0,'0'0'1619'0,"0"0"-1259"16,0 0-82-16,0 0-42 0,0 0-20 15,0 0-43-15,0 0-29 0,0 0-13 16,0 0-23-16,0 0-9 0,-10-11-17 16,10 11-9-16,0 0-16 0,0 1-16 15,0 1-19-15,0-1-22 0,0 2-15 16,-2 3 9-16,0 7 6 15,-3 5 98-15,1 6 15 0,-2 7-15 0,-2 7-39 16,2 3-18-16,-5 9-10 16,5 0 6-16,-2 0-24 0,0 7-11 15,5 3-2-15,-1 0-1 0,0-8-2 16,2-8-25-16,2-13-4 0,0 5-27 16,0 0 6-16,0-4 11 0,2-2-1 15,2-5 14-15,0-5-8 0,-1-2-10 16,3-3-23-16,0-2-49 0,-2-4 5 15,2-3-32-15,0-1-52 0,-1 0-23 16,3-5-52-16,0 0-43 0,2-10-79 16,-3 0-141-16,3 0-70 0</inkml:trace>
  <inkml:trace contextRef="#ctx0" brushRef="#br0" timeOffset="41963.23">31697 2828 99 0,'0'0'2721'0,"0"0"-2228"16,0 0-248-16,0 0-18 0,0 0-173 16,0 0-54-16,29-52-2 0,-12 40 2 15,1 2-2-15,5 0-16 0,2 2 18 16,0-1 0-16,-1 3 0 0,1 4 0 15,2-1 12-15,-4 3 1 0,4 0-10 16,0 1 13-16,-5 3-15 16,5 2 2-16,-2 6-1 0,-2-2-1 0,-3 2 1 15,-3 1 1-15,0 5 22 0,-3 0-6 16,-2 4 9-16,-1 3-3 16,-1 3 0-16,-2 2 16 0,1 1-3 15,-3 4 6-15,0-3-7 0,0 1 1 16,-2 3 2-16,0-2-2 0,3-2-7 15,-3 2-3-15,0-3-7 0,0-3-5 16,0 1-13-16,-2-3-3 0,2-1-32 16,-2-2 4-16,3-1-12 0,-3 0-7 15,-2-3-12-15,0-1-4 0,0-2 0 16,0 0-13-16,0-3-33 0,-4-2-81 16,-3-1-120-16,1-3-77 0,-2-1-167 15,-7-5-686-15</inkml:trace>
  <inkml:trace contextRef="#ctx0" brushRef="#br0" timeOffset="42379.27">31722 3073 3453 0,'0'0'455'0,"0"0"-352"0,0 0-102 15,0 0 13-15,0 0 28 0,54-7 2 16,-34 5-4-16,7 0-24 0,-2 2-13 16,4 0-3-16,-2 0-1 0,0 1 0 15,2 3-2-15,0 2-19 0,-2 1-9 16,-3 1-22-16,1-1-36 0,-2 3-43 16,-4-1-48-16,-5 3-54 0,-4-3-57 15,-3 2-42-15,-7 0-28 0,0 5-77 16,-9-5-270-16,-11 7-478 15</inkml:trace>
  <inkml:trace contextRef="#ctx0" brushRef="#br0" timeOffset="42826.31">31768 3320 963 0,'0'0'2108'0,"0"0"-1598"0,0 0-175 15,0 0-134-15,0 0-161 0,0 0-15 16,0 0-3-16,0 0 103 0,0 0-14 15,59-7-27-15,-34 6-38 0,0-2-21 16,8 1-13-16,-4 1-11 0,2-1-1 16,0 2-3-16,-2 0-12 15,0 3 2-15,-4 0-18 0,-2 0-27 0,-7 0-17 16,1 0-27-16,-5-1-13 0,-6 0-13 16,0 0-42-16,-1-2-35 15,-3 0-68-15,-2 0-55 0,0 0 68 16,0 0 128-16,-2-5-256 0,-7-3-852 0</inkml:trace>
  <inkml:trace contextRef="#ctx0" brushRef="#br0" timeOffset="43275.89">31991 2819 1596 0,'0'0'1187'0,"0"0"-806"16,0 0-18-16,0 0-25 0,0 0-168 15,0 0-170-15,0 0-10 0,0 0 10 16,0 0 13-16,-9 67 72 0,9-18-10 16,0 12 15-16,-2 12 6 0,2 0-12 15,-4-4-31-15,4-17-13 0,0-15-20 16,0-9-20-16,-2-4-34 0,-2 5-18 16,2 3-7-16,0 0-15 15,0 0-22-15,2-2-32 0,0-5-49 0,4-2-109 16,4-4-140-16,3-3-54 15,1-5-69-15,-4-5-517 0</inkml:trace>
  <inkml:trace contextRef="#ctx0" brushRef="#br0" timeOffset="43723.89">32665 3232 1312 0,'0'0'2501'15,"0"0"-2003"-15,0 0-111 0,0 0 105 16,0 0-175-16,0 0-199 0,0 0-67 16,0 0-51-16,0 0-3 0,0 0-70 15,0-15-11-15,-2 15-47 0,2 0-67 16,0 0-49-16,0 4-85 15,2 3 54-15,2 3-242 0,-2-2-291 16,-2 3-612-16,-6-36-153 0</inkml:trace>
  <inkml:trace contextRef="#ctx0" brushRef="#br0" timeOffset="44155.98">31232 3938 1289 0,'0'0'1179'0,"0"0"-825"0,0 0-123 15,0 0 60-15,0 0-34 0,0 0-61 16,0 0 30-16,0 0 31 0,0 0-96 16,0 0-117-16,-37 27-44 0,14-6 0 15,-2 7 9-15,-8 4 59 0,6 6 21 16,-6-2 4-16,0-2-23 0,2 1-45 16,0-3-25-16,2-2-2 0,0-2-23 15,7-2 4-15,1-2-35 16,4-3-20-16,5-4-54 0,2-2-71 0,8-2-112 15,2-2-179-15,0-6-172 0,10-3-118 16,-2-2-417-16</inkml:trace>
  <inkml:trace contextRef="#ctx0" brushRef="#br0" timeOffset="44588.75">31056 4173 651 0,'0'0'2181'15,"0"0"-1434"-15,0 0-328 0,0 0-118 16,0 0-118-16,0 0-72 0,0 0 0 15,0 0 2-15,0 0-48 0,0 0-59 16,5 9-6-16,-5 5-12 0,0 16 12 16,0 17 27-16,-3 15-25 0,1 6-2 15,0-11 0-15,-2-14-1 0,4-15-11 16,0-2-6-16,0 3-10 0,4 3-40 16,3 3-15-16,-1-3-120 0,4-4-36 15,2-5-81-15,3-3-131 0,4-9-124 16,-3-2-184-16,9-9-804 0</inkml:trace>
  <inkml:trace contextRef="#ctx0" brushRef="#br0" timeOffset="45048.81">31528 3985 2055 0,'0'0'1426'0,"0"0"-1299"0,0 0-86 16,0 0 51-16,0 0-92 0,0 0-259 16,0 0 78-16,0 0 145 0,0 0 17 15,22 66-10-15,-1-48-18 16,2 0 2-16,0-7 42 0,1 0 3 0,-3-4 1 16,-4-5 59-16,-1 0 49 15,-6-2-7-15,-3 0-10 0,-3-3-22 0,-2-2 69 16,-2-4 179-16,0-4-46 15,0-4-182-15,0-3-59 0,-2-1-6 16,-2-2 3-16,-3 2-16 0,-1-2 7 16,-2 1 2-16,-3 2-21 0,-1 4-2 15,0 1-10-15,-5 3-16 0,2 3-80 16,1 8-10-16,-1 1-54 0,3 1-83 16,-3 13-125-16,5 2-150 0,2 1-213 15,-1 0-546-15</inkml:trace>
  <inkml:trace contextRef="#ctx0" brushRef="#br0" timeOffset="45472.51">31280 4295 474 0,'0'0'3061'0,"0"0"-2607"16,0 0-163-16,0 0-198 0,0 0-93 15,0 0-50-15,0 0 50 0,0 0 66 16,51-16-23-16,-24 13-12 0,2-2-15 16,4 1-1-16,4 1-14 0,1-2 1 15,1 3 17-15,0 2-7 0,0 0-12 16,1 0-16-16,-3 0 15 0,-2 0-26 15,-2 0-66-15,-4 0-50 0,-4 0-105 16,0 0-123-16,-9 2-187 0,-3-2-205 16,-7 0-614-16</inkml:trace>
  <inkml:trace contextRef="#ctx0" brushRef="#br0" timeOffset="45977.56">31637 4095 1300 0,'0'0'1831'0,"0"0"-1319"16,0 0-106-16,0 0-10 0,0 0-158 15,0 0-238-15,0 0-6 0,0 0-25 16,0 0-21-16,0 0 52 0,-6 42 24 16,8-12 44-16,-2 14-43 0,0 16-1 15,-4 9-2-15,0 4-7 0,-4-5 4 16,1-15 11-16,3-14-28 15,0-9-2-15,4-5-26 0,-2 6-51 16,2 2-12-16,0 3-44 0,0-1-50 0,6-6-35 16,0-1-65-16,5-4-78 15,-1-5-60-15,3-4-55 0,-5-5-191 16,-2-6-317-16</inkml:trace>
  <inkml:trace contextRef="#ctx0" brushRef="#br0" timeOffset="46406.03">31670 4446 70 0,'0'0'1623'16,"0"0"-1010"-16,0 0-184 0,0 0-69 15,0 0-57-15,-58-46-71 0,46 46-30 16,-2 1-111-16,-1 5-91 0,-1 4-10 16,-5 4-15-16,0 1 3 0,-1 3 3 15,-3 0 19-15,2 1-2 0,2-3 1 16,3-1-18-16,1-2-6 0,5-1-16 15,1-5-22-15,7-3 9 0,2 0-18 16,2-4-30-16,0 0-92 16,0 0-43-16,6 0 144 0,3-2 93 15,3-4 68-15,3-2-1 0,-1-3 32 16,7 1-22-16,-1 0-29 0,3 2-20 16,-2 1 17-16,2 4-1 0,-1 3 17 15,-1 0-23-15,2 3 9 0,-3 4-5 16,1 2-11-16,-4 1-15 0,5 1-15 15,-3 2 2-15,-1-1-3 0,1 0-16 16,0-4-88-16,-3 3-77 0,1-5-142 16,-3-2-250-16,-3-1-514 0</inkml:trace>
  <inkml:trace contextRef="#ctx0" brushRef="#br0" timeOffset="46853.19">32456 3707 337 0,'0'0'2889'0,"0"0"-2428"16,0 0-119-16,0 0-69 0,0 0-273 16,0 0-31-16,0 0-47 0,0 0 78 15,0 0 12-15,-6 66 10 0,8-30-4 16,-2 0-18-16,0 1-3 0,2-2-19 15,-2 0-12-15,0-3-82 16,0-1-42-16,-2-1-59 0,-2 1-196 0,-3-5-183 16,3-7-709-16</inkml:trace>
  <inkml:trace contextRef="#ctx0" brushRef="#br0" timeOffset="47248.28">32059 4009 2169 0,'0'0'1405'0,"0"0"-1159"0,0 0-89 16,0 0 63-16,-46 48-117 0,42-27-100 15,4 2-3-15,4 5 0 0,1 2-15 16,3 0-44-16,0 1 3 0,0-2-63 16,3 0-51-16,1-2-51 0,-1-2-96 15,-1-2-140-15,-4-9-215 0,2 1-530 0</inkml:trace>
  <inkml:trace contextRef="#ctx0" brushRef="#br0" timeOffset="47451.23">32018 4135 1745 0,'0'0'1319'0,"0"0"-984"0,18-50-116 15,-3 29 71-15,5-1-76 0,3 1-105 16,6 3-34-16,2 4-1 0,2 3-30 15,4 2-32-15,7 4-10 0,9 5-1 16,7 0 18-16,13 10-4 0,-7 4 1 16,-12-2-13-16,-17-3 25 0,-8 1-7 15,2 3-21-15,2 0 0 0,0 4-2 16,-10-1-10-16,-7-2-3 0,-5 3 14 16,-9 0 2-16,-4 1 23 0,-11 5 16 15,-3 2-40-15,-7 4-51 0,-4-1-92 16,0 2-68-16,0-2-65 15,0-3-135-15,9-7-238 0,-13 3-855 0</inkml:trace>
  <inkml:trace contextRef="#ctx0" brushRef="#br0" timeOffset="47686.28">32109 4334 3395 0,'0'0'707'0,"0"0"-501"16,0 0-159-16,0 0 21 0,0 0-9 16,64-19-29-16,-40 18-5 0,7 1-24 15,0 2-1-15,5 3-24 16,-1 1 11-16,2 1-5 0,-4-2-26 16,0 1-27-16,-6 1-35 0,-2-2-43 15,-5 1-50-15,-3-3-62 0,-5 0-98 16,-3-2-121-16,-3-1 15 0,-4-3 15 15,-2-3 99-15,0-4-112 0,0 1-208 16</inkml:trace>
  <inkml:trace contextRef="#ctx0" brushRef="#br0" timeOffset="47898.28">32516 4195 8 0,'0'0'218'0,"0"0"1575"16,0 0-1159-16,0 0 14 0,0 0-44 16,0 0-215-16,0 0-228 0,0 0-120 15,0 0-41-15,0 0 0 0,-11 25 25 16,16 3 46-16,1 8 0 0,0 3-4 15,0 5-30-15,0 0-21 0,1 5-16 16,-3-3 0-16,0-2-3 0,-2-1-30 16,-2-2 8-16,0-3-55 0,0-3-22 15,-4-3-25-15,0-4-81 16,0-3-55-16,1-6-170 0,-3-4-193 0,2-3-540 16</inkml:trace>
  <inkml:trace contextRef="#ctx0" brushRef="#br0" timeOffset="48096.23">32222 4553 3384 0,'0'0'962'0,"0"0"-631"16,0 0-46-16,0 0-285 0,0 0-52 16,0 0 28-16,0 0 24 0,0 0 0 15,50 17-2-15,-27-6-13 0,1 3-13 16,3 1-67-16,2 1-38 0,2 0-49 15,0 1-107-15,-2-3-240 0,-6-3-577 16,-2 0-1162-16</inkml:trace>
  <inkml:trace contextRef="#ctx0" brushRef="#br0" timeOffset="-52596.58">7053 3821 14 0,'0'0'43'15,"0"0"18"-15,0 0 5 0,0 0 25 16,0 0-45-16,0 0 211 0,0 0-123 16,-31 0-43-16,27 0 0 0,-2 0-9 15,4 0-20-15,-3 0-36 0,3 0-10 16,-2 0-16-16,2 2-1 0,0-1-15 15,-4 0 12-15,2 2-12 0,-2-2 15 16,1 1-1-16,1 2-1 0,-2 0-14 16,-2-1 17-16,0 0 28 0,1 3 5 15,-1-2-13-15,2 1-14 16,-6 2-6-16,5 0-16 0,-3 4 3 16,2-1-4-16,-3 0 15 0,-1 2-1 15,2 0-36-15,-3 1 26 0,1-1 13 16,-7 0 1-16,9 0 15 0,-3-1-15 15,1 1 12-15,-2-2 0 0,-1 2 10 16,3 2-19-16,-1-3-1 0,1 0-2 16,0 3-1-16,1-2-1 0,1-1 0 15,-3 0 0-15,5 2-2 0,-4-2 0 16,1 0 0-16,-1 1-23 0,2 0 3 16,-3 0 7-16,1-1 16 0,0 1-2 15,-1 1-1-15,-1 1-13 0,-1 0 3 16,-1 1 0-16,3 1 10 0,-1 1-17 15,-3 2 18-15,3 0-14 16,-1 1 15-16,1 2-1 0,-3-1-1 16,5 2 1-16,-5 1 0 0,7 1-1 15,-2 0 2-15,-1 3 1 0,3-2 13 16,-3 4 3-16,1-3 10 0,2 2-3 16,-1 2-7-16,1 0-14 0,4 1-2 15,0-1 0-15,-1 0-1 0,3 2-1 16,0-2 0-16,-2 3-14 0,6-2 3 15,0 2 0-15,0-1-4 0,0 0 15 16,0-1-17-16,0 0-4 0,6 1-3 16,-2-2 3-16,0 2 3 0,3-4 17 15,-1 2-10-15,2 1-7 0,5-4 17 16,-3 3-13-16,4-3 15 0,-1 2-12 16,-1-3 11-16,7 0-21 0,-5 0 6 15,7-2 16-15,-5 0-1 0,5-1 2 16,2 1-26-16,-3 0 24 15,5 2-14-15,0-2-1 0,-2 4 15 16,2-1-1-16,-1 3 3 0,1 1-3 16,0-1 3-16,2 0 1 0,-2 0-1 15,2 1-3-15,-1-2-17 0,1 1 20 16,0 0-1-16,6-2 0 0,-2 0 1 16,2 2 1-16,0-2-1 0,1 2 11 15,1-3-9-15,0 2-3 0,4-4 2 16,0 2 14-16,3-3-12 0,-1-3 0 15,2-1-2-15,3-2 1 0,1 0-1 16,5 0 15-16,10 1 37 0,8 0-53 16,3-1-22-16,-7-4 22 0,-2-3 39 15,-4-2-38-15,-2-3 0 0,4 4 22 16,0-5-23-16,4 0 1 0,0 0 7 16,2-2-6-16,5 0-4 15,1-1-11-15,1-1 0 0,1-2-3 16,3 0-20-16,-3 0 0 0,3 0-35 15,-1 0 41-15,1-4-2 0,-1 2 19 16,5-3-23-16,0-1 16 0,3 0-6 16,-1-2 13-16,4 2 12 0,-6-2 1 15,2-3-1-15,-1 4 0 0,1-3-9 16,0 0 10-16,2 1 3 0,2-2 10 16,-3-2-13-16,1 2 3 0,4-3-1 15,-6 0-2-15,2 1 2 0,-3-4 9 16,3 0-11-16,0 2 0 0,0-1 0 15,0 0 1-15,-3 0-1 0,3-3 0 16,0 0 2-16,-4-3-1 16,2-3-1-16,-1 0 1 0,1-6-1 15,6 2-3-15,-6-3-26 0,2-1 3 16,-3-1 0-16,-1 0-4 0,0-3 11 16,-5 0-14-16,-3-2 7 0,-3-1-3 15,-4-2 3-15,-2-1 12 0,-4-3 11 16,-4 2-52-16,-8 4-27 0,-9 5 41 15,-10 6 41-15,-4-2 0 0,17-13 0 16,-7 0 0-16,2-7 0 0,0 0 9 16,-10 6 33-16,2-4-3 0,-2 0 7 15,-4 1-4-15,-6 0-9 0,1 0-14 16,-7 0-15-16,1 0-2 0,-6 0 0 16,1 2-2-16,-5 2-2 15,-2 3 1-15,-2 1-1 0,0 3-11 0,-8 1-40 16,-1 1-35-16,-5 2 88 0,1 2 30 15,1 1 19-15,-7 0-37 0,5-1-12 16,-9 2-4-16,5 1-15 0,-1-2-20 16,-4 5-40-16</inkml:trace>
  <inkml:trace contextRef="#ctx0" brushRef="#br0" timeOffset="-51430">12070 3814 5 0,'0'0'36'0,"0"0"-35"16,0 0 32-16,0 0 13 15,60 25 3-15,-44-19-30 0,-1 0-3 16,3 2-12-16,-1 0 12 0,4 1-3 15,-5 3-13-15,5 1 0 0,-3 0 23 16,3 3-13-16,2 2 9 0,-2 1 72 16,1 2-55-16,1 2 7 0,-2 3-41 15,1 1 34-15,3 3-7 0,-6 3 13 16,4 0 1-16,1 2-14 16,-5 0-6-16,0 2 39 0,3 3-59 15,-5 1 13-15,2 2 10 0,-5 0-24 16,3 5-1-16,-9 0-2 0,4 0 2 15,-6 0 11-15,1 8-10 0,-5-7 1 16,-2-1-1-16,-9 9 0 0,1-14 10 16,-2 8-12-16,-5-2 0 0,1-8 3 15,-1 6 0-15,-7-3 13 0,1 2-13 16,0-1 20-16,-4-2-10 0,3 0-10 16,-5-1 14-16,6-1-16 0,-6-3 1 15,3-6-2-15,-3 0 2 0,4-2 1 16,-8-4 10-16,0-1-11 0,0-2-2 15,-2-1 0-15,-2 1 3 0,0 0-3 16,-5-2 3-16,-1 1 13 0,-2 1 4 16,1 0 19-16,-12 4-36 0,-8 3 20 15,-10 1-7-15,-2 0 7 16,5-3 6-16,3-5 17 0,2-2 9 0,0-2-19 16,-2 0 49-16,0 2-40 15,-2-2-2-15,1 0 15 0,-1 1-19 16,0-1-19-16,2 1 2 0,0-2-22 15,0 4-2-15,-1-3-7 0,1-2-11 16,0 3 14-16,0-5-20 0,-2 0-13 16,0 1 22-16,-5-1 14 0,3-1-39 15,-4 0 40-15,-1-1-34 0,-3-1 23 16,1 1 11-16,-1 0-31 0,-1-2 20 16,0-1 11-16,1-1-27 0,-1-1 26 15,1 1-23-15,-5-6-16 0,2 2 0 16,-1-3-14-16,-1-2 24 15,0 0 2-15,-1 0-2 0,-5-5 19 0,0 0 13 16,0 1 27-16,-2-1-26 0,-2 3 54 16,2-2-35-16,0 2 58 0,0-3-45 15,-2 1 3-15,4-4-18 0,-2 0-18 16,2-4 0-16,5-3-16 0,1-1 32 16,0-4-32-16,1-1 6 15,-1-2-29-15,4-4 37 0,1 0-2 0,-1-3-48 16,1-4 52-16,-1 2 33 15,5-4-32-15,-3-1 15 0,5 0-3 16,-2-4-12-16,1 0-1 0,7-1 0 16,0-5-3-16,2-1 0 0,4 0-13 15,0-1 16-15,4-1 1 16,0 0-1-16,7-1-3 0,-3-1 1 0,6-2-10 16,3 0 11-16,0-4-17 15,3-2 17-15,7 3-38 0,4-4 9 0,7 0-51 16,3-3 3-16,3 0-27 15,3-1-22-15,5 2 20 0,4 3 25 16,0 4 43-16,4 4 26 0,8-2 11 16,4-1 0-16,7 1 0 0,4-1-11 15,3 1 10-15,8 1-13 0,9-1-56 16,-2-1-25-16,5 2-27 0,-9 6 40 16</inkml:trace>
  <inkml:trace contextRef="#ctx0" brushRef="#br0" timeOffset="-50552.05">7344 3784 50 0,'0'0'98'16,"0"0"22"-16,0 0 141 0,0 0-85 16,0 0-71-16,-49 11 5 0,30-8-45 15,3 2-25-15,-5-1-1 0,-2 2-20 16,3 2-19-16,-7 2 0 0,0 2-13 15,-2 4 10-15,0-2-20 0,-2 5 7 16,-2 2 0-16,-6 1 12 0,4 2 4 16,-5 3 0-16,3 1 0 0,-2 3 0 15,-1 3 0-15,3-1 30 0,-2 1 22 16,6 0-13-16,0 2-7 0,0-1 4 16,2 0-7-16,6 3-16 0,0-1-10 15,4 2-3-15,3-1 0 0,1 2-4 16,5 0-9-16,2 1 13 15,1-2-16-15,3 1 3 0,2 1 13 16,2 1-3-16,2 1 0 0,0 8 0 16,2 10 1-16,4 8-1 0,2 1 1 15,3-10-11-15,-3-18-26 0,2 4 13 16,1-9-7-16,-1 2 1 0,5 6 2 16,-1-9 4-16,5 5-3 0,5 5 9 15,1-3-3-15,2 1 4 0,2-3 7 16,0 0 12-16,2-1 0 0,4 1-28 15,2-1 15-15,1-3 13 0,1 1 1 16,2-3 0-16,1-1-1 16,1-3 13-16,2 0-11 0,7 1-2 0,8 0 0 15,14 4 0-15,1-4 1 16,-3-6-1-16,-4-3 0 0,-3-8 1 16,1 2 22-16,2-1 3 0,2-4-26 15,0 3 10-15,3-3-10 0,-1-2 0 16,0 0-27-16,1-3 27 0,1 1-2 15,7-1-18-15,-7-1 17 0,5-2-17 16,-1 1 7-16,-3-1-16 0,1 0 29 16,-1 2 0-16,-1 0 0 0,1 0-21 15,1 0 21-15,1-2 11 0,1 2-11 16,1-1-16-16,-1-3 16 0,3 0 0 16,-1-2-2-16,-1 0 2 0,2 0-10 15,-3 0 26-15,3-3-32 0,1-3 16 16,-1-1 0-16,4 0 12 0,2-2-11 15,-5-2-1-15,5 0-1 16,-4-4 0-16,-1-1-38 0,1-1 22 16,-2-1-28-16,-1-3 9 0,5 0 3 15,-8 1-19-15,3 1 13 0,-1-3-13 16,-3 0-10-16,1 1-20 0,-1-1-45 16,-3-3-29-16</inkml:trace>
  <inkml:trace contextRef="#ctx0" brushRef="#br0" timeOffset="-48054.47">10342 5626 24 0,'0'0'62'16,"0"0"13"-16,0 0-20 0,0 0 79 15,0 0 290-15,0 0-274 0,0 0-56 16,-39-44-42-16,32 38 0 16,-3-1-3-16,4 1-23 0,-5-1-6 15,3 1-1-15,-2-2 4 0,-5 2-23 16,5 2-2-16,-9 0 0 0,-1-1-24 16,1 4 23-16,-4 1-19 0,-3 0-4 15,-5 0 23-15,0 4 1 0,-5 1-11 16,1 0 11-16,-6 5 1 0,2 1 1 15,-5-1 0-15,-3 2 1 0,-1 2 15 16,1 3-3-16,-1-1 13 0,1 5-6 16,-3-1 6-16,0 5 3 0,3-2 7 15,1 3 3-15,-3-1-6 0,1 1-4 16,3-1-9-16,-1 3 15 0,3-2-2 16,-5 1-1-16,5 1-6 0,1 1-6 15,1 0-1-15,0 1-19 0,4 0 0 16,-1 4-2-16,5-3-14 15,0 4 3-15,4 2-3 0,2 1-4 0,1-1 4 16,-1 4-4-16,4 0 4 16,-2 5 13-16,0 5-10 0,-4 8 11 15,5 11-2-15,-1-8 1 0,8-12 0 16,7-13-13-16,4 3-4 0,-3 10 18 16,1 16-21-16,0 6 4 0,4-3 15 15,2-5-9-15,0-10 0 0,2-1 10 16,2-1-29-16,2 0 32 0,2 1 0 15,0-8-18-15,2-6 17 0,3 6-11 16,1-8 12-16,1-1-19 0,3 12-7 16,1-11 25-16,1 7 1 0,3 5 0 15,2-7 3-15,4 6 16 0,4-1-19 16,0-2 0-16,4-2 13 0,2 0-3 16,4-1-7-16,7 1 14 0,-1-4 1 15,1-2-18-15,10 4 0 0,6-5 0 16,14 6 16-16,5-4 7 15,-4-6-20-15,-5-5-3 0,-8-6-23 16,0-1 22-16,3 2-1 0,-1-3 0 0,4 0 1 16,0-1-1-16,1-1 1 15,1 0 0-15,3-1-12 0,-1-1 11 16,3 0-8-16,-1-2 7 0,1 0 6 16,6 0-5-16,-7-1 2 0,9-4-13 15,-2-1 13-15,4-3 1 0,-3-1 2 16,5 0-2-16,-2-3 0 0,2 0-1 15,-4 0 2-15,0-2-2 0,2-2 0 16,-4 2 1-16,1-2 3 0,-1 2-2 16,0-3 11-16,-2 1-10 0,3-4-1 15,3 1 15-15,-4-2 12 0,2 0-28 16,2-1 31-16,-2-1-32 0,1-1 3 16,1-1 6-16,-2 1-7 15,0 0 9-15,-6-1-8 0,3-1-3 16,-7-2 1-16,5 1-1 0,-3-2 13 15,0-2-10-15,1 0-3 0,-5-2 1 16,-1-3 0-16,0 1-1 0,-1-3-11 16,-5-1-25-16,0-2-29 0,-2-4 20 15,1-2-14-15,-1-3 27 0,-6-1-33 16,-5-2-23-16,3 0 22 0,-12 4 21 16,-9 4 25-16,-12 5 4 0,0 1 16 15,4-7 0-15,2-7 3 0,0-6 10 16,-3 0 7-16,-7-2-4 0,0 1-3 15,-3-1 10-15,-5 1-3 0,-1-8 2 16,1-9 24-16,-7-8-20 0,-4-1-12 16,-2 5-12-16,0 8 25 0,-4 4-14 15,-7 2-9-15,-1-3 15 0,0 1 14 16,-7 0-32-16,5 0-1 0,-9 0-12 16,0 1 11-16,2 1-11 15,-5 0-27-15,-5-2 38 0,4 9-22 16,4 9 3-16,2 5-23 0,-8 4 41 15,0-6-19-15,-8-7 20 0,-17-10-22 16,-1-4-26-16,-22-4-6 0,5 3-20 16,-1 11-32-16,3 4 32 0,8 9 39 15,-4 0-10-15,0 0 14 0,-4 4 9 16,-1-1-29-16,-7 2-53 0,1 2-15 16,17 6-79-16</inkml:trace>
  <inkml:trace contextRef="#ctx0" brushRef="#br0" timeOffset="-47028.75">9017 5913 109 0,'-58'47'16'0,"0"3"62"0,-2 5-9 0,8-3-14 16,3 2 154-16,3 0-131 15,3 0-42-15,6 1-10 0,-1-1-24 16,5 1 0-16,9 2 11 0,-3 2 7 16,6-3 9-16,5 1 4 0,3-4-7 15,-1 3-3-15,7 1-4 0,5 1-19 16,-2 2 13-16,4 1-12 0,0 3 0 16,0-3-1-16,4 4 0 0,1 2-3 15,3-1 3-15,2 4-13 0,0-5-10 16,1 2 10-16,3-2 0 0,3 2 12 15,6 2-28-15,1-2 29 0,3-2 3 16,6 2-3-16,4-5-12 0,3-1-11 16,5 0 20-16,3-4 0 0,3-2-4 15,5-3 5-15,2-5 4 0,6-2-1 16,4-1 65-16,1-2 8 16,3-3 11-16,7-2-39 0,1-3 6 0,5-1-3 15,4-6-10-15,0-2-7 16,6-2 7-16,8-5-36 0,-2-3 13 15,5-5 10-15,3-2-24 0,1-4 31 16,4-1-31-16,-3-3 21 0,3 0-20 16,2 0 10-16,0-4-13 0,-1-4 1 15,1 0 2-15,-2-3-2 0,1-2-1 16,-1-2 0-16,2-1-19 0,-2-2-4 16,3-1-23-16,-7 0 7 0,0-3 4 15,-3-1 5-15,1-2 28 0,-5 1-14 16,-2-2 15-16,-2 1-3 0,-1 0 4 15,-5 0 2-15,-5 1 0 0,-3 1-1 16,-2-2 22-16,-2 1-7 0,-3-2-3 16,1 2 3-16,-3-4 0 0,-4 0 7 15,5-2-6-15,-3-5 5 0,-1 2 8 16,-5-2-4-16,-2 1 13 0,0-2-16 16,0 3 3-16,-4-3 0 0,-8 2-4 15,2-2 17-15,-9 4-19 16,-9 1 6-16,-14 5-3 0,5-2-7 15,2-2 0-15,5-7-3 0,-1-3-9 16,0-3 18-16,-2 1-20 0,-2-1 11 16,-2-1-3-16,-2-2-10 0,2-1-2 15,-5 0 1-15,-1 0-1 0,0-2-27 16,0 3-43-16,-9-3-3 0,5 1-6 16,-11-1 3-16,-2 1 6 0,-6-1 43 15,0 0 16-15,-6 4-23 16,-4-1 13-16,-9 2 20 0,-4 0 3 15,1 4 16-15,-9 2 43 0,-5 0-14 0,-1 0 4 16,-4-1 42-16,0 4-35 16,1-1-55-16,-1 0 1 0,-2 2 15 15,3 0 13-15,-1 1-14 0,6 0-16 16,-4-1 0-16,1 2-2 0,-1-2-34 16,4 2-39-16,-2 1-32 0,-1-1-7 15,5 3-85-15,-4 1-91 0,14 9-62 16</inkml:trace>
  <inkml:trace contextRef="#ctx0" brushRef="#br0" timeOffset="-35597.71">8213 5604 1 0,'0'0'33'0,"0"0"35"0,0 0-29 16,0 0 13-16,0 0-12 0,0 0-21 16,0 0-16-16,0 0 23 0,-2 3-6 15,2-3 29-15,0 0-49 16,0 0-42-16,0 0 29 0,0 0 11 0,0 0 2 16,0 0 2-16,2 0-2 0,-2 0-2 15,0 0 0-15,0 0 2 0,0 0 0 16,0 0 0-16,0 0-2 0,2 0-63 15,0 2-4-15,-2-1 24 16,2 0-7-16,0-1-6 0</inkml:trace>
  <inkml:trace contextRef="#ctx0" brushRef="#br0" timeOffset="-34678.82">8262 5678 18 0,'0'0'4'15,"0"0"9"-15,0 0-7 0,0 0 60 16,0 0-18-16,0 0-22 0,0 0-19 15,0 0 6-15,0 0-10 0,0 0-3 16,15 35 17-16,-15-31 15 0,2 1-2 16,-2 1-14-16,0-2-13 0,0 0 209 15,0 2-69-15,0-1-68 0,0 1-29 16,0-2-26-16,0 0-20 0,0 1-17 16,2 0 4-16,0-1 11 0,0 1-11 15,0 0 0-15,0 1-13 0,0-1 26 16,2-1 0-16,-2 3 1 0,3 0 0 15,-1 0 2-15,0 1 20 16,2 1 0-16,-2 1-20 0,2 1-3 16,1-1 23-16,-1 0-10 0,0 3 10 15,2 1 9-15,1-1-16 0,-1 3-16 16,-2 0 0-16,2 0 15 0,-2 3-12 16,3 0 23-16,-5 1-13 0,4 0 10 15,-2 0 6-15,-2 1-3 0,3-1-3 16,1 2 7-16,-4-1 2 15,2 2-6-15,0-1-23 0,1 1 30 16,-1-1-7-16,-2-1-13 0,2 1-10 16,0-1 10-16,-1 0 0 0,1 2-10 15,0-2 10-15,0 0-10 0,0 3-2 16,3-3 2-16,-3 2 17 0,0-2-19 16,0-1-1-16,0 3 0 0,1-4 0 15,-1 0 1-15,0-1 11 0,0-3-12 16,0 2-3-16,1-3-1 0,-3 1 1 15,2-2-10-15,0-1 10 0,0 0 0 16,1-2 3-16,-1 2-11 0,0-2 10 16,0 1 2-16,0-1 0 0,3 1 0 15,-3-1 1-15,0 0 0 0,-2-2 17 16,2 0-18-16,-1 1 0 0,-1-2 1 16,0-1 11-16,0 0 0 0,0 0-13 15,-2-2 1-15,0 0-1 0,0 1-1 16,2 0-2-16,-2-3-14 0,1 3 15 15,1-1-14-15,-2-1 15 16,0-1-1-16,2 2-10 0,-2-2 12 16,0 1 0-16,0-2 3 0,0 0-1 15,0 0-2-15,0 1 4 0,-2 0 12 16,4-1-16-16,1-1-121 0,-3 1-143 16,2-1-52-16,-2 0-62 0</inkml:trace>
  <inkml:trace contextRef="#ctx0" brushRef="#br0" timeOffset="-34115.5">8765 6635 79 0,'0'0'101'0,"0"0"613"16,0 0-482-16,0 0-154 0,0 0-78 0,0 0-32 16,0 0-62-16,0 0 3 15,0 0 45-15,0 0 13 0,-7 16 17 16,12-11 13-16,-1-1-23 0,2-1 6 15,2 1 18-15,-2 3 2 0,-2-2 0 16,5 1 0-16,-3 0-2 0,0 0 2 16,-2 0 2-16,-2 0 18 0,2-1-17 15,-1 3 26-15,1-2-3 0,-2-2-10 16,0 3-14-16,-2-3 24 0,2 1 9 16,-2-2 1-16,0 0 13 0,0 0 7 15,0 0-11-15,0 0-16 0,-2 0-12 16,-2-1-4-16,-3 2 0 15,3-2 3-15,-2 2-14 0,0 2 14 16,0-2-13-16,-5 2-3 0,3 1 13 16,-2 1-13-16,-3 0 0 0,1-1 0 15,0 1-1-15,-1 1 1 0,1-2 1 16,1 0-1-16,1-1-1 0,-2 0 1 16,6-1-1-16,-3 0-1 0,3-3-1 15,2 1-10-15,0-1 13 0,0 0-1 16,4-2-12-16,-2 0-6 0,2 0-11 15,0 2-22-15,0-2-153 0,2 0 35 16,2 0-253-16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0:55:54.501"/>
    </inkml:context>
    <inkml:brush xml:id="br0">
      <inkml:brushProperty name="width" value="0.05292" units="cm"/>
      <inkml:brushProperty name="height" value="0.05292" units="cm"/>
      <inkml:brushProperty name="color" value="#FF0000"/>
    </inkml:brush>
  </inkml:definitions>
  <inkml:trace contextRef="#ctx0" brushRef="#br0">7336 4867 40 0,'0'0'69'0,"0"0"612"0,0 0-495 0,0 0-147 15,0 0-39-15,0 0-72 16,0 0-202-16,0 0-195 0</inkml:trace>
  <inkml:trace contextRef="#ctx0" brushRef="#br0" timeOffset="5916.4">9955 2752 17 0,'0'0'0'0,"0"0"760"0,0 0-395 15,0 0-150-15,0 0-53 0,0 0-28 16,0 0-17-16,0 0-30 0,-25 2-38 16,25-2-26-16,0 0 3 0,0 0-26 15,5 0-11-15,-3-2-38 0,0 2 49 16,0 0 62-16,2 0 0 0,0 0-11 16,-2 0-12-16,4 2-16 0,1-1-3 15,-3 0-17-15,0 0 26 16,2-1 7-16,2 0-4 0,1 0 20 0,-1 0-4 15,0 0-6-15,2 0-6 16,-1 0-1-16,-1 0-9 0,0 0-10 16,-2 0-15-16,3 0 2 0,-5 0 0 15,2 0-1-15,0 0 14 0,2 0-3 16,1 0 0-16,-3 0 6 0,2 0 1 16,5 0 2-16,-1 0 7 0,2 1-6 15,5-1 9-15,0 0 4 0,6 0 50 16,1 0 40-16,3 0-46 0,6-1-3 15,1-2-32-15,-1 1-33 0,6-2 11 16,-2 1 2-16,13-3-9 0,-4 3-15 16,-1-2 0-16,7 0 1 0,4 0-2 15,14 3-1-15,-6-4 1 0,-14 3-1 16,2 1 0-16,-5-1 1 0,9 2 0 16,0-1 2-16,-17 2 11 0,-10 0-13 15,0 0 13-15,2-1-11 16,7-1 20-16,9 2-18 0,-1-1 8 0,2-1 1 15,-1 2 3-15,-1-2-15 16,1 0 1-16,1-1 14 0,-1 1-15 0,1-2 12 16,0 2-13-16,-5-2 0 15,5 3-1-15,-9-4 1 0,7 4 0 16,-1-2 2-16,-5-1 11 0,3 1-1 16,1 0-8-16,-3 0 8 0,0 0 7 15,5-2-15-15,-3 3 11 0,3-2-11 16,-7-1-4-16,5 2 1 0,-1 2 0 15,-3-3 1-15,1 3-1 0,-2-4 1 16,3 4-1-16,-7 0 0 0,4 1 1 16,-4 0-1-16,1 0 3 0,3 0 15 15,-4 0 0-15,0 0-16 0,-1 0 0 16,3-2 16-16,0 2-16 0,0 0 13 16,3-1-15-16,-5 1 0 0,4-2 2 15,1 1 16-15,1 1-15 0,-4-3-1 16,3 2 9-16,-1 0 4 0,2 0-13 15,-3 0 1-15,-1 1-1 0,0-2 9 16,3 2 4-16,-3-1-13 16,0 1 10-16,-6 0 3 0,9 0 3 15,-5 0-18-15,0 0 1 0,4 0 11 16,-1-1-12-16,-5 1 13 0,4 0-14 16,2 0-2-16,1 0 2 0,-1 0 2 15,-4-1-2-15,5-1 0 0,-3 1 0 16,4-1 1-16,-3 2 3 0,-5-2-3 15,2 2-1-15,-2 0 0 0,-2 0 1 16,0 0 1-16,2 0 0 16,-2 0 10-16,0 0-10 0,1 0-1 15,-1-3 1-15,2 1 1 0,-2 1 16 16,2-2-16-16,-2 0 19 0,0-1-9 16,0 1-10-16,0-2 12 0,0 1-11 15,0 1 11-15,-2-3-14 0,0 1 1 16,-2 3 1-16,2-2-1 0,-2 0-2 15,0 2-1-15,-2 1 1 0,0 0-3 16,2-2 0-16,0 2 1 0,0 0 1 16,0 1 0-16,0 0 1 0,0 0 0 15,0 0 1-15,-3 0 0 0,3 0 1 16,0 0 1-16,0 0 1 0,2 0-1 16,-2 1 9-16,0 0-10 0,-4 2 2 15,6-2 10-15,-4 0-14 0,2 1-1 16,0 0 1-16,0 0 0 0,0 1 1 15,0-2 1-15,-3 1-1 0,7-2 2 16,-2 2-1-16,1 0 1 16,1-2 13-16,0 0-4 0,0 0-9 0,0 0 10 15,0 0-10-15,2-2 16 16,-2 0-7-16,0 2-9 0,0-2-1 16,0-2 2-16,0 2-1 0,-2 2-1 15,5-3 0-15,-3 2 0 0,0 0 0 16,4 1 0-16,-4-1 0 0,8 1-1 15,-3 0 0-15,-1 0 1 0,2 0 0 16,-2-2 11-16,2 2-11 0,7-1 1 16,-7 1-1-16,5 0 0 0,1 0 0 15,-1 0 2-15,-1 0-1 0,4 0 13 16,-3 0-16-16,3 3 0 0,-1-2 0 16,-3 0-1-16,7 3 0 0,-3-2-1 15,3 2 2-15,4-2 0 0,-2 3-1 16,-7-2 1-16,13 1 3 0,-17-1-2 15,9 0 3-15,-1 1 8 16,-9-2-9-16,11 0-1 0,-5 2 0 16,3-3 0-16,-1 3 11 0,6 0-12 0,-7-1 1 15,5 1-2-15,-2 0 0 16,-5-3 0-16,9 2 0 0,-3 0 3 16,-3 0-3-16,10-2 0 0,-17 0 0 15,11 0 0-15,-5-1 0 0,-1 0 2 16,1 0 0-16,-3-1-1 0,1-3 2 15,-3 1 0-15,-3-2-1 0,0 2 0 16,-2-2 1-16,-1-1-1 0,-1 1 0 16,-2 0 0-16,-2 2 11 0,-2-2-11 15,2 1-2-15,-4 1 0 16,2 0 1-16,-3 0 2 0,1 2 19 0,0-1-21 16,-4 0 0-16,4 2 0 0,-2 0 1 15,-1 0 0-15,1-2 0 16,-4 2-1-16,2 0-1 0,-3 0-1 15,-1 0 1-15,-3 0-1 0,3 0-1 16,-4 0-10-16,3 0 11 0,-3 0-1 16,-1 0-10-16,-4 0 12 0,-1 0 2 15,3 2-2-15,-4-2-2 0,1 0-11 16,-5 0 10-16,2 0-15 0,-2 0-4 16,-4 0 3-16,2 0-1 0,-2 0 8 15,0 0-1-15,0 2 0 0,0-2-5 16,0 0-20-16,0 2-50 0,0-2-44 15,0 0-45-15,0 0-46 0,0 0-45 16,0 1-121-16,0 0-34 0,0 1-311 16,-12 1-410-16,24-14 769 0</inkml:trace>
  <inkml:trace contextRef="#ctx0" brushRef="#br0" timeOffset="7931.58">10085 2725 1683 0,'0'0'367'15,"0"0"-156"-15,0 0-85 0,0 0-78 16,0 0-48-16,0 0-18 0,0 0 5 16,0 0 13-16,0 0 23 0,0 0 22 15,15-6-10-15,-13 4-9 0,0 1 7 16,4 1-4-16,-2 0 0 15,1 0 0-15,3 0 9 0,-4 0 7 16,4 3 10-16,3-1-3 0,1 1 5 16,0-2 14-16,7 1 22 0,0-2-13 15,1 0-16-15,7 0-10 0,0 0-15 16,4-2-1-16,2-2-22 0,2 2 0 16,7-5-16-16,-3 3 0 0,2-2 0 15,3 0-2-15,1-1 2 0,9 1 0 16,12 0 0-16,8 0 0 0,-1-1 0 15,-5 3 2-15,-2 0-1 0,-6 0 18 16,-2 2-7-16,2-2 4 0,2 2 3 16,-4-2-19-16,6-1 23 0,0 2-11 15,2-2-8-15,2 1 18 0,0 0 0 16,5-2 10-16,-1 1-1 0,1 0-5 16,3 2 2-16,-6-1 4 0,-1 0-10 15,3 1-3-15,-2 2 0 0,0 0-17 16,7 1 10-16,-5-2-9 0,5 2-3 15,-5 0 0-15,7 0 2 16,-5 0-2-16,0 2-1 0,-3-2 1 16,5 2 0-16,-5 0 1 0,1-1 1 15,2 1-1-15,3-2 15 0,-1 0-15 16,-3 0 1-16,1 0 0 0,0 0 1 16,-1 0 10-16,-7 0-12 0,2 0 2 15,-2 0-2-15,0 0 0 0,1-2 11 16,-1 2-8-16,0-1-1 0,2-1 12 15,-4 2-12-15,0 0-1 0,0-1 1 16,-2 1 13-16,-2-1-4 16,0 1-10-16,2-2 14 0,0 0-3 15,0 1 9-15,0 0-19 0,0-1 12 16,-2 1-2-16,4 0-1 0,0 0-9 16,1 1-2-16,-3-1-1 0,0 1-3 15,0 0 1-15,-5 0 1 0,-1 0 0 16,0 0 0-16,0 2-1 0,-2 0 1 15,1 2 0-15,3 1-2 0,-4 1 2 16,2 0-1-16,0 0 0 0,-5 1 1 16,5-1-1-16,-2-2 1 0,-2 4 0 15,3-4-1-15,-5 3 0 0,4 0 2 16,-3-4 1-16,1 2 2 0,2-2-1 16,-2 0 1-16,3 0 9 0,1 0-9 15,0-2 13-15,2 0-3 0,2-1 2 16,0 2 1-16,-4-1 0 0,4 0-14 15,2 1 10-15,-5 0-12 16,-1 0 0-16,0-1 0 0,2 2 0 0,2-3 0 16,-4 3 0-16,2-3 3 15,1 1 10-15,1 2-13 0,-2-1 1 16,0-2 1-16,0 0 0 0,0 1 0 16,-4 0 0-16,-5-1 0 0,-9 0 0 15,-7 2 2-15,-6-2-2 0,12 0 1 16,-2 0-2-16,15 0 0 0,-7 1-1 15,1-1 3-15,-3 2 0 0,3-2-2 16,-1 0 0-16,-2 0 0 0,1 0 0 16,3 0 12-16,-5 0-13 0,3 0 0 15,1 0 0-15,-5 0-1 0,2 0 1 16,-3 0 1-16,-3 0 1 0,0 0 1 16,-2 0 0-16,-4 0 10 0,0 0-13 15,-4 0 1-15,0 1 0 0,0-1 0 16,-2 2 0-16,-5-1 2 0,5-1-1 15,-4 2 1-15,2-2 9 16,-3 0-8-16,3 0 8 0,-2 0-9 16,1 1 0-16,-1-1 13 0,-4 0-14 15,3 0-1-15,-1 0 0 0,-1 0 1 16,1 0 0-16,0 0 1 0,-1 2 0 16,-1-2 0-16,1 0 0 0,-1 0 9 15,2 0-9-15,-3 0 13 0,1 0 6 16,-1 0-4-16,1 0 1 0,-1-2 3 15,1-1 6-15,-1 0 21 0,1 0-9 16,-1 0-12-16,-1 1-3 0,-3-1 0 16,1 0-22-16,-1 0 9 0,0-1-11 15,1 0 0-15,-1 2-1 0,-1 0-1 16,5 0 1-16,-3 0 1 0,1 0 1 16,-2 1-2-16,3-2 1 0,-1 2 1 15,1-1-2-15,-3 2-1 16,1-2-2-16,-1 2-8 0,3-1 11 15,-1 1 0-15,0 0 1 0,-1-1 0 16,1-1 1-16,-1 2 1 0,-1 0-2 16,1 0 0-16,-1 0-1 0,-4-2 1 15,3 2 0-15,-3 0-1 0,2 0-1 16,-6 0 1-16,5 0-1 0,-3 0-2 16,-2 0 1-16,2 0 0 0,-2 0 1 15,0 0-1-15,-4 0-1 0,4 0 0 16,1 0-10-16,-3 0 10 0,0 0-15 15,0 0-4-15,0 0-9 0,-2 0-12 16,2 0-35-16,0 2-28 0,-2 0-28 16,4 2-33-16,-2 2-91 0,0 1-197 15,0 1-184-15,-2 5-554 0</inkml:trace>
  <inkml:trace contextRef="#ctx0" brushRef="#br0" timeOffset="36480.6">19704 2539 11 0,'0'0'241'0,"0"0"238"16,0 0-228-16,0 0-68 0,0 0-27 15,0 0 10-15,0 0 0 0,0 3-23 16,0-1-20-16,0-2-16 0,0 0-3 16,0 0-4-16,0 0 1 0,0 0 2 15,0 0-9-15,0 0-10 0,0 0-20 16,0 0-28-16,0 0-35 0,0 0-1 16,0 0-13-16,2 0-3 0,-2 0 13 15,0 0-10-15,0 0 12 0,2 0 1 16,-2 0 0-16,2 0 1 15,-2 0 15-15,4 0-3 0,-2 0 3 0,4 2-13 16,-1 1 13-16,-1-2 10 16,4 1-7-16,0 2-16 0,0-2 10 15,1 1 19-15,3 0 30 0,-2 2-30 16,-1-3-10-16,1 1 7 0,-2 0 19 16,3-1 0-16,-5 1-3 0,2-3-7 15,-4 1 1-15,0 1 2 0,1-2-2 16,-3 2-8-16,0-2 4 0,-2 0-9 15,0 0-4-15,0 0-3 0,0 0 0 16,0 0-3-16,0 0-15 0,2 0-1 16,-2 0-3-16,0 0 0 15,2 1 0-15,0-1-13 0,0 1 14 16,2-1 0-16,0 0-1 0,0 0 1 16,-4 2-1-16,4 1 2 0,1-3-1 15,-3 2 2-15,0-2 0 0,0 0 0 16,-2 0-1-16,2 2-1 0,0-2 0 15,-2 1-1-15,2 0 1 0,0-1 0 16,0 1 2-16,0 0-1 0,0-1 0 16,0 0 0-16,0 0 1 0,-2 1 0 15,0-1 0-15,0 0 2 0,0 0 1 16,0 0 17-16,0 0-8 0,0 1-9 16,0-1 10-16,0 0-10 0,0 0 1 15,0 0-4-15,0 0-4 0,0 2-15 16,0-2 7-16,0 0-4 0,0 0 0 15,0 0-3-15,0 1 0 0,0 0-4 16,0 0-2-16,0 2-1 0,0-2 7 16,0 1 6-16,0 2-25 0,0-2-26 15,0 3 0-15,0-2 10 16,0 0-1-16,0 2-9 0,0 0-33 16,0-1-44-16,0 0-98 0,11-3-173 15,-5-1-277-15,6-6-402 0,-41-26 868 0</inkml:trace>
  <inkml:trace contextRef="#ctx0" brushRef="#br0" timeOffset="45256.87">20504 1941 11 0,'0'0'78'0,"0"0"-29"16,0 0 535-16,0 0-366 0,0 0-195 15,0 0-20-15,0 0 85 0,0 0 16 16,-2-9-13-16,2 9-16 0,0 0-3 16,0 0 29-16,0 0 48 0,0 0 40 15,0 0 9-15,0 0-4 0,0 0-9 16,0 0-5-16,0 0-15 0,-2 0-17 16,2 0-23-16,0 0-16 15,0 0-23-15,0 0-22 0,0 0-13 16,0 0-10-16,0 0 7 0,0 0 0 0,0 0 5 15,0 0-2-15,0 0-7 16,0 0 1-16,0 1 2 0,0 1-3 16,-2 2 7-16,2-2-1 0,-3-1-41 15,-1 1-9-15,2 0-25 0,-2 4-3 16,-4 0 0-16,0 5-1 0,-3 1 1 16,3 1 25-16,-4 0 3 15,-1 3 2-15,3 0 1 0,-3 0 10 16,-1 2-11-16,0-2 10 0,-1-1 1 15,1 0 3-15,1-2 9 0,1 0 0 16,-1-1 0-16,1 0-22 0,2-3 1 16,-1 2-2-16,1-4 10 0,2 3-12 15,-1-1 1-15,3-3 1 0,0 0 11 16,0-1-12-16,2 0 1 0,0-3 1 16,-1 3 10-16,1-4-1 0,2 2 1 15,-2-1-11-15,4 0 0 0,-2-1 0 16,-2 2 0-16,2-2 0 0,0 0 1 15,0-1-1-15,2 2 0 0,0-2-2 16,-2 3 1-16,2-3 1 0,0 0 1 16,0 0-1-16,0 0-2 0,0 0-1 15,0 0-1-15,0 0-14 0,0 0 0 16,0 0 1-16,0 0-1 0,0 0 0 16,0 0-3-16,0 0 1 15,0 0-4-15,0 0-4 0,0 0 7 0,0 0 19 16,2 1 10-16,4 2-7 15,2 1 13-15,-2 1 0 0,3 0-1 16,1-1 1-16,0 2 0 0,5 1-14 16,-1-1 17-16,3 2 3 0,-1-3 6 15,1 2 3-15,1-2-9 0,1 1-6 16,4 0-14-16,-3-1 17 0,-1 0-17 16,2-1 15-16,-5-1-5 0,1 0-9 15,-3 0 0-15,-1 0 13 0,-3-1-15 16,-2 0 12-16,1 0-11 0,-3-1-1 15,-4 0 11-15,2 0-10 0,-2 0 0 16,0-1 1-16,-2 0 0 0,2 0 0 16,-2 2-3-16,2-2 0 0,-2 0-4 15,0 0-14-15,2 2-13 0,0-1-33 16,-2-1-27-16,2 1-38 16,1 1-29-16,-3 0-26 0,4 0-23 15,-2-2-49-15,0 2-62 0,0-1-40 16,-2-1-109-16,0 0-89 0,0 0-47 15,0 0-39-15,-17-11 594 0</inkml:trace>
  <inkml:trace contextRef="#ctx0" brushRef="#br0" timeOffset="45950.15">20256 2304 70 0,'0'0'166'0,"0"0"427"16,0 0-394-16,0 0-85 0,0 0 81 15,0 0 26-15,0 0 4 0,0 0-21 16,0 0-29-16,0 0 7 0,-15-6-21 16,15 4-48-16,0 2-16 0,0 0 32 15,0 0-20-15,0 0-23 0,0-1-37 16,0 1-21-16,0 0-28 0,0-1-11 15,0 1 7-15,0 0 2 16,0 0 1-16,0 0-1 0,2 0 2 16,2-3 42-16,-1 0 9 0,3 0-16 0,-2-1-10 15,2-3-9-15,2 2-15 16,3-1 2-16,1-3 0 0,5 0 10 16,-1 1-1-16,7-3 1 0,0-2-10 15,3 2 0-15,1-1 10 0,2-1 0 16,0 1-13-16,0-1 13 0,2 3-11 15,-2 0 10-15,0-1 8 0,2 1-8 16,-4 2 7-16,0 1-3 0,0 0 0 16,-5 0 10-16,3 1-4 0,-4-1 6 15,0 2 7-15,-1-1-6 0,-3 1-1 16,-3 3-3-16,-1-1 1 0,-1 0 5 16,-2 0 4-16,-3 2-3 0,-3-1-1 15,0 2-6-15,0-1-3 0,-2 0 0 16,2 0-9-16,-2 1-11 0,0-1-1 15,0 1 0-15,3 0 0 16,-3-2-1-16,0 2-2 0,0 0-17 0,2 0 0 16,-2 0-40-16,2 0-58 15,0 0-54-15,-2 0-39 0,2 2-81 16,1 1-163-16,-1 0-552 0,-2 1-533 0</inkml:trace>
  <inkml:trace contextRef="#ctx0" brushRef="#br0" timeOffset="53728.84">12204 3876 161 0,'0'0'176'0,"0"0"352"16,0 0 456-16,0 0-663 0,0 0-33 15,0 0 21-15,0 0 9 0,0-6-69 16,0 6-48-16,0 1-30 0,0 1-20 16,0 1-32-16,0-1-27 0,0 2-14 15,0-1-9-15,-2 4 12 0,-2 4 24 16,-6 7-9-16,4 6-16 0,-9 7-3 16,-1 6-6-16,-3 6 6 15,-6 10-6-15,-2 9-7 0,-14 12-37 16,6-1 4-16,0-6 18 0,6-7-6 15,8-16-16-15,0-8-9 0,9-8 4 16,0-5-10-16,1 4-11 0,1-1-1 16,-3 2-2-16,7-5-1 0,0-5-25 15,2-3-14-15,4-5-53 0,0-1-49 16,0-5-40-16,8 1-29 0,-2-5-51 16,5 0-151-16,-3-6-175 0,2-3 73 15,-3-1-263-15,5-10-580 0</inkml:trace>
  <inkml:trace contextRef="#ctx0" brushRef="#br0" timeOffset="54082.87">12086 4004 474 0,'0'0'2198'0,"0"0"-1547"16,0 0-356-16,0 0-96 0,0 0 62 15,0 0-49-15,0 0-119 0,0 0-15 16,0 0 15-16,0 0-1 0,52-6 4 16,-37 9-4-16,3 3-10 0,5 2-2 15,2 4-16-15,4 1-6 0,-7 3-9 16,9 1-16-16,0 1-8 0,0 0-10 16,0-1-12-16,3-2-3 0,-3-2-1 15,2 0-2-15,0-2 1 16,-4-4-1-16,2 0 3 0,-4-1-3 15,-7-3-18-15,-1 1-7 0,-5 0-30 16,-1-2-42-16,-7 1-32 0,-2 1-9 16,-2-1-4-16,-2 2-6 0,0-2-51 15,0 2-2-15,-4 0 29 0,0 1-122 16,0 0-168-16,-7-3-133 0,5 0-229 16,-6-3-472-16</inkml:trace>
  <inkml:trace contextRef="#ctx0" brushRef="#br0" timeOffset="54325.87">12312 4239 1320 0,'0'0'1688'16,"0"0"-1266"-16,0 0-112 0,0 0-65 16,0 0-118-16,0 0-81 0,0 0-14 15,0 0 49-15,0 0 24 0,18 60 31 16,-11-35 0-16,3 4-19 15,-4 3-28-15,0 3-21 0,3 2-26 16,-1 0-14-16,0 3-27 0,-2-4-1 16,5-1 0-16,-1-4-95 0,-4 0-52 15,5-6-63-15,-3-3-53 16,4-5-107-16,-8-4-193 0,3-5-213 0,1-6-683 16</inkml:trace>
  <inkml:trace contextRef="#ctx0" brushRef="#br0" timeOffset="54556.93">12392 4463 2078 0,'0'0'1469'0,"0"0"-1118"16,0 0-153-16,0 0 20 16,0 0-60-16,0 0-74 0,0 0-57 15,52-16-5-15,-35 11-3 0,3 2-6 16,-1 0-13-16,-1-1-2 0,-1 3 0 15,0-1-20-15,-3 1-77 0,-2 1-77 16,-5 0-61-16,-1 0-87 0,-4 4-190 16,-2 0-141-16,0-1-499 0,-4 0-298 0</inkml:trace>
  <inkml:trace contextRef="#ctx0" brushRef="#br0" timeOffset="54797.16">12171 4411 1593 0,'0'0'1914'0,"0"0"-1460"0,0 0-209 0,0 0 63 0,-10 53-74 16,14-35-118-16,2 4-33 0,7 2-3 16,-5-2-22-16,2 1-19 0,1-1-17 15,-3 0-1-15,0-1-9 0,-2 1 0 16,5-2-12-16,-7 2-2 0,0-3-62 15,2 0-49-15,0-2-55 0,-2-1-32 16,-2 0-22-16,3-1-71 0,-3-4-122 16,-2 0-231-16,0-5-156 0,-9 4-651 0</inkml:trace>
  <inkml:trace contextRef="#ctx0" brushRef="#br0" timeOffset="55110.03">12016 4918 2929 0,'0'0'1049'0,"0"0"-792"0,0 0-64 15,0 0 8-15,0 0-54 16,0 0 13-16,0 0 2 0,54-9-13 0,-35 1-18 16,5-1-13-16,1-1-39 0,2-5-12 15,4 2-7-15,2 1-23 16,2-2-1-16,0 3-18 0,1 1-16 15,-1 1 0-15,-2 3 0 0,0 0-1 16,0 4 0-16,0-1-1 0,-2 3 0 16,-2 0-2-16,-2 0-1 0,0 0-21 15,-9 0-3-15,5 0-10 16,0 0-17-16,-9 0-22 0,1 0-30 0,-7 0-37 16,4 0-42-16,-3-2-81 0,-3-1-153 15,-2-3-279-15,-2 1-544 16,-2-4-1220-16</inkml:trace>
  <inkml:trace contextRef="#ctx0" brushRef="#br0" timeOffset="55799.03">12878 4004 1297 0,'0'0'1700'15,"0"0"-1250"-15,0 0-27 0,0 0 41 16,0 0-158-16,0 0-183 0,0 0-92 16,0 0-10-16,0 0 53 0,0 0-1 15,42-22-2-15,-16 13-4 0,3 3 6 16,4-2-9-16,0 2-40 0,3-1-11 16,-1 1-11-16,0-2 0 0,0 3-2 15,0-1 0-15,-6 2-37 0,2 0-42 16,-6 2-31-16,-9 2-43 0,-5 0-34 15,1 6-29-15,-10 6-101 16,-2 1-139-16,-4 6 70 0,-8 2-233 16,1-3-572-16,-9 8-336 0</inkml:trace>
  <inkml:trace contextRef="#ctx0" brushRef="#br0" timeOffset="55994.09">12982 4199 1699 0,'0'0'1492'0,"0"0"-1091"15,0 0-76-15,0 0-55 0,0 0-140 16,-3 67-49-16,6-43-19 0,7 3-25 16,-4 2-18-16,9 2-16 0,-11-1-3 15,4-1-12-15,-2 1-62 0,0-4-22 16,1 0-25-16,-5-5-35 0,2 0-49 16,2-7-38-16,-2-3-164 0,0-4-78 15,2-6-93-15,-4-1-435 0,3-1-87 16</inkml:trace>
  <inkml:trace contextRef="#ctx0" brushRef="#br0" timeOffset="56304.73">12998 4360 239 0,'0'0'65'0,"0"0"1591"0,0 0-1028 16,0 0-123-16,-33-62-31 0,31 50-105 16,2 2-136-16,0-1-99 0,2-1-66 15,8 1-43-15,-3 1-10 0,5-1 16 16,7 1-3-16,-5 0-6 15,7 1 6-15,3 1 6 0,1 0-4 0,4 1 1 16,0 0 6-16,4 0-3 0,2 1 3 16,1 1-6-16,-1 0-13 15,0 1-5-15,-2 1-12 16,-4 2-1-16,0 1 1 0,-4 0 0 0,-9 3-1 16,1 4 0-16,-7 2-3 0,-4 4 3 15,2 8 58-15,-8 0 71 0,0 8-114 16,0-2-15-16,-2 3-43 0,-4-3-9 15,4 1-16-15,-2-3-33 0,2-2-7 16,0-2-21-16,2-2-45 0,-2-3-108 16,0 0-139-16,0-4-95 0,2-2-105 15,0-4-474-15,-9-2-281 0</inkml:trace>
  <inkml:trace contextRef="#ctx0" brushRef="#br0" timeOffset="56570.67">13134 3938 814 0,'0'0'2559'0,"0"0"-2056"16,0 0-183-16,0 0-31 16,0 0-110-16,0 0-99 0,0 0-56 15,0 0 50-15,9 69-1 0,-5-34-17 16,4 8-5-16,0 7-2 0,5 11-49 15,-3 9-3-15,0-8-9 0,1-14 9 16,-5-15-40-16,-4-11-30 16,6 4-37-16,-1-1-32 0,3 2-24 0,-4-6-36 15,0-6-120-15,3-1-180 0,-1-7-185 16,-4-5-613-16</inkml:trace>
  <inkml:trace contextRef="#ctx0" brushRef="#br0" timeOffset="56813.71">13029 4444 1604 0,'0'0'1751'16,"0"0"-1135"-16,0 0-471 0,0 0 91 16,0 0 95-16,0 0-76 0,66-21-81 15,-41 11-79-15,2-2-53 0,4-1-27 16,2 1-13-16,0 0-2 0,-2 1 0 15,-2 4-12-15,-4 2-18 0,0 3-71 16,-5 2-51-16,-5 2-54 0,-3 5-28 16,-6 5-95-16,-4 1-205 15,-2 3-145-15,-4-3-505 0,-14 8-621 0</inkml:trace>
  <inkml:trace contextRef="#ctx0" brushRef="#br0" timeOffset="57040.33">13044 4605 2240 0,'0'0'1370'0,"0"0"-1112"15,0 0 116-15,0 0-12 0,0 0-122 16,64-12-84-16,-46 5-70 0,3 1-44 16,4-1-20-16,-3 0-19 0,-1 0-1 15,4 1-2-15,-6 0-2 0,-1 2-10 16,-8 3-37-16,3 0-46 0,-5 1-58 15,-4 0-50-15,-4 2-38 0,0 4-121 16,0 0-244-16,0-1-130 0,-10 1-775 0</inkml:trace>
  <inkml:trace contextRef="#ctx0" brushRef="#br0" timeOffset="57459.75">12826 4307 3228 0,'0'0'675'16,"0"0"-355"-16,0 0-140 0,0 0-53 15,0 0-78-15,0 0 16 0,19 57 18 16,-11-27-6-16,5 5-25 0,1 3-15 16,-3 4-3-16,1-2-10 0,-2-1-2 15,1-3-1-15,-3-3-3 0,2-5-15 16,-4-3 16-16,1-6-17 0,1-1-2 15,0-6-2-15,0-2-1 0,1-3-3 16,1-2 6-16,2-2 24 0,-1 1-6 16,3-3 1-16,-1-1-7 0,7 0 6 15,-1-3 10-15,6-4 11 16,2 0 10-16,2-1 15 0,6-2 3 16,0 0-3-16,4-3-16 0,2-1-18 0,3 1-8 15,1-1-7-15,-7 2-3 0,3-1-9 16,-4 1-1-16,-4 1 9 15,-6 3-11-15,-2 0 0 0,-13 4 0 16,1 0-2-16,-7 3-49 0,-4 1 5 16,-2 0-3-16,0 0-33 0,0-1-61 15,0 1-34-15,0 0-19 0,0-1-56 16,0 1-170-16,2-2-183 0,-2 0-107 16,0-4-656-16</inkml:trace>
  <inkml:trace contextRef="#ctx0" brushRef="#br0" timeOffset="57666.33">13540 4378 1327 0,'0'0'2035'15,"0"0"-1409"-15,0 0-261 16,0 0-80-16,0 0-33 0,0 0-117 16,0 0-111-16,0 0 22 0,0 0 15 15,37 56-9-15,-21-29-13 0,1 3-27 16,-3 2-12-16,1 0-37 0,-7-1-79 15,5-2-77-15,-1-3-37 0,-2-3-166 16,1-5-343-16,-3-4-518 0,0-7-1034 0</inkml:trace>
  <inkml:trace contextRef="#ctx0" brushRef="#br0" timeOffset="58210">13577 3928 1710 0,'0'0'994'0,"0"0"-672"0,0 0 121 15,0 0 37-15,0 0-338 0,0 0-123 16,0 0 118-16,0 0 80 16,0 0-90-16,70-69-10 0,-39 49-7 15,4-2 1-15,0 1-4 0,5 2-13 16,-3 2-24-16,6 3-18 0,-3 3-24 16,-7 3-10-16,4 6-16 0,-4 2 10 15,-4 0-9-15,0 7 9 0,-9 3-9 16,1 0 10-16,-4 5-10 15,-5 5-1-15,-2 0 19 0,1 3 21 16,-5 3 10-16,-2 2-24 0,-2-2-28 0,-2 2-42 16,0-2-16-16,-2-1-42 0,-2-1-49 15,-2 0-26-15,0-2-64 16,-3 0-116-16,3-3-190 0,-4-2-137 16,-1-2-409-16,-7-1-511 0</inkml:trace>
  <inkml:trace contextRef="#ctx0" brushRef="#br0" timeOffset="58531.04">13540 4057 1130 0,'0'0'2210'15,"0"0"-1764"-15,0 0-159 0,0 0-25 16,0 0-144-16,0 0-19 0,0 0 46 15,53-36 27-15,-20 22-41 0,1-1-30 16,11 1-16-16,3-1-2 0,1 4-7 16,1 0-13-16,1 2-17 0,-7 1-16 15,5 1-15-15,-3 3-12 16,-3 0-1-16,-5 2-2 0,-7 0 0 16,-5 2-1-16,-1 0-32 0,-12 2-31 15,1 1-21-15,-6 2-33 0,-1 0-20 16,-3-1-24-16,-2 4-28 0,-2-1-44 15,0 2-111-15,-6 2-64 0,-3 0-205 16,1-2-648-16</inkml:trace>
  <inkml:trace contextRef="#ctx0" brushRef="#br0" timeOffset="58799.07">13649 4135 3090 0,'0'0'953'16,"0"0"-936"-16,0 0 142 0,0 0 132 16,60 3-53-16,-37-7-48 0,2-3-10 15,6 1-40-15,0-2-24 16,2 1-25-16,-2-1-24 0,2 0-31 16,-2 3-12-16,-2-1-21 0,2 0-3 0,-6 4 0 15,-3 0-12-15,-3 2-24 16,-3 0-52-16,1 0-31 0,-3 0-30 15,-1 2-28-15,-5 0-9 0,3-2-48 16,-3 0-76-16,-2 0-85 0,-2 0-133 16,-2-2-142-16,-2-2-103 0,-4-3-834 0</inkml:trace>
  <inkml:trace contextRef="#ctx0" brushRef="#br0" timeOffset="59147.03">13866 3585 27 0,'0'0'2149'0,"0"0"-1686"0,0 0-65 16,0 0 62-16,0 0-94 0,0 0-120 15,0 0-112-15,0 0-60 0,0 0-27 16,0 0 6-16,-10 32 120 0,18-9-26 16,-2 7-61-16,-1 7-36 0,5 8 5 15,4 16-9-15,-3 8-1 16,3-8-11-16,-4-10-16 0,-3-16-2 16,-1-10-14-16,0 5 1 0,6 2-3 15,-3 0-1-15,1-2-48 0,2-5-40 16,-1-2-30-16,-3-7-53 0,0 1-29 15,3-2-63-15,-5-3-214 0,-6-2-164 16,4-3-336-16,-4-1-678 0</inkml:trace>
  <inkml:trace contextRef="#ctx0" brushRef="#br0" timeOffset="59433.21">13817 4234 1775 0,'0'0'1609'0,"0"0"-1134"16,0 0-192-16,0 0-19 0,0 0-103 15,0 0-115-15,0 0 31 16,0 0 0-16,53-6-28 0,-32 1-12 16,4 0-9-16,0-2-10 0,6 2-15 15,-7-1 0-15,1 1 0 0,2-1-1 16,-2 3-2-16,-4 1-24 0,-3-2-53 15,-1 2-27-15,-7 2-23 0,-2 0-43 16,-1 0-32-16,-7 0-49 0,0 6-127 16,0-1-141-16,-2 1-125 0,-11 8-705 0</inkml:trace>
  <inkml:trace contextRef="#ctx0" brushRef="#br0" timeOffset="59773.45">13691 4417 2146 0,'0'0'1637'16,"0"0"-1344"-16,0 0-190 0,0 0 59 16,0 0 33-16,0 0-4 0,0 0-59 15,55-15-43-15,-30 7-3 0,0 0-13 16,4 0-9-16,2 1-9 0,2-3 6 15,2 2-6-15,4-3-16 0,-1 3 4 16,-1-2-10-16,-2 1-12 0,-2-1-6 16,0 1-13-16,-2 3 11 0,-4 0-12 15,-6 0-1-15,-1 1 0 0,-5 2-1 16,3 0-3-16,-5 2-8 0,-1 0-15 16,-4 0-19-16,-3 1-26 0,-1 0 2 15,0 0-13-15,-2 0-26 16,-2 0-17-16,0 3-30 0,0 1-13 15,0 3-72-15,-2 1-175 0,-6 2-238 16,3-3-492-16,-13 6-942 0</inkml:trace>
  <inkml:trace contextRef="#ctx0" brushRef="#br0" timeOffset="60184.13">13955 4421 151 0,'0'0'2243'0,"0"0"-1669"16,0 0-149-16,0 0-51 0,0 0-201 16,0 0-120-16,0 0-3 0,13 55-15 15,-7-34-22-15,2 2-11 0,0-1 1 16,3 2-1-16,-5-2-2 0,0-1-1 15,2-1-14-15,-2-1-43 16,-1-2-74-16,-1 0-79 0,0-3-49 0,-4-3-97 16,0-3-138-16,4-3-289 15,-2-4-565-15</inkml:trace>
  <inkml:trace contextRef="#ctx0" brushRef="#br0" timeOffset="60529.99">13957 4488 1133 0,'0'0'1167'0,"0"0"-515"0,0 0-230 16,0 0-42-16,0 0-78 0,0 0-155 15,0 0-94-15,0 0-25 0,0 0-6 16,17-54-3-16,-5 49 2 0,7 1 13 16,-3-1-9-16,3 1 15 0,-3-1-2 15,3 3-1-15,2 0 12 0,-5 1-9 16,5-2-3-16,-7 3-6 0,3 0-13 15,-5 0-2-15,1 0 2 0,1 0-5 16,-6 0-10-16,1 0 9 0,1 3-12 16,-4-2 2-16,-4 1 1 0,0-2 15 15,-2 2-5-15,2 2-10 16,-2 0 9-16,3 4 0 0,-3 1 13 16,0 3-13-16,0 4-12 0,0 1 0 15,0-1-40-15,0 1-18 0,0-2-16 16,2-1-12-16,-2 0-16 0,2-3-25 15,-2 0-35-15,2-2-79 0,-2 0-106 16,0-3-133-16,0-2-221 0,-2 0-770 16</inkml:trace>
  <inkml:trace contextRef="#ctx0" brushRef="#br0" timeOffset="60761.61">14011 4507 2707 0,'0'0'1230'0,"0"0"-947"0,0 0-150 15,0 0-27-15,0 0-20 16,0 0-12-16,0 0-37 0,66-16-21 16,-41 10-14-16,-4 0-2 0,1 0-34 15,1 0-74-15,-4 3-84 0,-1 2-79 16,-5 1-91-16,-3 3-147 0,-6 2-246 15,-4 6-690-15</inkml:trace>
  <inkml:trace contextRef="#ctx0" brushRef="#br0" timeOffset="60961.46">14056 4652 1839 0,'0'0'1745'0,"0"0"-1304"0,0 0-178 15,0 0 47-15,0 0-73 0,0 0-41 16,0 0-56-16,0 0-73 0,64-18-46 16,-45 10-20-16,2 4-1 0,-1-2-15 15,5 1-40-15,-8 1-57 0,6 1-63 16,-3 2-61-16,-3 1-86 0,-1 0-235 16,-7 0-399-16,1 6-731 0</inkml:trace>
  <inkml:trace contextRef="#ctx0" brushRef="#br0" timeOffset="64499.97">12514 5148 105 0,'0'0'79'0,"0"0"32"15,0 0 651-15,0 0-459 16,0 0-303-16,0 0-20 0,0 0-2 15,-2-1 22-15,2-1 42 0,0 1-6 16,2 1 0-16,-2-2 22 0,0 2 49 16,2 0 66-16,-2 0 31 0,0 0 17 15,0 0-27-15,0 0-62 0,0 2-61 16,0-2-71-16,0 0-6 0,0 0-30 16,0 1-9-16,0-1-13 0,0 0 0 15,0 1 19-15,0-1 13 0,0 0 26 16,0 0 0-16,0 0 33 0,0 1 15 15,0-1 4-15,0 0 3 0,0 1-4 16,0-1-12-16,0 4-20 0,0 0-2 16,2 3-15-16,3 5-1 0,1 2 1 15,0 4 0-15,6 7 14 16,-3 6-12-16,3 4-1 0,5 3 22 16,-3 7-21-16,3 1-2 0,-1 8 11 15,3 7-10-15,-3 8 13 0,1-7-14 16,-5-12 1-16,-1-13 13 0,-5-9-14 15,-2 3-2-15,2 3 0 0,2 2-2 16,1-3 1-16,-3-5 1 0,-2-6-2 16,0-3 0-16,2-6-17 0,1-3 18 15,-3-1-12-15,0-1 10 0,0-3-13 16,-4-2-10-16,2 0-29 0,-2-2-6 16,0 0-17-16,0-1-45 0,0 0-58 15,0 0-91-15,0 0-200 0,0 0-72 16,0 0-88-16</inkml:trace>
  <inkml:trace contextRef="#ctx0" brushRef="#br0" timeOffset="65275.1">12533 5788 355 0,'0'0'304'0,"0"0"570"0,0 0-536 16,0 0-46-16,0 0 3 0,0 0-69 15,0 0-85-15,0 0-86 16,0 0-42-16,0 0 80 0,-6 21 70 0,20-9 3 15,-3 3-64-15,7 3-54 16,5 1-26-16,0 0-19 0,1 0 13 16,-1-2-15-16,2-2 18 0,2-2 3 15,-4-2 20-15,-1 0 5 0,-1-3 4 16,-2 0 15-16,-3-1-22 0,-1-1 6 16,1-2-18-16,-8 1-4 0,1-3 4 15,-1 0-1-15,-4-2 6 0,0 0 18 16,-4 0 7-16,2 0 10 0,-2 0-35 15,0 0-18-15,4-3-17 0,-2 0 1 16,3-2 0-16,-1-3-1 0,-2-4-2 16,6-3-18-16,-2-2-20 0,-4-5-8 15,9-2-1-15,1-2 0 0,-4 0 2 16,5-5-8-16,-1 3 9 0,-1-2 3 16,3 2 6-16,0 1-2 0,-5 4 8 15,1 4 7-15,-2 5 3 16,-4 6 17-16,-1 5 2 0,-3 0 25 0,0 3 57 15,0 0-9-15,-3 0-58 0,-1 0-14 16,-2 0 1-16,4 0 0 16,-2 0-1-16,2 0 1 0,-2 0 0 15,0 0 10-15,2-3 7 0,-3 2-17 16,1 1 14-16,-2 0-16 0,2 0 0 16,-4-2-2-16,1 2-11 0,-7 0-2 15,4-1-4-15,-5-1-16 0,-3 1-12 16,-5 0 16-16,4 1 15 0,-8 0 16 15,0 0 3-15,1 0 13 0,-3 0 12 16,-2 2 4-16,0 1 2 16,2-1-6-16,-2 2-6 0,0-1-20 0,2 0-2 15,2 1 0-15,0 0-3 16,6 1-19-16,-3 1-6 0,3 0 3 16,4 2-10-16,1-4 7 0,5 3-3 15,3-2-4-15,4-2-22 0,0-1-28 16,4-2-99-16,0 2-205 0,6 0 0 15,-2-2 4-15,5 0-43 0,-1 0-180 16,2-4-128-16</inkml:trace>
  <inkml:trace contextRef="#ctx0" brushRef="#br0" timeOffset="66157.26">12665 5663 167 0,'0'0'85'0,"0"0"404"16,0 0 159-16,0 0-332 0,0 0-79 15,0 0 22-15,0 0-26 0,0 0-33 16,0 0-32-16,0 0-117 0,-49 32 1 16,47-22-20-16,0 3-10 0,-1 3 4 15,1 3-26-15,-2 0-2 0,2 1-11 16,2-1 10-16,-2 1 1 0,-2-4 1 15,2-3 1-15,2-4 1 0,-2-2-1 16,2-5-3-16,0-2-45 0,2 0-100 16,4-5-3-16,2-3 112 15,1-5 39-15,1-5 14 0,4-3-14 16,-3-1-2-16,5-2-17 0,-1 2 19 16,-3-1 1-16,1 5 2 0,-5 2 20 15,-4 4-4-15,0 4 62 0,0 4-4 16,-4 1 3-16,0 3 33 0,2 0 41 15,-2 0-8-15,0 0-59 0,0 3-78 16,2 3-9-16,0 2-22 0,-2 2 22 16,9 5 16-16,-5 4-14 15,-2 1-2-15,0 3 0 0,2 0-16 16,-2-2 14-16,0-3 0 0,0-1 0 16,-2-7-18-16,4 1-18 0,-1-4-32 15,3-2-29-15,-2-4 9 0,0 0-6 16,-2-1-13-16,6-1 44 0,-4-2 52 15,1-3 13-15,5-3 29 0,-6-1 0 16,2-4 3-16,3-1 23 0,3-3 0 16,-6-1-1-16,2-1-2 0,1 2-8 15,-1 0-5-15,-2 1 6 0,-2 4 12 16,-2 3 4-16,2 2-13 0,1 1-13 16,-3 2-20-16,2 1-12 0,-4 1-3 15,6 1 0-15,-2 2-13 0,-2-2 0 16,0 2 10-16,0 2-13 0,3 3 0 15,-3 5 14-15,0 2 2 0,0 6 0 16,0 3 3-16,-2 4-3 0,0 2-24 16,-2 0-15-16,-2-2 17 15,-3 0 20-15,5-4 2 0,0-4 1 16,0-2 1-16,0-3 0 0,2-3-1 0,-2-2-1 16,2-1-12-16,0-4 8 15,0-1-12-15,0-1-32 0,2 0 13 16,2-5-9-16,0-2 44 0,3-5 4 15,3-4-4-15,2-4-128 0,-1-5-139 16,-3 4-341-16,8-7-621 0</inkml:trace>
  <inkml:trace contextRef="#ctx0" brushRef="#br0" timeOffset="66622.52">13196 5409 1141 0,'0'0'1224'0,"0"0"-923"0,0 0 36 16,0 0-11-16,0 0-278 0,0 0 76 15,0 0 25-15,0 0-10 16,77-23-10-16,-44 8-17 0,0-5-45 16,4 0-42-16,-2-2-23 0,3-2-2 15,-3 3-1-15,-2 2-24 0,-6 3-60 16,-2 5-25-16,-11 2-95 0,-4 4-55 16,1 1-36-16,-9 4-54 0,-2 0-60 15,0 0 38-15,-4 0-184 0,-5 3-137 16,-3 1-51-16</inkml:trace>
  <inkml:trace contextRef="#ctx0" brushRef="#br0" timeOffset="66821.52">13395 5163 203 0,'0'0'150'0,"0"0"1445"0,0 0-1102 16,0 0-36-16,0 0-15 0,0 0-33 16,0 0-79-16,0 0-111 0,0 0-111 15,0 0-61-15,-37 22-44 0,49 2 28 16,3 16 3-16,3 3-10 0,1 7-21 15,4 7 10-15,-7-10-13 16,1 4-40-16,-1 2-69 0,-1-12-40 0,-5 7-16 16,2-5-24-1,-1-4-34-15,-7-5-56 0,4-5-124 0,-2-8-86 16,-2-6-305-16,-4-3-533 0</inkml:trace>
  <inkml:trace contextRef="#ctx0" brushRef="#br0" timeOffset="67037.92">13300 5553 1422 0,'0'0'1237'0,"0"0"-771"0,0 0-128 16,0 0 47-16,0 0-148 0,0 0-191 16,0 0-33-16,0 0 62 0,0 0-13 15,54-32-31-15,-28 18-18 0,5-2-12 16,7-2-1-16,-3-1-18 15,4-1-57-15,-2 2-77 0,-4 0-145 16,0 1-146-16,-6 4-188 0,-6 4-591 16</inkml:trace>
  <inkml:trace contextRef="#ctx0" brushRef="#br0" timeOffset="67567.2">13620 5078 1072 0,'0'0'1198'16,"0"0"-778"-16,0 0-143 0,0 0 39 16,0 0 9-16,0 0-67 0,0 0-82 15,0 0-69-15,0 0-57 0,0 0-50 16,-29-13-9-16,29 23-35 0,2 6 7 16,9 6 37-16,-5 10 15 0,8 5-12 15,1 3 10-15,-1-2 2 0,5 0-2 16,0-7-10-16,-1-6 9 0,5-2-9 15,-5-8 0-15,7-4-3 16,-2-3-13-16,0-4-9 0,2-4 7 0,4 0 15 16,-5-6 24-16,-1-7-22 0,-2-1 10 15,-3-1-9-15,-5-4 0 16,-5 1 22-16,-2-1 3 0,-6-3 0 16,0 0 0-16,-6-4 3 0,-2 1-18 15,-9-3 2-15,5-1-11 0,-9-1 8 16,5 3-1-16,-1 0-11 0,1 5 0 15,-5 4 1-15,2 4-1 0,-1 4 0 16,3 8-37-16,-6 2-75 0,7 0-56 16,-1 8-47-16,5 6-15 0,-3 3-94 15,7 4-115-15,-6 1-138 0,9-6-248 16,-7 8-426-16</inkml:trace>
  <inkml:trace contextRef="#ctx0" brushRef="#br0" timeOffset="67765.43">13639 5235 768 0,'0'0'1287'0,"0"0"-701"16,0 0-342-16,0 0-19 15,0 0 87-15,0 0-36 0,0 0-68 16,0 0-47-16,49-16-61 0,-32 8-53 16,-3 1-29-16,9-1-18 0,0 0 0 15,0-1-12-15,1 0-47 0,3-1-67 16,-2 4-53-16,-4 2-93 0,0 2-122 15,-11 2-175-15,-2 2-884 0</inkml:trace>
  <inkml:trace contextRef="#ctx0" brushRef="#br0" timeOffset="68194.51">13639 5529 112 0,'0'0'2826'16,"0"0"-2169"-16,0 0-562 0,0 0 110 15,0 0 40-15,0 0-89 0,54-8-76 16,-32 2-49-16,3 0-18 0,0-3-13 16,2 0 0-16,4 0-3 0,0 0-41 15,-2 2-40-15,-4 0-31 0,4 1-23 16,-11 1-29-16,1 3-12 0,-7-2-43 15,-4 4-33-15,-3-1 34 0,-5 1 186 16,0 0 35-16,-9 0 19 0,-1 0-3 16,2 1 10-16,-7 3 48 0,3-3 28 15,-1 0-41-15,1 1 18 0,0 1 14 16,5 1-7-16,-3 0 40 16,2 1 41-16,4 2-25 0,0 2-76 15,4 4-65-15,0 3 0 0,0 5 21 16,4 1-2-16,0 2-17 0,0 1-2 15,0-4-1-15,4 2-2 0,-1-6-15 16,-5 1-21-16,6-2-43 0,-2-1-64 16,2-3-60-16,1-2-75 0,-7-2-91 15,6-4-87-15,-2-2-144 0,0-1-195 16,-2-1-269-16</inkml:trace>
  <inkml:trace contextRef="#ctx0" brushRef="#br0" timeOffset="68331.53">13955 5674 112 0,'0'0'78'0,"0"0"395"0,0 0 878 15,0 0-956-15,0 0-27 0,0 0-12 16,-21-55-142-16,21 47-125 0,7-2-67 16,-3-2-22-16,6 2-31 0,5-2 5 15,-3 2-95-15,5-2-99 16,-5 2-44-16,0 1-110 0,1 3-264 16,-7 2-407-16</inkml:trace>
  <inkml:trace contextRef="#ctx0" brushRef="#br0" timeOffset="68576.72">13788 5581 1706 0,'0'0'1009'0,"0"0"-675"0,0 0-117 15,0 0-13-15,-29 55-99 0,29-38-64 16,0 2-13-16,0-2-28 15,0 3-2-15,0 0-1 0,0-1-16 0,0-1-47 16,0-3-10-16,0 0-7 16,0-5-22-16,0-2-45 0,0-3-36 15,0-4-36-15,0-1-97 0,0-3-141 16,0-3-347-16,6-5 45 0</inkml:trace>
  <inkml:trace contextRef="#ctx0" brushRef="#br0" timeOffset="68804.72">13746 5692 21 0,'0'0'665'0,"0"0"985"16,0 0-1140-16,0 0-139 0,0 0-135 16,0 0-153-16,0 0 15 0,0 0 31 15,0 0 7-15,56 11-1 0,-35-9 3 16,8 2-38-16,2-4-51 0,2 0 4 16,6 0 15-16,-4 0-12 0,7 0-25 15,-7-4-28-15,0 2 0 0,-4-3-3 16,-2 2-20-16,-6-4-58 15,-1 3-52-15,-1 0-41 0,-9 0-18 16,3 0-31-16,-1-4 36 0,-3 1-176 16,1-2-98-16,-4 0-234 0,-1-4-652 0</inkml:trace>
  <inkml:trace contextRef="#ctx0" brushRef="#br0" timeOffset="69204.8">14152 5103 1520 0,'0'0'1312'0,"0"0"-867"0,0 0-58 0,0 0 23 15,0 0-111-15,0 0-122 0,0 0-91 16,0 0-86-16,0 0-9 0,0 0-44 15,-15 33-5-15,13-9 17 0,2 7-24 16,0 0-25-16,0 0 19 16,0-5 24-16,0-2 19 0,0-3 17 15,4-5 11-15,-2-3 12 0,4-2 13 16,1-4 25-16,3-2 37 0,0-3-3 16,1 0-25-16,7-1-16 0,-5-1-3 15,7 0-6-15,-1-4-9 0,6-3-1 16,2-2-8-16,-1-1-14 15,-5-2 0-15,8 1 0 0,-4 0 0 0,0 0-2 16,-7 3-12-16,3-1-72 0,-9 4 44 16,3 0-121-16,-9 0-16 0,-4 3-40 15,0 0-91-15,-2 2-92 0,0-2-268 16,0 2 79-16,-4 0-945 0</inkml:trace>
  <inkml:trace contextRef="#ctx0" brushRef="#br0" timeOffset="69445.82">14263 5081 1558 0,'0'0'763'0,"0"0"231"0,0 0-657 16,0 0-91-16,0 0-51 0,0 0-20 15,10 59-76-15,3-28-40 0,3 4-16 16,-3 2-24-16,7 5-4 0,-5-4-2 15,6-1-11-15,-7-4-2 0,5-3-25 16,-7-3-31-16,5-5-49 16,-7-3-98-16,4-3-48 0,-1-4-87 0,-7-4-224 15,0-4-205-15,-2-4-637 0</inkml:trace>
  <inkml:trace contextRef="#ctx0" brushRef="#br0" timeOffset="69667.26">14439 5098 2323 0,'0'0'1094'0,"0"0"-676"0,0 0-79 16,0 0-134-16,0 0-90 0,0 0-1 16,10 50-28-16,1-20-39 0,-1 2-32 15,-4 3-15-15,4 4-2 16,3 0-66-16,-5-3-27 0,2-4-23 0,1 0-15 15,-3-5-32-15,-4-2-74 0,2-3-152 16,-2-2-221-16,-4-8-411 16,0 1-416-16</inkml:trace>
  <inkml:trace contextRef="#ctx0" brushRef="#br0" timeOffset="70031.37">14284 5527 1115 0,'0'0'1931'0,"0"0"-1593"0,0 0-144 0,-21 57 71 15,19-41-70-15,2-3-125 16,4-2-67-16,4-1 19 0,3-3-13 0,3 0-9 16,-3-6-3-16,5-1 3 0,-1 0 2 15,5-2 17-15,-5-6 2 16,5-1-2-16,-3-3 0 0,4-2-1 15,-3-2-2-15,1 0 6 0,-3-2-19 16,5 0-1-16,2 3 1 0,-7 0 0 16,3-3 10-16,-7 5-12 0,3 2 1 15,-5 3 13-15,-4 0 7 0,1 5-6 16,-5 0-13-16,0 3 9 0,4 4 0 16,-4 3 7-16,2 3 6 0,0 0 9 15,-2 5 12-15,0 0-18 0,2-1-26 16,1 0-2-16,-1-3-25 0,4 1-58 15,-2-3-78-15,-2 0-52 0,0-3-99 16,5 1-141-16,-7-4-218 0,6 6-752 16</inkml:trace>
  <inkml:trace contextRef="#ctx0" brushRef="#br0" timeOffset="70825.43">14699 5778 353 0,'0'0'65'0,"0"0"1591"16,0 0-1155-16,0 0-143 0,0 0 38 15,-56 31-148-15,48-27-87 0,-2 0-51 16,-3 0-47-16,3 0-25 0,-6 0-13 15,1 2-14-15,-6 0-9 0,3 0 0 16,-9-1 16-16,-2 0 26 0,-2-1 7 16,-4 2 9-16,-2-4-17 15,-7 2-5-15,-12-4-14 0,-6 0-24 0,-10 0-22 16,-4-6 3-16,1 0-15 16,11-1-10-16,8 1-12 0,-4 0 5 15,5-2 7-15,1-1 22 0,-2-1 9 16,2 0-5-16,9 2 5 0,10-3 11 15,4 3 0-15,0 0-1 0,-2-3-13 16,-3-3-3-16,1-6-22 0,0 2-9 16,2-5 0-16,2 3-1 0,0-3-6 15,8-2-3-15,-4 1 9 0,9-1 7 16,1-1 22-16,3 1-16 0,3-3 3 16,1 3-10-16,4-3-6 0,0 2-19 15,6-4-10-15,0 0 26 0,2 1 18 16,8-5 17-16,3 1 6 0,-3-3 10 15,11 0 3-15,-3-1 16 16,7-1 29-16,8 1 0 0,0 3 16 16,6-3-7-16,13-1 22 0,12-5 26 15,13-2 0-15,5 1-23 0,1 5-28 16,-4 7-13-16,-5 6-13 0,5 2-23 16,-1 3 11-16,5 5-11 0,-5 1 0 15,3 7 0-15,-7-1 0 0,-3 7 0 16,-3 2-1-16,-4 3 12 0,0 9-11 15,-16-2 0-15,-7 2 14 0,-14-1 0 16,2 4-4-16,2 6 7 0,0 7-3 16,6 16-4-16,-4 14-12 0,-8 15-2 15,-2 7-45-15,-13-2-10 0,-6-6-28 16,-4-7-16-16,0 1 6 0,-6-3 28 16,-2-1 19-16,-7-5 13 0,3-9 3 15,-5-8 29-15,7-9 3 0,-1 0 1 16,-9 4 0-16,3 0 21 0,-5 5-2 15,-1-5-20-15,4-2-20 16,-4-7-8-16,3-1-4 0,3-5-10 0,-3-1 13 16,3-5-12-16,-4-1-39 15,5-1-64-15,-3-1-30 0,1-2-330 16,-1-1-214-16,7-2-388 0</inkml:trace>
  <inkml:trace contextRef="#ctx0" brushRef="#br0" timeOffset="87260.27">20921 2099 43 0,'0'0'14'0,"0"0"-12"16,0 0-2-16,0 0-7 0,0 0-45 15</inkml:trace>
  <inkml:trace contextRef="#ctx0" brushRef="#br0" timeOffset="87798.74">20921 2099 60 0,'11'-35'52'0,"-11"35"365"0,0 0 105 15,-2 0-246-15,2 0-162 0,0 0-58 16,0 0-4-16,0 0-18 0,0 0-33 16,0 0 2-16,2 0 149 0,0 0 11 15,2-1-50-15,0 0 7 0,0-2-16 16,0 1 6-16,2 0-13 0,3-2-32 15,-3 1-17-15,0 0-3 0,2 0 0 16,1 0-6-16,1 0-23 0,0-1 13 16,1 1 13-16,-1-1 13 0,4-1-1 15,-1 2-5-15,-1 0-11 0,-1-1 4 16,3 2-17-16,-4-1-9 0,1 0-12 16,3 3 24-16,1-2-28 0,-5 1-3 15,2 0 3-15,1-1-2 0,-1 2 1 16,1-1-1-16,-1 0 2 15,3 1 1-15,-5-3 10 0,2 3-11 16,1-3 0-16,-1 0 0 0,-2 1 1 0,3 1 0 16,-5-2-1-16,2 1 2 15,1-1-1-15,-7 2 1 16,4-1-2-16,-4 0 0 0,2 2 1 0,1-2 1 16,-3 1 0-16,0 1 0 0,2 0-2 15,0-2 2-15,1 1-2 0,-3 1-1 16,2 0 1-16,-6-1-4 0,6 1-15 15,-2 0-26-15,-2 0-25 0,2 0-39 16,-1 0-52-16,1 0-52 16,2 0-143-16,-2 0-346 0,-4 0-519 0</inkml:trace>
  <inkml:trace contextRef="#ctx0" brushRef="#br0" timeOffset="93436.9">757 7456 1158 0,'0'0'712'0,"0"0"-378"15,0 0-81-15,0 0 50 0,0 0-43 16,0 0-68-16,0 0-32 0,-21 13-21 16,21-13-28-16,0 0-51 0,0 0-41 15,0-3-6-15,0-5 9 0,-4-3 35 16,4-6-4-16,-2-6-9 0,2-6-12 15,-4-16-10-15,-5-14 3 16,5-23-10-16,-4-7-15 0,-2-4-15 16,3 2 12-16,1 7-10 0,4-4 13 0,-2 0 0 15,-6-4 41-15,5 3 35 16,-3 0 5-16,2 6-22 0,-4 6-31 16,-1 7-25-16,3 4 18 0,4 5 4 15,-4 2-9-15,1 12 27 0,3 7 19 16,2 11-18-16,0 3-7 0,0-2 25 15,0-1 9-15,2 0-4 0,0 4-18 16,-2 5-21-16,2 4-18 0,0 5-10 16,0 2-2-16,0 4 2 0,0 1 0 15,0 2-3-15,0 0-18 0,0 0-10 16,2 0 0-16,2-4 10 0,2 1 2 16,3 0 16-16,-1-1 0 0,2-1-15 15,3 0 14-15,-1 1-11 0,5-1 12 16,1 0 0-16,7 1-9 0,2 0 8 15,0-1 1-15,6 1 2 16,6 0 0-16,7 0 0 0,14 0-1 0,10 2-1 16,2 2-8-16,1 2 11 15,-5 0 13-15,-4 0-13 0,0 4-3 0,0 0 3 16,0-1 1-16,0-2 15 16,-10-1-16-16,-11 0 15 0,-12 0 4 15,-2 0 18-15,4 0-16 0,7 0-2 16,-3 2-7-16,0-1-10 0,-2 2 10 15,-4 0-12-15,-4 0-12 0,0 3-3 16,-8-1-7-16,-1 0 7 0,-3 2 2 16,1 1 10-16,-8 0 1 0,1-2 0 15,-1 2 2-15,0 1 1 0,-6 1 2 16,7 3 13-16,-1 2 2 16,2 3-6-16,-4 7 1 0,3 5 8 0,3 3-20 15,0 12-1-15,1 14-12 16,5 14 0-16,-3 7-10 0,1-3 7 15,-5-2 14-15,-1-9-1 0,5 0-1 16,-7 1-10-16,2 0 2 0,5-3 11 16,-7 0 12-16,6-4-9 0,-5-11-3 15,-3-8-17-15,0-10-5 0,-2-3 10 16,4 4 12-16,-1 2 15 0,-1 2 7 16,-4-6 9-16,2-4 9 0,-2-3 0 15,0-3-7-15,0-4 29 0,-2-4-10 16,0 0-12-16,0-5-10 0,0 2 1 15,0-5 3-15,-2 2 5 0,0-1 4 16,-2-1-6-16,0 0-10 0,-2 1 4 16,-5 1-1-16,1 0-18 0,2-1-11 15,-11 1 2-15,5 1 0 0,-7 0 10 16,0 0-12-16,-1 2 11 16,-9 0 6-16,2 2 3 0,-2 0 1 15,-2 1-4-15,-5 1 12 0,1 0-28 16,-2 0 10-16,-5 1 0 0,-3 0 16 15,3 0-7-15,-5 0-6 0,1 1 19 16,-10-1-4-16,-8 0 6 0,-6 0-15 16,-7-2-5-16,5-5-16 0,10-1 0 15,8-1-3-15,0 1-10 0,0 1 1 16,11-3 11-16,8-1 1 0,8 1 1 16,2 0-1-16,-2 0 2 0,-2-1 20 15,0 3-20-15,4-3 10 0,6 0-12 16,1 0-2-16,7-3-17 0,-1 2-2 15,6-2-9-15,1 0-31 0,5 0-21 16,2 0-39-16,0 0-56 0,0 0-52 16,0-2-110-16,0-3-190 15,0-2 47-15,2-4-41 0,3 3-277 0,-5-7-448 0</inkml:trace>
  <inkml:trace contextRef="#ctx0" brushRef="#br0" timeOffset="93897.19">1056 6286 158 0,'0'0'2050'0,"0"0"-1562"0,0 0-90 16,0 0 4-16,0 0-42 0,0 0-112 16,0 0-79-16,0 0-51 0,0 0-38 15,0 0-36-15,0-1-11 0,0 2-14 16,0 5-7-16,2 3 4 0,0 7 39 15,7 11 93-15,-3 15-50 0,0 15-49 16,2 0-21-16,-1-4-1 0,1-9-12 16,-4-12-15-16,0 3-2 0,2 4 2 15,1-11 1-15,1 1-1 0,-2-5-15 16,0-5-12-16,0-1-19 0,1-3-16 16,-3-4-14-16,4-1-41 15,-4-2-7-15,-2-1-30 0,0-1-51 0,-2-2-69 16,2-1-98-16,0-2-26 0,-2-1-87 15,0 0-168-15,0 0-167 0,0-2-366 16</inkml:trace>
  <inkml:trace contextRef="#ctx0" brushRef="#br0" timeOffset="94703.46">1236 6245 1 0,'0'0'2108'0,"0"0"-1600"16,0 0-26-16,0 0-29 0,0 0-150 15,0 0-150-15,0 0-83 0,0 0-70 16,0 0 13-16,0 0 52 0,23-3 29 16,-7 0 27-16,3-1 9 0,6-2-13 15,2-1 7-15,4-2-29 16,2-1-12-16,0-1-19 0,0 0-31 0,0-1-11 15,0-1-22-15,0 3 1 0,-4 0 0 16,-4 2-1-16,-4 1-2 0,1 0 0 16,-7 3-10-16,-1 3-10 15,-5-2-21-15,-1 3-9 0,-4 0 3 16,-2 0-3-16,-2 0 0 0,0 0 6 16,0 0 18-16,0 0-27 0,0 0 2 15,0 0 4-15,0 3-7 0,-4-2-74 16,-2 0-35-16,-1 4 8 0,-1-4-63 15,-4 3-20-15,-1-3 11 0,3 1 2 16,-4-2 54-16,1 3 80 0,-1-3 93 16,1 0 13-16,3 0 64 0,0 1 32 15,-1-1 16-15,5 0-10 0,0 0 6 16,-2 0 0-16,6 0-14 0,2 0 1 16,-3 0-17-16,3 0-28 0,0 0-28 15,0 0-23-15,0 0 4 0,0 0 12 16,0 0 22-16,0 0 20 0,0 0 21 15,0 1 27-15,0-1-10 0,0 1-33 16,0 0-20-16,0 0-24 16,0 1-6-16,0 0-7 0,0 6-16 15,5 5 32-15,-1 8 25 0,2 7 15 16,0 8 24-16,0 4 0 0,3 6-37 0,-1 0-12 16,0 2-16-16,-2-4-2 15,3-3-10-15,1-1 0 0,-2-6-21 16,-4-4-3-16,3-3 0 0,-1-5-14 15,2-3 17-15,-4-1 0 0,2-6-1 16,-6-2-14-16,5-1-10 0,-3-3-14 16,0-1-25-16,0-1-31 0,0 0-22 15,-2-3-18-15,0 1-47 0,0-2-72 16,0 0-186-16,0 0-293 0,0-7-720 0</inkml:trace>
  <inkml:trace contextRef="#ctx0" brushRef="#br0" timeOffset="96895.78">2404 3007 92 0,'0'0'1551'15,"0"0"-1012"-15,0 0-309 0,0 0-101 16,0 0 16-16,0 0-36 0,0 0-57 15,0 0 41-15,0 0 42 16,15 64 9-16,-9-33-45 0,0 15-14 0,2 16-11 16,3 20 11-16,7 11 4 15,-5 3-26-15,3 1-41 0,-4-4-19 16,3 4 0-16,-1 5 1 0,3-2 8 16,-5-4 10-16,1-5 10 0,1-10 9 15,-3-12-19-15,1-6-10 0,-2-16 7 16,-1-8 22-16,-7-13 12 0,6-1 8 15,-4-1-18-15,6 2-8 0,-3-2-4 16,-3-4-6-16,2-5 0 0,-4-5 0 16,0-4-7-16,0-2-14 0,-2-2 8 15,0-1-9-15,4-1 13 0,-4 0-4 16,0 0 4-16,0 0-15 0,0 0 14 16,0 0 4-16,0 0-16 0,0 0-1 15,0 0 0-15,0 0-2 0,0 0 0 16,0 0-25-16,2 0-6 15,-2 0-9-15,7 0 21 0,-1 0 19 16,2 0 13-16,4 0-1 0,1-1 7 16,5-2-1-16,3 0 7 0,6-3 6 15,2 3-3-15,4-3-6 0,2 2-20 16,4 0-2-16,13-1 3 0,6 2-1 16,14 0 10-16,3 2-11 0,-5-3 0 15,-6 2 0-15,-4-1 0 0,-4-1 3 16,4-2 8-16,0 1-9 15,-4-4 13-15,-13 2-13 0,-4 0 12 16,-8 1-12-16,-2 1-1 0,2-2 14 0,4-2-13 16,3-1 0-16,-5 0-1 15,-2-1-2-15,-7 1 0 0,-7 3 2 16,-1-1 0-16,-5 2 1 0,-3 2 12 0,-2-2-11 16,0 1 11-16,-3 0 7 15,-1-2 42-15,0 1 53 0,-2-5-18 16,2 0-41-16,0-7-31 0,-2-1-24 15,0-4-2-15,2-2-1 0,-2-4-3 16,2 1 0-16,-2-4 2 0,0-4-2 16,0 0 1-16,-4-3 2 0,-2-3 1 15,-5-3 11-15,-1-3-12 0,-3-9-1 16,-7-11-14-16,-3-14 12 0,2-1-15 16,0 0-4-16,1 4-2 0,7 9 2 15,-3 4 1-15,1 5-4 0,1 12 1 16,3 9 20-16,3 13-8 0,-3 1 10 15,5-4-1-15,-4 0-18 0,-3-3 21 16,5 4 3-16,2 1-3 0,-3 4 15 16,3 5-13-16,4 0 1 15,0 1 9-15,-2 1 1 0,3 2-10 16,-1 3 0-16,0 0 15 0,4 3-5 16,-2 0 5-16,-2 2-3 0,2 0 25 15,0 1 0-15,0 2-16 0,-2 0-5 16,2 0-4-16,-3 2-12 0,3-1 9 15,-4 1-10-15,4-1 1 0,0 3-3 16,0-3 1-16,-2 3 0 0,4-2-1 16,-2 2 2-16,-2-3 2 0,-3 1 8 15,-1-1-12-15,0 1 3 0,0 0 0 16,-3 2-3-16,-1-2 0 0,0 0 0 16,-7 1-3-16,4 1 3 15,-7-1 1-15,-3 1 1 0,0 0 0 0,-6 2-2 16,-6 4 1-16,-4 1 0 15,-1 1 14-15,-1 0-4 0,-15 4-9 0,-4 2-1 16,-8 3-1-16,-1-2 0 16,7 1-4-16,4-3-14 0,17-5 6 15,10 3-6-15,4-5-7 0,0 2 24 16,2 0-2-16,2 1 1 0,-6-1-19 16,11-2-1-16,1-1-39 0,7-1-16 15,5-2-27-15,5-1 2 0,0-1-37 16,0 1-31-16,2 1-90 0,0 2-168 15,2 1-181-15,2 5 104 0,-2-3-468 16,1 6-548-16</inkml:trace>
  <inkml:trace contextRef="#ctx0" brushRef="#br0" timeOffset="97433.1">2698 3421 161 0,'0'0'212'0,"0"0"1547"0,0 0-1300 16,0 0-101-16,0 0-6 0,0 0-51 15,0 0-111-15,0 0-52 0,0 0-19 16,0 0-5-16,-9 0-11 0,9 0-13 16,0 2-25-16,0 2-34 0,0 3-31 15,2 3 1-15,3 8 37 0,-3 4-24 16,2 3-14-16,-4 0-15 0,4-2-4 15,0-2-24-15,-2 0-13 16,2-4-21-16,2-1-32 0,-1-4-46 0,1-2-58 16,-2-2-90-16,4-3-157 0,0-2-151 15,-1-2-613-15</inkml:trace>
  <inkml:trace contextRef="#ctx0" brushRef="#br0" timeOffset="97668.35">2727 3548 864 0,'0'0'1581'0,"0"0"-1204"15,0 0-194-15,0 0 57 0,0 0 85 16,0 0-63-16,0 0-77 0,0 0-75 16,0 0-72-16,51-39-36 0,-34 26 0 15,-5 3-2-15,7 0-2 0,-5 1-45 16,5 1-76-16,-5 3-47 0,1-1-44 15,-3 3-56-15,-1 3-69 16,-1 0-47-16,-2 3-160 0,-4 4-430 16,-4 6-120-16</inkml:trace>
  <inkml:trace contextRef="#ctx0" brushRef="#br0" timeOffset="97919.09">2702 3766 909 0,'0'0'1965'0,"0"0"-1552"16,0 0-200-16,0 0-14 0,0 0-51 16,0 0-82-16,0 0 83 0,0 0 50 15,0 0-19-15,0 0-28 0,64-24-41 16,-50 14-28-16,5-2-43 0,-3-1-25 16,5 0-12-16,2-4 0 0,-7 4 0 15,5 1-3-15,-6-1-30 0,3 3-71 16,-5 1-25-16,3 0-23 15,-6 1-24-15,3 0-30 0,1 1-68 0,-8-3-80 16,3-1-109-16,-1 3-168 16,-6-3-441-16,-2 1-205 0</inkml:trace>
  <inkml:trace contextRef="#ctx0" brushRef="#br0" timeOffset="98217.8">2803 3279 4 0,'0'0'2071'0,"0"0"-1618"0,0 0-128 15,0 0 50-15,0 0-16 0,0 0-103 16,0 0-86-16,0 0-38 16,0 0-39-16,0 0-21 0,-6-3-32 0,6 8-9 15,2 3-6-15,2 7 53 16,2 10 104-16,5 8-75 0,-3 3-54 0,-2 4-32 15,4 1-19-15,1-2-1 0,-3 2-1 16,-2-5 2 0,2-2-2-16,3 0-42 0,-3-2-25 0,-2-4-20 15,3 1-33-15,1-4-53 0,2-2-64 16,-6-4-109-16,3 1-43 0,1-6-59 16,-4-6-106-16,-4-2-453 0,0-6-191 15</inkml:trace>
  <inkml:trace contextRef="#ctx0" brushRef="#br0" timeOffset="98477.86">2923 3327 259 0,'0'0'2573'0,"0"0"-2016"16,0 0-149-16,0 0-106 0,0 0-158 15,0 0-91-15,0 0-53 0,0 0-7 16,0 0-39-16,0 0 46 0,10 50 30 16,-6-21-30-16,3 0-1 0,3 6-15 15,-4 0-40-15,0-2-34 0,-4-4-30 16,7-3-37-16,-5-3-45 0,2-5-81 16,2-6-171-16,-4-4-279 0,5-5-549 0</inkml:trace>
  <inkml:trace contextRef="#ctx0" brushRef="#br0" timeOffset="98863.97">2954 3455 947 0,'0'0'1742'0,"0"0"-1276"0,0 0-62 16,0 0 6-16,0 0-287 0,0 0-123 15,0 0-86-15,0 0 86 0,0 0 41 16,0 0 41-16,45-24-7 0,-20 14 0 15,-2-1-13-15,6-1-9 0,2-1 12 16,0-2-28-16,0 4-15 0,0-3-1 16,0 3-18-16,-4 0-2 0,-9 5 1 15,1 1-1-15,-9 0-1 0,-3 5-3 16,-1 0-15-16,-6 0 18 0,0 0 33 16,0 0 13-16,0 0 3 0,0 0 4 15,0 0 2-15,0 0-12 16,0 0-40-16,0 0-3 0,0 6-10 0,0-2-24 15,0 7-12-15,0 2 15 0,0 5 13 16,0 0 5-16,-2 1-2 16,2 2-3-16,0-3-4 0,-4 4-12 15,4-5 6-15,0 2-18 0,-3 1-4 16,3-6-24-16,0 1-32 0,0-2-46 16,0-3-28-16,0-1-53 0,0-1-62 15,0-2-81-15,0-2-139 0,0 2-296 16,-4-5-705-16</inkml:trace>
  <inkml:trace contextRef="#ctx0" brushRef="#br0" timeOffset="99114.55">3090 3302 99 0,'0'0'2515'15,"0"0"-2030"-15,0 0-74 0,0 0-73 16,0 0-187-16,0 0-151 0,0 0 25 16,0 0 4-16,4 67 21 0,1-40-31 15,-3 4-7-15,4 1-12 0,-4-2-3 16,2-1-28-16,0-1-6 0,-2-6-21 16,0 1-20-16,0-4-29 0,0-4-57 15,3-1-64-15,-3-2-152 0,0-6-225 16,2-4-574-16</inkml:trace>
  <inkml:trace contextRef="#ctx0" brushRef="#br0" timeOffset="99325.95">3175 3416 418 0,'0'0'1935'16,"0"0"-1332"-16,0 0-95 0,0 0-132 15,0 0-166-15,0 0-210 16,0 0-59-16,0 0 56 0,0 0 3 15,0 0 53-15,17 61-15 0,-13-40-16 16,0 1-7-16,-2 0-15 0,2 1-22 16,-2 0-48-16,0 2-58 0,-2-3-87 15,2 2-80-15,2-1-187 0,-4-7-342 16,0 6-866-16</inkml:trace>
  <inkml:trace contextRef="#ctx0" brushRef="#br0" timeOffset="99626.95">3043 3980 2327 0,'0'0'1346'0,"0"0"-1185"0,0 0-58 16,0 0 4-16,0 0-106 0,0 0 53 16,0 0-10-16,0 0-16 0,51-13-26 15,-38 10 0-15,3-1 10 0,-1-1-12 16,1 2-3-16,-3-1 0 0,5-1-68 16,-3 3-52-16,-7 1-79 0,7 0-41 15,-7 1-59-15,-2 0-189 16,-2 0-317-16,-4 3-700 0</inkml:trace>
  <inkml:trace contextRef="#ctx0" brushRef="#br0" timeOffset="99807.02">3078 4094 239 0,'0'0'2494'0,"0"0"-2185"0,0 0-194 16,0 0 121-16,0 0-68 0,0 0-101 15,56-30-7-15,-44 19-60 0,9 0-13 16,-3 1-53-16,-3 1-90 0,1 2-44 16,1 2-76-16,-7 4-90 0,3 1-197 15,-7 0-247-15,-4 7-391 0</inkml:trace>
  <inkml:trace contextRef="#ctx0" brushRef="#br0" timeOffset="100019.02">3107 4253 311 0,'0'0'2275'0,"0"0"-1748"16,0 0-358-16,0 0-73 0,0 0-29 15,0 0 9-15,0 0 63 0,0 0 0 16,0 0-32-16,0 0-35 0,56-14-22 16,-44 9-28-16,7-6-8 0,-3 1-13 15,3-2-1-15,2-1-76 0,-5 0-47 16,7-2-72-16,-7 0-103 0,3 1-99 15,-5-4-176-15,-1 6-541 0</inkml:trace>
  <inkml:trace contextRef="#ctx0" brushRef="#br0" timeOffset="100249.99">3388 3623 659 0,'0'0'2140'0,"0"0"-1532"16,0 0-203-16,0 0 37 16,0 0-135-16,0 0-181 0,0 0-86 15,0 0-40-15,0 0-26 0,0 0-27 16,-12 0-15-16,14 7-6 0,4 5 74 16,0 3-43-16,0 1-90 0,-2 5-35 15,3-2-71-15,1 0-121 0,-6-1-108 16,2-5-179-16,-4 3-686 0</inkml:trace>
  <inkml:trace contextRef="#ctx0" brushRef="#br0" timeOffset="100817.13">3243 3860 1896 0,'0'0'1411'0,"0"0"-1287"0,0 0-45 15,0 0 127-15,0 0 18 0,0 0-23 16,56-11-67-16,-39 4-66 0,-1-1-34 16,9-2-21-16,-8 0-1 0,3 0-10 15,-5 0 1-15,1 3-2 0,-8-3-1 16,-1 8-14-16,-3-2-11 0,0 3 25 16,-4 1 3-16,0 0 56 0,0 0 3 15,0 0-16-15,-4 3-46 0,2 1-43 16,-2 3-69-16,-3 5 1 15,1 2 20-15,-2 4 29 0,-2 0 43 0,3 3 19 16,3 0 1-16,0 0 49 0,2-3 6 16,-2-3-3-16,2-2-6 0,2-2-13 15,0-4-23-15,0-1-11 16,0-1-12-16,0-4-13 0,2 2-9 16,4-2-16-16,0-1 4 0,1 0 5 15,5 0 19-15,-2-3 7 0,3-4 13 16,1-1 2-16,-4 0 0 0,7-3 0 15,-5 0 0-15,-1 0-3 0,1-2 1 16,-1 3 1-16,-7-2-1 0,4 5 2 16,-4-2 3-16,0 3 25 0,-2 1-3 15,-2 3 10-15,2 0 8 0,-2 2 16 16,0 0 13-16,0 0-1 0,2 0-9 16,-2 0-47-16,0 0-15 0,0 0-52 15,2 3-19-15,1 0 21 0,3 3 50 16,-2 3 34-16,4 1-22 0,5 2-9 15,-5-1 15-15,-2 3-18 16,4-4-14-16,-3 2-33 0,-1-1-34 0,-2 0-18 16,0 1-52-16,0-4-66 15,-2 3-87-15,-2-3-155 0,0-2-146 16,0 1-448-16</inkml:trace>
  <inkml:trace contextRef="#ctx0" brushRef="#br0" timeOffset="101017.87">3431 4031 464 0,'0'0'2368'0,"0"0"-2073"0,0 0-84 0,0 0 11 16,-14 59-140-16,14-42-41 0,0-1 7 16,0 0-48-16,0-1-3 15,4-1-32-15,-2-1-73 0,2-3-57 16,0-3-29-16,1-2-27 0,-1 1-91 15,0-5-182-15,2-1-256 0,-4-1-276 0</inkml:trace>
  <inkml:trace contextRef="#ctx0" brushRef="#br0" timeOffset="101214.89">3498 3996 624 0,'0'0'1794'0,"0"0"-1003"0,0 0-451 0,0 0-137 15,0 0-96-15,0 0-91 0,0 0-16 16,0 0-1-16,2 61-3 0,2-45-8 16,-2-1-23-16,2 1-110 0,0-2-29 15,-2 0-7-15,4-1-43 0,-4-2-49 16,1-4-113-16,-1 1-243 16,0-3-541-16</inkml:trace>
  <inkml:trace contextRef="#ctx0" brushRef="#br0" timeOffset="101496.95">3615 3984 14 0,'0'0'532'0,"0"0"1650"0,0 0-1762 16,0 0-209-16,0 0-62 0,0 0-149 16,0 0 0-16,-2 54 0 0,9-35 3 15,-1 1-3-15,-2-1 3 0,4-1 10 16,0 0 38-16,1-2 15 0,-1-3 10 15,-2-3 0-15,0-2 6 0,5-2-7 16,-3-3 3-16,-2-2-14 0,2 1-2 16,1-2-12-16,-1 0-12 0,-4-3 2 15,4-1-12-15,1-4-3 0,-1-1-10 16,-2-1 1-16,-4-3 6 0,4 1-4 16,-2-3-18-16,3 2-91 15,-7 1-102-15,0 2-71 0,0 4-131 16,-7 1-319-16,-3 4-1677 0</inkml:trace>
  <inkml:trace contextRef="#ctx0" brushRef="#br0" timeOffset="117625.1">3357 8849 337 0,'0'0'684'0,"0"0"-329"16,-58 26-192-16,35-19-62 0,-1 2-30 15,-1-4-12-15,-2 0-38 0,-2-1-20 16,0-2 0-16,0 1-1 0,-4-1 0 15,4 0 2-15,-4 2 27 0,-6-1 29 16,4 2-32-16,-5 0 16 0,3 2-42 16,-4-3 11-16,-5-1-11 0,3-1-3 15,2 0-16-15,-9-2 16 0,-2 0 0 16,-10-7-20-16,-8-4 22 0,-2-1-16 16,1 0 16-16,11 0 2 0,5 0 17 15,-1-2 2-15,4 1-7 0,-6-2 23 16,2-5-14-16,3 0-11 0,-3-2-11 15,-2-1-23-15,4-4 22 0,-2-1-12 16,-4-2-3-16,5-3 6 0,-1 0-8 16,-4-3 18-16,2 0 1 0,0-2 19 15,4 1 12-15,-1-1 7 16,1-3 3-16,2 2 7 0,3-4 6 16,-3-4-3-16,-4-2-26 0,6-2-24 15,-5-2-2-15,13 7-13 0,1 5 11 16,2-6-11-16,-5-5 9 0,-5-8-18 15,-3-9 19-15,4 7-20 0,7 5 20 16,0 1 3-16,1-1 22 0,5-1 7 16,-2 4-3-16,8-5 0 0,0-1-13 15,2-1-11-15,9 0-1 0,-1 0 8 16,1-1-9-16,5-3-19 0,3 0 2 16,2-4 14-16,1 3 0 0,3-1 3 15,4 1 1-15,0-1 25 0,0-1 3 16,4-1-6-16,3-2 3 0,1 2-13 15,2-2 11-15,5 2-24 16,1-2-2-16,11 1-27 0,-2 3 16 16,6-1-6-16,8 5 17 0,-2 4-18 15,3 0-1-15,-3 2 19 0,2 3-9 16,-2 8 11-16,-8 9-13 0,-6 9 9 16,2 1-15-16,2-3 19 0,6-3 0 15,10-4-16-15,-4 2 16 0,9 2 1 16,6-1 1-16,12-7-2 0,10 2 0 15,5 0 0-15,-9 8 10 0,-1 1-10 16,-7 4 0-16,4 4 13 0,0 0-4 16,2 1 8-16,-4 1-14 0,-1 5 13 15,-3-3 16-15,0 6-9 0,2 0-22 16,-2-1 15-16,-2 4-16 16,-2 1 0-16,1 1-2 0,1 1 2 0,7-1 2 15,-3 5 11-15,0-3 0 16,2 4-13-16,-2 1 0 0,-2 0 2 15,-4 0 11-15,4 0-9 0,-2 6-4 16,2-2 0-16,-2 1 3 0,-4 2-13 16,4 2 23-16,-3 2 9 0,3 0-22 15,0 3-3-15,-4 1 2 0,2 3 2 16,2 5 18-16,-10-1-18 0,5 3 12 16,-1 4 3-16,-10-3-3 0,-7-2-7 15,-6-4-3-15,0 0 14 0,4 8-15 16,6 5 0-16,7 3 1 0,-5 3 29 15,-1 0-28-15,1 3-2 0,-2 1 14 16,-4 2 16-16,3 9-30 0,5 9 11 16,3 12 3-16,-7 4-3 0,-4-5 3 15,-6-7-16-15,-2-9-1 0,0 1 1 16,-4-1 1-16,2-1 3 0,-6 2-1 16,3-2 16-16,-1 0-18 0,-4-1 1 15,3 2 14-15,-1-2-14 16,-4 0-1-16,-3-2 15 0,1 3-16 15,-3-1 0-15,0 4 0 0,-1-3 1 16,-1 3 1-16,0 0 1 0,-1 2 0 16,-1-2 10-16,-4-1-12 0,6-4 2 15,-3 1 10-15,-3 0-12 0,-2-3 12 16,-2-1-12-16,0-7 2 0,0-6-3 16,0-9-4-16,0 0-12 0,0 4 16 15,-4 4 0-15,-3 7 0 0,-3-1-3 16,2-1-16-16,-2 0 18 0,-5-3-19 15,1 0 20-15,-5-1 36 0,5 0-20 16,-9-1-15-16,4 2-1 0,-2-1 1 16,-1 1-1-16,1-2 3 0,0 0 14 15,-3-1-17-15,1-2-2 16,-2-2-11-16,0 1 10 0,-2-3 2 0,3-1 1 16,-3 0 0-16,-2 0 0 0,0-1-1 15,-2 2 1-15,0-1 2 16,-2-1 11-16,2 4-13 0,-2-2 1 15,0 1 0-15,0 2-1 0,-1 0 3 16,1-2-2-16,-2 1 2 0,0 1-3 16,2-4 1-16,0 2 7 0,-2-2-5 15,0-2 21-15,2-2-22 16,0-3 6-16,-1-2-8 0,3-3-2 0,0-1-1 16,5-4 2-16,5-4-12 0,-2-3-3 15,0-4-19-15,9-2-113 0,-3-5-111 16,3-9-370-16,6 3-370 0,-9-11 245 15</inkml:trace>
  <inkml:trace contextRef="#ctx0" brushRef="#br0" timeOffset="119936.14">3921 8281 180 0,'0'0'115'0,"0"0"-76"0,0 0 36 15,0 0 140-15,0 0 449 16,0 0-410-16,0 0 26 0,0 0-21 0,0 0-81 16,0 0-55-16,-20 40-19 15,18-40-91-15,2 0-13 0,0 0-32 16,0 0 12-16,0 0 20 0,0 0 0 15,0 0 55-15,0 0 55 0,0 0 32 16,0 0 25-16,0 0 16 0,-2 0-33 16,2 0-93-16,0 1-28 0,-5 1 6 15,3-1 6-15,0 0 4 0,-2 2 5 16,0-1-12-16,-2-1 4 0,2 1-8 16,0 0-11-16,-1-1-4 0,-1 0-19 15,0-1-1-15,-2 0-12 0,-1 0 2 16,-1 0 11-16,-4 0 0 0,1 0 0 15,-7 0-19-15,1 0 19 0,-8-1 2 16,0-1-2-16,-6 1 0 16,-2-1-1-16,-4 2 1 0,-9 0 4 15,-12 2-3-15,-10 4-1 0,-2 3 0 16,16 1 3-16,8-2-3 0,15-1 16 16,4-2-13-16,-4 3 0 0,-4-2 29 15,-4 1-7-15,8-1-25 0,-1-2-47 16,6-2 46-16,3-2-10 0,6 0-37 15,-2-4 20-15,9-1-1 0,-5 1-18 16,7-2 5-16,4 0 1 0,-2 1 16 16,-1 1-1-16,7 1-12 0,-2-1 6 15,0 1 10-15,4 1-4 0,0-1-2 16,0 1-11-16,0 0-2 16,0-3-1-16,0 1 23 0,0 0 18 15,0-4-1-15,0 0 1 0,0-3 1 16,2-3-4-16,2-3 4 0,-2-2 0 15,2-4 10-15,1-4-10 0,-3-6 0 16,2-3 30-16,-2-4-29 0,-2-12 1 16,0-9 21-16,0-12-11 0,0-4-10 15,-6-2 2-15,-3 4 12 0,1 0-14 16,4-1 30-16,-4-3-30 0,-5-1 26 16,7 0-27-16,-2-4 61 0,-2 0-30 15,-3-1 0-15,3-4-4 0,-1 3-28 16,-1-1 0-16,4 2 28 0,0 4-2 15,-3 5-14-15,5 3-8 0,0 9 21 16,2 2-12-16,0 13-1 0,1 11-12 16,-1 9 4-16,4 4 8 0,-2-4 1 15,-2-4 12-15,4-2-22 0,0 4 0 16,0 1 0-16,0 5-1 16,0 5-2-16,4 1 1 0,-2 3 1 15,0 5 0-15,0 4 0 0,-2 2 0 16,0 2 0-16,0 2 21 0,3 1-1 15,-3 0-9-15,0 0-13 0,0 0-44 16,2-2-7-16,-2 1 1 0,2-1 33 16,0 1 17-16,0-2 32 0,6 2-4 15,0-3-6-15,1 0-3 0,-1 0-3 16,8-1 9-16,-1 1 10 0,6-2-6 16,1 0-26-16,3 0 13 0,4 0-4 15,4 1 2-15,2 1-12 0,0-2-2 16,5 2 0-16,5-2 2 0,1 4 20 15,-3-3-22-15,9 1-9 0,-7 1 9 16,7 0 2-16,-5-1 1 0,3 2 0 16,-5 0 19-16,-1 2-22 0,1 0-3 15,-5 0-10-15,-5 5 13 0,-2-1 9 16,0-1-9-16,-6 2 0 16,0-1 24-16,-5 0-24 0,1 1-15 15,4 0 15-15,-8-1 2 0,1-1 11 16,5 0 0-16,-6 1-12 0,1 0 1 15,-1 1 0-15,-2-2-1 0,-1 0 2 16,-1 1-1-16,-5-1 14 0,2 0-15 16,-3 1 11-16,-3-1 1 0,-6 0 0 15,2-1-1-15,0-1 13 0,-2 1 13 16,0-2 6-16,0 1-7 0,0-1-4 16,0 0-14-16,0 0 9 15,0 0-3-15,0 0-4 0,0 0-9 16,0 1-12-16,0-1-19 0,0 2-3 15,2 1 21-15,-2 3 1 0,4 3 16 16,0 4-15-16,2 7 2 0,-1 6 10 16,3 13-1-16,0 18 1 0,7 19-10 15,-5 5 15-15,4 2-15 0,-1 1 13 16,-5-7-4-16,7 1-9 0,-7-2-1 16,0-4-2-16,-2 4-41 0,3-3 19 15,-1 3 10-15,-4 2-7 0,2-5 17 16,0 1-1-16,-2-3-6 0,3-4 9 15,-1 1 2-15,-4-6-2 0,0-2-3 16,2-2 2-16,-2-8-12 0,2-9 13 16,0 5 1-16,-1-9 1 0,3-1-1 15,-2 6 0-15,0-12 1 0,0 5 0 16,0 1 0-16,2-2-2 0,-1-4-18 16,1-4 2-16,-2-1 16 0,-2-4-3 15,0 0-31-15,-2-3 11 16,0-3 4-16,0 1 0 0,0-2 7 0,0-3-4 15,0 1-25-15,-2-1-28 16,2-3-10-16,-2-2-34 0,2-1-58 16,0-3-52-16,0-2-113 0,0 0-283 15,0 0-95-15,0-4-44 0</inkml:trace>
  <inkml:trace contextRef="#ctx0" brushRef="#br0" timeOffset="121358.85">2861 6292 174 0,'0'0'300'0,"0"0"723"15,0 0-708-15,0 0-30 0,0 0 49 16,0 0-47-16,0 0-49 0,-54 5-1 16,50-4-11-16,4-1-54 0,0 0-172 15,0 0-32-15,2 0-41 0,4 0 70 16,3 0 3-16,1 0 60 0,2-3-38 15,5 1-19-15,-3 0 20 0,5-3-11 16,-3 1 5-16,5 0-16 0,-4-1-1 16,3-2 16-16,1 1-14 0,-2 2 0 15,-1-1 1-15,-5 0 13 0,1 3-13 16,-6 0 16-16,1 1-15 16,-5 1 18-16,0 0-10 0,-2 0 4 0,0 0 3 15,2 1 6-15,-4 2 10 16,2 0 12-16,-2 3 47 0,0 4 64 15,0 3-24-15,-6 3-63 0,2 7-21 16,-4-1-10-16,-1 3-9 0,-3-2 7 16,0 4-23-16,-1-4-15 0,-1 4 2 15,1-4 7-15,3-2-9 0,0-1-52 16,1-5 24-16,5-1-13 0,0-5-92 16,0-2-39-16,4-1-92 0,0-2-230 15,6-2-61-15,-2 0-185 0,2-4-558 16</inkml:trace>
  <inkml:trace contextRef="#ctx0" brushRef="#br0" timeOffset="121615.91">3097 6419 1213 0,'0'0'1836'15,"0"0"-1463"-15,0 0-97 16,0 0-276-16,0 0-44 0,0 0 44 15,0 0 35-15,0 0 31 0,0 0-44 16,59-12-21-16,-48 8 1 0,7-2-2 16,-3 1 3-16,4 1 13 0,-3 0-16 15,1-1 0-15,-3 1-19 0,5 2-12 16,-7 1-74-16,-4-2-28 0,5 1 0 16,-5-1-42-16,-4 2-50 0,-2-2-83 15,2-1-109-15,-2 1-79 0,-2-3 44 16,0 2-158-16</inkml:trace>
  <inkml:trace contextRef="#ctx0" brushRef="#br0" timeOffset="121827.85">3256 6281 226 0,'0'0'349'16,"0"0"1196"-16,0 0-1108 0,0 0-9 16,0 0-35-16,0 0-120 0,0 0-134 15,0 0-139-15,0 0-9 0,0 0 9 16,-11 36 120-16,18-19-23 0,-1 2-33 15,-2 2-27-15,0 2-6 0,-2-2-12 16,4 0-19-16,-4 1-3 0,5-5-25 16,-1 2-92-16,-2-3-43 0,-2-1-30 15,2-3-48-15,-4-2-43 0,6-1-85 16,-4-7-164-16,0 2-207 0,-2-4-400 16</inkml:trace>
  <inkml:trace contextRef="#ctx0" brushRef="#br0" timeOffset="122023.08">3285 6418 53 0,'0'0'476'0,"0"0"881"16,0 0-965-16,0 0-88 0,0 0 63 15,0 0-54-15,0 0-71 0,0 0 8 16,0 0-43-16,0 0-71 0,-35-4-67 16,24 18-41-16,5 2-27 0,-2 6 14 15,-1 0-14-15,1 1-1 0,4-5-15 16,0 1-35-16,4-4-15 0,0-5-137 15,0 1-130-15,0-6-213 0,4-2-261 16,0-3-674-16</inkml:trace>
  <inkml:trace contextRef="#ctx0" brushRef="#br0" timeOffset="122719.12">3245 6767 105 0,'0'0'131'0,"0"0"-11"0,0 0 24 0,0 0 1046 16,0 0-947-16,0 0-35 15,0 0-14-15,0 0-68 0,0 0-35 16,0 0 31-16,-4 5 65 0,4-5 60 16,0 0 18-16,0 0-24 0,0 0-33 15,2 0-41-15,-2 0-63 0,2 0-70 16,3 0-34-16,-3 1-37 0,4 6 37 15,0 3 40-15,2 1 4 0,5 1-42 16,-5 2-2-16,0-3 0 0,3 3 3 16,-1-5-3-16,-4 2-10 0,-2 1-31 15,0-4-18-15,0 0-30 0,-1-1-17 16,3-1-52-16,-2 0-105 0,0-3-113 16,-2-3-174-16,0 0-449 0,0 0-445 0</inkml:trace>
  <inkml:trace contextRef="#ctx0" brushRef="#br0" timeOffset="123255.11">3235 7191 236 0,'0'0'1289'15,"0"0"-737"-15,0 0-196 0,0 0-20 16,0 0-54-16,0 0-282 0,0 0-9 16,0 0-75-16,0 0 84 0,0 0 160 15,10-13 29-15,5 3-17 0,-1-3-55 16,5 0-57-16,-5-1-28 0,9-3 15 16,-2 5 0-16,-3 1-25 0,5 1-3 15,-8-2 3-15,3 7-9 0,-5 0-10 16,-3 2 10-16,-2 3 12 0,-6 0 6 15,0 0 13-15,-2 0 38 0,0 0 103 16,0 2 13-16,0 4-93 0,0 2-61 16,0 7-32-16,0 1 3 0,0 4 1 15,-2 2-3-15,-2-1-13 16,0 4-43-16,-2-2-25 0,0 0 6 0,-1-3-9 16,5 0 12-16,-2-5-31 0,2-1-41 15,2-3-89-15,-2-3-121 16,2-1-134-16,0-2-162 0,0-3-438 15,0-2-176-15</inkml:trace>
  <inkml:trace contextRef="#ctx0" brushRef="#br0" timeOffset="123632.93">3322 7290 1358 0,'0'0'1113'16,"0"0"-579"-16,0 0-81 0,0 0-32 0,0 0-132 16,0 0-183-16,0 0-106 15,0 0-50-15,0 0-19 0,0 0 17 16,2 1 52-16,4-1 60 0,2 0-7 15,9 1-10-15,-5 1 1 0,7 1-1 16,-3-3 1-16,5 2-16 0,-4-2-25 16,1 0 15-16,-3 0-16 0,3 0-1 15,-7 0-1-15,1 0-68 0,-2 0-53 16,-3 0-32-16,1 0 14 0,0 0 1 16,0 0 34-16,-3 0-124 0,-1 0-52 15,2 0-37-15,-4 0-118 0,2 0-86 16,-4 0-195-16,0 3-368 0</inkml:trace>
  <inkml:trace contextRef="#ctx0" brushRef="#br0" timeOffset="123874.22">3547 7309 311 0,'0'0'218'0,"0"0"310"15,0 0 893-15,0 0-1137 0,0 0-30 16,0 0-14-16,0 0-122 0,0 0-61 15,0 0 13-15,0 0 3 0,-8 29-48 16,10-18-9-16,0 3 50 0,2 1 29 16,-2-1-4-16,0 2-34 0,2 0-33 15,-1-2-24-15,1-1-28 0,-2-1-1 16,4-1-12-16,-2-3-103 0,4 2-59 16,1-5-68-16,-5 1-49 15,2-5-79-15,0-1-87 0,2 0-73 16,-3-5 45-16,-1-3 45 0,-2 2 2 15</inkml:trace>
  <inkml:trace contextRef="#ctx0" brushRef="#br0" timeOffset="124055.06">3634 7399 315 0,'0'0'430'0,"0"0"20"0,0 0 22 15,0 0-63-15,0 0-50 0,0 0-33 16,0 0-27-16,0 0-53 0,0 0-39 16,0 0-43-16,-4-10-66 0,4 16-98 15,0 3-38-15,0 3-16 0,0 0 53 16,0-1-2-16,2 1-9 0,2 0-4 15,-2-1-22-15,0-3-98 0,0-2-78 16,4-2-77-16,-1-2-124 0,-1-2-148 16,-2 0-250-16,2-5-279 0</inkml:trace>
  <inkml:trace contextRef="#ctx0" brushRef="#br0" timeOffset="124226.04">3704 7351 742 0,'0'0'121'0,"0"0"1244"15,0 0-838-15,0 0-341 0,0 0-35 0,0 0-33 16,0 0-54-16,0 0-4 16,0 0 4-16,0 0 16 0,-8 56-1 15,6-43-19-15,-2 2-16 0,-2 0-44 16,1 1 0-16,-1-2-63 0,4 0-89 16,0 3-87-16,0-3-59 0,2 1-237 15,0-2-560-15</inkml:trace>
  <inkml:trace contextRef="#ctx0" brushRef="#br0" timeOffset="124719.5">3524 7757 444 0,'0'0'1988'0,"0"0"-1482"16,0 0-68-16,0 0-67 0,0 0-280 15,0 0-91-15,0 0-205 0,0 0 161 16,0 0 44-16,0 0 63 0,29-28-35 15,-18 15-2-15,7-2 2 16,-1-1-26-16,4 1 11 0,-7 1 6 0,5-1 25 16,-5 3-22-16,1 1 0 15,-1 0-7-15,-4 1-15 0,5 1 0 16,-7 3-1-16,0 2-1 0,1-2-13 16,-1 5 12-16,-4-2 3 0,0 3 0 15,-2 0 3-15,2 0 28 0,0 4 26 16,3 2 27-16,-1 2 2 0,0 5-30 15,-2-1-28-15,5 2-13 0,1 2-12 16,-2 1 9-16,-2-1-12 0,1 0-3 16,-3 1-38-16,4-3 10 0,-6 0-9 15,2 0-46-15,-2-3-33 0,2-1-60 16,-2-1-59-16,0 0-55 0,-2-2-92 16,0-1-128-16,0-2-188 0,0-1-374 0</inkml:trace>
  <inkml:trace contextRef="#ctx0" brushRef="#br0" timeOffset="125437.55">3498 7504 909 0,'0'0'101'0,"0"0"1460"0,0 0-1191 15,0 0-82-15,0 0-49 0,0 0-68 16,0 0-22-16,0 0-8 0,0 0-19 16,0 0-24-16,-23-12-23 0,23 14-19 15,0 3-9-15,2 1-19 0,4 8-10 16,2 7 16-16,-1 6-3 0,5 6-28 16,2 0 13-16,-3 0-14 0,1 0-1 15,-1-4-1 1,-5 0-1-16,2-4-2 0,0-2 0 0,1-3-22 0,-1-1-6 15,-4-3-71-15,4-2-39 0,3 0-25 16,-5-3-45-16,-2-3-70 0,4 1-57 16,0-3-37-16,1-3-74 0,-5 0-63 15,0-1-113-15,0-2-69 0</inkml:trace>
  <inkml:trace contextRef="#ctx0" brushRef="#br0" timeOffset="126143.6">3671 7636 220 0,'0'0'342'0,"0"0"764"15,0 0-742-15,0 0-31 0,0 0 32 16,0 0-66-16,0 0-21 0,0 0-8 0,0 0-40 16,0 0-44-16,-18 0-51 15,18 0-63-15,2 0-72 0,0 0-9 16,-2 0-22-16,6 0 31 0,-2 2 21 16,4 1 26-16,7 2-9 0,-3-2-17 15,5-2-19-15,-7 2 1 0,9-2 16 16,-5 1-16-16,5-2 19 0,-5 1-10 15,3 0-9-15,-5 0 19 0,-1 1-6 16,1-2-14-16,-2 3 0 0,-4-1 0 16,3 0 13-16,-1 0-14 0,0 0-1 15,-2 0-1-15,-3-1 1 0,3 1-28 16,-2-1-6-16,2 0 3 0,-2 1 3 16,0-1-15-16,-2 0 2 0,0 0 1 15,1-1 9-15,-1 1 31 0,-2-1 0 16,0 1 37-16,0-1 35 15,0 0 24-15,0 0-6 0,0 0-3 16,0 0 11-16,-2 0 10 0,-1 0-34 16,-1 0-74-16,0-1-16 0,-6 0 14 15,4-1-10-15,-5 1 11 0,-1-2-14 16,-3 0-7-16,-1 0-2 0,-3-1-4 16,5 0 0-16,-5-1 10 0,-1 2-4 15,3 0-9-15,-4-1-3 0,5 1 0 16,-5 1 13-16,5-1 5 0,-1 2 3 15,7 1 13-15,-1-2 2 0,1 2 10 16,4 0 10-16,4 0-22 0,0 0 0 16,2 0-1-16,0 0-42 0,0 0-22 15,0 2 2-15,0-1-5 0,0 0-7 16,4 1 7-16,0 1 68 0,2 2 3 16,5-1 25-16,-1 1-28 0,0 2-1 15,5 0-15-15,-5 0-15 0,7 0-48 16,-3 1-9-16,-2-2-54 0,7-2-161 15,-7-1-166-15,3-2-282 16,-5 1-751-16</inkml:trace>
  <inkml:trace contextRef="#ctx0" brushRef="#br0" timeOffset="127729.07">1135 8049 1095 0,'0'0'1059'0,"0"0"-713"0,0 0-66 0,0 0-138 16,0 0-142-16,0 0-55 15,0 0 55-15,0 0 180 0,0 0 18 16,0 0-67-16,58-24-23 0,-40 12-57 16,7 0 18-16,-4-1-67 0,4-1 0 15,4 0-4-15,-3 0-4 0,1 0-111 16,-2 3-74-16,-2 1-68 0,2 4-33 16,-11 4-232-16,1 1-167 0,-5 2-87 0</inkml:trace>
  <inkml:trace contextRef="#ctx0" brushRef="#br0" timeOffset="127955.91">1265 8294 1558 0,'0'0'1648'0,"0"0"-1352"15,0 0-90-15,0 0-131 0,0 0-75 16,0 0-82-16,0 0 82 0,0 0 26 15,56-6 5-15,-38 2-18 16,1-4-10-16,2 1 13 0,6-5-1 16,-3 1-15-16,1-4-78 0,2-3-71 15,0 2-26-15,2-5-112 0,-8 0-117 16,3-2-198-16,-5 5-190 0</inkml:trace>
  <inkml:trace contextRef="#ctx0" brushRef="#br0" timeOffset="128208.03">1635 7743 2142 0,'0'0'1201'0,"0"0"-931"16,0 0-52-16,0 0-108 0,0 0-85 15,0 0 0-15,0 0 9 16,0 0-34-16,0 0-23 0,0 0-14 0,12 27 37 15,5 2 88-15,-2 4-28 16,3 7-45-16,-3-1-3 0,3-1-12 16,-3-2-38-16,-3-4-47 0,3-3-37 15,-7-4-67-15,2-3-119 0,0-7-110 16,-3-1-159-16,-1-6-465 0,-4-6-76 0</inkml:trace>
  <inkml:trace contextRef="#ctx0" brushRef="#br0" timeOffset="128585.69">1641 7999 667 0,'0'0'56'0,"0"0"1229"0,0 0-819 15,0 0-73-15,0 0-114 0,-49-8-138 16,47 13-68-16,-3 2-9 0,5 4-64 16,0 3-55-16,0 3-5 0,0-1 41 15,5 5 17-15,-3-4 1 0,4-3-3 16,-2-3-21-16,2-3-23 0,-2-4-35 15,3-2-10-15,3-2 91 0,2-3 2 16,-1-6 0-16,7-7 2 0,-1-3 30 16,3-7-32-16,-3-1 0 15,6-2 2-15,-1 1 24 0,-3 0-23 0,2 3 26 16,-1 4 12-16,-3 6 27 0,-3 3-14 16,-3 6 6-16,-7 4-6 0,2 2 26 15,-4 2 104-15,2 10 143 0,2 2 14 16,1 4-183-16,-1 4-78 0,-2-5-21 15,4 1-39-15,3-2-20 0,-3-4-15 16,0-1-7-16,2-3-12 0,3-1-12 16,-3-2-44-16,1-3-21 15,5 1-54-15,-8-3-36 0,5 0-82 16,-3-4-143-16,-2-3-222 0,1 0-457 16,-1-3-374-16</inkml:trace>
  <inkml:trace contextRef="#ctx0" brushRef="#br0" timeOffset="129461.53">1763 8244 220 0,'0'0'202'0,"0"0"6"0,0 0 1050 16,0 0-575-16,0 0-345 0,0 0-63 15,0 0-7-15,0 0-65 0,0 0-42 16,0 0-20-16,-8 16-17 0,4-8-15 16,-2 4-41-16,-1 4-27 0,-1 6-17 15,-4 4 1-15,1 5-6 0,3 2 6 16,-4 2-7-16,1 0-5 0,3-1-13 15,-2-3-13-15,-1-2-2 0,5-5-4 16,4-7-18-16,-2-4-34 0,2-3-70 16,2-5-73-16,2-2-139 0,4-3-93 15,0-3-29-15,5-8-43 0,1-4 83 16,-3-7-30-16,1-3-24 16,0-1-19-16</inkml:trace>
  <inkml:trace contextRef="#ctx0" brushRef="#br0" timeOffset="129664.2">1730 8426 90 0,'0'0'404'0,"0"0"121"0,0 0 32 15,0 0 89-15,0 0 6 0,0 0-166 16,0 0-178-16,0 0-135 0,0 0-97 0,11-20-76 16,-7 32-13-16,4 2 13 15,4 10 63-15,-1 2-23 0,3 4 1 16,1-1-5-16,-7-2-21 0,6-1-15 16,-3-2 0-16,-3-4-18 0,2-2-46 15,1-5-84-15,-5-2-53 0,2-4-37 16,0-2-116-16,3-4-80 15,-5-1-71-15,0-7-17 0,-2-3 73 16,0-3-14-16,-2 1-85 0</inkml:trace>
  <inkml:trace contextRef="#ctx0" brushRef="#br0" timeOffset="129908.17">1869 8407 114 0,'0'0'137'0,"0"0"-62"0,0 0 75 16,0 0 642-16,0 0-265 0,0 0-252 15,0 0-119-15,0 0-127 0,0 0 16 16,0 0-15-16,6-18 89 0,2 12 17 16,5-2 12-16,-3 1-42 0,6-2 13 15,1-1-19-15,4-1-14 16,-3-1-19-16,7 1 13 0,-6-3-35 0,1 1-42 16,1 1 19-16,-7 2 2 0,3-1-23 15,-7 3 0-15,-1 1 2 16,-3 1 12-16,2 1-15 0,-4 0-50 0,-2-1-68 31,0-1-17-31,-2 1-60 0,2-2-72 0,-2 0-131 0,0 2-179 16,-4 1-415-16</inkml:trace>
  <inkml:trace contextRef="#ctx0" brushRef="#br0" timeOffset="130266.97">1939 8399 940 0,'0'0'1836'0,"0"0"-1505"0,0 0-89 16,0 0-102-16,0 0-140 0,0 0-98 16,0 0 63-16,21 55 34 0,-9-49 1 15,-2 0 11-15,7-3-11 0,-5-2-1 16,7-1 1-16,-7 0 3 0,5-4 13 16,-5-4 13-16,1 0-7 15,1-2 10-15,-8 1 0 0,3-1 3 0,-3 2-4 16,0 1 7-16,-6 1 10 15,0 2 12-15,0 1 25 0,0-1 66 16,-6 0 38-16,-2-2-62 0,1 2-40 16,-5-2-22-16,-5 5-2 0,7 1-42 15,-4 0-21-15,1 3-16 0,3 2-40 16,-3 1-19-16,5 2-24 0,2 1-41 16,0-1-12-16,0 3-11 0,1-1 8 15,3-1-9-15,2 0-53 0,0-1-52 16,2-5-81-16,3 0-320 0,3-3-370 15</inkml:trace>
  <inkml:trace contextRef="#ctx0" brushRef="#br0" timeOffset="130504.15">2001 8155 2126 0,'0'0'1116'0,"0"0"-893"16,0 0-68-16,0 0-142 0,0 56-12 16,6-29-1-16,7 6 51 0,-1 0-10 15,-2 4-10-15,1 0 7 0,-1 0 0 16,-2-2-7-16,-2 0-9 0,1-2-6 16,-3-2-16-16,2-4 0 0,-2 0-88 15,-2-6-83-15,2-3-70 16,-4-4-171-16,2-4-197 0,0-5-380 0,-2-2-277 15</inkml:trace>
  <inkml:trace contextRef="#ctx0" brushRef="#br0" timeOffset="130707.12">1966 8558 738 0,'0'0'488'0,"0"0"1063"15,0 0-1102-15,0 0-102 0,0 0-92 16,0 0-255-16,0 0-18 0,0 0-105 15,0 0 100-15,0 0 23 0,16 10 67 16,-1-8-36-16,-5 2-28 0,5-2-1 16,1 1-2-16,-1-1-19 0,3-1 19 15,-1 1-73-15,-1-2-111 0,1 0-48 16,-1 0-191-16,-3-2-346 0,5-4-316 0</inkml:trace>
  <inkml:trace contextRef="#ctx0" brushRef="#br0" timeOffset="130975.92">2185 8463 715 0,'0'0'1495'0,"0"0"-1178"0,0 0-285 0,0 0-32 16,0 0 100-16,0 0 3 0,0 0 0 15,0 0-3-15,54-12-4 0,-46 12 32 16,4 0 31-16,-3 0-19 0,-5 0 28 15,2 0 40-15,-2 3-23 16,-2 3-3-16,4 0 1 0,-4 4-13 0,-2 2-89 16,5 1-54-16,-3 2-27 15,-2-1 0-15,2-1-98 0,-2-2-44 16,0-2-23-16,0-3-47 0,0-1-112 16,0-1-85-16,-2-2-193 0,0 0-471 15,-9-2-398-15</inkml:trace>
  <inkml:trace contextRef="#ctx0" brushRef="#br0" timeOffset="131406.88">2251 8266 1065 0,'0'0'2211'0,"0"0"-1843"15,0 0-358-15,0 0-10 0,0 0-127 16,0 0 127-16,0 0 38 0,0 0-3 16,56-25 16-16,-37 16-48 0,-5 2 13 15,5 0 3-15,-7 0-16 0,-2 3 10 16,1 1-11-16,-3 0 17 0,-6 3 9 16,0 0 10-16,-2 0 31 15,0 2 50-15,0 2-5 0,2 2-58 16,-2 5-46-16,0 3-10 0,4 4-38 15,-4 2-38-15,0 3-18 0,0 2 0 16,0-3 21-16,-2 0 14 0,0-3 49 16,0-3 10-16,2-1 25 0,0-7-6 15,0 1 0-15,0-4 6 0,0-1-25 16,2 1-6-16,2-3 4 0,0 4-1 16,7-3-19-16,-3 0 20 0,-4 0-14 15,4-3 15-15,3 2 1 0,-1-2-16 16,-2 0-6-16,3 0 6 15,3-5-28-15,-6-1-86 0,3-4-83 0,3-2-75 16,-8 1-126-16,3-1-282 0,-1-7-569 16</inkml:trace>
  <inkml:trace contextRef="#ctx0" brushRef="#br0" timeOffset="131715.89">2495 7957 1320 0,'0'0'1688'16,"0"0"-1199"-16,0 0-252 0,0 0-111 15,0 0-123-15,0 0-3 16,0 0-22-16,0 0 20 0,0 0 2 0,0 0 67 15,23 46 141-15,-9-17-74 16,1 4-69-16,3 3-12 0,-3 2-25 16,1-1-28-16,-3-2-13 0,1 0-11 15,-1-5-38-15,-1-5-29 0,2 0-43 16,-5-5-55-16,3-3-89 0,1-5-154 16,-7 0-234-16,2-6-477 0</inkml:trace>
  <inkml:trace contextRef="#ctx0" brushRef="#br0" timeOffset="132321.51">2514 8176 369 0,'0'0'2512'0,"0"0"-1988"16,0 0-251-16,0 0-71 0,0 0-202 15,0 0-85-15,0 0-25 0,0 0 24 16,0 0 42-16,0 0 31 15,0 52-38-15,2-37-3 0,-2 1 13 16,0-3 41-16,0-4 0 0,0-2 1 16,0-4-1-16,2-3-38 0,-2 0-71 15,0 0-28-15,4-1-30 0,-2-3 65 16,-2-2 98-16,4 0 4 0,0-3 33 16,-2-5 18-16,2 3-9 0,1-3-30 15,1-2 8-15,2 0-17 0,0 0 29 16,1-1 35-16,1 0-19 0,4 2-16 15,-3-1-6-15,3 4-7 0,-1 2-6 16,-3 4 3-16,4 2 16 0,-3 2 6 16,1 2 13-16,3 0 16 0,-9 3 44 15,6 3-26-15,-1 2-25 0,-3 2 6 16,0 0 4-16,-2 2-17 0,0-2-3 16,1 1-3-16,-5-3 10 0,0-1-6 15,-2 1-14-15,0-2-9 16,0-1-9-16,0 0 19 0,0 0-38 0,-2 1-16 15,-7-2-40-15,3 0 22 16,-2-1-1-16,2 0 3 0,-2-3 10 16,-5 0-16-16,3 0 4 0,4 0-1 15,-3-2-21-15,-1-1 18 0,2 2 38 16,6-2 41-16,-2 0-10 0,4 3 1 16,-3-2-26-16,3 2-6 0,0 0-38 15,0-2-6-15,3 0-25 0,-1 0 15 16,2-2 54-16,4 1 51 0,2-2 2 15,3-1-2-15,-3-1-10 16,7-1 2-16,-5-1-14 0,7 1-14 0,-5 0 1 16,3-2-16-16,-5-1-37 15,7 1-94-15,-7 0-90 0,2-1-87 0,1-1-320 16,-9 4-617-16</inkml:trace>
  <inkml:trace contextRef="#ctx0" brushRef="#br0" timeOffset="133551.09">3514 4329 99 0,'0'0'16'0,"0"0"17"16,0 0 19-16,0 0-16 0,0 0-36 16,0 0-59-16,0 0-104 0</inkml:trace>
  <inkml:trace contextRef="#ctx0" brushRef="#br0" timeOffset="133630.09">3514 4329 128 0,'-6'0'124'0,"6"0"-111"16,-2 0-11-16,2 0-1 0,0 0 52 15,0-1-13-15,0 1-40 0,0-1-52 16,0 1-95-16,0-1-15 0</inkml:trace>
  <inkml:trace contextRef="#ctx0" brushRef="#br0" timeOffset="133791.09">3506 4321 57 0,'0'0'309'0,"0"0"-263"15,0 0 9-15,0 0 421 0,0 0-267 16,0 0-209-16,0 0-10 0,0 0-23 16,0 0-38-16,0 0-60 0,0-4-94 15,0 2 95-15,0-2 42 0,0 2 20 16,0 0 49-16,0 0 19 0,0 0 13 15,0 2 10-15,0-1 3 0,0-2-10 16,0 0-16-16,0-1-1 0,0-2-243 16,0 4 34-16</inkml:trace>
  <inkml:trace contextRef="#ctx0" brushRef="#br0" timeOffset="138652.99">3597 4288 11 0,'0'0'156'16,"0"0"-77"-16,0 0 31 16,0 0 301-16,0 0-326 0,0 0-69 15,0 0-4-15,0 0-11 0,0 0 21 16,0 0 17-16,-15 0 13 0,15 0 49 15,-2 0 33-15,2 0 2 0,-4 0 11 16,4 0-27-16,0 0-35 0,0 0-85 16,0 0-30-16,0 0-28 0,0 0 29 15,0 0 29-15,0 0 13 0,0 0 0 16,0 0 13-16,0 0 22 0,0 0 37 16,0 0 29-16,0 0-7 0,0 1-17 15,0-1-2-15,0 0 6 0,0 0-26 16,0 1-33-16,0 1 7 0,4-1 33 15,-2 4 2-15,0-1-38 16,3-1-23-16,-3 3-14 0,0-1 21 0,2 0 6 16,-2-2 13-16,2 2-10 15,-2 1 26-15,2-1 6 0,2 1 3 16,-4 1 7-16,3 3-10 0,-3 0 7 16,2 1-20-16,-2 1-13 15,0 2 4-15,2 1-30 0,0-2-9 0,-2 3 16 16,4-3-3-16,-1 2-13 0,-1 2 19 15,0 0-20-15,-2-1 20 0,2 1 7 16,0-2-10-16,-2-1 0 0,4 0 0 16,-1-1 7-16,-1-1 12 0,-2 0 0 15,2 1 6-15,-2 0 7 0,-2 2-1 16,2-1-12-16,0 3-6 0,2-1-14 16,-4 1 1-16,2 1-3 0,5-1-3 15,-5 0 6-15,-2 4-1 0,2-2-5 16,0 2 3-16,0-2 9 15,-2 1 0-15,2-2-13 0,-2 1 4 0,0-1-3 16,2 0-10-16,-2-1 16 16,2-1-7-16,0 1-10 0,-2 0 0 15,0-1 1-15,0 1-2 0,2 2 1 16,0-1 1-16,-2 0 9 0,0 2 4 16,0-1-14-16,0 1 10 0,0-2-12 15,0 0 22-15,0 1 3 0,0-4 6 16,0 2-12-16,0 1-16 0,0-1 16 15,0 1-7-15,0-2 10 0,0 0-3 16,0 0-4-16,0 1-2 0,-2-3-12 16,2 3 1-16,0-4 13 0,-2 0-14 15,2 0 1-15,0 0 2 0,0-1-1 16,0 1 12-16,0 1-12 0,0-1 13 16,-2-1-13-16,0-1 0 15,2 1 9-15,-2 1 7 0,2-1-16 16,-2 0-2-16,0 2-1 0,2-2 1 15,-4 3 0-15,4 0 1 0,0 1-2 16,0 1 0-16,-2 1 0 0,-3 1 0 16,5-1 0-16,-2 0 0 0,0-1 0 15,0-1 3-15,2 1 13 0,-2-3-14 16,-2 0 1-16,4-1 9 0,0-1-11 16,-2-1 0-16,0-1 1 0,0-2-1 15,0 2 0-15,2-1 1 0,-2-1-1 16,2-1 11-16,-2 0-11 0,0 1 1 15,2-1-2-15,-3 1 1 0,-1-1 2 16,2 0 10-16,0 2-10 0,0-3 9 16,0 2-10-16,-2 0 20 0,4-2-19 15,-2 1 9-15,-2-1 1 0,4 0-1 16,-4-1-11-16,-1 2 1 0,3-1 0 16,-4 1-1-16,4-2 1 15,-2 1 10-15,0 0-9 0,4-1 9 16,-4-1-9-16,2 0 12 0,-2 0 1 15,-1 2 5-15,5-5-5 0,-2 1-14 16,2 1 1-16,-4-3 9 0,4 0-11 16,0 1-1-16,0-1 0 0,0 0-3 15,0 1-12-15,0-1 14 0,0 0-1 16,0 0 2-16,0 0 0 0,0 4 0 16,-2-2-1-16,0-1 1 15,2 2 1-15,-2-2 0 0,0 2 2 16,-2 0 9-16,4 0-10 0,0 0 1 0,-2-2 13 15,2 0-14-15,-2 2 10 16,0-1-10-16,2-2 10 0,-2 1-10 16,2 3 0-16,-3-3 0 0,1 1-2 15,0 1 0-15,0-2-2 0,-2 2-1 16,2 0 1-16,0-1-10 0,0 3 11 16,-2 0 0-16,2-2-13 0,0 1 14 15,-2 2-2-15,1-4 1 0,1 2 1 16,0-2-1-16,0 0 0 0,2 0-3 15,0-1-8-15,0-1-3 0,0 0-1 16,0 0-5-16,0 0-4 0,0 0 10 16,0 0 12-16,0 0-1 15,0 0 2-15,0 0 0 0,0 0-13 0,0 0-41 16,0 0-6-16,0 0 7 0,-2 0 14 16,2 0 7-16,0 0 3 15,0 0-9-15,0 0 5 0,0 0 17 16,0 0 18-16,0 0 3 0,0 0 19 15,0 0 9-15,0 0-3 0,0 0-16 0,0 0-9 16,0 0 16-16,0 0-3 16,0 0-14-16,0 0-2 0,0 0 0 15,0 0-3-15,0 0-13 0,0 0 1 16,0 0-13-16,0 0-1 0,0 0 1 16,0 0 3-16,0 0-3 0,0 0 0 15,0 0-3-15,0 0-6 0,0 0-24 16,0 0-55-16,0 0-73 0,0 0-122 15,0 0-284-15,0 0-197 0,0 0 90 16,0 0-557-16,0 0 1224 0</inkml:trace>
  <inkml:trace contextRef="#ctx0" brushRef="#br0" timeOffset="139675.36">3549 6093 57 0,'0'0'228'15,"0"0"59"-15,0 0 1087 0,0 0-1118 16,0 0-81-16,0 0 9 0,0 0-26 15,0 0-16-15,0 0-11 0,0 0-31 16,-18 10-17-16,18-10-10 16,-2 0-6-16,2 1-16 0,-2 1-3 15,2 1 0-15,-3-2-1 0,3 0-30 16,-2 4-17-16,2 1-54 0,0 2-32 16,0 2 10-16,0-1 38 0,0 2 25 15,0-2 10-15,2 0-16 0,1-3-1 16,-1 0-11-16,0-2-14 15,4 2 6-15,-2-2 20 0,6 1-6 0,-1-1 24 16,-1 0-19-16,4-1 7 0,-1-2-28 16,-5-1 2-16,4 0 14 0,3 0 22 15,-7 0 2-15,-2-4 0 0,2 2 1 16,-4-3 1-16,2 2 12 0,0 0 6 16,-2 1-2-16,-2-3 31 0,0 0 6 15,3-1 1-15,-1 1 2 0,-2-4-3 16,2-2-22-16,-2 2 13 0,0-1-10 15,0 4-10-15,0 0 10 16,0 0 13-16,0 3 19 0,-4-2 18 0,-1 3-6 16,-1-2-25-16,2 3-19 15,-2-2-13-15,0 1-3 0,-1 2-4 16,-1 0 4-16,0 0 3 0,4 0-22 16,-2 0 0-16,1 5-10 0,1-4 10 15,-2 0 0-15,2 4-2 0,4 0-36 16,-2-2-9-16,2 4-51 0,0 1-22 15,0 0 5-15,0 2 58 0,2-1 19 16,2 0 16-16,2-3-7 0,-2-1-12 16,1 0-1-16,-1-2-9 0,-2 0-7 15,6-2-12-15,-4 1 15 0,4-2 10 16,-1 0 4-16,-3-2 5 0,-2 0 33 16,4-2 0-16,-4-2-19 0,2 2 22 15,0 0 36-15,-2-2-4 0,-2 3 13 16,3-2-7-16,-3 1 33 0,0-2 15 15,0-1-9-15,-3 0-26 0,1-3-19 16,-4 1-13-16,2-2 13 0,-2 3 3 16,2 2 10-16,-2 0 5 0,-1 1-15 15,-1 4-3-15,0 1-19 16,6 0 9-16,-2 0-21 0,-3 1 12 16,5 4-13-16,-4 1-45 0,4 0-28 15,0 2-41-15,2-1-7 0,0 5 34 16,0-3 43-16,4 0 2 0,0-2 4 15,0-1 15-15,1-1-12 0,-3-1-10 16,2-1-3-16,-2-3 0 0,2 0-1 16,0 0-5-16,0 0 2 0,2 0 26 15,-1-5 26-15,-3-1 7 0,0 1 38 16,0-2 13-16,0 2 35 0,-2-1 0 16,0 0 13-16,0 2 9 15,0-2-9-15,0 1-20 0,-2 4-16 16,0-1-4-16,0-1 17 0,0 3-10 15,-3 0-34-15,3 0-39 0,2 5-64 16,-4-4-43-16,2 4-20 0,0 2-100 16,2 0-193-16,-4-1-204 0,4-1-453 15</inkml:trace>
  <inkml:trace contextRef="#ctx0" brushRef="#br0" timeOffset="141271.86">2879 6079 280 0,'0'0'13'0,"0"0"-13"16,0 0-29-16,0 0 6 0,0 0 23 15,0 0-1-15,0 0-1 0,0 0 1 16,0 0-19-16,0 0 1 0,25 11 19 15,-23-10 3-15,3 0 95 0,-5-1-36 16,2 1 29-16,4 2-16 0,-4-2-36 16,2 4 62-16,0-3-19 0,-4 3 116 15,2-4 174-15,-2-1-213 0,0 0-52 16,0 1 53-16,0-1 41 0,0 0 26 16,0 0-13-16,0 0-43 0,0 0-58 15,0 0-69-15,0 0-44 0,0 0-29 16,0 0-3-16,0 0 32 15,0 0 13-15,0 0 25 0,0 0 20 0,0 0 13 16,0 0 22-16,0 0 13 16,0 0 9-16,0 0 10 0,0 0-11 15,0 0-18-15,0 0-17 0,0 0-19 16,0 0-22-16,0 0-19 0,0 0-3 16,0 0 12-16,0 0 20 0,0 0-1 15,0 0-16-15,-2-1-5 0,0 1-1 16,-2-1 6-16,2 1 7 0,0 0-13 15,-2 0 0-15,4 0-3 0,-2 0-5 16,2 0-16-16,0 0-1 0,0 0-17 16,0 0-8-16,0 0-7 0,0 0 7 15,0 0 10-15,0 0 15 0,0 0 12 16,0 0 7-16,0 0 12 0,0 0 7 16,0 0-6-16,0 0-7 0,-2 0 3 15,2 0-3-15,0 0-25 0,-3-3-1 16,1 3 1-16,0-2 0 15,0 1 0-15,0 1 19 0,-2-1 12 16,-2-4-3-16,-2 2 3 0,-1-1-31 16,3-2-10-16,-6-2-6 0,-1-1-12 15,1-2 7-15,-3 2 2 0,3-2 6 16,-2 3 12-16,-1-3 0 0,5 0-14 16,-9 2 15-16,9 1 1 0,-3-1 0 15,-1-1 1-15,4 3-2 0,-5-1-12 16,3 0 12-16,3 2 0 0,-3-3-1 15,0 0-30-15,5 2 22 0,-7 0 9 16,4 0 0-16,1-1 2 0,-5-1-2 16,1 1 0-16,3-2 9 15,-4 2-9-15,3-1 0 0,-1 1 3 0,-3 0 16 16,5 1 6-16,-4 1-6 16,1-1-17-16,3 2-2 0,-5-1 0 15,5 0 2-15,-2 1-2 0,-3 1 0 16,5-2-10-16,-5 2 10 0,3 1 0 15,4 0 15-15,-7 1 8 0,5-1-21 16,0 2 8-16,-5-1 8 0,7-1-18 16,0 3-12-16,-5 0 12 0,5-1 13 15,0 1-13-15,-3 0-12 0,1 0-4 16,0 0 4-16,1 0 10 0,-1 0-17 16,0 1 18-16,4 1 0 0,-3 0-1 15,-1-1 0-15,2 1 0 0,1 1 1 16,-1-1-2-16,-2 2 1 0,2-2-10 15,1 3 12-15,-3-1-1 0,-2 0 0 16,1 1-12-16,3 1 1 16,-6 1-10-16,3 0 3 0,-1-1 7 0,-1 2 11 15,5-1 1-15,-2 0 30 16,0-2-29-16,1-1-1 0,5 1 2 16,-2-3-2-16,2 2-12 0,-2-2 10 15,4 0-14-15,-1-2-26 0,3 0-24 16,0 0-75-16,0 0-45 0,0 0-103 15,0 0-188-15,3 0-285 0,-1-5 223 16,6 1-21-16,-6-6-443 0</inkml:trace>
  <inkml:trace contextRef="#ctx0" brushRef="#br0" timeOffset="141717.86">2152 5491 158 0,'0'0'342'15,"0"0"1408"-15,0 0-1372 0,0 0-111 16,0 0-36-16,0 0-17 16,0 0-58-16,0 0-39 0,0 0-19 15,0 0-38-15,-15 25-26 0,9-19-12 16,0 4 10-16,-2 0-7 0,-1 8 3 15,3-1-12-15,-4 4-14 0,-2 1 14 16,1 3 9-16,-3-3 6 16,1 3-15-16,1-3-16 0,-3-1 1 15,5 1-1-15,-2-2 31 0,-1-2-9 0,5-2-22 16,4-2-2-16,0-3 2 0,2 0-1 16,2-4-38-16,0 3-1 15,4 1 8-15,2-1 30 0,4 3-1 16,7 0 2-16,-5-1 1 0,7 3 3 15,-3-4 13-15,3 0 0 0,-2 1-16 16,3-2 3-16,-5-3-2 0,1 2 1 16,-3-2 0-16,1-1-2 0,-1-1 13 15,-3-1-13-15,0 1-47 0,1 1-50 16,-3-2-26-16,4-1-51 0,1 1-67 16,-5-3-226-16,0-1-552 0,2-4-500 0</inkml:trace>
  <inkml:trace contextRef="#ctx0" brushRef="#br0" timeOffset="142205.83">2323 5420 2250 0,'0'0'468'16,"0"0"-79"-16,0 0-23 0,0 0-138 16,0 0-228-16,0 0-85 0,0 0-32 15,0 0 72-15,0 0 45 16,0 0 61-16,29-6-14 0,-10 2-12 15,2-2-16-15,-3 0-6 0,7 0-10 16,0-1-3-16,-2 0-26 0,-1-1-50 16,5 2-32-16,-8 1-22 0,-1-1-62 15,-3 2-45-15,1 3-182 0,-7 0-112 16,-1 1-136-16,-2 0-138 0</inkml:trace>
  <inkml:trace contextRef="#ctx0" brushRef="#br0" timeOffset="142736.76">2528 5264 79 0,'0'0'832'0,"0"0"276"15,0 0-817-15,0 0 16 0,0 0-14 16,0 0-21-16,0 0-68 0,0 0-51 16,0 0-61-16,0 0-92 0,-33-8-10 15,33 11-25-15,0 2 4 0,4 5 31 16,0 7 57-16,5 6 19 0,3 5-20 15,-4 2-21-15,-2-1-13 0,3 1-3 16,1 0-3-16,-4-1-4 0,0 1-8 16,-4-5-2-16,3 0 1 0,-1-4-3 15,-2-1-1-15,-2-5-12 0,2 0 1 16,-2-3 9-16,0-1 1 0,0-1 0 16,0-2 1-16,-4-2 1 15,0 3 0-15,-3-6 0 0,1 2-22 16,-2-1-35-16,-2-4-2 0,-1 2-14 15,1-2-19-15,-2-2-13 0,-1-2 3 16,-3-3-13-16,3 1 55 0,5-4 37 16,-4 1 4-16,3 0-10 0,5 0 27 15,0 2-1-15,4-3-45 0,0 1 0 16,0 0 6-16,2 0 29 0,0-2 13 16,6-1 7-16,3 2 28 0,-1 1-19 15,-4 1 6-15,7 1 1 0,3 3 18 16,-3 1-8-16,5 2 14 0,-3 1 30 15,3 1 0-15,-5 5 18 0,7 1-22 16,-7 3-6-16,3 2 3 0,-5 3-23 16,1-1 1-16,3 3-20 0,-5 0-6 15,2-1-22-15,-1-2-1 0,-5-1-56 16,2-3-60-16,0-1-64 0,-1-5-77 16,-3 1-50-16,0-4-76 0,0-1-121 15,0-1-51-15,-2-4-148 0,-2-8 75 16</inkml:trace>
  <inkml:trace contextRef="#ctx0" brushRef="#br0" timeOffset="142946.2">2687 5430 164 0,'0'0'238'0,"0"0"352"16,0 0 412-16,0 0-639 0,0 0-160 15,0 0 0-15,0 0-55 0,0 0 22 16,0 0-10-16,19 61-4 0,-9-41-45 15,3 3-35-15,-5-3-22 16,0-1-32-16,7-1-22 0,-7-2-1 16,2-4-40-16,1 0-98 0,-1-4-55 15,-2 0-114-15,0-6-297 0,1-1-141 16,-3-3-554-16</inkml:trace>
  <inkml:trace contextRef="#ctx0" brushRef="#br0" timeOffset="143359.24">2900 5132 180 0,'0'0'2412'0,"0"0"-1990"0,0 0-134 16,0 0 1-16,0 0-138 0,0 0-144 15,0 0 8-15,0 56-15 0,6-31 19 16,3 5-16-16,5 6 20 0,-8 2-8 16,7-1 4-16,-1 1-6 0,-6-2-13 15,5 2-2-15,-3-4-24 0,0 1-65 16,-2-4-32-16,-1-3-4 0,1 0-16 16,-2-5-84-16,2-4-145 0,-2-1-284 15,-2-5-502-15</inkml:trace>
  <inkml:trace contextRef="#ctx0" brushRef="#br0" timeOffset="144000.32">2855 5435 213 0,'0'0'1982'0,"0"0"-1401"0,0 0-196 15,0 0-50-15,0 0-95 0,0 0-215 16,0 0-25-16,0 0-129 0,0 0-42 15,0 0 92-15,-7 38 79 0,16-16 29 16,-3 2 6-16,-4-2-10 0,0 0-3 16,-2-4-6-16,0-2 10 15,0-6-10-15,0-4-4 0,0-3-12 16,0-2-6-16,0-1-118 0,0 0-89 0,0-3 5 16,2-2 121-16,0-3 87 15,2-5 35-15,-2-2 33 0,3-4-20 16,1-1-23-16,0-1-10 0,0-1-15 15,-4 1-19-15,7 1-2 0,1 2 21 16,0 2 0-16,-2 1 16 0,5 0 9 16,-3 3 16-16,1 1-40 0,3 1 14 15,-2 2-15-15,-1 4-15 0,5 2 15 16,-7 2 31-16,1 0 17 0,2 4 35 16,-3 4 31-16,-3 2 19 0,2 5-34 15,2-1-33-15,-1 5-28 0,-5-4-16 16,2 3-20-16,2 1 10 0,-4-2-8 15,0-3 11-15,-1 3 1 0,-1-4-3 16,-2-3 2-16,0 0 7 0,0-1-9 16,0-3-12-16,0 0-1 0,0-2-16 15,0-1-12-15,-2-1 25 16,2-1-35-16,-5-1-3 0,1 0 10 0,-4 0-17 16,2 0 4-16,-2 0-29 15,-3-4 0-15,1-1 13 0,2 0 6 16,1-2 16-16,-1 0 22 0,2 1 16 15,2 2 48-15,4 1-48 0,-2 0-4 16,2 2-62-16,0-1-5 0,2-1 33 16,2 0 16-16,2-1 22 0,2-1 41 15,-1 0 4-15,3-1-10 0,4-2 0 16,-5 2-6-16,1-1-18 0,4 1-11 16,-5 0-2-16,-1 4 0 0,4 0-1 15,-3 2-57-15,-3 0-75 0,2 0-130 16,5 3-267-16,-7 1-276 0,-2-1-656 15</inkml:trace>
  <inkml:trace contextRef="#ctx0" brushRef="#br0" timeOffset="144378.98">3159 5328 295 0,'0'0'1804'0,"0"0"-1300"0,0 0-385 0,0 0-99 16,0 0 86-16,0 0 83 15,0 0-42-15,0 0-32 0,0 0-70 0,0 0-16 16,45-8 44-16,-33 8-19 16,-1 2-7-16,1 2-5 0,1 2-23 15,1 2 3-15,-2 1-20 0,3 3-1 16,-9 1 2-16,2 1-3 0,1 1-32 16,-3 1-40-16,-2-1-30 0,-2-3-29 15,0 1-15-15,-2-2-53 0,2-3-94 16,-2 0-124-16,0-3-219 0,-2-1-367 0</inkml:trace>
  <inkml:trace contextRef="#ctx0" brushRef="#br0" timeOffset="144634.17">3177 5192 707 0,'0'0'518'0,"0"0"295"0,0 0-405 0,0 0-102 15,0 0-61-15,0 0-69 16,0 0-68-16,0 0-31 0,0 0-14 16,0 0-21-16,-10-20-36 0,10 27-4 15,4 5-2-15,2 8 146 0,7 8-64 16,-5 7-44-16,-2 2-22 0,0 3-4 16,3-3-12-16,-3-1-2 0,-2-3-1 15,0-2-53-15,2-4-33 16,0-7-44-16,1-2-61 0,1-7-104 0,-2-3-162 15,-2-5-275-15,4-3-333 0</inkml:trace>
  <inkml:trace contextRef="#ctx0" brushRef="#br0" timeOffset="144923.33">3231 5065 259 0,'0'0'2347'0,"0"0"-1864"16,0 0-193-16,0 0-99 0,0 0-84 15,0 0-107-15,0 0-19 0,0 0-13 16,0 0 32-16,0 0 139 0,29 66-50 16,-19-38-42-16,3 2-31 0,-3 1-1 15,0 0-13-15,3 0-2 0,-3-2 0 16,-4-2-12-16,2-1-42 0,1-5-2 15,-1-3-14-15,-2-4-56 16,-4-3-39-16,7-1-106 0,1-6-178 16,-4-1-142-16,-2-3-205 0,0-3-402 0</inkml:trace>
  <inkml:trace contextRef="#ctx0" brushRef="#br0" timeOffset="145128.85">3297 5049 99 0,'0'0'489'0,"0"0"1154"0,0 0-1384 15,0 0-197-15,2 54-4 0,6-34-29 16,1 1-29-16,-1-1-26 0,0 0 3 16,0-6-180-16,1-1-59 0,1-2-57 15,-6-4-185-15,-2-4 16 0,4 0-47 16</inkml:trace>
  <inkml:trace contextRef="#ctx0" brushRef="#br0" timeOffset="145289.78">3367 5029 179 0,'0'0'245'0,"0"0"29"15,0 0 922-15,0 0-645 0,0 0-409 16,0 0-55-16,15 56-55 0,-7-34-32 15,0 0-16-15,-1 1-39 0,3-2-209 16,0 0-154-16,-6-6-220 0,3 5-362 0</inkml:trace>
  <inkml:trace contextRef="#ctx0" brushRef="#br0" timeOffset="145556.29">3419 5241 735 0,'0'0'2161'16,"0"0"-1742"-16,0 0-54 0,0 0-72 16,0 0-215-16,0 0-78 0,0 0-72 15,4 58 38-15,4-31 34 0,-1 0-1 16,-1 0 0-16,4 2-24 0,-4-4-48 15,-2 0-21-15,5-2-20 0,-1-2-38 16,-2-2-109-16,0-5-98 0,-1-3-138 16,1-4-106-16,-4-2-213 15</inkml:trace>
  <inkml:trace contextRef="#ctx0" brushRef="#br0" timeOffset="145736.29">3555 5241 674 0,'0'0'2155'0,"0"0"-1752"0,0 0-56 16,0 0-120-16,0 0-155 0,0 0-71 15,0 0 1-15,0 0 26 0,19 57 7 16,-11-31-17-16,1 1 4 0,-3 4-22 16,-2-2-1-16,4 1-134 0,3-1-89 15,-5-2-192-15,-2-7-557 0,0 2-724 0</inkml:trace>
  <inkml:trace contextRef="#ctx0" brushRef="#br0" timeOffset="167613.25">22079 1192 190 0,'0'0'43'0,"0"0"15"0,0 0 50 16,0 0 374-16,0 0-133 0,0 0-121 16,0 0 71-16,4-48 77 0,-4 42-49 15,0 1-62-15,0 3-50 0,0-1-7 16,0 2-16-16,0 1-33 0,-2 0-48 16,2 0-73-16,-2 0-38 0,2 6 0 15,0 5 23-15,-4 8-1 0,0 25-20 16,-3 32 23-1,-5 30 7-15,2 24 12 0,-1 0 6 0,3-13-2 0,-2-17-8 16,6-17-15-16,-1-8 13 0,3-17-26 16,2-13-12-16,-2-14-11 0,2-5-27 15,0 2 10-15,0-1-38 0,4 0-132 16,-1-5-18-16,1-8-13 16,-2-2-75-16,4-5-125 0,-4-3-121 15,0-4 17-15,0-1-41 0,-2-4-130 16</inkml:trace>
  <inkml:trace contextRef="#ctx0" brushRef="#br0" timeOffset="168116.43">22077 1213 193 0,'0'0'2055'0,"0"0"-1916"15,0 0-62-15,0 0-77 0,0 0 91 16,0 0-91-16,54-43 16 0,-40 35 6 16,9 2 4-16,6 2-26 0,-2 4 23 15,4 0-4-15,-7 11 52 0,1 6 67 16,0 1-16-16,-10 5 39 0,-3 6-40 15,-6 10 6-15,-6 13 0 0,-18 15-54 16,-11 14-29-16,-2-9-25 0,2-17-19 16,6-16-41-16,10-21 19 0,-3 4 22 15,-3 0-2-15,1 1 2 0,-5-2 0 16,9-6 22-16,-5-3-22 0,7-6-25 16,-1-4 22-16,3-2-13 0,4 0 13 15,-1-2 3-15,1-3 28 0,2-1 10 16,2 0-37-16,2 2 2 15,0 0-2-15,0-1 31 0,2 2 16 16,2-1-23-16,4 2-22 0,-1-1 16 16,1 3 0-16,4-1-17 0,5 1 20 15,4 1-3-15,-1 5 3 0,7 5-7 16,2 0 11-16,4 3-7 0,0 0-19 16,2 1-3-16,0 0-88 0,-1-1-73 15,-1 1-55-15,-2-2-55 0,-5-2-230 16,-5-1-516-16,6 1-310 0</inkml:trace>
  <inkml:trace contextRef="#ctx0" brushRef="#br0" timeOffset="170951.12">24735 1438 203 0,'0'0'160'16,"0"0"537"-16,0 0 32 0,0 0-372 15,0 0-56-15,0 0-1 16,0 0-78-16,0 0-81 0,0 0-32 0,0 0-49 16,-18 11-60-16,11-2-51 0,-1 3 51 15,0 5 0-15,-3 2 19 16,-3 0 4-16,0 4 5 0,-3-2-2 16,-2 1 3-16,-1-1-10 0,-1-4-19 15,-2 0-13-15,3-2-2 0,-3-3 14 16,2-5-1-16,3-4-56 0,1-3 11 15,7 0 15-15,-5-6-13 0,7-2-54 16,4-6-20-16,2-4 39 0,2-3 35 16,0-1 9-16,6-5 11 0,2-1-1 15,7 1 10-15,-5-2-2 0,5 4 16 16,1 1-9-16,3 5 11 0,-1 3 0 16,3 5 83-16,-4 2-2 0,3 4 15 15,-1 5-35-15,1 0 42 0,3 4 31 16,-4 4-32-16,4 5-26 0,-5 3 16 15,1 3 7-15,-1 5-8 16,-7 1 7-16,-1 4-41 0,-2 0-23 16,-1 1-12-16,-3 1-22 0,-2-3-38 15,-2-1-110-15,2-5-68 0,2-3-125 16,4-4-169-16,-2-7-280 0,13-6-714 0</inkml:trace>
  <inkml:trace contextRef="#ctx0" brushRef="#br0" timeOffset="171461.12">25085 1142 373 0,'0'0'1542'0,"0"0"-1273"0,0 0-55 16,0 0-172-16,0 0-4 0,0 0-38 15,0 0 81-15,0 0 58 16,53-48-33-16,-18 36-51 0,11-5 22 16,18 3-32-16,12 1-7 0,9 9 17 0,-15 4 2 15,-12 6-9-15,-18 5 6 16,-20-1 14-16,7 5 8 0,-2 3-35 15,2 3 42-15,-6 8 91 0,-19 8 62 16,-15 11-81-16,-20 15-90 0,-12 12-36 16,-17 4-8-16,10-12-21 0,13-17-2 15,12-17-44-15,10-13-59 0,7-6 11 16,-7 6-41-16,9-1-67 0,-6 0-192 16,5-2-297-16,9-2-642 0</inkml:trace>
  <inkml:trace contextRef="#ctx0" brushRef="#br0" timeOffset="171899.29">25661 1436 1449 0,'0'0'821'16,"0"0"-494"-16,0 0-327 0,0 0 0 15,0 0 51-15,0 0-15 0,52-23-33 16,-23 18 29-16,2-1 7 0,4 0 6 16,0 2-43-16,4 0 33 0,-1 1-18 15,-3 1 8-15,-2 1-23 0,-8-1-2 16,-3 2 3-16,-9 0-2 0,-5 0 10 16,-8 2 217-16,0 0 119 0,0 2-324 15,-8-2-4-15,2 0-17 0,-1 0 1 16,1 0 12-16,-2-2-15 0,2 0-22 15,0 0-26-15,3-2 13 16,-5-2 22-16,0 2 13 0,0-2 22 16,4 2 90-16,1-1 8 0,-1 3-16 15,2 0-54-15,0 1-50 0,0 7-116 16,2 6 46-16,0 5 70 0,0 4 29 16,0 4-29-16,0 4-19 0,2 3 17 15,4-3 2-15,-4-2 0 0,1-4-16 16,-1 2-79-16,0-5-13 0,-2-3-26 15,4-1-61-15,-4-4-126 0,2-5-160 16,0 0-311-16,4-9-264 0</inkml:trace>
  <inkml:trace contextRef="#ctx0" brushRef="#br0" timeOffset="172070.27">25967 1491 2172 0,'0'0'598'0,"0"0"-98"0,0 0-113 16,0 0-138-16,-58-1-120 15,42 10-60-15,-3 4-69 0,-2 3-27 16,7 4-14-16,-7 2 12 0,9 2-14 16,-3-2-99-16,5 0-82 0,6-2-135 15,4-5-187-15,0-5-259 0,23-1-319 0</inkml:trace>
  <inkml:trace contextRef="#ctx0" brushRef="#br0" timeOffset="172357.58">26496 1554 2772 0,'0'0'548'0,"0"0"-263"16,0 0-149-16,0 0-136 16,0 0-98-16,0 0 98 0,0 0 29 15,0 0-13-15,85-26-15 0,-35 17-1 16,12-4-36-16,14 1-88 0,-1 1-25 16,-1 5-93-16,-4 4-147 0,-24 2-577 15,-9 0 211-15</inkml:trace>
  <inkml:trace contextRef="#ctx0" brushRef="#br0" timeOffset="172884.28">27241 1163 2564 0,'0'0'745'0,"0"0"-437"16,0 0-169-16,0 0-139 0,0 0 0 16,0 0 25-16,0 0 10 0,93-44-23 15,-25 33 7-15,10 5-16 0,-1 6 7 16,-17 1-10-16,-19 9-1 0,-14 2-1 15,-2 2-14-15,4 3 15 16,-5 6 1-16,-13 0 28 0,-11 7 38 16,-8 1-22-16,-17 5-38 0,-17 7-6 15,-1-3-28-15,-2-8 3 0,5-8-19 16,5-7-9-16,0 3-20 0,-2-1 13 16,4-4 19-16,0-3 6 0,6-3-3 15,8-2 38-15,3-4 11 0,7-1 74 16,3-2-53-16,4 0-32 0,2 0-117 15,4 0 117-15,4 0 127 0,-1 0-17 16,7 2-32-16,3-1-34 0,-1 5-12 16,3 1-4-16,8 1-3 0,-5 2-5 15,1 3-8-15,4 3-10 0,0 0-2 16,-4 1-13-16,-1 0 13 0,-1-1 0 16,2 0-98-16,-7 0-25 0,7-3-107 15,-6 0-50-15,3-2-164 0,1-3-176 16,-7-4-185-16,17-4-347 0</inkml:trace>
  <inkml:trace contextRef="#ctx0" brushRef="#br0" timeOffset="173085.97">27873 1487 1574 0,'0'0'1418'0,"0"0"-945"16,0 0-106-16,0 0-90 0,0 0-228 15,0 0-49-15,0 0-141 0,0 0 84 16,0 0 39-16,-23 52-4 0,23-27-82 15,0 0-73-15,0 0-108 0,2-4-45 16,5-4 51-16,-3-2 2 0,0-6 2 16,2-2-17-16,4-2 48 0,-1-5 42 15,-1 0 118-15,0-9-115 16,7-3-32-16,-5-3-82 0,-4 4-150 16</inkml:trace>
  <inkml:trace contextRef="#ctx0" brushRef="#br0" timeOffset="173324.43">27985 1528 741 0,'0'0'791'0,"0"0"-99"15,0 0-175-15,0 0-203 0,0 0-96 16,0 0-142-16,0 0-50 0,0 0-23 16,0 0-3-16,0 0-60 0,-19 55-20 15,19-42-35-15,0-3-87 0,4 0-85 16,0-5-65-16,7 3 15 0,-3-5 51 16,2 1 202-16,3-3 64 0,-3-1 2 15,0 0 17-15,3 0 2 0,-3-2 105 16,-4-1 21-16,0 2-27 0,-3 1-18 15,3 0 196-15,-6 0 220 0,0 2 44 16,-9 4-202-16,3 1-280 0,-2 5-48 16,-6-1-12-16,3 2-10 15,3 1-34-15,-2 0-39 0,3-1-152 16,3-3-265-16,2 1-485 0,2-4-273 0</inkml:trace>
  <inkml:trace contextRef="#ctx0" brushRef="#br0" timeOffset="173638.06">28561 880 1528 0,'0'0'1588'0,"0"0"-1247"16,0 0 11-16,0 0 18 0,0 0-251 16,0 0-119-16,0 0-7 0,-31 53 7 15,21 13 35-15,-6 23-32 0,-1 18 0 16,-2 12-1-16,7-9-1 16,2-10 0-16,-1-18-1 0,5-27-34 15,6-14-63-15,0-14-34 0,0-7-14 16,0-4-44-16,0 2-102 0,2 1-137 15,2-2-142-15,0 0-110 0,3-7-315 16</inkml:trace>
  <inkml:trace contextRef="#ctx0" brushRef="#br0" timeOffset="173830.02">28456 1551 1229 0,'0'0'540'0,"0"0"43"0,-10-53 55 15,8 47-111-15,-3 1-123 0,3 0-63 16,2 0-216-16,0 3-125 15,0 2-125-15,9 0 32 0,1 6 77 16,0 1 4-16,11 3-105 0,2 0-30 16,4 3-30-16,4 0-13 0,4-2 12 15,0 0-80-15,6-5-80 0,-1-4-165 16,-12-1-140-16,24-4-451 0</inkml:trace>
  <inkml:trace contextRef="#ctx0" brushRef="#br0" timeOffset="174022.66">29000 1288 818 0,'0'0'726'0,"-11"-50"-170"16,7 41 48-16,0-1-164 0,-2 2 44 16,-2-1 35-16,3 5-196 0,3 4-230 15,-4 9-93-15,0 17-87 0,-9 21 50 16,5 1 35-16,-2 0-10 16,1-9-32-16,7-9-39 0,0 7-26 0,-2 2-10 15,2 5-20-15,0-5-62 0,4-6-75 16,0-3-36-16,0-8-35 15,6-2-43-15,-2-8-141 0,2-4-81 16,-2-4-85-16,9-8 132 0</inkml:trace>
  <inkml:trace contextRef="#ctx0" brushRef="#br0" timeOffset="174550.02">28973 1513 89 0,'0'0'593'0,"4"-50"-6"16,0 40 66-16,-2-2-167 0,0-1-131 15,4 0-130-15,-2-3-84 0,3 5-87 16,5 0-54-16,-2 3-41 0,1 2 3 15,5-2 36-15,-1 4-30 0,3-1-73 16,-3 1-66-16,6 1-28 0,-3 1-53 16,-3-1-30-16,-3 1-30 0,2 2 75 15,-3 0 100-15,-7-2 46 0,0 2 71 16,4 0-35-16,-6-1-13 0,3 0 68 16,-3-1 45-16,0-1 27 0,-2-3 104 15,0 3 68-15,2-3 119 16,-2 3 74-16,0 2 85 0,0-1-104 15,0 2-120-15,0 0-100 0,0 5-147 0,-2 2-51 16,2 5-66-16,-2 4 64 16,-5 8-1-16,3 4 0 0,-2 2 3 15,0 7-28-15,0-2-7 0,2 2 17 16,-5-1 18-16,1-4 0 0,4-3 22 16,0-1-4-16,-2-4 17 0,1-3 0 15,1-3-1-15,0-4-6 0,-2-3-12 16,6-2-3-16,-2-6-1 0,2-1-9 15,-2-2 36-15,2 0 45 0,-2-3-84 16,0-6-110-16,-5-5-69 16,1-4 37-16,-4-3 28 0,2-5-41 0,-1 1-20 15,-1-3 60-15,-2 3 115 16,1 4 6-16,3 7 77 0,0 0 99 16,4 6-27-16,0 4-50 0,4 1-105 15,0 1-171-15,0 1 2 0,6 1 169 16,4-1 67-16,2-1-22 0,5 1-14 15,2-4-27-15,5 2 21 0,1-1-9 16,0-2-16-16,6 3-127 0,-2 0-80 16,-4 3-239-16,-3 0-543 0,-3 5-584 15</inkml:trace>
  <inkml:trace contextRef="#ctx0" brushRef="#br0" timeOffset="180720.91">23418 2344 112 0,'0'0'2398'0,"0"0"-2012"0,0 0-133 16,0 0 12-16,0 0-71 0,0 0-68 15,0 0 6-15,-33 17-47 0,17-2-85 16,1 7-21-16,-7 10 21 0,-9 14 32 15,-9 11 15-15,-9 13-15 0,-5 2 19 16,11-14-17-16,9-13-33 16,12-14-1-16,1-7-3 0,5 0-37 15,-7 3-52-15,2-4-18 0,7-7-44 16,7-6-68-16,5-5-96 0,2-5-315 16,7-5-434-16,5-9 634 0,2 2-121 15</inkml:trace>
  <inkml:trace contextRef="#ctx0" brushRef="#br0" timeOffset="180885.45">23112 2739 20 0,'0'0'163'0,"0"0"1129"0,0 0-319 16,0 0-371-16,0 0-143 0,0 0-152 16,0 0-147-16,0 0-160 0,0 0-28 15,0 0-38-15,15 13 66 0,-11 11 13 16,0 9 81-16,-2 6-51 0,4 7-17 16,-1-2-25-16,-5 0 0 0,6-1-1 15,-4-6-36-15,-2-3-70 0,4-3-55 16,0-5-73-16,2-1-135 15,5-7-219-15,-5-5-183 0,2-3-536 0</inkml:trace>
  <inkml:trace contextRef="#ctx0" brushRef="#br0" timeOffset="181310.1">23396 2465 1775 0,'0'0'432'0,"0"0"-254"0,0 0-178 16,0 0-120-16,0 0 120 0,0 0 154 16,0 0-9-16,0 0-51 0,0 0-36 15,0 0 6-15,27 11-2 16,-25-10 8-16,0-1-6 0,-2 0 7 0,0 1 28 15,0-1 32-15,0 0 6 16,0 0-19-16,0 0-27 0,0 0-12 16,0 0-12-16,0 0-67 0,0 0-7 15,0 0-75-15,0 0-13 0,0 0 7 16,0 0 8-16,0 0-12 0,0 0 6 16,0 0 0-16,0 0-23 0,0 0-77 15,2-2-127-15,-2-3 3 0,4-1-34 16,-2 1-95-16,2 2 32 0,0 0 52 15,-2 0 159-15,-2 1 141 0,2 2 42 16,2-1 13-16,-4 1 33 0,0 0 136 16,0 0 20-16,3 0-147 0,-3-3-42 15,2 2-231-15,0-8-261 0</inkml:trace>
  <inkml:trace contextRef="#ctx0" brushRef="#br0" timeOffset="181553.79">23557 2324 616 0,'0'0'492'15,"0"0"1065"-15,0 0-1149 0,0 0-26 16,0 0-53-16,0 0-170 0,0 0-159 16,-46 68 0-16,32-33 22 0,2 7 37 15,-7 2-1-15,4 0-27 0,-5 1-6 16,1-2-10-16,1 0-14 0,-3-2-1 15,4-1-1-15,-1-6-45 0,3-5-59 16,3-4-30-16,2-6-57 0,5-5-78 16,3-6-196-16,2-5-289 0,0-2-436 15</inkml:trace>
  <inkml:trace contextRef="#ctx0" brushRef="#br0" timeOffset="181924">23375 2707 128 0,'0'0'199'0,"0"0"1531"15,0 0-1125-15,0 0-341 0,0 0-72 16,0 0-38-16,0 0-71 0,64-56-33 16,-41 45-21-16,4 2-10 0,2 1-6 15,-3 4-11-15,6 0-1 0,-4 2 0 16,-1 2 0-16,2 0-1 16,-4 0 0-16,-6 2-70 0,-1 2-60 0,-7-3-33 15,-3 2-26-15,-6 0-69 16,0-2 103-16,-2 1 155 0,0-2 146 0,-4 0-146 15,-4 0-81-15,1 0 0 0,-1-3 33 16,-2-2 25-16,-1 1 22 16,3-1-60-16,-2-1 41 0,0 1 7 15,1 0 13-15,-1 3 62 0,-2 2 106 16,1 0 64-16,1 9 41 0,-3 7-40 16,3 3-141-16,-4 9-25 0,1 4 12 15,5 5 10-15,0 4 0 0,-3 0-14 16,5 1-31-16,2-1-33 0,4-3-11 15,0 1-13-15,0-4-15 0,0-3-41 16,4-2-42-16,0-5-16 0,0-1-48 16,1-8-141-16,1-3-287 0,-4-4-188 15,-2-5-498-15</inkml:trace>
  <inkml:trace contextRef="#ctx0" brushRef="#br0" timeOffset="182109.27">23555 2882 841 0,'0'0'1950'0,"0"0"-1456"16,0 0-494-16,0 0-151 0,0 0 87 15,0 0 23-15,52-28 25 0,-34 20-32 16,1 3-148-16,1-2-82 0,5 2-3 16,-8 2 141-16,-1 1-70 0,-3 2-210 15,-5 0-397-15</inkml:trace>
  <inkml:trace contextRef="#ctx0" brushRef="#br0" timeOffset="182273.36">23522 3017 122 0,'0'0'2447'0,"0"0"-2218"0,0 0-139 0,0 0-90 16,0 0 163-16,0 0-32 0,0 0-64 15,56-4-31-15,-38-2-33 16,5 1-3-16,-2-1-138 0,1 1-60 0,5-1 37 15,2 0-148-15,-2 0-242 0,-6 3-148 16,10 0-446-16</inkml:trace>
  <inkml:trace contextRef="#ctx0" brushRef="#br0" timeOffset="182544.24">23927 2830 666 0,'0'0'2923'0,"0"0"-2923"0,0 0-131 15,0 0 131-15,0 0 64 0,60 2-35 16,-44-2 12-16,5 0-16 0,-2 0-9 16,-1 6-14-16,1 1 14 0,-9 0 12 15,1 1 7-15,-5 5 12 0,-6 2 13 16,0 2 28-16,-6 4 31 0,-9 3-43 15,-1-1-69-15,-3 2-7 0,-4-4-80 16,3-2-29-16,3-5-45 0,0-4-65 16,7-5-195-16,4-3-605 0,0-9-948 0</inkml:trace>
  <inkml:trace contextRef="#ctx0" brushRef="#br0" timeOffset="182955.35">24262 2582 304 0,'0'0'2827'16,"0"0"-2518"-16,0 0-185 0,0 0-124 15,0 0 152-15,74-15-54 0,-45 6-42 16,4-3-37-16,0 4-19 0,2-3-25 16,-4 7 3-16,-4 1-3 0,-2 2 23 15,-10 1-14-15,-7 1-6 0,-4 6 22 16,-4 7 22-16,-12 10 129 0,-1 5-126 16,-7 8-25-16,-1 2-34 0,-2 1-26 15,5-2 22-15,3-6 38 0,5-4 13 16,-1-7 15-16,9-4 41 0,2-3 0 15,0-1-8-15,4-2 4 16,7-1-6-16,-5-2 7 0,4 0-47 0,5-1-19 16,-5-3-24-16,3 1-73 15,5 0-70-15,-1-5-24 0,5 0-71 16,5 0-117-16,4-4-6 0,-10 0-745 16,12-4-466-16</inkml:trace>
  <inkml:trace contextRef="#ctx0" brushRef="#br0" timeOffset="183452.89">24952 2412 1300 0,'0'0'1320'0,"0"0"-1320"0,0 0 0 15,0 0 132-15,79-11 10 0,-44 2-81 16,4 3-46-16,3-3-15 0,-1 2-93 15,0 0-68-15,-6-1-87 0,-2 3 8 16,-10 1-13-16,-6 3-65 0,-7 0-7 16,-10 1 325-16,0 0 23 0,-4 0 12 15,-9 0 1-15,3 1 6 0,0-1 66 16,-5 0-30-16,3 0-39 0,2-1 91 16,-1 1 45-16,3-2 52 15,2 2 87-15,2 0 88 0,0 7-60 16,-5 7-103-16,5 15-191 0,-6 20 34 15,-1 17 19-15,-3 10-10 0,6 3-34 16,4-12-57-16,2-4-1 0,-1-11 1 16,1-13-1-16,2-9 1 0,0-2-2 15,0 1-99-15,7 3-85 0,-3-2-62 16,6-5-238-16,0-9-322 0,1-9-867 0</inkml:trace>
  <inkml:trace contextRef="#ctx0" brushRef="#br0" timeOffset="183831.36">25430 2689 1570 0,'0'0'1700'0,"0"0"-1262"15,0 0-205-15,0 0 2 0,0 0-51 16,0 0-172-16,0 0-12 16,0 0-99-16,0 0 8 0,-52 57 51 15,27-27 21-15,0-1-9 0,-4 1 6 16,-4-2 7-16,4-6 11 0,-4-4 0 0,2-6-8 15,2-6-38-15,3-6-35 16,3 0 0-16,8-8-3 0,1-7-36 16,4-1-44-16,3-3 44 0,7 0 70 15,0-6 53-15,2 4 1 16,5-1 70-16,3-2 38 0,2 1 16 0,3 4-7 16,3-2-19-16,-1 3-45 0,2 4-8 15,3 1-23-15,-1 2-10 16,4 5 10-16,2 4-20 0,0 2-2 0,-1 0 2 15,1 7-3-15,-2 6 1 16,4 2-1-16,-8 4 1 0,-3 4 22 16,1 1-3-16,-9 5-16 0,-6 1-3 15,-2 2 0-15,-2 0-119 0,-2 2-74 16,-2-4-98-16,2-2-234 0,0-7-186 16,2-2-472-16</inkml:trace>
  <inkml:trace contextRef="#ctx0" brushRef="#br0" timeOffset="184169.39">25878 2339 63 0,'0'0'2673'16,"0"0"-2233"-16,0 0-150 0,0 0 7 16,0 0-171-16,0 0-116 0,0 0 2 15,-10 60 45-15,2-2 31 0,-1 19-28 16,3 8-48-16,2-6-12 0,0-7-15 15,2-10-1-15,2-12 13 0,0-13-92 16,0-10-90-16,0-6-65 0,4 0-109 16,0-5-271-16,-2 0-573 0</inkml:trace>
  <inkml:trace contextRef="#ctx0" brushRef="#br0" timeOffset="184401.25">25973 2563 1449 0,'0'0'1555'0,"0"0"-1309"16,0 0-7-16,0 0 2 15,52-33-140-15,-29 32-91 0,4 1-10 16,-3 0-3-16,5 5-19 0,0 1 0 16,2 4-7-16,2-2-62 0,-6 3-32 15,-2-3 5-15,-2 2-9 0,-7-3-46 16,-7 1-86-16,1-3-160 0,-8 0-152 15,-2-3-245-15</inkml:trace>
  <inkml:trace contextRef="#ctx0" brushRef="#br0" timeOffset="184591.96">26180 2355 96 0,'0'0'1800'16,"0"0"-669"-16,0 0-755 0,0 0-40 15,0 0-169-15,-25 66-101 0,19-13 20 16,0 13 10-16,4 9-2 0,-4-3-75 16,1-5 2-16,-3-10-18 0,4-9-3 15,-2-9-37-15,2-11-28 0,4-2-23 16,-4 1-38-16,-1 0-31 0,5-1-93 16,0-4-205-16,0-9-340 0,7-10-578 0</inkml:trace>
  <inkml:trace contextRef="#ctx0" brushRef="#br0" timeOffset="184793.96">26374 2289 620 0,'0'0'2309'0,"0"0"-1769"0,0 0-214 15,0 0-172-15,0 0-154 0,0 0-25 16,-6 88 25-16,0-24 37 0,-4 4-37 15,3-10-19-15,1-15-151 0,4-16-67 16,0-1-174-16,-2-2-297 0,4-3-360 16,-8 2-237-16</inkml:trace>
  <inkml:trace contextRef="#ctx0" brushRef="#br0" timeOffset="184975.78">26540 2337 814 0,'0'0'1600'0,"0"0"-1049"16,0 0-114-16,0 0-135 0,0 0-164 16,0 0-138-16,0 0-44 15,-13 77 16-15,-3-15 12 0,3 3-16 16,-1 0-88-16,6-15-96 0,6-15-177 16,2-7-261-16,0-6 321 0,0-5 66 15,10 8-445-15</inkml:trace>
  <inkml:trace contextRef="#ctx0" brushRef="#br0" timeOffset="185589.71">26844 2274 3019 0,'0'0'770'16,"0"0"-465"-16,0 0-280 0,0 0-6 16,0 0-19-16,0 0 81 0,0 0-6 15,72-7-32-15,-49 7-31 0,6 0-12 16,-2 4 13-16,-7 4-11 0,3 1-2 16,-7-1-28-16,-3 3-9 0,-11 2-35 15,-2 2 0-15,-10 5 35 0,-9 6-70 16,-4 0-69-16,3 0-17 0,-5 0 9 15,4-5-26-15,7-3-71 0,1-3-21 16,3-4-12-16,4-5 113 0,4 2 137 16,0-5 64-16,2 0 207 0,0 3 74 15,0-2 6-15,0 2-47 0,0 3-10 16,0 1-20-16,4 5-58 0,2 0-42 16,2 2-56-16,3 3-32 15,-3 3-10-15,6 2-12 0,-1-2 1 16,-1 2 3-16,3 3-2 0,-5 0 13 15,0-2-12-15,1-1 9 0,-5-1 1 16,-2-1-12-16,-2-2 14 0,-2-1 4 16,0-5 9-16,-6-2 13 0,-5-1 7 15,-3-1 21-15,4-4-23 0,-9-1 1 16,0-3-47-16,-3-3 0 0,1 0-33 16,0-2 8-16,-4-4-3 0,5-2 6 15,3-2-9-15,-1-1-22 0,3-4-27 16,-1 3 24-16,3-3 25 0,5 0 12 15,-4 1 19-15,7 4 78 0,1 0 27 16,2 3 41-16,2 1 4 0,0 0-33 16,0 1-73-16,9-3-44 0,3-4-13 15,2-1-11-15,9-3-14 0,2 0-27 16,0-1-103-16,2 1-70 16,4 1-115-16,-7 5-268 0,3 1-962 0</inkml:trace>
  <inkml:trace contextRef="#ctx0" brushRef="#br0" timeOffset="186315.69">27606 2901 2207 0,'0'0'1330'0,"0"0"-1068"0,0 0-262 16,0 0-183-16,0 0-128 16,0 0 145-16,0 0-200 0,0 0-612 15,64-5-817-15</inkml:trace>
  <inkml:trace contextRef="#ctx0" brushRef="#br0" timeOffset="193054.68">22672 1192 1141 0,'0'0'579'0,"0"0"-222"15,0 0-23-15,0 0 36 16,0 0-77-16,0 0-82 0,0 0-71 15,0 0-140-15,-39 8-61 0,39-7-79 16,2-1 140-16,4 0 45 0,5 1 37 16,1-1-15-16,0 2-13 0,5 0-6 15,4-1-16-15,-1-1-17 0,5 0 11 16,0 0-24-16,2-3 11 0,2 0-12 16,2-3-1-16,2 1 1 0,-2-2-1 15,0 1 1-15,0 0-2 16,-2-1-9-16,-7 1-25 0,-3 4-104 15,2-2 5-15,-11 1 0 0,0 0-33 16,-3 3-13-16,-5-1-42 0,2 0 74 16,-4 1 132-16,0-2-201 0,-6 0-361 15,3 1-57-15,-15-2-167 0</inkml:trace>
  <inkml:trace contextRef="#ctx0" brushRef="#br0" timeOffset="193283.34">22860 1183 70 0,'0'0'335'0,"0"0"688"15,0 0-665-15,0 0 25 0,0 0-27 16,-56 33-47-16,50-28-84 0,2 0-69 16,2 0-105-16,2 1-51 0,0 3-9 15,0 8 9-15,0 3 32 0,2 14 6 16,2 19 3-16,-2 22 10 16,0 20-13-16,-2 14-6 0,0-7-16 15,0-15 7-15,-4-15-23 0,0-15-2 16,2-10-1-16,-4-9-38 0,4-8-51 15,-2-3-36-15,-3 4-89 0,3 3-34 16,0-2-68-16,-2-3-86 0,4-10-241 16,-8-2-149-16</inkml:trace>
  <inkml:trace contextRef="#ctx0" brushRef="#br0" timeOffset="193527.34">22687 1715 829 0,'0'0'2193'0,"0"0"-1762"0,0 0-127 15,0 0-304-15,0 0-38 0,0 0-120 16,0 0 139-16,0 0 19 16,0 0 13-16,64-42-13 0,-37 29-1 0,6-2 0 15,4 0-85-15,4 1-28 16,3 5 8-16,5-4-118 0,1 4-100 15,-1 0-109-15,1 2-161 0,-19 1-122 16</inkml:trace>
  <inkml:trace contextRef="#ctx0" brushRef="#br0" timeOffset="194204.97">23338 1957 220 0,'0'0'1557'0,"0"0"-1009"15,0 0-234-15,0 0-73 0,0 0-61 16,0 0-78-16,0 0-48 0,0 0-18 16,-35-55-24-16,28 31-12 0,-1-4-6 15,-2-6 6-15,0-4 48 0,1-6-7 16,-1-9 10-16,2-12-19 0,1-12-32 15,3-11 0-15,4 0-28 0,2 5 12 16,2 19 4-16,3 19-4 0,-3 16-6 16,-2 8-4-16,4 3 15 0,-4 3 11 15,0 4 23-15,0-3-20 16,0 0 26-16,3 0 2 0,-3 0 33 16,2 6 12-16,-2 2-6 0,-2 2-16 15,2 4-16-15,-2 0-24 0,0 0-14 16,0 0-15-16,2 0-20 0,-2 0-29 15,2 0 14-15,2 0 50 0,0 2 19 16,0 0-3-16,1-1-1 0,3 0 4 16,4 3 0-16,-4-3-3 0,7 0-15 15,1 3 2-15,3 0 16 0,2 0-3 16,6 1-13-16,2-1 29 0,-3 0-16 16,7 2-16-16,-2 0 12 0,3 0-8 15,-5 1-1-15,-3 1 19 0,-3-1-6 16,-4 1-1-16,-5 6 17 0,-12 3 75 15,-2 4-17-15,-12 3-57 0,-9 7-21 16,-8 3-10-16,-4 1 14 16,-4 2-4-16,0 0-12 0,-5-4-16 15,7-3-54-15,0-7-37 0,6-2-78 16,6-5-167-16,7-8-359 0,-7-6-1013 16</inkml:trace>
  <inkml:trace contextRef="#ctx0" brushRef="#br0" timeOffset="209408.55">22098 17275 49 0,'0'0'111'0,"0"0"-88"16,70 6-23-16,-41-3 58 0,-4 1 50 16,1 0 384-16,-3 0-368 0,2 0-102 15,-6 1-22-15,3-1-4 0,1 2-12 16,-4 0-78-16,1 0-30 0,1 0-16 15,-4-1-14-15,1 2-51 0,-5-2-45 16</inkml:trace>
  <inkml:trace contextRef="#ctx0" brushRef="#br0" timeOffset="211612.98">23751 17384 47 0,'0'0'19'0,"0"0"30"16,-58 11-36-16,31-5-10 0,1-1 43 16,-1 1 0-16,0-1 26 0,-2-2 472 15,0 0-244-15,0-1-213 0,-2 0-74 16,2 0-11-16,-2-1 11 0,-2 0 9 15,0 1-22-15,-2 0-1 0,0 0-12 16,-3 0-16-16,1 1 3 0,-4-2 13 16,-3 3 13-16,-7 0 11 0,-9 3-8 15,-10 1 17-15,-3 0 12 16,-1 1-32-16,6 0 0 0,4-2-1 0,-5 2-38 16,1-1-20-16,0-2 10 0,-4-1-3 15,1-1-13-15,-3 2 29 0,-3-1-14 16,-1 0 48-16,1 0-29 15,-7-2 29-15,1 1 1 0,-4-1-29 16,0 0 4-16,-4-2 26 0,0 0 46 16,-2 0-14-16,0-1 53 0,0 0-4 15,-2 3 17-15,-2-2-26 0,0 1 9 16,0 3-29-16,-3-1-13 0,-3 1 39 16,4 1-46-16,0 1-31 0,-3 0 108 15,1-1-57-15,-2 3 23 0,-3-1-7 16,1 0 53-16,-3 1-18 15,1-1-5-15,1-2-1 0,1-1-58 0,6-1-39 16,-5-2-13-16,7-2 13 0,0 0 0 16,2-6-16-16,2 1-10 0,-4-3-23 15,6-4 17-15,-2 4 20 16,0-5 12-16,-2 1 2 0,0-3 14 16,4-2 23-16,0-1-13 0,0-2 10 0,2-1-20 15,6 0-3-15,-3-2 13 16,1-2-26-16,-2 2-4 0,0-4-25 15,6 2 29-15,-3-1-16 0,5-3-20 16,-1 0 36-16,3-5 39 0,3 2-10 16,1-2 36-16,3-2 39 0,0 0 2 15,-1-1 10-15,12-1-6 0,-3-1-46 16,4-3-12-16,6 5-17 0,17 5-13 16,2 3-22-16,6-2-13 0,-10-4 10 15,2-9-29-15,-11-13 3 0,-1-9 4 16,-1-7 21-16,7-2 4 0,8 4 0 15,4 6 4-15,8 5 12 0,6 2-16 16,-1-1-33-16,6-2 11 16,-1 3 22-16,3-3-1 0,4 0 0 15,4-1-1-15,0-1-2 0,8 2 1 16,2-3-29-16,3-3 19 0,3-1-6 16,1 1-7-16,6-2-16 0,1 1-29 15,-3 1-3-15,6-4 19 0,2 2 10 16,4-2 19-16,-2 4 7 0,4-1 19 15,4 2-4-15,3-2 2 0,3 1 2 16,-1 2-1-16,5 2-1 0,1 4-1 16,6-2 3-16,-7 2 14 0,11 1 8 15,2-1 20-15,0 2-9 0,4 1 5 16,1 1-2-16,7 1 12 0,3 2-12 16,3-2-23-16,7 4 0 0,2 2-13 15,6-1-20-15,2 3 4 0,2 2 3 16,5 1 12-16,-1 4-18 0,4-1 0 15,3 3 19-15,0 3 2 0,5 1 1 16,-1 3-3-16,0 3-16 16,2 2 16-16,1 4 12 0,3-1 7 15,2 2 0-15,6 4 27 0,-2 0-24 16,3 3-22-16,5 4 13 0,0-3-11 16,5 3 11-16,1 4-12 0,1 1-1 15,-3 2 13-15,5 2-13 0,0 0-1 16,-3 0 0-16,5 4-12 0,-4 1 0 15,1 2 13-15,1-1 2 0,-1 4-2 16,3 1-2-16,-4 0-1 0,-1 3-10 16,1 3 13-16,-5 1-1 0,1-1 1 15,-1 8 2-15,-4-3-1 0,-5 8 12 16,-3 1-13-16,-5 0-3 0,-1 4 2 16,0 0 1-16,-2 1 19 0,0 2-18 15,-3 0 2-15,1 2 20 0,0 1-4 16,-1-3-18-16,1 5 22 0,-2-2-21 15,-1 1 17-15,-1 3-17 16,-3-3 10-16,-1 2-12 0,-5 0 0 16,0 2-1-16,-1 0-18 0,-3 4 15 15,-8-1-12-15,-1 1 16 0,-1 1 1 16,-10-1 2-16,-1 2-2 0,-3 2 0 16,-5 0 12-16,-2 4-12 0,-6-2-1 15,-6-1 2-15,-1 2 0 0,-7 0-2 16,-3 0-23-16,-1 0-18 0,-5 0-1 15,-4 1 13-15,-2 0-7 0,-6 0 10 16,-3-2 14-16,-1 0 10 0,-8-1-10 16,-3 1-5-16,0 2 17 0,-10-2 0 15,0-2 0-15,0-5-1 0,-4-9-12 16,-2-8-9-16,-4 0 2 16,-3 14 4-16,-5-2-3 0,1 6 3 0,-6 0-4 15,-4-7 17-15,-2 7 1 16,-4-2 1-16,-4 1 1 0,0 0 0 15,2 0 16-15,-9 1-15 0,-1-2 22 16,2 0-1-16,-3-1 4 0,-1-2 5 16,1 0-29-16,-4-3 22 0,5 1 12 15,-5-2 3-15,-5 5-9 0,-7 4-28 16,-15 4 12-16,3 0 31 0,1-5-10 16,3-6-3-16,4-6-31 0,0-2-1 15,-5 1 16-15,-5-1 7 0,-1-2-4 16,1-2-19-16,-5 1-3 0,-1-2-29 15,-1-4 6-15,0-1-9 0,-1-3 19 16,-1 0-33-16,-4-3 46 0,2-2-39 16,0 1 39-16,-4-4 1 0,2 1-14 15,-4-2-4-15,-2-3 20 0,-4 2-45 16,0-3 0-16,-2 1-23 16,-1 0 26-16,-1-1 3 0,0-1-9 15,-5-1 25-15,3 1 20 0,-3-2-42 16,-1 2 19-16,1-4 6 0,1-1 18 15,-1 3 2-15,1-2-71 0,-3 1 9 16,1-1 10-16,1 1 30 0,1-3 2 16,1 2-28-16,5-4 12 0,2 0-29 15,6 0-32-15,2-6-24 0,2 1-19 16,4-2 59-16,4-1-4 0,3 0-6 16,1-2-10-16,5-1 10 0,4 0-140 15,2-1-53-15,0-3-91 0</inkml:trace>
  <inkml:trace contextRef="#ctx0" brushRef="#br0" timeOffset="212921.94">19970 17387 544 0,'62'6'232'16,"-10"-1"32"-16,8-3-72 0,10 2-98 16,-1-3 10-16,-7 0 14 15,2 2 8-15,8-1-31 0,0-1-27 0,3 4-23 16,1 0-22-16,7-3-21 0,2 1 27 15,2-1-26-15,3-1 8 16,4 2-11-16,-1-1 0 0,6 0 3 16,0-2-3-16,8 0 2 0,3 0-2 15,4 0 0-15,-1-2 2 0,5-2 24 16,-2 0 36-16,4 0-17 0,2-2 7 16,4 1 26-16,0-3-4 0,-2 2 0 15,4-2-28-15,-4-2 2 0,4 0-25 16,3-1-1-16,-3-2-19 0,2-2 8 15,0 1-11-15,0-5-1 0,-1 0-1 16,1-5-1-16,-2 2-26 0,-4-2-16 16,-4 0-1-16,0-1 11 0,-6-1-17 15,-3-2 16-15,-1 1-2 0,-7-4-17 16,-2-1 22-16,-3 0-12 16,-5-3 9-16,-5-1-3 0,-1-3 7 15,-2 2 32-15,-6-4-72 0,-7-3 1 16,-4 2 9-16,-6-1 4 0,-8 3 6 15,-17 7 13-15,-8 6 39 0,-8-3 11 16,3-11 11-16,5-14 21 0,-6-13 18 16,-12-6 79-16,-11 5-20 0,-11 1 23 15,-12 4-24-15,-10-5-2 0,-8-2 6 16,-11-3-27-16,-3-2 11 0,-12-1-33 16,-5 0-16-16,-4-4 3 0,-9-2-36 15,0 0-25-15,-8-1 0 0,2-3-22 16,-2-1 9-16,0-2 0 0,-4-2 11 15,-2 3-20-15,-3-2-20 0,-3 0 13 16,-3 1-7-16,-1 3-31 0,-3 0-14 16,-3 2 7-16,-5-1-20 0,-2 7 23 15,-9 2-13-15,1 3 19 0,-6 2 36 16,-5 0-13-16,-1 4 26 0,-3 6-20 16,-8 2 7-16,4 3 29 0,-8 4 7 15,-4 3-5-15,-5 4-1 16,1 6-1-16,-2 5 0 0,-5 3 0 15,2 4 1-15,-5 5 9 0,1 3-9 16,3 3 41-16,-3 5 10 0,2 3-50 16,-3 1 21-16,1 7-1 0,0 1 20 15,1 4-3-15,-1 5-10 0,5 4 7 16,-1 3-17-16,3 4-3 0,3 2-3 16,3 0-13-16,2 4-18 0,2 4-1 15,6 2-33-15,0 3-23 0,0 1-5 16,4 5-8-16,1 2 33 0,1 2-13 15,8 4-10-15,1 2-3 0,0 2 19 16,7 3-55-16,1 3 0 16,10 3 3-16,1 0 3 0,3 3 20 15,4 0 29-15,7 3-19 0,4 4 16 16,4 0 30-16,8 3 34 0,0-2 2 16,13 4 22-16,3 0-10 0,5 1 16 15,6 3-9-15,5-4 35 0,7 1-12 16,2 3 9-16,11 1-17 0,4 0 21 15,9-1 9-15,1 0 6 0,11-1-19 16,1 1 4-16,5-2-17 0,4 0 6 16,15-1-6-16,-5 1-13 0,13-3-6 15,4 2-4-15,2-2 0 0,10-3-3 16,2 0-9-16,5-4 8 0,12-2-12 16,1 0 0-16,8-5-3 0,3-5-16 15,2 1-17-15,13-5-3 0,-2 0 20 16,6-1 2-16,4-2 4 15,-2 0 4-15,2-2 6 0,4-1 3 0,-2-1 0 16,2-1 4-16,2 0 35 0,2 2 13 16,1-1 0-16,1-1-13 0,5-1-7 15,-1-2-29-15,-1-3 49 16,-1 1-35-16,7-3-14 0,-3 0 16 16,1 0 1-16,3-4-17 0,-3 2-1 15,-3 0 18-15,-3-3-18 0,-1-1 21 16,5 0-21-16,-3-4 43 0,0-1-25 15,1-3 0-15,-5-5-19 0,-2-4-2 16,5-6 0-16,-9-6-187 0,0-2-147 16,-27-6-371-16</inkml:trace>
  <inkml:trace contextRef="#ctx0" brushRef="#br0" timeOffset="-49129.3">11855 5276 145 0,'0'0'3'16,"0"0"-3"-16,0 0 23 0,0 0-7 15,0 0 10-15,0 0 241 16,0 0-123-16,-2-2-144 0,2 2-47 15,0 0-2-15,0 0 46 0,0 0 0 16,0 0 0-16,2 2 0 0,-2-2 0 16,2 2 0-16,-2-1-1 0,0 2 3 15,2 0 1-15,0 0 0 0,0 0 1 16,0-1 14-16,-2 2 40 0,2-2 7 16,-2 0 3-16,2 1 3 0,0-1-6 15,-2 1-62-15,3-3 15 0,-1 0-15 16,4 2-20-16,-2-2 19 0,0 0 1 15,0-2 1-15,2-1 12 0,1 0-12 16,3-2 22-16,-6-1-23 0,2 2-8 16,3-2 8-16,-5 0 20 0,8 2-7 15,-8-1 29-15,4-2-19 0,1 3 36 16,3-2-17-16,-4 1-29 0,3-1 16 16,3 2 23-16,-3 0-50 0,5 1 37 15,-1-3-13 1,7 0-23-16,-1 0 30 0,2 0-14 0,2 2 14 15,6-1-14-15,-3 1 1 0,6-2-20 16,1 2 9-16,2-1 8 0,0 0-17 16,2-2 29-16,5 2-29 0,3-1 0 15,-1-1 3-15,10-1 0 0,10-2-3 16,6-1 0-16,5 0 0 0,-5 1 2 16,-8-1-2-16,-6 3 1 0,4-2 1 15,2 2 12-15,0-2-14 0,2 1-1 16,0 0 1-16,1 1 0 0,-1-1 0 15,0-1 0-15,0 1-2 0,0 0 5 16,0-1 2-16,0 0-5 0,-4 1 0 16,5 0 13-16,-1-1-12 0,0 0 22 15,-4-1-23-15,0 1-1 0,-4 0 0 16,2 1-1-16,-2 0 0 0,-3 2 0 16,-11 1 0-16,-5 1 0 0,-10 1 1 15,2 1 2-15,2 1-1 16,8-3 1-16,5 0 0 0,-3 1 14 0,-3-2-15 15,-1 2 0-15,-4-1 13 16,0-1-13-16,-4 2-2 0,-6 0 2 16,0-1-1-16,-9 2-14 0,1 2-27 15,-9-1-7-15,0 2 23 0,-1 0 7 16,-5 0 15-16,0 0 4 0,-2 0 46 16,0 0 16-16,0 0 13 0,0 0-10 15,0 0-33-15,0 0-29 0,0 0 0 16,0 0-3-16,0 0-20 0,0 0-13 15,0 0-2-15,0 0-4 0,0-1 6 16,0 0 14-16,2 0-4 16,-2 0-16-16,0-1 3 0,2 2 0 15,0-1-3-15,0 1 7 0,0-1 12 0,-2 0 4 16,4 0-7-16,-4-1 23 16,2 2 2-16,0 0-2 0,-2-2 0 15,2 2-2-15,0-2 2 0,-2 1-13 16,3 1 10-16,3 0 2 0,-4 0-2 15,4-2 0-15,-2 2-13 0,0-1-2 16,5 1 18-16,-1-2 2 0,-2 1-2 16,0-1 0-16,0 0 8 0,1 1-7 15,1-2 0-15,-4 3 3 0,0 0-4 16,-2-1 3-16,-2 1 23 0,2-1-23 16,-2 1 36-16,0 0 82 0,0 0 51 15,0-1-6-15,0-2-26 0,0 2-104 16,-2-2-36-16,0-2-2 0,0-1-24 15,0-1 26-15,-2-3 3 0,-2 1 32 16,2-2-22-16,-1 0 39 0,1-3-45 16,0 0-7-16,-2-3-2 15,-4-2-21-15,6-4 22 0,-3-2-19 16,3-2-6-16,2-2 26 0,0-3 0 16,0-2-3-16,0-2-3 0,0-1 2 15,-2-1 4-15,0 1-26 0,-1-3 10 16,1 2-7-16,0-2-6 0,0-1 3 15,-2 0-6-15,-5 2 19 0,3 0 13 16,0-1-43-16,-4 3 43 0,-3 2 21 16,5 1-20-16,-7 2 0 0,7 2 22 15,-3 1 13-15,-1-2 9 0,4 3-45 16,-1 2 3-16,1-2-3 0,2 0-26 16,2 2-14-16,-1-1 38 0,1-3-51 15,2 4 51-15,0-1-27 0,0 1-7 16,2 1-19-16,0 3 52 0,2 1 0 15,-2 1-20-15,-1 1-25 0,3-1-1 16,-2 3-49-16,2 1 46 16,-2-2 0-16,0 1-20 0,0 3 30 15,-2 1 40-15,2 0 2 0,-4 3 19 16,2 2 20-16,0 3 20 0,-1 1 19 16,1 0-32-16,-4 1-17 0,6 1 7 15,-2 2-13-15,2-1 3 0,0 1-7 16,0 0 1-16,2 0-20 0,0 0-26 15,-2 0 9-15,2 0 1 0,0 0 0 16,0 1-13-16,-3 1 6 0,1 1 23 16,-2-1 26-16,2 2 3 15,-6-2 26-15,6 2 11 0,-2-4-24 16,0 4-19-16,-1-4 19 0,3 4-13 16,-6-3-3-16,0 3-3 0,2-2 32 15,-3 2-26-15,5-2-26 0,-6 2-1 16,0-2 14-16,1 2-15 0,-1-2 12 15,-5 0-7-15,3 0-2 0,-4 1-4 16,1-3 20-16,-4 1-20 0,3 0-1 16,-7 1-18-16,-2 1-11 0,5 0 15 15,-9 1 14-15,-2 2-20 0,-2 2 4 16,0-3 17-16,-3 3-3 0,-1-1 1 16,0 0-1-16,-4 2 2 0,-1 2 0 15,1-3 1-15,2 4-17 0,-5-3 17 16,1 1 2-16,2 2 0 0,-7-3-2 15,7 2-15-15,-1-2 15 0,-1 2 12 16,0-1-12-16,-1 0 0 0,7 0 3 16,-6-1-3-16,-1 0 2 15,1 0 9-15,3-2-9 0,-3 2 9 16,4 0-8-16,-1-1-6 0,3 3-14 16,-2-3 16-16,0 0 1 0,1 2-10 15,-1-2 10-15,4 0 2 0,0 1-1 16,2-2 1-16,0 0 14 0,4-2-9 15,0 1-6-15,2 1-1 0,0-1 0 16,0 0 1-16,0 0-1 0,1 1 0 16,3-2-25-16,-2 2 23 0,-4-1-15 15,4 2 14-15,-2-1 0 0,7 2-26 16,-9-3-14-16,6 1 42 0,2 0-1 16,-3 1-1-16,-1 0 0 0,0-3 2 15,4 5 1-15,-6-2-4 0,5-2 1 16,-3 3 0-16,2-2 3 0,-2 2 0 15,3-1 3-15,-1 0-3 0,-2-1 1 16,2-2 14-16,3 4-14 16,-3-3 29-16,4-1-8 0,1-1-2 15,3 1-20-15,-1-2 0 0,1 0 0 16,1-1-13-16,3 1 11 0,-3-1-11 16,4 1 12-16,-1 0 1 0,1-2 0 15,-2 1-11-15,7-1 8 0,-1 2 3 16,-2-1-2-16,4-2 2 0,-2 2 0 15,1-1-2-15,5-1 2 0,-2 1-1 16,0-1 0-16,2 2-1 0,-2 0 0 16,2-2-11-16,0 0-7 0,0 0-16 15,0 0 16-15,0 1 20 16,0-1 39-16,-2 0 3 0,2 0-42 16,-2 0 1-16,-2 0-2 0,2 1 1 15,0 1-1-15,-2 0-15 0,-2 0 15 16,1 1-2-16,1 1-20 0,-8 1 3 15,6 0 20-15,-5 0 0 0,5 1 1 16,-6-2-1-16,1 4 2 0,3-2 21 16,-4-2-19-16,5 0 35 0,-1 2 0 15,2-1-17-15,0-2-22 0,-2 1-1 16,1-1-1-16,-1 1 0 0,6-1 2 16,0 1 2-16,-2-2 0 0,-4 0-2 15,8 0 1-15,-3 0 0 0,-1 0 2 16,2 0-6-16,0-1 2 0,-2 0 1 15,2 1 0-15,0 0 20 0,0-2-20 16,0 2 0-16,-2 0-3 0,-3 0 0 16,3 0 1-16,0 1-14 0,0-1 0 15,0 0-7-15,-2 1-10 16,-3 0 14-16,5 0 16 0,-4 0-17 0,2 1 19 16,0-2-25-16,-5 1 0 15,5 0 3-15,-2 0 7 0,2-1 16 16,2 0 28-16,-5 0-27 0,3-1 10 15,0-1-10-15,2 1 34 0,2-1-3 16,0 2-12-16,0-2 6 0,2 0-25 16,0 0-1-16,0 0-36 0,0 0-13 15,0 0 23-15,0 0 4 0,0 0 2 16,-3 0-6-16,3 2 7 0,-2-1-17 16,-4 1 3-16,6 1-19 0,-4 0 33 15,0 1-11-15,-2-1 11 0,2 1-2 16,1-1 21-16,-1 2 20 0,-2-2-20 15,4 0-3-15,0 0 1 0,0-2-14 16,2 0 13-16,-2-1-26 0,2 0-85 16,0 1-127-16,0-1 32 15,0 0 82-15,0 1 96 0,0 0 31 0,0-1 0 16,0 3 0-16,0-2 1 16,0 1 3-16,0 1 9 0,0 0-11 0,0 0 1 15,0 0-1-15,0 0 51 16,2 0 15-16,-2 1 40 0,0-1 25 15,0 1-22-15,0 0-36 0,0-1-36 16,0 1-10-16,2-1 1 0,-2 1 18 16,2 1-22-16,-2 0-9 0,6 2-17 15,-4 0 0-15,0 2 0 0,0-1-13 16,1 4 29-16,-1 0-13 16,2 4 30-16,0-1 16 0,-2 3-27 0,2 2 14 15,-2 4 7-15,4 1-17 16,-1 1-4-16,-3 4 27 0,0 1-29 15,0 1 41-15,-2 0-59 0,2 3 40 0,-2 0 20 16,0 0-14-16,0 1 7 16,-2 1-6-16,0 0 10 0,0-2-20 15,0 0-10-15,2-1-10 0,0 0-6 16,0-2-12-16,0 1 0 0,0-2 21 16,2 0-21-16,2-2-2 0,-2-2 1 15,2 0-13-15,0-4 10 0,0-2-4 16,-2 2 7-16,7-1 0 0,-5-5 0 15,-2 4 1-15,0-2 9 0,4-1-8 16,-2 1-1-16,0-1 3 0,0 3-3 16,5-1-1-16,-5-3-23 0,-2 2 23 15,6-3 0-15,-4 1-1 0,0 0-9 16,-2-3 8-16,5-2 1 0,-5 1 1 16,0-3-2-16,0-2-21 0,0 1 10 15,-2-3-3-15,4 2 14 16,-2-2-18-16,-2-1 19 0,2-1-14 15,0-2 15-15,-2 1 1 0,0-1 2 16,0-2-2-16,0 0 2 0,0 0-2 16,0 0-1-16,0 0-4 0,0 0 2 15,0 0 2-15,0 0 23 0,0 0 16 16,0-2 26-16,0-1-4 0,0 1-61 16,-2-4-28-16,0 3 26 0,-2-3-11 15,2-2-3-15,-2 4-10 0,0-4-6 16,-5 1-7-16,7-5-7 0,-4 3-3 15,0-5 23-15,2-1 7 0,-2-4 3 16,-5 0-10-16,3 0 6 0,2-5-9 16,-2 2 10-16,-1-3-24 0,-1 2 11 15,4-5-1-15,0 0 1 0,-5-2-1 16,7 0-19-16,0-3 7 16,-2 0 15-16,2-3 8 0,1-1 20 0,-3 2-8 15,0-2 10-15,0 2 1 0,0 1-1 16,-1 4 16-16,3-1 2 15,-6 1-18-15,6 2-1 0,0-2-1 16,-2 1 1-16,3-2 1 0,-1 0-1 16,2 4 0-16,-2-4-22 0,0 1 7 15,2 3 16-15,2-2-23 0,0 4 10 16,0 2 0-16,0 0 10 0,0 0-10 16,0 3-23-16,0-4 33 0,0 2 6 15,0-1-6-15,2-1-69 0,2 0 0 16,-2 2 21-16,0 0 50 0,0-1-1 15,-2 2-43-15,0-1 5 0,2 3 34 16,-2 0 6-16,0 4 14 16,0 1-12-16,0 3-2 0,0 2 16 15,0 2 24-15,0 1 8 0,0 1 8 16,-2 4 9-16,2-2-6 0,0 3-7 16,0 0-20-16,-2-1-6 0,2 1 7 15,0 0-31-15,0 0 11 0,0 0-13 16,0 0-13-16,0 0-23 0,0 0-13 15,0 0-3-15,0 0 7 0,0 0-4 16,0 0 16-16,0 0 7 0,0 0 13 16,0 0 10-16,0 0 3 0,0 0 13 15,0 0 6-15,0 0 1 0,0 0 0 16,0 0-1-16,0-2-19 0,0-1-6 16,0 1-50-16,0-3 30 0,0 4 10 15,0-1 15-15,0 0-25 0,0 1-26 16,0-1-14-16,2 2 14 0,-2 0 26 15,2 0 10-15,0 0 0 0,-2-1 16 16,7 0 1-16,-3-1-1 16,0 2-1-16,0-2 0 0,6 0 1 15,-5 0 17-15,3 0 29 0,0 0-33 16,4-2 0-16,-1 2 13 0,-1-3 10 16,7 1-10-16,-3-3 9 0,3 1 44 15,1-3-53-15,3-1-24 0,4-1 14 16,-5 0-3-16,5-3-11 0,0 1 11 15,4 1-12-15,-8 1-1 0,6-2 0 16,-5 2-9-16,5 3 9 0,-6-2-4 16,2 3-25-16,1-1 6 0,-3 2 21 15,4-1-11-15,0 2 13 0,4-1 16 16,-3 0 27-16,1 0-43 0,2-1 2 16,0 1 14-16,4-1 4 0,-4-1 29 15,2 1-20-15,0-1-14 0,2 0-14 16,0-1 24-16,-2 1-24 0,2 1 2 15,1 0 13-15,-3 1-15 16,0-1 0-16,2 1 1 0,0 0 0 0,0-2-1 16,2 1 12-16,-2 0-13 15,2 0 2-15,-2-3 1 0,0-1-2 16,2 1 11-16,-1-1-10 0,-1 3-2 16,0-5 1-16,-2 5 0 0,2-3 9 15,-4 1-10-15,0 2-4 0,-3-2 3 16,3 3 1-16,-2-1 0 0,0 0 2 15,2 2-2-15,-4-1-32 0,0 3 19 16,-5-1-26-16,7-1 27 0,-8 3 12 16,2 1 13-16,-1-2-13 0,-3 3-10 15,3-2 10-15,-5 2 0 0,4-1 0 16,-7 1-17-16,0 0 16 0,5 1 1 16,-3 0-13-16,3 0 1 15,-5 0 11-15,7 0 2 0,-7 0-2 16,9 0 0-16,-5 0 1 0,3 0-4 15,-2 0-2-15,1 0 3 0,3 0 3 16,-3 1 0-16,3-1-15 0,-4 1 15 16,5-1 16-16,-5 3-16 0,2-3 0 15,1 3 3-15,-1-2-3 0,-1 1 2 16,-1 0 8-16,4 0-10 0,-7 1-46 16,3-1 45-16,-3 2 0 0,3-1-15 15,-5 0 16-15,3 1-1 0,-3 0-12 16,2 1 11-16,3-1 0 0,-5 3-11 15,5-2 13-15,-3 1-2 0,3 0 6 16,-3 0-11-16,5 0 7 0,-5-2-1 16,3 2 1-16,-5-3 6 0,3 3-6 15,1-3 3-15,-5 1-4 0,1-1 1 16,-2 1-85-16,-1 1 0 0,-3-1 27 16,4 0-11-16,-4-2-16 15,-1 1-22-15,-5 0-20 0,2-2-69 16,0 4-74-16</inkml:trace>
  <inkml:trace contextRef="#ctx0" brushRef="#br0" timeOffset="-42586.77">8399 6310 24 0,'0'0'0'0,"0"0"-13"15,0 0 11-15,0 0-7 0,0 0 9 16,0 0 0-16,0 0 15 0,0 0 5 16,0 0 3-16,0 0 16 0,0 0 23 15,0 0-40-15,22-21-22 0,-17 21-3 16,-3-1 2-16,2 1-2 0,-2-2-13 15,0 2 13-15,0-1 1 0,2 1 1 16,-2-3-61-16</inkml:trace>
  <inkml:trace contextRef="#ctx0" brushRef="#br0" timeOffset="-41658.74">8552 6316 37 0,'0'0'62'0,"0"0"6"0,0 0-35 16,0 0 13-16,0 0 364 16,0 0-296-16,0 0 20 0,0 0-20 15,0 0 42-15,0 0-84 0,0 0-30 16,-35 4-3-16,30-7 13 0,1-1-6 16,2 2-13-16,-2-3-11 0,0 0 4 15,0-1 10-15,-2 2-33 0,4-2 27 16,-5-1 9-16,1-1-17 0,2 2 17 15,0-1-13-15,-2 1 7 0,2-3-33 16,1 2 23-16,-1-1 3 16,0-2-13-16,0-1-12 0,0-1 18 15,2-1 14-15,0 1-11 0,-2-2 8 16,0 1-1-16,1 1 3 0,-1-2-2 16,-2 1-7-16,4 1-21 0,-2-1 9 15,2-2-11-15,-2 0-14 0,0 1-2 16,2-4-10-16,-1 0 26 0,3 0-32 15,-2-2 15-15,2 1-12 0,-2-2 3 16,2 1-6-16,0 1 12 0,0 1 18 16,0 1 1-16,0-1 1 0,0 3-1 15,0-1 0-15,2 0 0 0,0 0-3 16,-2-2 1-16,5 2-13 0,-5 0 14 16,4 1 0-16,0-1 1 0,-2 2 0 15,0 1 1-15,2-2 0 0,-2 3-2 16,2 0 0-16,-2 1 1 15,0 1 1-15,1-1 0 0,-1 4 0 0,-2 0 2 16,2-1 11-16,-2 3-9 16,0 0 15-16,0 1-3 0,0 0-3 15,0 2-11-15,0 0-2 0,0 2-13 16,0 0-3-16,0 0 13 0,0 0-10 16,0 0 0-16,0 0 0 0,0 0 13 15,0 0 19-15,0 0 7 0,0 0 0 16,0 0-3-16,0 0-20 0,0 0-3 15,0 0 0-15,0 2-2 0,0-1-14 16,0-1-26-16,0 0-23 0,0 1-16 16,0 0-17-16,0 0-19 0,0 2 42 15,4-1-26-15,-4-1-39 0,0 2-10 16,2 0-58-16,-2 0 42 0,2 0-4 16,-2-1-16-16,0 2 17 0</inkml:trace>
  <inkml:trace contextRef="#ctx0" brushRef="#br0" timeOffset="-40319.56">8254 5813 1 0,'0'0'69'0,"0"0"-67"0,0 0 27 16,0 0-16-16,0 0 0 0,0 0-13 16,0 0 2-16,0 0-2 0,0 0 1 15,0 0 32-15,-12 18 9 0,12-17-22 16,-2 1 221-16,-1-1-94 0,3 0 0 15,0-1-7-15,0 0-62 16,0 0-78-16,0 0-44 0,0 0-8 0,0 0 50 16,0 0 2-16,3 0 21 0,-1 0-21 15,0 0 0-15,0 0 65 0,2-2 0 16,0-1 26-16,0-1-22 0,0-1 41 16,2 0 8-16,1-1-21 15,-3-2 10-15,4 1-51 0,-2-4 2 16,3 0-3-16,-1 1-32 0,-2-1 3 15,2 0 7-15,1 1-32 16,-3 2 0-16,0 1 0 0,2 1 25 0,-4 2-3 16,5 0-4-16,-5-1-16 0,4 2-3 15,-2-3 39-15,-2 3-37 0,3 1 15 16,-3-2-15-16,0 2 1 0,-2-1 10 16,2 1-10-16,-2 1 20 0,-2 1-21 15,0-2 11-15,0 2-12 0,2 0 12 16,-2 0-10-16,2 0 0 0,-2 0-3 15,2 0-12-15,0 0 11 0,-2 0-9 16,2 0 10-16,1 0 1 0,-1 0 15 16,-2 0-13-16,0-2 10 0,2 2 0 15,-2 0 7-15,0 0 15 0,0 0 8 16,0 0-5-16,0 0-5 0,0 0-14 16,0 0-3-16,0 0-13 15,0 0-3-15,0 0-17 0,0 0-12 16,0 0 0-16,0 0 0 0,0 0 10 15,0 0-1-15,0 0 1 0,0 0-1 16,0 0 7-16,0 0 12 0,0 0 1 16,0 0 2-16,0 0 0 0,0 0 0 15,0 0-2-15,4 0 0 0,0-1 2 16,-2 0-2-16,2-1 2 16,-2-1 16-16,0 1-17 0,2 0 1 15,-2 0 15-15,-2 0-4 0,3 0-11 0,-3 1 0 16,0 1 17-16,0 0-6 15,0 0 7-15,2 0-5 0,-2 0-15 16,0 0-26-16,0-1-16 0,2 1 22 16,-2-1 19-16,2 1 1 0,-2-1 13 15,2-1 0-15,0 2-1 0,-2-3-11 16,2 2 0-16,-2 1 12 0,0 0-13 16,2 0 0-16,-2 0 0 0,0 0-1 15,0 0-2-15,0 0-10 0,0 0 11 16,0 0 2-16,0 0 16 0,0 0 10 15,0 0-3-15,0 0-4 0,0 0-3 16,0 0-13-16,0 0 0 0,0 0 0 16,0 0 10-16,0 0 9 0,0 1 8 15,0-1-11-15,0 3-19 0,0-3 0 16,2 2 17-16,-2-1 3 16,2 1-4-16,0 1-14 0,0 1 17 0,2 0-17 15,1 1 18-15,-3-1-18 16,2 2 14-16,0 2-15 0,2-3-1 15,-2 3 2-15,0 0-1 0,5 1 0 16,-5-1 2-16,0 1 0 0,4 2-1 16,-4-3-1-16,0 1 14 0,3-1-14 15,-3 2 1-15,0-3 15 0,0 1-17 16,0-3 0-16,-2 1 0 0,0-2 17 16,0 0-4-16,0 0 12 0,-2-2 1 15,2 2-6-15,-2-3-7 0,0 2-12 16,0 0-1-16,0 0-2 0,0 0-2 15,5-1-15-15,-3 3-7 0,0-2-55 16,0 0-77-16,4 0-69 0,0 0-19 16,2-2-59-16,1-1-128 0,-5 0-177 15</inkml:trace>
  <inkml:trace contextRef="#ctx0" brushRef="#br0" timeOffset="-39574.04">8746 6070 216 0,'0'0'153'0,"0"0"343"16,0 0-151-16,0 0-136 0,0 0-57 15,0 0-25-15,0 0-23 16,0 0-26-16,-50 9 39 0,46-9-75 16,0 0 16-16,0 0 1 0,-2 0 12 15,0 0-9-15,-1 0-11 0,1-1 24 16,-2-1-36-16,0 1 3 0,-3 0-23 15,1 1-3-15,-2 0-5 0,1 0-11 16,-1 2-3-16,-1 1-1 0,1 2-15 16,2-3 6-16,-1 4 0 0,1-2-3 15,0 2 13-15,1-2-36 0,3 1 20 16,0 1-10-16,0 1-1 0,4-1-21 16,0 0 18-16,2 0 4 0,0-1-16 15,0 0 3-15,0-1-7 16,0 1 13-16,4 0 1 0,-2 1 15 15,4-3 18-15,-4 0-21 0,4 0 13 0,1 0 7 16,-3-1-14-16,2 3 14 0,0-2 3 16,0 0 1-16,-2 0-1 15,5 0-26-15,-3 0 26 0,2 0 0 16,-2 1 1-16,3 0 0 0,-1 1 2 16,0-2 17-16,0 0-17 0,-1 1 20 15,-1 0 16-15,0 1-4 0,-2-1-18 16,0 1 44-16,-2-1-2 0,0 2-11 15,-2 0 1-15,2 0 19 0,-2 1-7 16,0-1-25-16,-2 2 9 0,0 0-13 16,-2 1-16-16,-2-2 10 0,0 2-14 15,0-1-11-15,-3-1 21 0,1-1-3 16,0 0-6-16,-3-3 6 0,3 2-19 16,0 0-14-16,0-2 1 0,-3 0-16 15,5 0-3-15,-2-2-7 0,4 1-38 16,0-2-17-16,-1 0 16 15,3 0-32-15,2-3-68 0,0-2-53 0,0-1-22 16,0-2-69-16,7-1 71 16,-3-2-10-16,2 1-6 0,0 0-56 15</inkml:trace>
  <inkml:trace contextRef="#ctx0" brushRef="#br0" timeOffset="-38874.66">8711 6067 122 0,'0'0'29'0,"0"0"33"0,0 0 694 16,0 0-339-16,0 0-193 16,0 0-90-16,0 0-134 0,0 0-36 15,0 0-71-15,0 0 107 0,4-4 45 16,0 2 10-16,2 2 1 0,3 0 2 15,-1 0-16-15,2 0-9 0,3 0 22 16,-3 0-10-16,2 0 7 0,1-1-6 16,-1 0-7-16,-2 1-4 0,1-3-2 15,-3 3-30-15,0 0 23 0,1 0-13 16,-1 0-11-16,-2 0 69 0,0 0-51 16,-2 0-19-16,-2 3 0 0,1-3 15 15,-1 1-3-15,-2 0-3 0,0-1-10 16,0 0-20-16,0 0 17 0,0 2 1 15,0-2 2-15,0 0 0 0,0 0-26 16,-2 0-61-16,-1 0-30 0,1 1 3 16,-2 0-12-16,-2-1-1 0,0 2 10 15,0-2 13-15,-3 1 13 0,1 0 19 16,0 0 17-16,-2-1 3 16,1 0 23-16,-1 0 11 0,2 2 18 15,-3-2 0-15,3 0 1 0,0 2 32 16,0-1-1-16,-1 0 14 0,5 1 45 15,-2-2 7-15,2 0-7 0,0 1 19 16,2-1-6-16,2 0-39 0,-2 2-16 16,2-2-36-16,-3 3-12 0,3-2 1 15,0 0 24-15,-4 6 23 0,4 2 25 16,-4-1 24-16,0 6-1 0,2 2-23 16,-4 1 7-16,4 4-23 0,0-3-13 15,0 2-12-15,0-2-8 0,2 0-8 16,0-3-17-16,0 2 16 0,0-3-16 15,0-1 0-15,0 0 2 0,0 1 1 16,0-3-1-16,2 1 0 0,0-1 1 16,-2-1-3-16,2 0 0 0,-2-3-3 15,2 1 2-15,-2-2-18 16,0-2 6-16,2-1-45 0,-2 0-23 0,2-1-19 16,-2-1-33-16,0 1-35 15,2-2-40-15,-2 0-75 0,0 0-87 16,0 0-100-16,0 0 47 0</inkml:trace>
  <inkml:trace contextRef="#ctx0" brushRef="#br0" timeOffset="-38548.65">8725 6259 148 0,'0'0'39'0,"0"0"33"15,0 0 625-15,0 0-352 0,0 0-156 16,0 0-62-16,0 0-33 0,0 0-71 16,0 0-23-16,0 0-124 0,-10-2 69 15,14 5 55-15,2 1 29 0,3-2 1 16,-1-1-1-16,2 2 13 0,1 0 4 16,1-3 15-16,0 0-25 0,-1 0 19 15,-1 0 14-15,0 0-24 0,1 0 10 16,-3 0-29-16,2-1-10 0,-4-4 0 15,3 4 20-15,-5-1-23 0,0 1-11 16,0-2-2-16,0 3-71 0,0-1-36 16,-2 1-26-16,1 0-7 0,-1 0-52 15,-2 0-58-15,0 0-128 0,0 0-52 16,0 1 81-16</inkml:trace>
  <inkml:trace contextRef="#ctx0" brushRef="#br0" timeOffset="-38218.31">8703 6422 21 0,'0'0'189'0,"0"0"414"0,0 0-242 16,0 0-120-16,0 0-72 0,0 0-74 15,0 0-53-15,0 0-41 0,0 0 22 16,0 0 32-16,0 25-6 0,6-22 9 15,0 0 7-15,2-1 29 0,1-2-13 16,-1 1 3-16,0-1-9 0,0 0-7 16,1 0-10-16,-1 0-13 0,0 0-6 15,-2 0-7-15,3 0-6 0,-1 0-3 16,0 0-10-16,-2 0-10 0,3 0 16 16,-1-1-18-16,-2 1 1 0,2 0 1 15,-1 0 0-15,-1-2-3 16,0 2-36-16,0-1-57 0,0-1-40 15,-2 1 7-15,3-1-49 0,-3 1-260 16,0-2-63-16,-2-2-251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03:04.375"/>
    </inkml:context>
    <inkml:brush xml:id="br0">
      <inkml:brushProperty name="width" value="0.05292" units="cm"/>
      <inkml:brushProperty name="height" value="0.05292" units="cm"/>
      <inkml:brushProperty name="color" value="#FF0000"/>
    </inkml:brush>
  </inkml:definitions>
  <inkml:trace contextRef="#ctx0" brushRef="#br0">13560 5096 4 0,'0'0'39'0,"0"0"20"0,0 0-30 16,0 0 17-16,0 0 143 16,0 0 329-16,0 0-276 0,0 0-132 15,0 0-2-15,0 0 9 0,0 0-7 16,0 0 1-16,0 0 9 0,0 0-3 15,0 0-26-15,0 0-23 0,0 0-10 16,0 0 1-16,0 0-1 0,0 0-16 16,0 0-16-16,0 0-24 0,0 0 0 15,0 0-1-15,0 0 12 0,0 0 10 16,0 0 6-16,0-1 23 0,9 0-10 16,-5-1 19-16,-2 2 4 0,0 0 9 15,-2 0-13-15,6 0-9 0,-2 0 5 16,2 0-8-16,3 0-8 0,-1 0 1 15,-4 0 3-15,6-1 0 0,1 1-10 16,-3-1 0-16,4-3 4 0,3 4 8 16,-3-1 1-16,5-3 7 0,-5 1-17 15,3 2 0-15,1-3-10 0,1 2 11 16,-1-2-1-16,5 2-7 16,-2-2-15-16,1 3-14 0,-1 0 2 15,2-2 15-15,1 1-16 0,-1 1 9 16,2 1-8-16,6-1-2 0,-5 0 13 15,3-1-2-15,2 1-13 0,2-1 13 16,0-1-10-16,2 3 13 0,0-1-14 16,0-1 11-16,1 0 2 0,1 0-13 15,-2 0 14-15,0-3-3 0,0 4-1 16,-2-1-9-16,2-2 0 0,-4 2 0 16,2-1-2-16,0 1-1 15,-4 1 3-15,2 0-1 0,0-1-1 0,2 1 0 16,-2 0 0-16,4 1 0 15,-2-3 0-15,-2 2 0 0,4 0-1 16,-2 0 1-16,0 1 2 0,-2 0-3 16,0 0 0-16,-5 0-1 0,5 0 1 15,-4 0 0-15,2 0 0 0,-2 0 2 16,-2 0-1-16,1 0-1 0,1 1-1 16,-4-1 1-16,4 1 0 0,-1-1 0 15,-1 0 2-15,-2 0 0 0,2 0-1 16,-3 0 1-16,1 0 14 0,2 0-14 15,-7 0 10-15,5 0-8 0,0 0-2 16,-5 0 13-16,7-1-2 16,-9 1-12-16,9-1 15 0,-8 1-15 15,3 0-1-15,-3 0-2 0,3 0 1 16,-3 0 0-16,3 0 1 0,-3 0-1 16,3 0 1-16,-3 0 2 0,3 0-1 0,-3 0-1 15,4 0 1-15,-5 0-1 0,5 1 1 16,-3-1 1-16,3 0-1 15,1 0-1-15,-5 0 3 0,6 0 0 16,-5 0 13-16,5 0-15 0,-7-1-1 16,5 1 2-16,-5-2 11 0,5 2-11 15,-5 0 1-15,3 0 10 0,-3 0-13 16,5 0-1-16,-5 0 1 0,7 0 0 16,-6 0-2-16,3 0 1 0,-1 0 1 15,3 0 1-15,-5 0 12 0,3 0-11 16,-3 0 0-16,4 0-2 0,-3 0 1 15,1-3 0-15,-3 3 2 0,5 0-3 16,-5 0 1-16,5-1-1 0,-5 1-2 16,5-1 2-16,-5 0 0 0,5-1 0 15,-3 1 0-15,3 1 0 0,2 0-1 16,-5-1 1-16,7 1-1 16,-4-1 2-16,1 0-2 0,1 0 2 15,-2-1-1-15,3 2 1 0,-5-2-1 0,8 2 0 16,-5 0 0-16,1 0-2 0,4 0 2 15,-2 0 0-15,-3 0 0 0,9 0 0 16,-2 1-1-16,2 0 1 16,2-1-1-16,-2 0 1 0,2 0 0 15,0 0 0-15,-6 2 0 0,8-2 0 16,-4 1 0-16,0 0 0 0,2-1 1 16,-4 1 0-16,-1-1 0 0,-1 1 0 15,0-1 1-15,2 0-2 0,0 0 0 16,-2 0 0-16,-1 0 1 0,3 0-1 15,0 0 2-15,0 0-1 16,0 0 0-16,-2-2 0 0,2 1-1 16,1-2 2-16,1 2-1 0,-4 0 0 15,-2-2 0-15,4 1 0 0,0 1 0 16,-2-1 1-16,-5 0-2 0,7 1 1 16,-4 1 1-16,-3 0-2 0,5-1-1 15,-2 1 1-15,2 0 0 0,-5 0 0 16,7 0-1-16,-2 0 1 0,0 0 0 15,-2 0-2-15,4 0 1 0,-1 0 1 16,-1 0 1-16,-2 0 0 0,6 0-1 16,-6 0-1-16,4 1 1 0,-3-1 0 15,1 0 0-15,2 0 1 0,0 0 1 16,2 0 0-16,-4 0-1 0,2 0 2 16,1 0-1-16,-1 0 2 0,2-1-2 15,-2 1-2-15,0-2 1 0,0 2 0 16,4-2 0-16,-4 1-1 0,2 0 3 15,-2-1-2-15,-3 1 0 0,3-1 0 16,-4 1-1-16,2 0 0 16,-7 1-12-16,5-2 12 0,-2 2 0 15,-1-1 0-15,-1 0 0 0,0 0 0 16,1 0 2-16,1 1-1 0,-2-2 1 16,1-1-1-16,-3 3 1 0,4-3 1 15,-3 3-2-15,3-3-1 0,-1 3 0 16,-1-1-1-16,0 1-2 0,-5-2 2 15,5 2 0-15,-5 0-1 0,5 0 0 16,-5 0 0-16,3 0 2 0,-5 0 0 16,3 0 1-16,-3 0 0 0,-2 0 0 15,3 0 2-15,-3 0 9 0,1 0-10 16,1 0 0-16,-2 0-1 0,1 0 0 16,-1 0-1-16,0-1 1 0,3 1 1 15,-1 0-1-15,0 0-1 0,3 0-2 16,-1 0 0-16,-1 0-2 0,3 0 4 15,-1 0 0-15,-3 0 2 0,1 0-2 16,-3 0 1-16,4 0 1 16,-1 0-2-16,-5 0 1 0,2 0-1 15,1 0 1-15,-3 0 1 0,0 0 0 16,3 0 0-16,-5 0-2 0,4 0 0 16,-2 1-1-16,3-1-1 0,1 3-1 15,-1-3-10-15,1 3 13 0,2-1 3 16,1-1 0-16,-3 2-3 0,3-1 0 15,-3 0 3-15,1 0 0 0,3 0-2 16,-6 0 1-16,1 0 10 0,-3-1-12 16,-4-1 1-16,0 0 3 0,2 2 11 15,-3-2-12-15,-1 0 16 0,-2 0-5 16,2 0-11-16,-2 0 16 16,0 0 3-16,0 0 6 0,0 0 3 15,0 0 31-15,0 0 44 0,0 0-35 16,0 0-34-16,0 0-15 0,0 0-6 15,0 0-14-15,0 0-2 0,0 0-1 16,0 0-18-16,0 0 7 0,0 0-4 16,0 0 1-16,0 0-1 0,0 0 13 15,0 0 1-15,0 0 2 0,0 0 0 16,0 0 3-16,0 0 12 0,0 0-12 16,0 0-1-16,0 0 0 0,0 0-2 15,0 0-1-15,0 0 0 0,0 0-1 16,0 0-2-16,0 0-8 0,0 0 9 15,0 0 0-15,0 0 3 0,0 0 0 16,0 0 12-16,0 0-9 0,0 0 10 16,0 0-10-16,0 0-3 0,0 0 0 15,0 0-3-15,0 0-16 16,0 0 4-16,0 0-7 0,0 0-28 16,0 0-37-16,0 0-22 0,0 0-26 15,0 0-48-15,0 0-69 0,0 1-178 16,-4 2-291-16,-3-1-355 0,18-8-249 0</inkml:trace>
  <inkml:trace contextRef="#ctx0" brushRef="#br0" timeOffset="2607.19">13504 5173 99 0,'0'0'42'0,"0"0"53"0,0 0 449 0,0 0-290 15,0 0-166-15,0 0 10 0,0 0 9 16,0 0 1-16,0 0-37 15,0 0-28-15,0 0 38 0,32 8-3 16,-26-8 3-16,-4 0 4 0,4 0 15 16,2 0-19-16,1 0-19 0,-1 0-4 15,-2 0 7-15,4 0-3 0,5 0-11 16,-5 0-12-16,5 0-19 0,-3 0-4 16,5 0 6-16,-1 0-9 0,1 0 10 15,-1-2 6-15,5 1 19 0,-3 0 14 16,9 0-14-16,-6-2 0 15,2 3 14-15,2-2-11 0,6 0-16 16,-5-2-2-16,1 0-8 0,0 2-2 16,2-1 2-16,0 0-12 0,2 0-10 15,-2 0 1-15,4 0-2 0,-2-1 14 16,-2 0 6-16,2 2-19 0,0-1 17 16,-4 0-8-16,4 0-11 0,0 1 1 15,-2 0 1-15,0-2 19 0,0 4-9 16,0-1 3-16,-2 0-13 0,-5 1 10 15,3-1-10-15,4 0 13 0,-6-1-15 16,-1 1 0-16,1 0 2 0,2-1 1 16,-4-1 12-16,-1 2-15 0,5-1 1 15,-4-1 11-15,0 1-10 0,1-2-1 16,-1 3 0-16,2-1 14 0,-3-1-13 16,1 2 0-16,2 0 10 0,-3 1-11 15,1-3-1-15,2 3-1 0,-5 0 0 16,5 0 0-16,2 0 0 0,-6 0 0 15,3 0 0-15,1 0 0 0,-4 0-1 16,1 3 1-16,3-3 3 16,-2 1 10-16,1-1 10 0,-1 0-4 15,0 1 3-15,2-1 0 0,-1 0-6 16,-1 3-3-16,4-3 6 0,-3 1-3 16,-1-1-3-16,2 1-10 0,2-1 13 15,-5 0-16-15,3 1 2 0,4-1 1 16,-4 0 0-16,-1 0 10 0,3 0-11 15,4 0 0-15,-6 2-1 0,2-2 2 16,0 0 0-16,4 0 0 0,-5 0 0 16,-1 0 10-16,2 0-10 0,2 0-1 15,-5 0-1-15,1 0 0 0,2 0-1 16,-2 0 1-16,-1 0 1 0,3 0 1 16,0 0 16-16,0 0-18 0,-2 0 0 15,1 0-1-15,3 0 0 16,0 0 2-16,-4 0-2 0,4 1 0 0,-2 1 0 15,4-1 0-15,-5-1 0 16,1 2 1-16,0-2 1 0,4 0-1 16,-4 0 2-16,2 0-1 0,-3 0 20 15,3 0-19-15,0 0 1 0,2 0-1 16,-4-2 9-16,0 1-8 0,2 0-2 16,-1 1 0-16,1-1-1 0,-4 0 0 15,2 1 0-15,2 0 1 0,0-2-1 16,-1 2 0-16,-3 0 0 0,4 0 1 15,0-1-2-15,-2 1-1 0,-5 0 0 16,7 0 1-16,-4 0-1 0,-2 0 1 16,1 0 1-16,1 0 0 0,-2 0-1 15,2 0 0-15,-1 1 0 0,-3 1 2 16,6-1 2-16,-5 0-3 16,1 0 1-16,4 0-1 0,-2-1 2 15,-5 0 10-15,9 2-13 0,-4-1 1 16,0-1 0-16,-1 1-1 0,3-1 0 15,2 1 1-15,-4-1 0 0,2 0 0 16,1 0-1-16,1 0 1 0,0 0 0 16,-4 0 0-16,4 0-1 0,0 0 0 15,0 0 1-15,-3 0 2 0,1 0-3 16,0 0 0-16,0 0 0 0,-3 0-2 16,1 0 2-16,0 0 0 0,-2 0 1 15,1 0 0-15,-1 0-1 0,-2 0 0 16,1 0 0-16,-3 0 1 0,-1 0 0 15,3 0 0-15,0 0-1 0,-3 0 0 16,1 0 4-16,-1 0-2 0,3 0-2 16,-3 0 2-16,3 0 0 0,-3 0 11 15,1 0-13-15,4 0 1 16,-5 0 0-16,5 0 0 0,-5 0-1 16,1 0 0-16,4 0 0 0,-7 0 0 15,3 0 0-15,-3 0 0 0,3 0 0 16,-1 0 0-16,1 0 0 0,-3 0-2 15,1 0-1-15,3 0 3 0,-3 0 0 16,5 0 0-16,-3 0 2 0,2 0-2 16,-1 0 1-16,1 0 0 0,1 0 1 15,-3 0-1-15,2 1 1 0,1-1 1 16,-1 0-2-16,-1 0-1 0,3 0 1 16,-2 0 2-16,-1 0 13 0,3 0-13 15,2 0 10-15,-5 0-11 0,3 0 0 16,-4-1 11-16,3 1-12 0,1-1 1 15,-3 0 0-15,3 0 1 0,-4-1-1 16,1 2-1-16,-1 0-1 0,4 0-1 16,-5 0 0-16,3 0 0 0,-1 0 1 15,-1 0 2-15,3 0-1 0,-3 0-1 16,2 0 2-16,-3-1 2 0,3 0-2 16,-5 0 0-16,3 1-1 15,-1-1 0-15,-1 1 0 0,-1-2-1 16,1 2 0-16,-3 0 0 0,-2 0 0 15,5-1 0-15,-3 0 0 0,1 0 0 16,-1 1 2-16,1-3 0 0,-1 3 1 16,0 0 10-16,-1 0-10 0,3 0 10 15,-1 0-11-15,-5-1 0 0,6 1 10 16,-3-1-9-16,-3 1-2 0,4-3 1 16,-1 3 0-16,-3 0-1 15,4-2 2-15,-1 2-1 0,-1 0 0 16,0 0-1-16,-1-1-1 0,1 1 0 15,-4 0 1-15,7 0 0 0,-5 0-1 16,2 0 0-16,3-1 0 0,-3 1 1 16,2 0 1-16,1 0 11 0,-1 0-11 15,0-2-1-15,1 2 12 0,1 0-10 16,-3-2-3-16,-1 2 0 0,2 0 1 16,-1-2 18-16,-1 2-19 0,2-2-3 15,-1 2 0-15,1 0-13 0,1 0 15 16,1 0 1-16,1 0 2 0,-3 0-1 15,-2 0-1-15,5 0 0 0,-5 0-1 16,-2 0 1-16,1 0 0 0,-3 0 0 16,0 0 0-16,0 0 0 0,-4-2 1 15,0 2 1-15,-2 0 11 0,0 0-11 16,0 0-2-16,0 0-54 0,0 0-43 16,-2 0-62-16,-2 0-107 0,0 0-308 15,-6-6-1152-15</inkml:trace>
  <inkml:trace contextRef="#ctx0" brushRef="#br0" timeOffset="16938.94">1939 10251 295 0,'0'0'55'0,"0"0"17"0,0 0 514 16,0 0 98-16,0 0-379 0,0 0-110 16,0 0-72-16,0 0-4 0,0 5 7 15,0-5 10-15,0 0 25 0,0 0 15 16,0 0-10-16,0 0-12 0,-2-2-11 16,0 2-64-16,0-1-51 0,0-1 1 15,-2 1-1-15,-1-2 10 0,-1 0 13 16,2-2 2-16,-2-1-21 0,0-2-1 15,-5-5 1-15,1-2-13 0,4-4 9 16,-7-4-3-16,1-3-10 16,0-4-12-16,-3-6-1 0,1 1 13 0,-3-4-14 15,3 0 0-15,1-3 1 16,-3 2-2-16,5-2-2 0,-1 4-1 0,4 0-9 16,2 1-26-16,3 2-21 15,1 2 11-15,2-1 14 0,0-1-7 16,0 2-7-16,2 2 7 0,3 0-35 15,-1 3-9-15,2 3-10 0,-4 0-17 16,6 4 17-16,-4 2 8 0,1 2-28 16,-3-1-84-16,2 2-43 0,0-2-49 15,0 2-75-15,-2 5-164 0,2-10-455 16</inkml:trace>
  <inkml:trace contextRef="#ctx0" brushRef="#br0" timeOffset="18243.72">606 7972 363 0,'0'0'1258'0,"0"0"-654"16,0 0-242-16,0 0-85 0,0 0-78 15,0 0-87-15,0 0-51 0,0 0-7 16,0 0 13-16,0 0 12 0,-7 3 4 15,7 1 9-15,0-1-1 0,0 5-43 16,5 1-1-16,-3 2 3 16,2 4-18-16,0 0-16 0,-2 2-16 0,0 2-3 15,2 1 0-15,0 0 0 16,0 2-13-16,-1 0 1 0,3-1-36 16,0-2-56-16,-4-1-61 0,2-4-80 15,2 1-126-15,-2-5-132 0,1 1-191 16,-1-5-326-16</inkml:trace>
  <inkml:trace contextRef="#ctx0" brushRef="#br0" timeOffset="18870.23">446 8266 2170 0,'0'0'498'16,"0"0"-132"-16,0 0-168 0,0 0-118 15,-22 53-61-15,22-36-3 0,0 3 32 16,4 2 9-16,2 0-6 0,2 2 0 16,-1-3-10-16,-3 0-16 0,4-2 19 15,-2-3-6-15,5-1-36 0,-7-2-2 16,4-3-19-16,0 0-10 0,-2-2 4 16,3-1-32-16,-5-1-57 0,0-1-10 15,0 0-1-15,0-1-28 0,-2-2-30 16,0 0-10-16,2-2-40 0,-1 0-64 15,-1-1-44-15,-2-4 172 0,0-3 162 16,0-2-15-16,-5-1 22 16,-3-4-20-16,0 1 19 0,2 0 1 15,-9-2 33-15,5 4 80 0,2 0-19 0,-7 2 72 16,7 1 19-16,0 3-27 16,3 1 17-16,1 2 6 0,0 1-40 15,4-1-54-15,0-1-65 0,0 0 14 16,6-4 15-16,1 0-6 0,5-1-7 15,7-2-6-15,-3 1 0 0,5-1 10 16,4 0-13-16,2-1-4 0,-5 0 1 16,5 2 15-16,2-1 10 0,2-1 3 15,-2 0 13-15,2 1-4 0,-2 1 7 16,-4 0 2-16,-2 4-28 0,-3 3-12 16,-9 2-10-16,-1 1 0 0,-6 1 19 15,-2 3 81-15,-2 6 129 0,0 4 0 16,0 5-118-16,0 6-90 0,0 0-31 15,0 5-12-15,0-3-2 0,0 3-13 16,4-4 3-16,-4-1 9 0,2-2-10 16,-2-2 11-16,0-2 2 15,0 0-15-15,-2-2-10 0,-2-1-3 0,2-1-12 16,-2-3-12-16,2 0-26 0,-2-1-33 16,0-2-36-16,1-2-29 15,1-1-88-15,0-1-139 0,0 0-187 16,2-3-453-16,-2-1-347 0</inkml:trace>
  <inkml:trace contextRef="#ctx0" brushRef="#br0" timeOffset="19222.52">914 8359 444 0,'0'0'1887'0,"0"0"-1089"16,0 0-365-16,0 0-328 0,0 0-93 15,0 0 55-15,0 0 99 0,0 0-5 16,0 0-80-16,66-29-34 0,-50 23-10 16,1 1-2-16,-1 1-7 0,1 1-10 15,-3-2-2-15,1 3-13 0,-5 2 9 16,5-2-10-16,-5 2 1 0,-2-2-3 15,3 2-2-15,-1 0-1 0,-4 0 1 16,2 0-26-16,1 0-65 0,3 0-28 16,-6-1-12-16,5 1-68 0,-1-1-8 15,-2-1-35-15,-4-2-121 0,3-1-54 16,-3-2-86-16,-2 1-154 0,-2 0-139 16</inkml:trace>
  <inkml:trace contextRef="#ctx0" brushRef="#br0" timeOffset="19425.05">1122 8183 566 0,'0'0'62'0,"0"0"1444"0,0 0-992 16,0 0-57-16,0 0-40 0,0 0-199 15,0 0-196-15,0 0-22 0,0 0-41 16,0 0 41-16,-8 34 101 0,14-17 22 16,1 6 0-16,1 2-33 0,-2 4-27 15,-2-2-16-15,2 2-7 0,1-3-15 16,-3 0-14-16,2-2-11 0,-2-3-12 15,0-2-10-15,-2-1-71 0,4-3-57 16,-1-5-42-16,1 0-80 0,0-3-141 16,-2-1-168-16,0-4-138 0,-4-2-390 15</inkml:trace>
  <inkml:trace contextRef="#ctx0" brushRef="#br0" timeOffset="19648.13">1129 8366 803 0,'0'0'589'16,"0"0"750"-16,0 0-893 0,0 0-127 16,0 0-95-16,0 0-76 0,0 0-38 15,0 0 23-15,0 0-40 0,0 0-67 16,-40 38-25-16,30-20-1 0,4 0 16 16,-7 2 27-16,3-2 1 0,4-2-44 15,0 0-3-15,2-4-47 0,4-4-50 16,0-1-141-16,2-2-182 0,6-4-203 15,-2-1-392-15,2 0-122 16,9-13 407-16</inkml:trace>
  <inkml:trace contextRef="#ctx0" brushRef="#br0" timeOffset="19891.72">1356 8312 757 0,'0'0'2247'0,"0"0"-1797"0,0 0-42 16,0 0-50-16,0 0-358 0,0 0-19 16,0 0-62-16,0 0 81 0,0 0 6 15,0 0 85-15,12 1-38 0,-1-2-25 16,3-2-13-16,3-1-13 0,3 2 1 16,-1-2-1-16,6-2-2 0,0-1-2 15,-1-3-125-15,1 0-90 16,2-5-66-16,2 5-168 0,-8-2-217 15,-3 3 235-15,5-5-1318 0</inkml:trace>
  <inkml:trace contextRef="#ctx0" brushRef="#br0" timeOffset="20441.57">1873 7807 1057 0,'0'0'13'0,"0"0"1381"15,0 0-920-15,0 0-116 0,0 0-62 0,0 0-82 16,0 0-53-16,0 0-13 16,0 0 5-16,0 0-4 0,-4 1-16 0,4 1-29 15,-2-1-17-15,2 5-29 16,-2 1-21-16,-1 7-37 0,-3 5-85 15,2 10 11-15,0 2-3 0,-2 4-3 16,2 1-19-16,-3-3-47 16,-3-3-60-16,6-2-30 0,-2-6 12 0,4-3-69 15,0-6-135-15,2-2-198 0,0-5-157 16,0-5-395-16</inkml:trace>
  <inkml:trace contextRef="#ctx0" brushRef="#br0" timeOffset="20822.68">1834 7878 331 0,'0'0'346'0,"0"0"1357"0,0 0-1245 0,0 0-134 15,0 0-225-15,0 0-99 0,0 0 0 16,0 0 27-16,0 0 0 16,0 0-26-16,35-42 2 0,-23 37 32 15,7 2 0-15,-5 0 6 0,7 2 19 16,-3 1 4-16,1 0 8 0,2 2-5 15,-5 3 12-15,5 0 12 0,-5 2-9 16,1-1-20-16,-3 2-10 0,3-2-15 16,-7 3-9-16,1-1 3 0,-1 0-12 15,-2 1 6-15,-4 1 19 16,1 1 21-16,-3 6 34 0,0 1 19 16,-2 7-29-16,0 3-33 0,-2 2-28 0,-5 8-25 15,5-4-1-15,-4 3-2 16,2-1-3-16,-4-4-10 0,4-2-14 0,-3-4-17 15,5-2-20-15,0-4-17 16,-2-2-18-16,2-2-28 0,-2-3-35 16,0-1-46-16,2-3-45 0,-2-1-109 15,-3-1-67-15,3-3-87 0,-2-1-185 16,0 0-546-16</inkml:trace>
  <inkml:trace contextRef="#ctx0" brushRef="#br0" timeOffset="21058.5">1869 8104 4 0,'0'0'137'15,"0"0"2110"-15,0 0-1658 0,0 0-240 16,0 0-219-16,0 0-130 0,0 0-19 16,0 0 19-16,0 0 45 15,0 0 56-15,29 12-18 0,-21-8-14 0,6 0-22 16,3-2-31-16,-3 2-3 15,7-2-13-15,-4 1 0 0,5-3-13 16,3 0-75-16,-6 0-96 0,6 0-137 16,-1 0-267-16,-11 0-498 0,7 0-445 0</inkml:trace>
  <inkml:trace contextRef="#ctx0" brushRef="#br0" timeOffset="21347.22">2369 8093 2599 0,'0'0'1272'15,"0"0"-986"-15,0 0-176 0,0 0-110 16,0 0-50-16,0 0-91 0,0 0 84 16,0 0 54-16,0 0 3 0,0 0 2 15,43 0 17-15,-26-2-19 0,-5-1-1 16,9-2-109-16,-2 0-110 0,1-5-94 16,3 0-262-16,-9 2-572 0,11-7-520 15</inkml:trace>
  <inkml:trace contextRef="#ctx0" brushRef="#br0" timeOffset="21971.29">2669 7806 1845 0,'0'0'532'0,"0"0"-103"0,0 0-31 15,0 0-42-15,0 0-81 0,0 0-121 16,0 0-154-16,0 0-69 0,0 0-57 15,0 0 126-15,-13 1 0 0,26-3 82 16,1-2-16-16,5 0-13 0,-1 0-3 16,3-1-11-16,6-2-8 0,2 4-9 15,-2-3-1-15,4 2-8 0,-7 2-11 16,5 2 1-16,-2 0 16 0,-2 0-7 16,-8 0 4-16,-1 0-13 0,-8 2 28 15,1 0 0-15,-1 3-6 0,-8-1 22 16,0 6 117-16,0 4 70 0,-4 5-68 15,-2 8-108-15,-3 3-37 0,1 2-18 16,-4 3-3-16,1-3-10 0,5-2-24 16,-4 0 1-16,0-2-10 15,1-1-19-15,3-4-24 0,-2-3-27 16,2 0-23-16,4-2-72 0,-1-4-115 16,3-2-125-16,0-2-229 0,0-3-418 15,-2-7-497-15</inkml:trace>
  <inkml:trace contextRef="#ctx0" brushRef="#br0" timeOffset="22258.31">2999 8029 704 0,'0'0'2695'16,"0"0"-2104"-16,0 0-362 15,0 0-229-15,0 0-131 0,0 0 125 0,0 0 6 16,0 0 37-16,67-7-6 15,-47 4-6-15,1 0-12 0,4-2-12 16,-3 2-1-16,-1-1 1 0,4 0 1 16,0 1-2-16,-7 0-1 0,3 1-1 15,-7 0 2-15,3-2-25 0,-9 4-56 16,-2-1-46-16,3 0-2 0,-3 1-12 16,-4-2-49-16,0 2-71 0,0-1-89 15,-2 0-78-15,0-1-13 0,0-1-52 16,0 0 21-16,0 2 77 0,-4-1-237 15</inkml:trace>
  <inkml:trace contextRef="#ctx0" brushRef="#br0" timeOffset="22448.66">3254 7949 34 0,'0'0'172'0,"0"0"1007"0,0 0-399 15,0 0-231-15,0 0-42 0,0 0-6 16,0 0-287-16,0 0-65 16,0 0-43-16,0 0-41 0,-25 5-37 15,25 0-16-15,0 3-11 0,2 3 41 16,0 4-2-16,2 1-9 0,0 3-15 15,-2 0-15-15,5-2-1 0,-5 1-13 16,4-1-27-16,-4-3-53 0,2 1-60 16,0-4-14-16,0 0-46 0,-2-3-88 15,7 0-95-15,-7-2-96 0,0-4-91 16,0-1-197-16,-2-1-296 0</inkml:trace>
  <inkml:trace contextRef="#ctx0" brushRef="#br0" timeOffset="22686.91">3266 8085 47 0,'0'0'234'0,"0"0"1192"0,0 0-943 16,0 0-88-16,0 0 65 0,0 0-68 16,0 0-97-16,0 0-56 0,0 0-54 15,0 0-51-15,-37-21-16 16,33 25-46-16,-2 3-32 0,-1 0 0 16,-3 5-9-16,2 2-21 0,-9 4-8 0,5 0-1 15,-1-1 21-15,-1 1 21 16,4-4-19-16,1-2-24 0,-1-4-18 15,6 1-4-15,0-7-21 0,4 0-74 16,0-2-103-16,0 0-172 0,0 0-254 16,4 0-32-16,0 0-51 0,-2 0-452 15,4-4 534-15</inkml:trace>
  <inkml:trace contextRef="#ctx0" brushRef="#br0" timeOffset="23178.69">3516 7963 40 0,'0'0'2403'16,"0"0"-1766"-16,0 0-191 0,0 0-146 16,0 0-155-16,0 0-117 0,0 0-28 15,0 0-44-15,0 0-20 0,0 0 64 16,15-3 57-16,-9 0 2 0,4 1 5 16,1-1-17-16,1 0-19 0,7-3-12 15,-3 1-1-15,7-1-15 0,-3-1 3 16,-1 0 0-16,4 2-3 0,-7-1-23 15,5 2-59-15,-7 0-47 0,3-1-35 16,-5 3-57-16,3-2-90 0,-5 0-247 16,-4 0-238-16,-1-2-777 0</inkml:trace>
  <inkml:trace contextRef="#ctx0" brushRef="#br0" timeOffset="23485.19">3897 7604 821 0,'0'0'447'0,"0"0"1160"15,0 0-1146-15,0 0-239 0,0 0-54 16,0 0-39-16,0 0-51 0,0 0 10 15,0 64-24-15,0-30-18 16,0 7 1-16,-3 1 12 0,-1 1-2 16,2-2 1-16,0-3-2 0,-2-2-15 15,2-7-25-15,2-2-16 0,0-7-25 16,0 1-43-16,6-5-94 0,-2-2-42 16,3-1-60-16,-1-3-145 0,4-3-135 15,0-4-190-15,-3-2-358 0</inkml:trace>
  <inkml:trace contextRef="#ctx0" brushRef="#br0" timeOffset="23897.98">4066 7660 456 0,'0'0'206'0,"0"0"1097"15,0 0-795-15,0 0-92 0,0 0-67 16,0 0-104-16,0 0-84 0,0 0-44 15,0 0-22-15,0 0-10 0,2-32 2 16,-2 33 2-16,2 1-2 16,-2 1-31-16,0 1-43 0,2 5-12 15,2 1 36-15,-2 7 41 0,3 2-1 16,-1 3-15-16,-2 2-25 0,2 1-9 16,-2-1-7-16,0-4 4 15,0 0 12-15,2-1 3 0,2-5-6 0,1 1-10 16,-1 1-2-16,0-4-10 0,2 1-12 15,3-2-2-15,-1 1-10 0,-2-3-25 16,3-1 15-16,-3-2 7 0,0-1-6 16,-2-1 2-16,-2-2 4 0,3-1 2 15,-5-1 13-15,-2 0 2 0,2 0 20 16,0 0 12-16,-2 0-7 0,0 0-8 16,2-3-17-16,2-3-2 0,2-4 40 15,-2-3-16-15,9-6-24 16,-5-1-20-16,2-2-81 0,1 0-44 0,1 0-53 15,-4 2-73-15,-1 1-142 16,1 2-314-16,-4-1-727 0</inkml:trace>
  <inkml:trace contextRef="#ctx0" brushRef="#br0" timeOffset="25902.83">2472 8630 285 0,'0'0'355'16,"0"0"1266"-16,0 0-1124 0,0 0-74 15,0 0-231-15,0 0-192 0,0 0-58 16,0 0 36-16,0 0 22 0,0 0 131 16,25-4 8-16,-13-1-19 0,5-3-50 15,0 1-26-15,3-2-22 0,-1 0-6 16,4-1-14-16,3 0 13 0,-1-1-14 16,0 1-1-16,2 1 3 0,0 0-3 15,-2 2-63-15,-7-1-35 0,5 4-25 16,-11 1-20-16,5 1-42 0,-11 2-64 15,2 0-205-15,-4 3-84 16,1 2-118-16,-12 8-168 0</inkml:trace>
  <inkml:trace contextRef="#ctx0" brushRef="#br0" timeOffset="26161.83">2536 8826 1672 0,'0'0'1418'16,"0"0"-1017"-16,0 0-318 0,0 0-83 16,0 0-48-16,0 0 48 0,0 0 111 15,0 0-4-15,0 0-31 16,67-18-22-16,-47 11-17 0,1-1-2 16,2-4 2-16,-1 3 1 0,1-1-28 0,2-2-9 15,2 1-2-15,-5 0 1 16,-1 0-37-16,2 3-60 0,-7-1-4 15,1 3-66-15,-5-3-75 0,1 0-70 16,-1 0-116-16,-6-2-118 0,-1 2-218 16,-3-6-483-16</inkml:trace>
  <inkml:trace contextRef="#ctx0" brushRef="#br0" timeOffset="26548.15">2809 8541 852 0,'0'0'1792'0,"0"0"-1339"0,0 0-77 16,0 0-116-16,0 0-175 0,0 0-85 16,0 0-72-16,0 0 5 0,0 0 4 15,0 0 63-15,-8 52 53 16,12-28 13-16,2 3-19 0,3 4 16 16,-3 1-12-16,2 0-26 0,2-1-6 15,5 0-19-15,-7-3 0 0,4-1 14 16,5-3 4-16,-7-3-18 0,3-4-25 15,-1-3-10-15,-4-1 33 0,1-3-17 16,1-2 1-16,-4-3-5 0,-2-1 8 16,1-1-7-16,-1 0-3 0,0-1-1 15,2-1 7-15,-2 0 16 0,0-1-7 16,0 0 10-16,3 0 19 0,-1 0 12 16,4-3-28-16,-2-2-1 0,3-2 14 15,1-3-14-15,1 2 14 0,-3-5 6 16,6-2 0-16,-3 1-20 0,5-1-1 15,-7-2-1-15,7-1-16 0,-3 2-78 16,-5-3-64-16,9 0-93 0,-7-2-161 16,-1 7-311-16,-1-7-643 0</inkml:trace>
  <inkml:trace contextRef="#ctx0" brushRef="#br0" timeOffset="26889.45">3134 8536 2146 0,'0'0'1339'15,"0"0"-1206"-15,0 0-133 0,0 0-108 0,0 0 108 16,0 0 42-16,0 0 68 16,58-12-24-16,-40 6-20 0,5-2-10 15,2-1-24-15,0 1-1 0,-3 0-28 16,5-1-2-16,0 2 15 0,-2 1-16 16,-4 0-2-16,1 0-61 0,-7 4-78 15,1-1-49-15,-5 3-71 0,-3 0-158 16,-2 3-23-16,-4 2-151 0,-2-1-485 15,-8 6 314-15</inkml:trace>
  <inkml:trace contextRef="#ctx0" brushRef="#br0" timeOffset="27314.9">3185 8674 2888 0,'0'0'689'15,"0"0"-604"-15,0 0-85 0,0 0 0 16,0 0 51-16,0 0 69 0,60 1 5 16,-35-4-37-16,0-1-46 0,2-2-11 15,0-2-6-15,0 0-13 0,-1-2-8 16,1 2 8-16,-2 1-9 0,-6 1-2 16,-1 2-1-16,-5 0-22 0,-1 3-43 15,-6 1-30-15,-1 0-12 0,-5 0 19 16,0 0 70-16,0 0 17 0,0 0-1 15,0 0-14-15,0 0-9 0,0 0-6 16,0-1 31-16,-3 0-1 0,-5-2-6 16,0 3-85-16,0 0 35 0,1 0 57 15,-3 0 29-15,0 0 60 0,1 2 46 16,3 0 19-16,2 0-21 0,-2 3 29 16,0 0-32-16,4 2-40 0,-2 1-90 15,-1 9-12-15,3 1-25 16,0 3 15-16,2 4 19 0,0-3-19 15,0 0 19-15,0-3-25 0,4 1-3 16,3-4-15-16,-1-2-57 0,6-1-26 16,-4-2-50-16,1-4-58 0,1 0-173 15,3-3-219-15,-5-4-61 0,-2 0-305 16</inkml:trace>
  <inkml:trace contextRef="#ctx0" brushRef="#br0" timeOffset="27550.47">3564 8343 2779 0,'0'0'634'0,"0"0"-273"0,0 0-191 16,0 0-170-16,0 0-25 0,0 0 25 15,0 0 34-15,16 69 7 0,-12-44-28 16,3-2-13-16,-5 2-2 0,2-3-13 15,-4-1-17-15,6-2-74 0,-2 1-65 16,2-5-114-16,-2-1-114 0,1-3-220 16,-1-5-150-16,-2-1-492 0</inkml:trace>
  <inkml:trace contextRef="#ctx0" brushRef="#br0" timeOffset="27737.58">3673 8353 685 0,'0'0'1093'0,"0"0"106"16,0 0-761-16,0 0-165 16,0 0-147-16,0 0-126 0,0 0-7 15,0 0-78-15,0 0 85 0,0 0 13 16,23 50 15-16,-17-29-26 0,-2 1-2 16,5 2-59-16,-5 0-100 0,0 1-130 15,0-1-253-15,-2-7-452 0,-2 1-549 0</inkml:trace>
  <inkml:trace contextRef="#ctx0" brushRef="#br0" timeOffset="28080.11">3959 8367 76 0,'0'0'2448'16,"0"0"-1850"-16,0 0-302 0,0 0-55 16,0 0-23-16,0 0-80 0,0 0-81 15,0 0-13-15,4 59 56 0,-4-22-16 16,0 5-25-16,0 4-10 0,-2 2-5 15,0-4-23-15,-1-3-21 0,1-3 0 16,2-6-15-16,0-5-53 0,0-2-47 16,0-6-22-16,7-1-55 0,-5-7-152 15,4-3-220-15,2-4-251 16,-6-4-475-16</inkml:trace>
  <inkml:trace contextRef="#ctx0" brushRef="#br0" timeOffset="28371.42">4145 8454 474 0,'0'0'1776'0,"0"0"-1048"0,0 0-176 15,0 0-123-15,0 0-90 0,0 0-113 16,0 0-106-16,0 0-120 0,0 0 0 16,0 0-71-16,6 6 6 0,-4 8 53 15,2 6 12-15,0 10 1 0,2 1-1 16,5 2-18-16,-3 0 15 15,0-4-15-15,0-5 5 0,5-2 11 0,-3-6 2 16,-4-3 68-16,5-4-24 0,-5 0-10 16,-2-3 12-16,0-4-18 15,0 0-10-15,-4-2-15 0,2 0-2 0,0 0-1 16,-2 0-15-16,3-4-10 16,-1-4 10-16,6-5 13 0,0-4-32 15,2-7-74-15,5-6-116 0,-1-5-158 16,-5 7-344-16,1-13-1181 0</inkml:trace>
  <inkml:trace contextRef="#ctx0" brushRef="#br0" timeOffset="32545.92">1569 10082 21 0,'0'0'244'0,"0"0"1609"16,0 0-1529-16,0 0-79 15,0 0 12-15,0 0-36 0,0 0-80 16,-25-8-68-16,25 8-73 0,0 0-10 16,0-3-2-16,2 3 9 0,0-3 3 15,2 0 45-15,3 0 6 0,1-2-6 16,0 1-11-16,2-2-18 0,5 2-3 16,-5-2-10-16,9-1 16 0,-3-1 6 15,7 1 1-15,-4-1-4 0,1 0 0 16,5-4 10-16,-2-1 12 0,2-2 0 15,2 0 9-15,-3-1 4 0,-3 0 3 16,0 1-13-16,2 0-16 0,-5 1 14 16,1 2-14-16,-5 2 6 0,1 1-37 15,-5 1 0-15,-2 4-3 16,1 0-9-16,-1 2 10 0,-4 1 1 0,0 0-2 16,-4 1-1-16,2 0-8 0,0 0 11 15,-2 0-1-15,2 0-11 16,0 0 12-16,0 0 0 0,1 0-2 15,-1 1 0-15,0-1 1 0,2 1 0 16,-2-1-1-16,0 0 0 0,-2 3 3 16,0-3 1-16,0 2 27 0,0-1 25 15,0 0 6-15,0 1 13 0,0-2-4 16,0 3-9-16,0-2-22 0,0 4-37 16,0 1-9-16,0 1-13 0,0 3 19 15,0 1 3-15,0 0 3 0,0 1 0 16,-2 0 9-16,0 0-8 15,-2 2 17-15,2 0-5 0,-3 1-1 0,-1-1-13 16,2 3 1-16,0-2 10 0,-4 3-13 16,-3 0-2-16,3-2-14 0,4 7 13 15,-4-4-9-15,-1 4 10 16,1-3-17-16,2-1 16 0,2 0 3 16,0-4 0-16,0-4 12 0,-1-1-9 15,1-4 12-15,4-2 0 0,-2-3 7 16,2-1-7-16,0 0-15 0,0 0 1 15,0 0 15-15,0 0 2 0,0 0 7 16,0 0 9-16,0-1 9 0,0 1-3 16,0 0-6-16,0-2 3 0,0 2 0 15,0 0-1-15,0 0-8 0,-2 0 0 16,0 0-1-16,0 0-27 0,-2 0-15 16,2 0 14-16,-4 0 0 0,-3-1-11 15,3 0 8-15,-2-1 2 16,2 0 2-16,-7-2 2 0,-1 0 1 0,3-2 0 15,-9 0 0-15,5 0 9 16,-7-1-11-16,3-2 1 0,-2 2 1 16,-1-3-2-16,-1 2-1 0,4 2-12 0,-6 0 12 15,5-1-12-15,3-1-7 16,-6 3-15-16,5-3 7 0,-3 1 15 16,5 0-1-16,-3 1-14 0,5 1-16 15,-3-1 6-15,9 3 37 0,0 0-1 16,-1 1 1-16,7-1-19 0,0 1-27 15,0 1-37-15,2 1-53 0,0 0-57 16,0-1-92-16,2-1-163 0,4-1-69 16,3 0-183-16,-3 1-525 0</inkml:trace>
  <inkml:trace contextRef="#ctx0" brushRef="#br0" timeOffset="34097">1772 10063 151 0,'0'0'108'15,"0"0"16"-15,0 0 628 0,0 0-195 16,0 0-275-16,0 0-9 0,0 0 79 15,0 0-82-15,0 0-90 0,0 0-23 16,-58-43-10-16,54 41-1 0,1 1-20 16,-1-3-15-16,2 3-20 0,-2 0-28 15,2-2-6-15,-2 3-57 0,2-1 0 16,0 1-3-16,0-1-10 0,0 0 10 16,0 1 1-16,0-1 2 0,-1 1 2 15,3 0 11-15,-2 0 5 0,2 0-5 16,0 0-1-16,0 0-12 0,0 0-2 15,0 2 2-15,0-1-34 0,0-1-7 16,0 2-16-16,0 1 4 0,0 3 6 16,0 2 9-16,2 0 22 0,1 2 14 15,-1-3-11-15,0 1-2 16,0-2-4-16,0-3 15 0,0 0 1 0,-2 0-19 16,2-3-3-16,-2 0-7 15,0 0-3-15,4 0-6 0,-2 0 9 16,0 0 30-16,2-3 2 0,0 0 2 15,-1-3 30-15,1 1-30 0,2 1-2 16,-2-2 3-16,2-1 13 0,-2-1 0 16,0 1 9-16,-1-1 13 0,1 0 16 15,-2 3 0-15,0 0 6 0,0 1-3 16,-2 2 2-16,0 2 7 0,0 0 31 16,0 0 1-16,0 0-17 0,0 0-21 15,0 0-17-15,0 0-34 0,0 0-9 16,0 2-31-16,0 0-9 0,0 1-38 15,0 0-12-15,0 1 74 0,0 3-13 16,0 4-50-16,0 1 23 0,0 1 34 16,0 2 19-16,0 1-13 0,0-1-3 15,0-1-22-15,0 0-3 0,0-2 13 16,0-1 9-16,0-2 3 0,2-2-10 16,0-1-3-16,-2-3-15 15,2-3-45-15,-2 0-10 0,4 0 26 16,-2-3 50-16,0-3-2 0,2 0 28 15,1 2 25-15,-3-6 33 0,2-3 8 16,0-1 14-16,0-3-17 0,2 2-12 16,-2-2 0-16,-2 1-1 0,3 2-6 15,-3-1-12-15,-2 4-7 0,2 0-3 16,0 1-3-16,2 2-16 0,-2 0 13 16,0 2-15-16,0 2-1 0,0 2-2 15,-2 1-23-15,0 1 10 16,0 0 14-16,4 0 0 0,-4 1-2 15,0 3 0-15,0 4 3 0,2 1 34 16,3 4 1-16,-3 3-23 0,2 2-12 16,-4-1 0-16,2 1-2 0,0-1-13 15,0 0-1-15,0-3 0 0,0 2 0 16,-2-2 13-16,2-4 0 0,0 0-9 16,-2-2 9-16,2-4 0 0,-2-1-16 15,0 0-12-15,4-3-10 0,-4 0-3 16,0 0-4-16,0 0 7 0,0-3 25 15,0 3 15-15,0-3 1 0,2-3 0 16,-2 0 53-16,3-4 26 0,-1 0 44 16,0-5-16-16,0-3-19 0,0-2-28 15,-2-2-16-15,0 1-13 0,2 2-9 16,0-1-7-16,0 4-12 16,0-1-3-16,0 3 0 0,0 2 0 15,0 0-4-15,0 3-8 0,2 2-1 16,-1 1 10-16,-3 3 0 0,2 0-19 15,-2 2 10-15,0 0 0 0,2 1-10 16,-2 0-7-16,0 0 0 0,0 2 4 16,0 1-19-16,2 3-25 0,0 4-9 15,0 5 78-15,-2 4 0 0,6 6-20 16,-2 1-37-16,0 4-22 0,-2-2-13 16,3 2-9-16,-1-3 12 0,-4-2 47 15,2-3 26-15,-2-4 15 0,0-5 1 16,0-3 2-16,2-4-2 0,-2-2-1 15,0-4-21-15,0 2-13 0,0-2-7 16,0 0 4-16,0-2 38 0,0 0 32 16,2-3-31-16,-2-1 60 0,2-1 18 15,-2-2 23-15,0-1-13 0,0-5-19 16,0-1 2-16,0-2 1 16,2-3-1-16,-2 0-5 0,2-4-5 15,-2-1-2-15,2 2-12 0,-2 0-26 16,2 1-20-16,0 3 10 0,-2 3-12 15,0 2-1-15,2 5 0 0,-2 5 0 16,0 2 0-16,0 0-1 0,0 3-20 16,0 0-7-16,0 0-9 0,0 0-12 15,0 0 0-15,0 0-7 0,0 0-24 16,2 0-58-16,0 0-4 0,3 0-35 16,1 0-129-16,-2 2-192 0,-2-1-675 15</inkml:trace>
  <inkml:trace contextRef="#ctx0" brushRef="#br0" timeOffset="38666.41">2855 12958 206 0,'0'0'121'0,"0"0"846"0,0 0-317 15,0 0-261-15,0 0-166 0,0 0-146 16,0 0-44-16,-2 29 8 0,4-23 40 16,2 1 73-16,0 1-13 0,0 0-19 15,2 5-23-15,0-1-42 0,5 2-28 16,-1 4-7-16,-2 0-6 0,7-1 3 15,-3 3 18-15,1-2-37 0,1 0-3 16,-3-3 1-16,1 0-2 0,0-1 4 16,-3 0 2-16,3-2 0 15,-2-1 14-15,-3-1-15 0,-1-1-1 0,-2-3-11 16,4-2-30-16,-4 0-4 16,0-4-9-16,3 2 3 0,-5-2 10 15,4 0 9-15,4-3 13 0,-2-4 17 16,-1-2-1-16,5-2-11 0,3-3 14 15,-1-4 16-15,3-3 10 0,-3 1 3 16,5-4-4-16,-5 1 1 0,5-1-26 16,-5 1 16-16,3-1 6 0,-3 5-20 15,1-2 0-15,-1 6 20 0,-4 1 4 16,5 1-24-16,-5 1 14 0,1 5-16 16,3 0 1-16,-4 3 2 15,3 3 13-15,-3 0-15 0,0 1 15 0,5 2-3 16,-3 6 22-16,1 2 19 15,5 8 18-15,-3 1 17 0,6 8-13 16,-1 0-42-16,-1 4-5 0,1-3-27 16,-3-2-2-16,4-3-32 0,-1-3 13 15,-3-4 4-15,1-5-4 0,-3 0-10 16,1-5 10-16,-3-1 7 0,-5-4-1 16,0 1 0-16,3-2 1 0,-5 0-4 15,-2 0-3-15,2-4 16 0,0 0-13 16,1-2 15-16,1-2 1 0,-4-3 3 15,2-1 19-15,3-1-20 0,-1-5 17 16,0 1-17-16,-2-1 17 0,5-4-19 16,1 3-1-16,-4-1-14 0,5 3 11 15,1 3-15-15,-1 0 0 0,-1 6 0 16,2 2 4-16,-1 3 13 0,3 0 0 16,-3 3 2-16,5 0 0 0,-3 5 13 15,3 3 3-15,-3 3 9 16,6 3 4-16,-5 3-26 0,7 2 13 15,-2 2-13-15,-3-1-1 0,7-1-2 16,-6-2-22-16,-1-2 0 0,5-2-4 16,-9-2 1-16,7-3-13 0,-6-2 3 15,1-2 4-15,-6-3 8 0,5 0-2 16,-5-1 6-16,-2 0 17 0,3 0 0 16,-3-1 2-16,-2-2-2 0,0 1 1 15,1 0 0-15,-1-2 1 0,-2 1 0 16,2-1 1-16,0-2 12 0,-1 0 9 15,-1-3-3-15,6-2-16 0,-4 0 9 16,2-1-12-16,-1-1 0 0,5-1 0 16,-2 0-1-16,1 3-2 0,3 1-26 15,-1 1 4-15,-3 6 23 0,7 1 1 16,-3 2 1-16,3 0 13 16,-3 5 9-16,7 0-3 0,-5 3-3 15,3 0-15-15,-3 0 2 0,5-3 7 16,-4 1-10-16,-1-2-3 0,-4 0-12 15,5-1 2-15,-7-2 12 0,5 2-2 16,-3 0 2-16,-3 0-1 0,3-1 0 16,0-1 2-16,-3 3 1 0,3-3-1 15,-2 0-1-15,-3 0-2 0,-1-1 2 16,0 1 1-16,-2-1 13 0,0 1 22 16,-2 1 22-16,0-1-10 0,2 0 4 15,1 3-10-15,-3-2-16 0,4 2-12 16,4-2-13-16,-2 0-1 0,1 1-21 15,-3-3-51-15,6 0-50 0,-3-1-36 16,-1-4-183-16,0-1-202 16,0-1-117-16,-3 2-460 0</inkml:trace>
  <inkml:trace contextRef="#ctx0" brushRef="#br0" timeOffset="39674.94">3142 14202 252 0,'0'0'131'16,"0"0"-53"-16,0 0 639 0,0 0-548 0,0 0 49 15,0 0 104-15,0 0-60 16,0 0-61-16,8-63-17 0,-8 40-19 16,0 1-11-16,0-4 16 0,0-3-32 15,-4-7-33-15,0-10-15 0,-2-15-24 16,2-13-31-16,-3 0-31 0,1 4-3 15,4 17 15-15,-2 17-1 0,2 8 5 16,0 4 11-16,-2-1 7 0,0 0 6 16,4 0 10-16,-4 6 0 0,1 4 3 15,-1 6-4-15,2 4-15 0,0 2-24 16,2 0-14-16,0 3-26 16,0 0-8-16,0 0-7 0,0 0-3 15,0 0-10-15,0 0-3 0,0 0-6 16,4 0 57-16,0 0 6 0,3-4 0 15,-1 0 0-15,4 1 0 0,1 0-4 16,-1-2 3-16,4-1 1 0,1 2 1 16,3-1 2-16,-1 2-3 0,4 0 3 15,-5 1 19-15,5 2-20 0,-5 0 17 16,3 2 6-16,-7 1-23 0,3 4 14 16,-7 0 19-16,-2 1-7 0,1 1-2 15,1 3 15-15,-4 1 3 0,-2 3 3 16,-2 3-16-16,0 2-2 0,0 0-11 15,-4 1 4-15,-4-2-21 16,1-1 24-16,1-1-9 0,-2-1 6 16,-7-2 1-16,5-2-7 0,-2 0-14 0,-5-1 26 15,5-3-6-15,-7-3-20 16,7-2-2-16,-7 1-2 0,7-4-11 0,-1 1-9 16,-1-1-15-16,6-1-11 15,1 0 46-15,3 0-49 0,0 0 5 16,2 0-36-16,2 0-79 0,0 0-45 15,0 0-36-15,0 0-8 0,2 0 106 16,4 1 5-16,-2-1-112 0,1 0-76 16,1 0-76-16,-2-4-147 0,0 1-564 15</inkml:trace>
  <inkml:trace contextRef="#ctx0" brushRef="#br0" timeOffset="40930.22">3219 13620 187 0,'0'0'1057'0,"0"0"-722"0,0 0-91 16,0 0-82-16,0 0-162 0,0 0-195 16,0 0 195-16,0 0 81 0,0 0 33 15,0 0 9-15,6 10 13 0,-4-8 33 16,2-1 50-16,-2 2 16 0,2 0-42 15,0 2-49-15,5 3-4 0,-3 1 6 16,2 4 0-16,2 3-51 0,7 5-35 16,-5 1-16-16,7 3-22 0,-5 0 9 15,9 2-18-15,-8-1 9 0,5-1-7 16,-3 0-11-16,-1-3 14 0,-3-2-5 16,1-1-10-16,-6-4 13 0,-1-1-13 15,-3-3 19-15,0-1 0 0,2-4-10 16,-6 0-8-16,2-3 0 15,0 0-4-15,-2-3-17 0,0 0-14 0,2 0-76 16,-2 0-79-16,2 0-42 16,5-4 2-16,-3-5-52 0,4-4-179 15,4-8-162-15,-5 5-588 0</inkml:trace>
  <inkml:trace contextRef="#ctx0" brushRef="#br0" timeOffset="41487">3572 13346 1336 0,'0'0'420'0,"0"0"-375"0,0 0-45 16,0 0 0-16,0 0 42 0,0 0 4 15,0 0 54-15,58 9 43 16,-40-9 22-16,1 0 3 0,4-3 45 16,0 0-135-16,-1-2 5 0,1 1 4 0,2 0-29 15,-4 0 3-15,1 0-16 16,-1 1 3-16,-5-1-26 0,1 4-6 15,-7 0 0-15,-1 0 3 0,-1 0 0 16,-2 0-6-16,0 0-10 0,-4 0 13 16,0 0-16-16,0 0 0 0,-2 0-99 15,0 0-48-15,0 0-26 0,0 0-11 16,0 0 55-16,0 0 32 0,-2 0-55 16,0-3-305-16,-6 3-194 0,-2-3-154 15,4 3 437-15</inkml:trace>
  <inkml:trace contextRef="#ctx0" brushRef="#br0" timeOffset="41740.13">3762 13325 102 0,'0'0'144'0,"0"0"628"16,0 0-391-16,0 0-36 15,0 0-17-15,-56 43-8 0,48-36-81 0,4 1-59 16,0 0-54-16,2 1-40 16,0 2-38-16,2 3-35 0,0 5 19 15,0 5 42-15,0 3-1 0,4 5 4 16,-2 5 2-16,2 1-2 0,-4 4-5 15,4 1-5-15,0 1-10 0,-4-2-13 16,4-1 0-16,1-7-19 0,-3-3-25 16,2-2 0-16,-2-7-1 0,0-3-14 15,0-3 2-15,0-4-9 0,0-2-35 16,0-3-63-16,2-2-48 0,-2-3-1 16,0-2-42-16,5 0-101 0,-5-5-82 15,4-7-66-15,-4-4 21 0,0 1-225 16,-2-11-96-16</inkml:trace>
  <inkml:trace contextRef="#ctx0" brushRef="#br0" timeOffset="41983.48">3671 13690 2050 0,'0'0'573'15,"0"0"-168"-15,0 0-376 0,0 0-29 16,0 0-174-16,0 0 174 0,0 0 32 15,0 0 74-15,0 0-29 0,0 0-22 16,54 0 8-16,-40 0-26 0,5 0-37 16,2-1 0-16,-5-2 12 0,9-1-9 15,-6-1-3-15,3 0-4 0,-3-1-162 16,2 1-81-16,-1-3-69 0,-3 0-244 16,1 0-230-16,-3-3-358 0</inkml:trace>
  <inkml:trace contextRef="#ctx0" brushRef="#br0" timeOffset="42460.55">4217 13253 304 0,'0'0'108'0,"0"0"979"16,0 0-668-16,0 0-95 0,0 0-20 15,0 0-65-15,0 0-56 16,0 0-26-16,0 0-36 0,0 0-16 16,-41 36 0-16,36-31-16 0,5 3-16 15,-2 5-16-15,0 4-13 0,-2 7 4 16,2 6-4-16,0 5-10 0,0 3-9 16,0 6-3-16,0 0-3 0,2 3-3 15,-2-1-14-15,0 0 11 0,2-5-10 16,-2-2 9-16,2-5-11 0,-2-6-1 15,2 1-11-15,0-8-14 0,2-2-29 16,2-4-53-16,-2-3-19 0,4-2 6 16,-2-3-20-16,2-2-29 0,3-4-30 15,-1-1-87-15,0 0-95 0,-2-7-20 16,3-6-45-16,-3-2-55 0,-2 1-177 16</inkml:trace>
  <inkml:trace contextRef="#ctx0" brushRef="#br0" timeOffset="42831.16">4128 13312 112 0,'0'0'156'0,"0"0"281"0,0 0-173 0,0 0-121 15,0 0 20-15,66 0 59 0,-47 0-18 16,-1 0-87-16,3 0 33 16,0 0 38-16,-3 0-49 0,-1 3-6 15,-3 0 31-15,-3 0-25 0,-1 2 6 16,-2 0 31-16,-4 0 16 0,1 2 9 16,-3-1-43-16,0 5-15 0,-2 0-33 15,0 3-29-15,0 1-21 0,-7 6-32 16,-1-2-9-16,-2 2-2 0,-3-1-11 15,1-1 13-15,-2-3-16 0,1 0 12 16,1-4-15-16,-3-3-21 0,5-2-12 16,-2-3 2-16,1-2-44 0,5-2-35 15,-2 0-32-15,0-2-67 0,3-5-139 16,-1-5-269-16,4 4-359 0,0-6-286 16</inkml:trace>
  <inkml:trace contextRef="#ctx0" brushRef="#br0" timeOffset="45059.5">2770 13785 184 0,'0'0'26'0,"0"0"98"0,0 0 290 0,0 0-30 16,0 0-218-16,0 0-75 15,0 0-45-15,0 0-30 0,0 0-3 16,-15 56 13-16,15-46 16 0,0-3 20 16,0 0 3-16,0-1-26 0,0-1-39 15,0-2-20-15,0 1-10 0,0-4 14 16,5 0-23-16,-3 0 3 0,-2 0 17 15,2 0 17-15,0 0 2 0,0 0 23 16,-2-4 30-16,2 2 25 0,-2-1 16 16,0 1 3-16,2-2 14 0,0 0 2 15,-2 0-6-15,0-2-29 0,0 3-23 16,0-2-20-16,0 0-33 0,0 3 2 16,0-4 22-16,0 2 12 0,0 0 11 15,0 3-4-15,0-1-19 0,0-2-7 16,-2 2-7-16,0 0-12 0,2 0-16 15,0-1 15-15,-2 0-17 0,2 0 18 16,0 2 22-16,-4-2 30 16,4 2-30-16,-4 1-18 0,-1 0 7 0,3 0-11 15,-2 1-1-15,2 2-21 16,2 3-11-16,0 0-60 0,0 2 19 16,0 1 48-16,0 0-3 0,0-1 26 15,6-2 3-15,-4 2 16 0,3-2-16 16,-3-1 0-16,0-1-1 0,-2 2 1 15,2-4 10-15,0 0-8 0,-2 0-2 16,2-2-86-16,-2 0-166 0,4 0-158 16,0-6-237-16,0-1-354 0</inkml:trace>
  <inkml:trace contextRef="#ctx0" brushRef="#br0" timeOffset="46102.06">2720 14790 17 0,'0'0'46'0,"0"0"-13"0,0 0 51 0,0 0 14 16,0 0 346-16,0 0 28 15,0 0-91-15,0 0-89 0,0 0-104 16,0 0-84-16,-4 0-4 0,4 0-6 16,0 0-16-16,0 0-13 0,0 0-7 15,0 0-26-15,0 0-32 0,0 1-34 16,0 1-18-16,0-1-9 0,0 2-20 16,0 2-23-16,0 1 85 0,0-2-7 15,4 3 0-15,-4-1-20 0,2 0 21 16,3-1-21-16,-3-3 4 0,0 1 0 15,-2-1 6-15,4-1 10 0,-4-1 10 16,2 0-26-16,0 0-10 16,0 0 39-16,0-1 13 0,0-1 1 0,-2-1 28 15,0 1 13-15,2-5 27 16,-2 0-18-16,2 0-51 0,2-4-9 0,-2 0 8 16,-2-3 1-16,5 0 2 0,-3 1-1 15,-2-2 0-15,2 4 15 16,-2-1 7-16,0 3 0 0,0 1 25 15,0 2 14-15,-2 1 25 0,0 2 4 16,-5 0-4-16,1 3-12 0,4 0-11 16,-2 0-38-16,0 0-13 0,2 3-11 15,0 3-2-15,0 0-26 0,-2 4-13 16,-1 1 22-16,3 2 17 0,-2-1 16 16,4-1-16-16,-2-2-12 15,2-2-20-15,0-3-19 0,0 0-21 16,0-1 14-16,2-1 10 0,-2-1 22 0,4 0 6 15,-2-1 7-15,-2 0-16 16,0 0 6-16,0 0 23 0,0 0 16 16,0 0 19-16,0 0 1 0,0-1-35 15,0-1 1-15,0-2 19 0,0-1 47 16,0-1-65-16,0 0-3 0,2 1-133 16,1-4-71-16,-1-2-140 0,0 3-239 15,0-4-418-15,-13 81 934 0</inkml:trace>
  <inkml:trace contextRef="#ctx0" brushRef="#br0" timeOffset="47676.4">3028 14553 112 0,'0'0'632'15,"0"0"-192"-15,0 0-225 0,0 0-108 16,0 0 1-16,0 0-38 0,0 0-70 16,0 0-123-16,0 0-30 0,0 0 113 15,-14-13 40-15,22 10 58 0,0-1 17 16,-1 0 9-16,3 2 24 0,2-3 22 15,-1 1-62-15,5 1-19 0,-1-1-23 16,1 1-10-16,-1 3 3 16,-5-2-9-16,7 2 3 0,-9 0-13 15,2 2 19-15,0 2 20 0,-3 0 13 16,-3 3 136-16,-2 1 61 0,-2 1-7 16,0 3-69-16,0-2-70 0,0 4-30 15,-2-3-19-15,-2 3-6 0,0-3-25 16,-3-1 5-16,-1 1 1 0,0-1-29 15,6-1 16-15,-4 0 19 0,-1-2-19 16,-1 2 3-16,2-4-6 16,-2 2 15-16,-1-1-6 0,-3-2 4 15,4 1-25-15,-3-2 0 0,-1 1 12 16,2-1-13-16,3-1 1 0,1-2-1 16,2 4-16-16,-2-3 13 0,4 0-16 15,-2 1 0-15,2 0 15 0,0-1-15 16,-1 1 7-16,1-2 8 0,0 3 2 15,-2-1-20-15,0 0 6 0,2 2-3 16,-4 0 16-16,2-1-13 0,2 4 0 16,-3-4-6-16,3 1-10 0,2 0 0 15,0 0 13-15,0 1 0 0,0 0-20 16,0-1-5-16,2 2-1 0,5-2-3 16,-1 0 16-16,4 1 16 0,-2-1-4 15,1 1 19-15,3-1 1 0,1 2 16 16,-3 0 26-16,4 2-39 0,-3-2 10 15,1 2 3-15,3 1 10 0,-9-1-7 16,2 1 19-16,2 1 4 16,-6-2-4-16,1 3 26 0,-3 0 22 0,0 1 3 15,-2 2-16-15,0 2-10 16,-4-2-3-16,-1 1 4 0,-5 1-27 16,2-2-5-16,2 2-7 0,-5-3 0 15,-1 0-12-15,4-2-11 0,-3 0 17 16,1-4-6-16,2-1-12 0,4-4-1 15,-1-1-3-15,3-1-22 0,-2-1-28 16,0-7-92-16,4 0-90 0,-2-7-129 16,2-3-105-16,0-6-100 0,2 7-205 15,4-11-427-15</inkml:trace>
  <inkml:trace contextRef="#ctx0" brushRef="#br0" timeOffset="48088.09">3303 14357 177 0,'0'0'33'0,"0"0"1580"0,0 0-1195 15,0 0-418-15,0 0-241 0,0 0 241 16,0 0 123-16,0 0-22 0,0 0-1 16,0 0-19-16,52 9-10 0,-42-7 0 15,7 1-19-15,-5-2-23 0,-1 3 0 16,1-2-28-16,-4 2 22 15,0-2-4-15,-1 3 7 0,1-3 15 16,-2 2-8-16,-2-2-33 0,0 2-107 16,-2-2 7-16,3 0-51 0,-1-2-47 15,-2 0-35-15,4 0-69 0,-2-2-65 16,0-4 41-16,-2-1 13 0,-2 0-104 16,0 1 131-16</inkml:trace>
  <inkml:trace contextRef="#ctx0" brushRef="#br0" timeOffset="48288.62">3436 14347 12 0,'0'0'124'15,"0"0"98"-15,0 0 530 0,0 0-355 16,0 0-55-16,-52 21-8 0,42-12-17 16,1 1-53-16,3 5-55 0,0 2-52 15,-2 4-29-15,3 3-36 0,1-1-41 16,0 4-13-16,4-2-19 0,-2-2 13 16,0 0-3-16,2-3-29 0,0-3-16 15,0-2-3-15,2-1-10 16,0-4 1-16,0-1-4 0,2 1-76 0,-2-3-30 15,3 1-28-15,1-2-124 16,0-2-133-16,-4-2-96 0,0-2-154 16,0 0-119-16</inkml:trace>
  <inkml:trace contextRef="#ctx0" brushRef="#br0" timeOffset="48544.73">3326 14535 109 0,'0'0'107'0,"0"0"715"0,0 0-292 15,0 0-172-15,0 0-44 0,0 0-84 16,0 0-230-16,0 0-214 0,0 0 214 16,0 0 20-16,0 5 90 0,10-4-52 15,3-1-3-15,1 0-13 0,-3 0 13 16,5 0-26-16,-4-1 6 0,3 0-12 16,-5 1-21-16,1-2 1 0,-1 1 26 15,0 1 3-15,-4 0-32 16,1 0 0-16,-1 0-158 0,0 0-48 0,0 0 15 15,-4 0-33-15,-2 0-42 0,0 0-95 16,0 0 116-16,-4 0-436 16</inkml:trace>
  <inkml:trace contextRef="#ctx0" brushRef="#br0" timeOffset="48803.92">3278 14608 164 0,'0'0'228'0,"0"0"803"0,0 0-716 0,0 0-315 16,0 0-153-16,0 0 153 16,0 0 56-16,0 0 54 0,0 0 46 0,0 0 49 15,40 19-73-15,-30-17-5 16,0-1-11-16,7 2-58 0,-7 0-22 16,7 0 6-16,-7-1 6 0,0 0-32 15,3 2-13-15,-5-2 7 0,-4 1 16 16,0 0 12-16,3 0 11 0,-3 1-24 15,2 0-4-15,-4 0-21 0,2-2-58 16,-2 2-29-16,0-3-55 0,-2 2-78 16,2-3-26-16,-2 0-17 0,0 0-49 15,-2 0-108-15</inkml:trace>
  <inkml:trace contextRef="#ctx0" brushRef="#br0" timeOffset="49132.14">3198 14750 275 0,'0'0'91'0,"0"0"714"16,0 0-577-16,0 0-49 0,0 0 91 15,0 0 54-15,0 0-52 0,52 16-95 16,-40-14-44-16,0-1-24 0,5 1-19 15,-3-2-20-15,7 0-31 0,-4 0-10 16,5-5-16-16,1 1-10 0,-4 0 13 16,1 0-16-16,-3-1 1 0,1 2 10 15,-7 1 2-15,-1-1-1 0,-2 3-12 16,-6 0-38-16,1 0-26 0,-1 0-17 16,-2 0-21-16,0 0-43 0,0 0-68 15,0 0-29-15,0-2 21 0,-5-3-285 16,3 3-256-16,-4-1 67 0</inkml:trace>
  <inkml:trace contextRef="#ctx0" brushRef="#br0" timeOffset="49722.53">3345 14720 1 0,'0'0'1077'0,"0"0"-563"0,0 0-134 15,0 0-53-15,0 0-113 0,0 0-79 16,0 0-41-16,-38 53-17 0,36-37-9 15,0 3 2-15,-2 4 4 0,4 4-4 16,-2 2-9-16,0 0-10 0,0 0 0 16,-2-2 19-16,4-2-41 15,-4-4-13-15,4-3 32 0,0-7-48 16,0-1-10-16,4-3-22 0,0-1 1 16,0 0-1-16,-2-2 13 0,4 0 3 15,-2-1 3-15,5-1-16 0,-1-2 0 16,-2 0 1-16,2-2 24 0,3-5 4 15,-1-3 2-15,0-2 10 0,3-5 30 16,-3-3-42-16,1-2-42 0,1-1-73 16,-2 1-48-16,-1 3-24 0,-3 0 10 15,2 2 19-15,-6 4 28 0,0-1 14 16,0 2 34-16,-2 0 47 0,0 2 32 16,-2-1-14-16,-2 0 1 0,2 3 16 15,-6 2 3-15,6 0 52 16,-5 1 1-16,3 3 8 0,0 0 4 0,0 2 17 15,0 0 31-15,0 0 20 0,0 0-27 16,2 3-19-16,-1-2 4 16,1 2-4-16,0 0-26 0,2 2-10 0,0-2-12 15,0 2-1-15,0 0 17 16,0 1 6-16,0 2-26 0,0 0-13 16,4 1 4-16,1 0-4 0,5 2-12 15,-2 2 19-15,-2-1-19 0,5-1-10 16,3 1-1-16,-3-3-1 0,3 1-1 15,-2-3-2-15,1 0-14 0,-1-2 15 16,1 0 1-16,-5-1 2 0,6 0 9 16,-5 1-11-16,-1-1-58 0,2 1-21 15,-1-1-55-15,-1-1 32 0,0 1-1 16,0-3-177-16,1-1-107 0,-5 0-54 16,0-4-40-16,-4-1-30 0,4-4-105 15</inkml:trace>
  <inkml:trace contextRef="#ctx0" brushRef="#br0" timeOffset="49968.4">3570 14789 203 0,'0'0'92'15,"0"0"729"-15,0 0-304 0,0 0-176 16,0 0-68-16,0 0-28 0,0 0-6 15,0 0-17-15,0 0-55 0,0 0-43 16,-43 48-31-16,34-38-17 0,1 2-12 16,2 0-17-16,0 0-25 0,-1-2-22 15,3-3-1-15,0-1-24 0,2-3-61 16,2-3-153-16,0 0-319 0,0 0-597 16,2-4 167-16</inkml:trace>
  <inkml:trace contextRef="#ctx0" brushRef="#br0" timeOffset="52069.98">3731 14390 34 0,'0'0'143'0,"0"0"356"15,0 0 6-15,0 0-261 0,0 0-3 16,0 0 9-16,0 0-20 0,0 0-13 16,64-3-23-16,-45 0 9 0,-3-1-84 15,7-1 13-15,2 0-27 0,-2 0-6 16,4 1-25-16,-1-2-39 0,-1 3-13 16,-2 0-20-16,4 1 11 15,-4 1-12-15,-7 0 0 0,5 1 1 16,-7 0 1-16,3 0 13 0,-9 0-15 0,0 0 15 15,1 1-16-15,-3 0-14 16,-4 1-62-16,2-1-45 0,-2 0-33 16,0 0-51-16,-2-1-85 0,0 0-141 15,0 0-98-15,0 0-187 0,-2 0-60 0</inkml:trace>
  <inkml:trace contextRef="#ctx0" brushRef="#br0" timeOffset="52364.78">3715 14552 268 0,'0'0'173'0,"0"0"822"16,0 0-728-16,0 0-89 0,0 0 56 15,-42 50-75-15,40-43-75 16,2 0-84-16,0 3-68 0,8 1 68 15,-1 1 15-15,1 0-2 0,0-1-12 16,5-1-2-16,-1-1-17 0,-2-1 17 16,7-3 2-16,-7-2 6 0,7-3-6 15,-5 0 25-15,-1 0-23 0,-1-5-3 16,0 0-181-16,-6-1-40 0,5-1-65 16,-7 0-91-16,0 2-125 0,2-1 17 15,-4-5 200-15</inkml:trace>
  <inkml:trace contextRef="#ctx0" brushRef="#br0" timeOffset="52666.15">3746 14582 37 0,'0'0'339'0,"0"0"680"0,0 0-629 0,0 0-23 15,0 0-2-15,0 0-107 0,0 0-258 16,0 0-229-16,0 0-133 0,0 0 362 16,-15-2 104-16,30 1-14 0,1-1 4 15,5-3 9-15,0 1 17 16,3-2 5-16,9 0 16 0,-4-1-32 15,2 1 3-15,0 0 0 0,-4 2-16 16,0 0-52-16,-2 3-25 0,-2 1 10 16,-9 0-29-16,1 0 0 0,-7 0 10 15,-4 0 9-15,-2 1 0 0,-2-1 16 16,0 4 32-16,0-3 12 0,0 1 3 16,0 2 9-16,0 2-13 0,0 1-24 15,0 1-20-15,-2-1-5 0,2 1-29 16,-4-1-56-16,2 0-22 15,-2 0 15-15,-3 0-9 0,5-1-26 0,-6-2-44 16,2-2-103-16,2 0-184 0,-2-2-540 16,-13-2-611-16</inkml:trace>
  <inkml:trace contextRef="#ctx0" brushRef="#br0" timeOffset="52945.62">3783 14645 166 0,'0'0'1616'0,"0"0"-1402"15,0 0-97-15,0 0-82 0,0 0 192 16,0 0-59-16,0 0-7 0,0 0-26 16,58 44-29-16,-44-38-61 0,1 0-13 15,1-2 0-15,-3-1-32 16,5 0 1-16,-3-2 3 0,5-1-3 0,-5 0-1 15,1-1 0-15,-3-3-23 0,1 1-79 16,-3-2-72-16,-3 1-42 16,-4-2-46-16,0 0-36 0,2 0-66 15,-6-3-91-15,0 3-129 0,-4-7 2 0</inkml:trace>
  <inkml:trace contextRef="#ctx0" brushRef="#br0" timeOffset="53224.12">3872 14433 291 0,'0'0'1414'0,"0"0"-1141"0,0 0-157 15,0 0 14-15,0 0 58 0,-6 51-1 16,6-32-16-16,0 2-36 0,-3 4-26 15,3-1-23-15,0 4-28 16,0-3-17-16,0-2 1 0,-2-2-24 0,2-2-18 16,0-3-26-16,0-7-9 15,0 1-73-15,0-5-110 0,2-2-85 16,3-3-63-16,-1 0-65 0,4-5-28 16,0-6-13-16,-4 2 9 0,3-9 85 0</inkml:trace>
  <inkml:trace contextRef="#ctx0" brushRef="#br0" timeOffset="53463.15">3977 14440 171 0,'0'0'97'0,"0"0"1299"16,0 0-913-16,0 0-85 0,0 0-76 16,0 0-97-16,0 0-94 0,0 0-35 15,0 0 2-15,0 0-57 0,-21 37-39 16,21-17-2-16,-2 1 12 0,2 1 7 15,-2 0 4-15,2-1-4 0,-2-2-4 16,0-5-15-16,0 0 0 0,2-3-19 16,0 0-6-16,0-4-115 0,0-2-77 15,0-3-165-15,2 2-57 0,2-2-63 16,-2-2-136-16,-2 0-150 0,0-6 390 0</inkml:trace>
  <inkml:trace contextRef="#ctx0" brushRef="#br0" timeOffset="53765.17">3737 14779 4 0,'0'0'1695'15,"0"0"-1188"-15,0 0-291 0,0 0-216 16,0 0 0-16,0 0 36 0,0 0 67 15,0 0-22-15,54 29-10 0,-39-29-13 16,5 1-5-16,1-1-52 0,-2 0 2 16,1-1 13-16,-3-2 0 0,1 2-14 15,-3-3 23-15,3 1-24 0,-7 0 0 16,1-1 15-16,-2-2-13 0,-1 2 11 16,-3-2-14-16,-2 0-84 0,2-3 33 15,-2 4-23-15,-2-5-81 0,-2 0-55 16,0 0-49-16,-2 0-173 0,-2 3-251 15</inkml:trace>
  <inkml:trace contextRef="#ctx0" brushRef="#br0" timeOffset="54311.34">3688 14833 330 0,'0'0'33'0,"0"0"1554"0,0 0-1457 16,0 0-45-16,0 0-85 0,0 0 103 15,0 0 23-15,0 0-22 0,64 27 44 16,-52-25-35-16,9-1-23 16,-5-1-10-16,5 0-19 0,-6 0-35 0,7 0-7 15,-7 0 0-15,3 0-6 16,-5 0-13-16,3-1 13 0,-5 1 0 15,1 0-13-15,-4 0 1 0,-1 0 1 16,-3 0 1-16,-4 0-3 0,4 0-37 16,-4 0-37-16,2 0-51 0,-2 0-10 15,0-1-20-15,0-1 45 0,0 1 49 16,0-2 6-16,0-2-62 0,-2-1-259 16,0 0 25-16,0-3 61 0,-2 1-100 15,-1 2 86-15,-3 1 70 0,-2 0 191 16,4 2 43-16,-5 1 163 0,-1 2 121 15,2 0 120-15,1 2-69 0,-1 4-19 16,0 1-18-16,3 0-22 0,1 4-50 16,0-1-74-16,2 5-69 0,-2-1-28 15,4 2 0-15,2 2 12 0,0 0-3 16,0 3 0-16,0-4-6 16,2 3-4-16,0-5-31 0,2-1-4 0,-2-3-7 15,2 3 1-15,0-4-10 16,-2-1 1-16,0-3-4 0,0-1-12 15,0 0-17-15,-2-1-22 0,3-3-26 16,-3-1-83-16,2 0-65 0,-2 0-91 16,0-1-21-16,2-8 22 0,-2 1 0 15,0-4-122-15,0 2-280 0</inkml:trace>
  <inkml:trace contextRef="#ctx0" brushRef="#br0" timeOffset="54675.49">3758 14893 76 0,'0'0'1305'0,"0"0"-863"0,0 0-40 16,0 0-21-16,-54 50-126 0,46-35-92 16,2-1-41-16,0 0-4 0,1 1-51 15,-1-2-32-15,4 0-3 0,2-4-32 16,0 0-16-16,0-3-76 16,8-2 6-16,1-1 3 0,-1-3 19 0,4 0-46 15,3-7-66-15,-1-5-31 0,9-6-61 16,-2-4-95-16,2-3-14 15,3 2-82-15,3-2-3 0,0 1 136 16,-4 2 133-16,-2 4 118 0,0 3 74 16,-9 5 1-16,-2 3 33 0,-5 6 146 15,-5 1 128-15,-2 0 413 0,0 7 574 16,-2 1-889-16,-3 3-216 16,1 3-16-16,0 3 2 0,2 1-20 0,-2-1-48 15,4 0-35-15,0-1-46 0,0-2-26 16,4 0-35-16,2-5-3 0,1 1 10 15,-1-3-7-15,0-1-12 0,4-2-54 16,1 0-122-16,1-4-99 16,0 0-103-16,1 0-150 0,-7-4-163 15,6-3-483-15</inkml:trace>
  <inkml:trace contextRef="#ctx0" brushRef="#br0" timeOffset="56936.12">5120 12946 40 0,'0'0'101'0,"0"0"-49"15,0 0-3-15,0 0-45 0,0 0 227 16,0 0-146-16,0 0-49 0,0 0-20 15,0 0-16-15,0 0-3 0,-47-20-20 16,41 16 3-16,-3 0 17 16,3 0 3-16,0-2 0 0,-7 1 20 15,3 1-7-15,-2-1 13 0,-3 0 32 16,3 2 4-16,-5 0-12 0,-1-2-49 16,-3 1-2-16,0-1-33 0,1 0 17 15,-7 2-12-15,4 0-85 0,-2 0 13 16,-4 0-43-16,0 1 20 0,-2 1 27 15,-2-1 41-15,-2 2 11 0,-4 0 45 16,2 0 1-16,-5 0 25 0,-3 0 10 16,1 2 13-16,-5-1 3 0,5 0-23 15,-3 0 4-15,-1-1-2 0,3 0-31 16,-5-1-19-16,5-3 15 0,-13-2-9 16,-4 0-3-16,-8-1-1 0,6 1 17 15,14 2 2-15,13 2 11 0,-5 1 62 16,-7 0 6-16,-15 1 30 0,0-2-36 15,10 2-13-15,19 0-15 0,6 0-47 16,-6-1-17-16,-3 1 16 16,-5-1-74-16,2 1-29 0,-1 0 0 15,3 0-59-15,2 0-17 0</inkml:trace>
  <inkml:trace contextRef="#ctx0" brushRef="#br0" timeOffset="57280.14">2999 12827 53 0,'0'0'180'0,"-55"12"-17"15,32-8-59-15,0 0-32 0,2-1-66 16,5-3-6-16,-3 0-36 0,5 0-13 15,-5-1-48-15,7-3-34 0,-5 2 11 16,5-1 58-16,-3 2 28 0,1 1 34 16,6 0 55-16,-3 0 112 0,1 2-14 15,4 2-20-15,2-2 47 0,0 2-1 16,1 0-88-16,1-1-91 0,0 0-45 16,2 2-40-16,0 1 29 0,0 0 30 15,0 3 26-15,4 1 0 0,-4 2 33 16,3 3 19-16,-3 1-26 15,0 3 10-15,-3 5 32 0,-3 1 1 16,0 4 9-16,0 3 0 0,0 5-16 0,-3 2 6 16,3 1-19-16,-2 2-29 15,2 0-20-15,2 1-4 0,2 1-15 16,-1 0-1-16,-1 0-32 0,0-1-16 16,2 0 13-16,-2 1 25 0,2 0 1 15,0 2 13-15,0 6-17 0,0 10-9 16,-2 12-36-16,2 1-59 0,2-5 10 15,-3-8-4-15,1-7-25 0,0 0-59 16,-4-3-7-16</inkml:trace>
  <inkml:trace contextRef="#ctx0" brushRef="#br0" timeOffset="58294.42">2611 15206 24 0,'0'0'46'0,"0"0"-27"16,0 0 17-16,54 0-23 0,-38 2 52 16,5 0-32-16,-1 1 32 0,3 3-32 15,2-1 2-15,6 0-5 16,-2 0 45-16,2-2-7 0,0 3-49 16,0-2-18-16,2-1-1 0,2 1 3 15,2 0-3-15,-2-2-2 0,3 2 2 16,3-2 14-16,2 2-13 0,-1-3 45 15,-1 1-1-15,3-2 17 0,3 0-39 16,-6 1 42-16,7-1-32 0,-5 1-17 16,1 1-16-16,1-2 0 0,-1 2 33 15,-5 0-33-15,6 0-2 0,-1-1-28 16,-3 0 30-16,1 0 0 0,1-1 0 16,0 0 0-16,-1-2-1 0,-1-1-2 15,2-1-12-15,-1 1 14 0,-3 0 2 16,-4-2 31-16,2 3-9 0,-4-3-23 15,1 2 1-15,-1-1-2 0,-4 1-15 16,-1 1 16-16,-1-2 3 0,-2 1-2 16,-2-2 2-16,4 0 7 0,-2-2-7 15,-3 0 10-15,-1-1-13 16,2 0 0-16,-9 1 10 0,5 0 0 16,-7 0-8-16,5 1-3 0,-5-1 1 15,1 3-16-15,-1 1-4 0,-4 0 4 16,-2 1 16-16,3 2 0 0,-3-2-2 15,-2 2 0-15,0-3 2 0,0 2 1 16,-4-3 12-16,2 3-12 0,0-4 12 16,0 1 6-16,1 0-6 0,1-4-9 15,-4-2 41-15,0 2-43 0,0-3 25 16,0 0-11-16,0-2 0 0,0 2 4 16,0-1 9-16,-4-1 49 0,1-2 30 15,-1 1 2-15,2-4-22 16,2-4-13-16,-2-3-20 0,2-6-13 0,0-5-38 15,0-11 12-15,0 3 3 16,2-5-16-16,0-6 0 0,0 11-1 16,0-6 11-16,5 0-12 0,-7 6 1 15,4-6 15-15,-4-6-4 0,2-6-13 16,0-7-2-16,-2 7-1 0,0 12-65 16,0 0 39-16,0 0-1 0,0-8-67 15,0-8 61-15,0 15 23 0,0 11 0 16,0 12-6-16,0-3 2 0,2-5 1 15,0-4 0-15,2-5 3 0,0 1 0 16,1 1 9-16,-1 0 4 0,4 1 0 16,-4 6 2-16,0 1 1 0,0 4 36 15,0 3 6-15,-4 3-12 0,3-2-7 16,1 6-10-16,-4-2 0 0,2 2-14 16,4-2-1-16,-4 3-1 0,2-2 0 15,-2 2-1-15,0 2 1 16,0 0-3-16,0 3-19 0,-2-2-1 15,2 3 10-15,-2 2 0 0,3-1-10 16,-1 0-19-16,0 1-59 0,2-3-65 16,2 0-176-16,-2 1 9 0,2-4-100 0</inkml:trace>
  <inkml:trace contextRef="#ctx0" brushRef="#br0" timeOffset="62184.11">4548 13959 4 0,'0'0'53'15,"0"0"-8"-15,0 0 14 0,0 0-17 16,0 0-40-16,0 0 15 0,0 0-4 16,0 0 2-16,0 0-14 0,0 0 21 15,-7 0 20-15,7 0 222 0,-2 0-133 16,2 0-56-16,-6 0-1 0,4 0 5 16,0 0-17-16,2 0-7 0,-2 0-19 15,2 0-7-15,0 0-13 0,0 0-12 16,0 0 9-16,0 0 0 15,0 0-11-15,0 0 11 0,0 0 29 0,0 0 43 16,0 0-4-16,0 0-6 16,0 0-3-16,0 0 6 0,0 0-13 15,0 0 0-15,0 0 16 0,0 0 7 16,0 0-7-16,0 0-20 0,0 0-9 16,0 0-13-16,0 0-19 0,0 0-7 15,0 0 12-15,0-1 11 0,0-5-21 16,0 1-15-16,0 1-2 0,0 0 2 15,2-1 2-15,0-1 27 0,-2 2 17 16,2 1-4-16,2-2-3 0,-2 1 12 16,-2 0 11-16,2-2 9 0,-2 1 12 15,3-1-18-15,-1 1-27 0,0-2-15 16,0 0-20-16,0-1 0 16,0-2 10-16,2 3-12 0,-2-3 0 0,2-2 2 15,-2 3 0-15,4-4 23 16,-1 3-24-16,-1 0 0 0,0-1 0 15,-2 3 11-15,2-2 16 0,-4 2 9 0,2 1 1 16,0-2-1-16,0 3-3 0,0-2-2 16,2 4 2-16,-1-1-10 15,-1 0-2-15,0-1-22 0,2-3-1 16,-2 3-1-16,2-3-2 0,0 2 2 16,0-2 0-16,-2 0-2 0,7-2 2 15,-3 3 0-15,-2 0-12 0,0 0 0 16,0 1 13-16,0-1 13 0,0 1-13 15,3 0 1-15,-1-1 0 0,-2 1-1 16,2-1 0-16,-4 0 3 0,4 1-2 16,1 1 1-16,-1-1-2 0,0 1 0 15,0 0-2-15,-2 0-2 16,1 0-7-16,5-2 11 0,-4 1 3 16,2-2-2-16,-1 2 2 0,3 0 19 15,0-2 10-15,-1-2-16 0,-1 2-16 16,4 1 3-16,-4 0 0 0,-1 1 10 15,3 0-1-15,-2 2-12 0,-2-1 1 16,1 0-1-16,-3 2 2 0,4-1-2 16,0 0 2-16,-4 0 1 0,5-2 0 15,-3 4 16-15,4-3-3 0,-1-1-16 16,-1 1 3-16,-2 0 13 0,4 0-14 16,1-1 2-16,-3 1 15 0,4 0-17 15,-3 0-2-15,-1 0 2 0,-2 0-1 16,2 0 0-16,1 4-1 0,-1-3 0 15,-2 2 1-15,0-1-1 0,3-1 2 16,1-1 11-16,-4 4-12 16,0-4 2-16,5 0 0 0,-3 1 0 0,0-1 10 15,-2 1-10-15,5 1 10 16,-3-1-10-16,0 0-1 0,-2-1-1 16,5 2-1-16,-3 0 1 0,-2 1 12 15,-2 0-13-15,3-2 1 0,1 2-1 16,0-1 3-16,-2 0 13 0,-2 1-16 15,7-2 0-15,-3-1-14 0,2 0 14 16,-1-1 0-16,5 1-2 0,-4 0 0 16,1 0 2-16,3 0-1 0,-3 0 1 15,3 2 0-15,-4-3 2 0,1 3-2 16,1-1 0-16,-1 2 0 0,-3 0 0 16,0 2 0-16,4-3 1 0,-3 3-1 15,1-2 0-15,0 2-1 0,-1-2 1 16,1 2 1-16,0-3 2 0,1 2-1 15,-1 0-2-15,-2-1-2 0,5 0 2 16,-3 1 1-16,-2-2 2 0,3 1 6 16,-1 1-9-16,-2 0 0 15,5-1 1-15,-3 2 2 0,0-1-3 16,3 0 3-16,-1 1-1 0,0-2-1 16,5-3-1-16,-3 3-1 0,5 1-2 15,-2-3 3-15,3 2-4 0,1-1 3 16,-2 0 1-16,3 0-3 0,-3 1 3 15,2 3 0-15,-1-1 1 0,-1 0-1 16,-1 1 1-16,-1-2-1 0,0 2 0 16,-1 0 0-16,-1 0 1 0,-3 0 0 15,-2 0-1-15,5 0 0 0,-5 0 4 16,-4 0-4-16,5 0 0 0,-5 0 2 16,2 2-2-16,-4-2 1 15,0 0 2-15,3 1 0 0,-3 0 0 16,0-1-1-16,-2 0 2 0,0 0 8 15,0 2-8-15,-2-2 8 0,2 0-9 16,-2 1 13-16,0-1-3 0,0 0-10 16,0 0-3-16,0 0 0 0,2 0-3 15,0 0-10-15,-2 2 10 0,4-1-10 16,-4 0 1-16,2 1 12 0,5 0-1 16,-5-2 1-16,0 0 0 0,2 0 0 15,-2 0 1-15,-2 0 2 0,0 0 10 16,2 0-10-16,-2 0 0 0,0 0-3 15,0 0-38-15,0 0-42 0,0 0-34 16,2 0-17-16,-2 0-49 0,2 0-38 16,2-6-53-16,0 1-105 0,-4-1-153 15,3 0-259-15,-1-4 10 0,-19 43 778 0</inkml:trace>
  <inkml:trace contextRef="#ctx0" brushRef="#br0" timeOffset="62942.02">6050 12789 259 0,'0'0'3'0,"0"0"711"0,0 0-278 16,0 0-130-16,0 0-59 0,0 0-37 16,0 0-19-16,0 0-26 0,0 0-39 15,-51 19-29-15,49-17-1 0,-2 2-6 16,-1-2-19-16,5 1-11 0,-2 0-8 16,2 1-11-16,0 1-9 0,0 0-6 15,0 0 2-15,0 3 1 0,0-1-6 16,0 1-11-16,2 0-8 15,5 1-1-15,-5 1 13 0,4 2-15 16,-2-1-1-16,2 1-1 0,0 2 0 16,3-1 1-16,-1-1 0 0,0 2-2 15,-2-3 1-15,5 3 0 0,-3-2 1 16,0 1 0-16,-1-2 1 0,3 1 0 16,-4-3 1-16,0-1-1 0,-2 4 18 15,1-4 3-15,-3 0-3 0,-2-2 3 16,2 0 4-16,-2 0 6 0,0-2-4 15,0 2 7-15,0-3 19 0,-2 2 9 16,2-2 7-16,-2 0 2 0,-1-1-18 16,1 1-17-16,-2 0-5 0,2-2-13 15,0 3-1-15,0-2-5 0,-2 2 3 16,-4-2 2-16,4 2-15 0,-3 2 0 16,-3 0 9-16,-4 1-10 0,3 0 11 15,-3 2 3-15,-1 0-3 0,-1 2-13 16,-1 0 0-16,1-1-3 0,-1 1-23 15,7-1 23-15,-5-1-19 16,11-3-3-16,-2-1-7 0,2-2-15 16,4-3-88-16,0 2-121 0,2-2-126 15,4 0-74-15,0-6-52 0,5 0-76 16,-1-10-682-16</inkml:trace>
  <inkml:trace contextRef="#ctx0" brushRef="#br0" timeOffset="77986.84">6979 11307 37 0,'0'0'196'0,"0"0"-108"16,0 0 234-16,0 0 248 0,0 0-221 15,0 0-128-15,0 0-49 0,0 0-10 16,0 8-3-16,0-8 6 0,0 0-1 16,0 0-22-16,0 0-39 0,0 0-29 15,0 0-26-15,0 0-22 0,0 0-13 16,0 0-11-16,0 0-2 0,0 0 0 15,0 0 0-15,0 0 16 0,0 0 19 16,0 0 32-16,0 0 32 0,0 0 32 16,0 0-32-16,0-1-45 0,0-6-10 15,-2 3 3-15,-3-1 1 0,5 2-4 16,-2-2-9-16,-2-1-13 16,2-2-9-16,0 0-11 0,0-2 10 0,-2-1-9 15,4 1 23-15,-2-1 2 0,-4 2 3 16,4-1 7-16,2 1 6 15,-3 3 0-15,-1 0 9 0,4 0 14 16,-4 2-2-16,2-1-9 0,0 1-18 16,0-1-13-16,0 0-4 0,0 1-5 15,0 1-1-15,2 0 1 0,-2 0 6 16,0 2-1-16,2-2 4 0,-4 3-3 16,4-1-7-16,0-1-2 0,-3 2-10 15,3-3 15-15,0 3 4 0,0-2-4 16,0 2-2-16,0-1-1 15,0 1 4-15,0-1-18 0,-2-1-1 0,2 2-1 16,0 0-1-16,0-2-1 16,0 2-13-16,0 0 14 0,-2-1 0 15,0 0 2-15,2-2 0 0,-2 0 1 16,0 2 0-16,2-2-1 0,-2 1-1 16,2-1 0-16,-2 0-1 0,2 0 2 15,-2 0 0-15,0 0 1 0,2 0 0 16,-4 1 11-16,4-1-9 0,-4-2 12 15,-1 1-13-15,3-1 0 0,2-1 1 16,-6 1 9-16,4-2-12 0,-2 1-2 16,0-1-1-16,0 2 0 0,2-2 2 15,-2 1-1-15,-3 1 1 0,7-1 0 16,-2 1 0-16,-2-1 1 0,2 1 0 16,0 1 0-16,-2-1 0 0,2-1 1 15,-2 3 1-15,-1-4 11 0,-1 1-10 16,4 0 12-16,-4 0 0 0,4-1 1 15,-4 2-14-15,2-2 1 0,-1 1 9 16,-3-3-9-16,6 5-2 16,-2-2 2-16,0 0 0 0,0 0-1 15,0 0 1-15,-3 1-1 0,5-2 1 16,-4 3-1-16,4 1-2 0,-2-1 2 16,0 0-1-16,0 1 1 0,2-4 0 15,0 4 10-15,-3 0-9 0,3 1 13 16,0-4-14-16,-4 4 10 0,4 0-10 15,0-2 1-15,-2-2-1 0,2 5 1 16,0-2 0-16,-2 0 0 0,1 0 0 16,-1 1 1-16,2-3-2 0,-2 2 0 15,-2 1-1-15,6-2-1 0,-2 2-1 16,-2 0-1-16,2-1 0 0,0 0 2 16,-3 0 1-16,3-1 0 15,-2 0 11-15,0 0-10 0,-2 0 10 0,4 0 1 16,0 1-1-16,-4 0-10 0,1 0 0 15,3 1 1-15,-4-1 0 16,2 0 0-16,-2 1 0 0,4 1 0 16,2 0 10-16,-2-1-11 0,-2 1 0 15,4 0 1-15,-5 0 0 0,3 0-1 16,0 1-2-16,2-1 0 0,-2-1-1 16,0 1 1-16,-2-1-1 0,4 2 0 15,-2-1 0-15,0-1 0 0,-2 1 1 16,2 0 0-16,2 1-1 15,0 0 1-15,0-1 0 0,-2 1 2 0,2-1-1 16,-2 1 0-16,0-2 0 16,2 2-1-16,0 0-1 0,-3 0-12 0,3 0-2 15,-2-2-3-15,2 2-28 16,0 0-40-16,0-1-41 0,0 1-34 16,0-1-40-16,0-3-63 0,2-2-38 15,5-5-108-15,-5 2-336 0,6-11-1055 0,-22 74 1111 16</inkml:trace>
  <inkml:trace contextRef="#ctx0" brushRef="#br0" timeOffset="85935.1">2877 10200 249 0,'0'0'98'0,"0"0"1729"15,0 0-1226-15,0 0-101 0,0 0-94 16,0 0-110-16,0 0-151 0,-12 12-70 16,16-12 43-16,2 0 90 0,1-4-2 15,5 0-40-15,-4 0-50 0,9 1-45 16,-3-1-29-16,7 0 1 0,0-1-13 16,3-1-2-16,7 3-13 0,0-3 0 15,0 0 1-15,2 0-13 0,-4-1-1 16,2 4 0-16,-8-2 1 0,2-1-1 15,-2 4-2-15,-9-1 0 0,1 2-19 16,-5 0-23-16,-4 1-10 0,0 0-15 16,-1 0-22-16,-1 0-18 15,-2 0-19-15,-2 0-15 0,0 0-7 0,0 0 5 16,0 0 25-16,-6 0 25 16,-1 0-115-16,-1 0-202 0,-4 1-49 15,-3 1-82-15,1 2-110 0,-5 1 134 16,3 1 71-16,-5-3 446 0,6 3 150 15,-3-2 208-15,3 2 65 0,3-1 28 16,4-1 7-16,1-1-57 0,5 0-171 16,-2-3 125-16,4 2-104 0,0 0-106 15,0 1-89-15,6 3-18 0,-1 3 86 16,-1 2 28-16,4 4-16 0,2 0-22 16,-1 1-16-16,-3 5-15 0,2-1-13 15,2 4-15-15,-1 0-15 0,-3 2-19 16,0 0-18-16,0 2-3 0,1-2-2 15,-1-1-47-15,-2-1-45 0,0-4-44 16,0-6-41-16,0 1-49 0,0-6-80 16,3-3-101-16,-3 0-138 15,-2-6-196-15,-2 0-299 0,0 0-110 0</inkml:trace>
  <inkml:trace contextRef="#ctx0" brushRef="#br0" timeOffset="86162.21">3047 10436 350 0,'0'0'688'0,"0"0"781"16,0 0-1159-16,0 0 126 0,0 0-87 15,0 0-140-15,0 0-46 0,60-52-15 16,-44 42-39-16,-3-1-31 0,3 1-13 16,1 0-25-16,4 0-5 0,-5 2-9 15,5-1-26-15,-7 1-3 0,3 3-15 16,-5 1-38-16,1 1-74 15,-3 3-70-15,-4 0-65 0,-2 3-95 16,0 3-136-16,-4 1-294 0,0 6-900 0</inkml:trace>
  <inkml:trace contextRef="#ctx0" brushRef="#br0" timeOffset="86389.58">3041 10682 1054 0,'0'0'2360'0,"0"0"-1848"16,0 0-317-16,0 0-67 0,0 0 77 16,0 0 48-16,0 0-41 0,66-16-60 15,-48 4-27-15,-1-2-33 0,6-1-34 16,2-2-31-16,-5-2-27 0,5 0-26 16,2 0-26-16,0-1-27 15,-7 4-34-15,3-2-31 0,2 3-67 0,-8 1-64 16,1 0-190-16,-3-2-153 15,-5 6-575-15,0-6-611 0</inkml:trace>
  <inkml:trace contextRef="#ctx0" brushRef="#br0" timeOffset="86652.91">3365 10003 288 0,'0'0'2102'0,"0"0"-1474"0,0 0-168 16,0 0-53-16,0 0-121 0,0 0-109 16,0 0-68-16,0 0-38 0,0 0-43 15,0 0 9-15,2 50 101 0,5-16-27 16,-3 5-41-16,4 4-27 0,-2 0-21 16,-4 1-10-16,2-4-11 0,-2-3-1 15,3-3-19-15,-1-7-52 16,2-3-42-16,0-5-47 0,0-5-50 15,-2-3-95-15,5-5-139 0,1-5-212 16,-6-1-328-16,0-7-295 0</inkml:trace>
  <inkml:trace contextRef="#ctx0" brushRef="#br0" timeOffset="86988.78">3322 10053 1616 0,'0'0'1370'0,"0"0"-920"0,0 0-196 16,0 0-128-16,6-49-60 0,2 32-13 16,7 0 13-16,-1 1-12 15,9 0 0-15,-4 2-8 0,5 3-2 16,3 2 9-16,-4 4 3 0,0 2 6 16,2 2-12-16,-5 1-1 0,-3 5-12 15,1 3 7-15,-5 5 20 0,3 5 69 16,-5 5 8-16,-3 3-40 0,0 3-46 15,3 3-28-15,-5 1-8 0,0-2-4 16,-6 2-3-16,4-4-9 0,-2-1-1 16,0-2-2-16,0-1-2 0,0-3-22 15,2-3-19-15,-1-1-18 0,1-2-28 16,-2-3-27-16,2-2-20 0,0-2-27 16,-4-2-67-16,4-2-80 0,-2-1-157 15,0-3-179-15,-2 0-411 16,-2-1-173-16</inkml:trace>
  <inkml:trace contextRef="#ctx0" brushRef="#br0" timeOffset="87236.34">3392 10175 252 0,'0'0'2581'0,"0"0"-1913"0,0 0-311 16,0 0-200-16,0 0-112 0,0 0 64 15,0 0 19-15,0 0 11 0,0 0-37 16,58-14-28-16,-44 10-21 0,5 3-13 16,-4-2-19-16,5 0-19 0,-3-1-2 15,1 1-9-15,-5 1-40 0,1-1-56 16,-1 3-28-16,-5 0-69 0,0 3-21 16,0 2-34-16,-1 2-155 0,-7 0-56 15,2 2-258-15,-4 4-670 0</inkml:trace>
  <inkml:trace contextRef="#ctx0" brushRef="#br0" timeOffset="87454.29">3409 10344 451 0,'0'0'2368'0,"0"0"-1919"0,0 0-227 15,0 0 66-15,0 0-40 0,0 0-38 16,0 0 2-16,60-6-86 0,-46 2-42 15,1 0-11-15,-3-2-33 0,7 1-21 16,-5-1-16-16,5 0-3 0,-5 0-9 16,5 1-59-16,-5 0-58 15,3 1-47-15,-7 1-79 0,2 1-81 16,-3 2-161-16,-5 0-102 0,-2 1-375 16,-2 6-275-16</inkml:trace>
  <inkml:trace contextRef="#ctx0" brushRef="#br0" timeOffset="87851.74">3427 10455 996 0,'0'0'1584'16,"0"0"-920"-16,0 0-419 0,0 0-131 16,0 0 88-16,0 0-23 0,0 0-40 15,54 5-36-15,-42-8-13 0,3 1-18 16,4-3-17-16,-3 1-11 0,5-2-20 15,-5-2-13-15,1 1-11 0,1 0-3 16,-5 1 0-16,-3 1-50 0,-2-1 0 16,-1 4 7-16,-5 0 9 15,-2 2 37-15,0 0 6 0,0 0 34 16,0 0 10-16,0 0 12 0,0 0-1 0,0 0-5 16,-2 0-31-16,-3 4-7 0,-5 2 7 15,2 2-4-15,0 3-21 16,-9 7-14-16,3 3-14 0,-7 5 28 15,4 2 1-15,-5 6 21 0,-1-4-4 16,6 2-2-16,-3-3-14 0,5-5-2 16,1-4-31-16,3-5 9 0,7-4-2 15,2-5-50-15,2-4-121 0,2-2-171 16,7 0 20-16,3-2-102 0,2-5 11 16,-1-3-131-16,3-4-130 0,-5 3-32 15,3-8-26-15</inkml:trace>
  <inkml:trace contextRef="#ctx0" brushRef="#br0" timeOffset="88090.36">3586 10562 180 0,'0'0'268'0,"0"0"556"0,0 0-222 16,0 0-132-16,0 0-31 0,0 0-99 16,19-55-149-16,-17 52-60 0,0 0-36 15,2 1-10-15,-2 2 4 0,-2 0 28 16,0 0 18-16,0 2-9 16,2-2-4-16,1 6-20 0,-1 0-40 15,2 3 13-15,0 2 27 0,0 3-13 16,2 2-15-16,5-1-28 0,-3 0-15 15,-4-1-13-15,6-3-17 0,3-3-1 16,-3 1 0-16,-2-3-18 0,7 0-13 16,-5-2 3-16,7-4-5 0,-3 0-7 15,1 0-25-15,5-7 0 0,-1-5-52 16,-1-2-57-16,5-3-99 16,2-6-267-16,-8 7-781 0,5-12-788 0</inkml:trace>
  <inkml:trace contextRef="#ctx0" brushRef="#br0" timeOffset="88555.4">3861 10185 1259 0,'0'0'2293'16,"0"0"-1757"-16,0 0-256 0,0 0-196 16,0 0-84-16,0 0-59 0,0 0 59 15,0 0 37-15,0 0-9 0,0 0-13 16,56-7-13-16,-41 7-2 0,5 0-3 15,-5-3-21-15,3 3-29 0,-3 0-81 16,1 0-123-16,-3 6-127 0,-7 3-141 16,-2 1-122-16,-4 11-709 0</inkml:trace>
  <inkml:trace contextRef="#ctx0" brushRef="#br0" timeOffset="88761.49">3897 10424 327 0,'0'0'2553'15,"0"0"-1924"-15,0 0-316 0,0 0-178 16,0 0-75-16,0 0 10 0,0 0 117 16,0 0-17-16,0 0-61 0,0 0-51 15,35-13-24-15,-21 5-15 0,1-2-19 16,3-1-1-16,-1-3-15 0,5-1-27 16,-3-1-90-16,4 1-50 0,-5-1-51 15,-1 3-134-15,2-1-214 0,-5 0-88 16,-6 3-463-16,7-2-164 0</inkml:trace>
  <inkml:trace contextRef="#ctx0" brushRef="#br0" timeOffset="89026.97">4130 9997 1126 0,'0'0'754'0,"0"0"4"15,0 0-206-15,0 0-104 0,0 0-111 16,0 0-77-16,0 0-30 0,0 0-57 15,0 0-53-15,0 0-25 0,-12-4-31 16,12 10-18-16,2 3-27 0,2 11 17 16,0 8 26-16,2 9-8 0,5 16-11 15,-1 9 3-15,-2 12-4 0,-2-10-8 16,1-13 2-16,-5-14-11 0,0-11-13 16,0 2-12-16,2 1-11 0,-2 1-23 15,2-6-48-15,0-6-64 16,2-1-53-16,3-7-90 0,-1-2-123 15,0-6-157-15,1-2-104 0,3-2-95 16,-8-6-427-16</inkml:trace>
  <inkml:trace contextRef="#ctx0" brushRef="#br0" timeOffset="89287.22">4202 10290 1065 0,'0'0'2021'0,"0"0"-1413"15,0 0-256-15,0 0-157 0,0 0-105 16,0 0-56-16,0 0-32 0,0 0 75 16,0 0-18-16,0 0 0 0,52-22-4 15,-37 13-5-15,7 1-29 0,1 0-5 16,-2-3-15-16,4 1-1 0,1 0-2 16,-1-1-41-16,-4 3-16 0,6 2-12 15,-7-3-13-15,-3 6-12 16,0 0-25-16,-5 0-44 0,0 0-68 15,-3 0-99-15,-3 3-118 0,-2 0-10 16,-2 0-119-16,-2 0-247 0</inkml:trace>
  <inkml:trace contextRef="#ctx0" brushRef="#br0" timeOffset="89558.17">4417 10096 151 0,'0'0'117'0,"0"0"1783"16,0 0-1335-16,0 0-122 0,0 0-4 16,0 0-89-16,0 0-49 0,0 0-72 15,0 0-56-15,0 0-44 0,-22 7-40 16,22 0-34-16,0 7-18 0,2 9-7 16,0 8 1-16,4 9 15 15,-4 0-1-15,-2 7-8 0,2-2-4 16,-2 0-2-16,0-3-10 15,0-3-21-15,0-2 0 0,0-8-33 0,4-3-46 16,0-10-62-16,3 0-58 0,-1-7-97 16,4-5-145-16,-2-4-255 0,1-3-60 15,-5-3-447-15,-2-11-205 0</inkml:trace>
  <inkml:trace contextRef="#ctx0" brushRef="#br0" timeOffset="89747.18">4395 10394 252 0,'0'0'2288'15,"0"0"-1579"-15,0 0-198 0,0 0-149 16,0 0-190-16,0 0-123 0,0 0-49 16,0 0 0-16,0 0 3 0,0 0 78 15,31 21-4-15,-19-14-24 0,5 3-13 16,-5 1-31-16,7 0-9 0,-5 0-43 16,5-2-71-16,-1-3-57 15,-3 1-139-15,-3-3-163 0,5-4-163 16,-9 1-146-16,-2-2-611 0</inkml:trace>
  <inkml:trace contextRef="#ctx0" brushRef="#br0" timeOffset="89980.08">4515 10006 425 0,'0'0'2850'0,"0"0"-2138"16,0 0-170-16,0 0-207 0,0 0-206 15,0 0-129-15,0 0-15 0,0 0-50 16,0 0 62-16,0 0 3 0,22 56 0 16,-11-31-12-16,-1-2-12 0,-2 3-50 15,5-2-77-15,-5 1-93 16,0-2-159-16,3-2-327 0,-5-5-462 16,-2 3-836-16</inkml:trace>
  <inkml:trace contextRef="#ctx0" brushRef="#br0" timeOffset="90483.82">4852 10235 897 0,'0'0'1396'15,"0"0"-902"-15,0 0-189 16,0 0-75-16,0 0-84 0,0 0-67 15,0 0 7-15,0 0 65 0,0 0 79 16,0 0-11-16,4 2-45 0,-4 1-81 16,0 3 15-16,0 2 31 0,0 6-29 15,0 0-52-15,-4 4-24 0,-1 0-22 16,1 0-10-16,-2-3-2 0,-2 2 0 16,4-6-2-16,-3-1-16 0,3-2 0 15,0-2-10-15,-2-2-21 16,0-2-3-16,2-2-19 0,0 0 13 0,-1 0 18 15,1-2-4-15,-2-4 7 0,2 1-9 16,-4-3-25-16,6-1 3 0,-3-2 3 16,3-3 24-16,2 0 13 0,0 0 6 15,0-3 19-15,0 2-16 0,2 0 7 16,1 0 11-16,3 1-15 0,2 1 16 16,0 2 3-16,-2 1 19 0,3 0 3 15,1 3 3-15,-2 1 3 16,1 2 1-16,-3 3 8 0,4 1 28 15,0 0-31-15,-1 3-12 0,1 3 3 16,2 6 15-16,-1 5-6 0,1 3-6 16,1 5-3-16,-5 3-4 0,4-1-11 15,-3 4-11-15,-1-1-2 0,0-2-2 16,0 0-41-16,1-3-25 0,-1-3-25 16,-4-3-34-16,2-4-41 0,2-5-118 15,-1-2-271-15,-3-6-430 0,-2-2-834 0</inkml:trace>
  <inkml:trace contextRef="#ctx0" brushRef="#br0" timeOffset="91454.17">5310 9976 1593 0,'0'0'1672'0,"0"0"-1230"0,0 0-166 15,0 0-93-15,0 0-112 0,0 0-71 16,0 0 0-16,0 0-21 0,0 0 18 15,5 58 3-15,-3-38 0 0,0 0-2 16,0-4-19-16,0 0-14 0,0-1-24 16,4-1-99-16,-2-2-46 0,2-6-87 15,-1 1-179-15,1-4-142 0,-4-3-525 16,2-3-87-16</inkml:trace>
  <inkml:trace contextRef="#ctx0" brushRef="#br0" timeOffset="91637.15">5412 9983 639 0,'0'0'1563'0,"0"0"-482"16,0 0-646-16,0 0-105 0,0 0-135 15,0 0-121-15,0 0-52 0,0 0-22 16,0 0 3-16,0 0 41 0,6 29-10 16,-4-15-23-16,0 3-11 0,0-3-31 15,-2 3-84-15,0-1-78 0,0 0-75 16,2-1-149-16,-2-4-130 0,0-1-138 15,-2-2-589-15</inkml:trace>
  <inkml:trace contextRef="#ctx0" brushRef="#br0" timeOffset="92015.89">5180 10019 776 0,'0'0'1453'16,"0"0"-991"-16,0 0-121 0,0 0 52 15,0 0-235-15,0 0-158 0,0 0-3 16,-27 57-3-16,31-40 6 0,5 0 19 16,-1 1 0-16,2-3-19 0,1-5-26 15,7 0-18-15,1-1-16 0,2-9-7 16,3 0-63-16,3-3-59 0,0-10-48 16,-2-1-82-16,4-4-5 0,0-2-39 15,-4 0 51-15,-1-2 153 0,-1 3 126 16,-2 2 33-16,-5 2 186 0,1 1 74 15,-5 4-27-15,-1 3-25 0,-3 1 31 16,-4 3-23-16,-2 2 0 0,-2 1 18 16,2 0 97-16,-2 0 4 0,0 1-57 15,0 2-63-15,0-2-32 0,0 3-26 16,-2-1-34-16,0 4-111 0,-2 3-12 16,-2 2-24-16,-3 1 2 15,5 0-24-15,-4 1-46 0,2 0-23 16,-2 0-46-16,-3-3-38 0,3 0-75 15,0-2-191-15,-3-2-205 0,-1 0-729 16</inkml:trace>
  <inkml:trace contextRef="#ctx0" brushRef="#br0" timeOffset="92455.43">5178 10240 700 0,'0'0'1849'0,"0"0"-1149"0,0 0-448 16,0 0-125-16,0 0-61 0,0 0 73 15,0 0 27-15,0 0-40 0,58 0-38 16,-41-3-7-16,3-3-7 0,1-1-34 16,6-1-21-16,-2-1-7 0,4-1-12 15,-3 0 0-15,-1-2 0 0,4 0-52 16,-2 2-45-16,-2-2-40 0,-9 3-45 15,3 1-7-15,-5 2 0 0,-3 4-46 16,-3-1-62-16,-8 3 21 0,0 0 102 16,0 0 116-16,-4 3 41 0,-9 2-345 15,3-2-53-15,-4 4 47 0,-3 0 144 16,1 1 224-16,-1-1 6 0,1 0 105 16,-3 2 185-16,4-3 36 0,-1 1 50 15,6 0 9-15,-5-2-57 0,9 2-65 16,0 0-72-16,2 3-86 15,2-2-102-15,-1 3-9 0,3 2-28 16,0 2-4-16,0 1 13 0,0-2-6 16,3 0 6-16,-1 2-26 0,0-4-37 15,2-2-46-15,0-1-32 0,0-3-90 16,2-1-153-16,0-4-298 0,1-1-355 16</inkml:trace>
  <inkml:trace contextRef="#ctx0" brushRef="#br0" timeOffset="92649.92">5523 10204 200 0,'0'0'225'0,"0"0"563"16,0 0-11-16,0 0-155 0,0 0 87 16,0 0-187-16,0 0-201 0,0 0-122 15,0 0-72-15,0 0-13 16,11-10 9-16,-11 13-52 0,0 1-71 0,-2 2-22 16,-5 5-48-16,1-1-10 15,2 3-22-15,-2 2-13 0,-2-1-18 0,-3-1-14 16,7 0-73-16,-4-2-159 0,2 0-128 15,-1-4-218-15,-5 1-670 0</inkml:trace>
  <inkml:trace contextRef="#ctx0" brushRef="#br0" timeOffset="92871.92">5348 10359 360 0,'0'0'1739'0,"0"0"-1241"16,0 0-356-16,0 0 50 0,0 0-34 16,0 0-18-16,0 0-28 0,0 0-29 15,62-22-17-15,-52 17-28 0,4-2-34 16,1 0-3-16,-5 1-1 0,5 0-17 16,-7 1-60-16,-2 3-82 0,-2 0-64 15,3 2-15-15,-7 0-26 0,0 2-14 16,-3 3 35-16,-1-1-789 0</inkml:trace>
  <inkml:trace contextRef="#ctx0" brushRef="#br0" timeOffset="93149.92">5321 10437 340 0,'0'0'492'0,"0"0"1281"0,0 0-1316 16,0 0-253-16,0 0-98 0,0 0-94 15,0 0 55-15,0 0 98 16,0 0 5-16,0 0-40 0,47-5-37 16,-30-1-19-16,-5 1-31 0,3-3-27 15,-3 2-14-15,5-2 0 0,-7 2-1 16,2 0-1-16,1 1-34 0,-7 2-36 16,0 0-40-16,-2 1-25 0,3 0-16 15,-5 1-59-15,0 0-61 0,0 1-4 16,-2 0-34-16,0 0 92 0,-2 0 94 15,-2 0-289-15,-3 2-385 0,-3 4-236 0</inkml:trace>
  <inkml:trace contextRef="#ctx0" brushRef="#br0" timeOffset="93444.93">5166 10576 829 0,'0'0'1419'16,"0"0"-659"-16,0 0-523 0,0 0-138 15,0 0 130-15,0 0 20 0,0 0-26 16,0 0-66-16,0 0-48 0,60-18-19 16,-42 13-6-16,-3-1-10 0,7 1 3 15,-1-3-15-15,2 2-29 0,2-3-11 16,2 2-20-16,-3-4 16 0,-1 4-18 15,2-3-2-15,0 1-28 0,-7-1-41 16,5 2-19-16,-4 0-11 0,-5-1-17 16,1 1-35-16,-3 2-35 0,-2 1-79 15,-3-3-139-15,-1 2-215 16,-4 0-366-16,-2 0-464 0</inkml:trace>
  <inkml:trace contextRef="#ctx0" brushRef="#br0" timeOffset="93699.92">5430 10328 37 0,'0'0'2669'0,"0"0"-2002"0,0 0-268 16,0 0-154-16,0 0-147 0,0 0-61 16,0 0-15-16,0 0 0 0,0 0 28 15,9 54 3-15,-3-30-1 0,0 1-24 16,0 1-9-16,7 2-17 0,-5 0-2 15,0-3-1-15,-4 1 1 0,5-2-1 16,-3 0-30-16,-2-5-47 0,-2-1-49 16,0-4-75-16,0-2-90 0,-2-5-156 15,2-2-69-15,-2-2-207 16,0-3-495-16</inkml:trace>
  <inkml:trace contextRef="#ctx0" brushRef="#br0" timeOffset="93897.78">5385 10568 236 0,'0'0'1698'16,"0"0"-970"-16,0 0-131 0,0 0-77 16,0 0-177-16,0 0-206 0,0 0-96 15,0 0-41-15,0 0-43 0,0 0 43 16,0 0 47-16,6 0-16 0,6 0-3 16,1 0-7-16,1-4-17 0,5 2-3 15,2-4-1-15,-1 1-1 0,3-2-46 16,2 0-77-16,0-2-112 0,-1-2-85 15,5-1-200-15,-6 1-242 0,6-7-811 16</inkml:trace>
  <inkml:trace contextRef="#ctx0" brushRef="#br0" timeOffset="94531.13">5722 10074 405 0,'0'0'2124'0,"0"0"-1475"0,0 0-397 15,0 0-192-15,0 0 105 0,0 0-7 16,0 0-42-16,0 0-22 0,64-30-21 16,-50 26 2-16,5 1-16 0,-3 0-12 15,1 3-4-15,0 0 7 0,-5 0-3 16,2 0-13-16,-5 3-19 0,-5-3 7 15,0 6-7-15,-4-4 16 0,2 4 6 16,-2 2-10-16,0 1-27 0,-4-1-46 16,0 3-25-16,-5-2-10 0,-1 1 10 15,2-3 2-15,-7 4 4 0,-1-3-1 16,-1-2 1-16,-1 2-5 0,-5-4 10 16,6 2 20-16,-3-1 19 0,5 2 21 15,-1-3 28-15,5 2 41 16,5-3 32-16,0-2 8 0,6 1-34 15,0-2-75-15,0 1-100 0,2 1 4 16,4-1 96-16,3 0 59 0,-1 1 0 16,4 0 10-16,1-2 8 0,1 1 1 15,1-1-13-15,-3 0 6 0,9 0-12 16,-5-1-7-16,3-3-18 0,-3 0-32 16,-1 1 17-16,-3 2-18 0,3-2-1 15,-5 3-50-15,-2-3-27 0,3 3-18 16,-3 0-32-16,-2 0-26 0,-2 0-35 15,0 3-57-15,3 0-120 0,-7 0-92 16,0 2-6-16,0-1-299 0,-9 3-895 0</inkml:trace>
  <inkml:trace contextRef="#ctx0" brushRef="#br0" timeOffset="95436.54">5697 10332 833 0,'0'0'1657'16,"0"0"-988"-16,0 0-455 0,0 0-144 15,0 0 50-15,0 0-12 0,0 0 2 16,58 1-6-16,-40-1-10 0,3 0-28 16,4-1-2-16,-2-2 4 0,1-2-18 15,-1 0-9-15,4-1-1 0,-6 0-9 16,-5 3-9-16,1 0-21 0,-5 1 1 15,-6 2-1-15,3 0-1 16,-7 0-3-16,0 0-34 0,-2 0-1 0,0 0 10 16,0 2-9-16,-2 4-32 15,-2 3-38-15,-3 0-6 0,3 0 9 16,-2 1 4-16,-2 0 18 0,0-2-1 16,-3-1 14-16,7-1-1 0,-4-1 35 15,4-3 12-15,0-1 4 0,-1-1-3 16,5 0 16-16,-4 1 6 0,4-1 0 15,0 2 3-15,0-2 29 0,0 0 9 16,0 0 13-16,0 0 22 0,0 0 13 16,-2 0-16-16,2 0-20 0,-2 0 23 15,2 0 12-15,0 0 0 0,0 0-3 16,0 0 3-16,0 0 2 0,0 0 3 16,0 0-3-16,0 0-3 0,0 0 5 15,0 0 4-15,0 0-1 0,0 0-9 16,0 1-9-16,0 1-35 15,0 4-42-15,0 5-12 0,0 2-6 16,0 4 18-16,0 4 11 0,0-2-8 16,0 4 9-16,2-3-9 0,-2-1-2 15,0-1-1-15,2-3-2 0,2-2 0 16,-4 2 0-16,3-4-10 0,-3-1-9 16,2-2-19-16,-2 1-24 0,0-1-26 15,0-3-17-15,0-2-7 0,0 1-16 16,0-4-38-16,0 0-19 0,0 0 8 15,0 0 50-15,0-1 47 0,0-4 40 16,-2-1-56-16,-1-4-169 0,-3 0-8 16,4-3-14-16,-4 0-14 0,0-5-2 15,2 5 16-15,-3 1-81 0,-1-3 129 16,2 3 42-16,0 0 150 16,2 0 47-16,-3 1 2 0,-1-1 1 0,6 1 35 15,0-1 13-15,-2-1-7 0,2 1-9 16,2 2 25-16,0-1 43 15,0 2-42-15,0 2 26 0,0 2 41 16,0 0 31-16,0 1 28 0,2 3 16 16,-2 0 3-16,0 0 38 0,0 1 45 15,0 0 75-15,0 0-8 0,0 0-32 16,0 1-5-16,0 0-19 0,0 0-72 16,0 2-113-16,-2 0-64 0,-2 3-21 15,-3 3-16-15,-1 2-12 0,0 5-24 16,4 0-10-16,-4 2 3 0,3-1 7 15,-1-2-13-15,4-1-52 0,-2-3-22 16,2-5-22-16,2-1-38 0,0-1-105 16,2-4-188-16,4 0-139 0,0-6-20 15,-1 0-400-15,3-12-237 0</inkml:trace>
  <inkml:trace contextRef="#ctx0" brushRef="#br0" timeOffset="95916.05">6100 10028 369 0,'0'0'2908'0,"0"0"-2476"15,0 0-146-15,0 0-70 0,0 0-94 16,0 0-57-16,0 0-43 0,0 0-22 15,0 0-2-15,-37 60 2 0,29-43 11 16,3-1 11-16,1-1 2 0,0-1 13 16,2-4-18-16,0-1-17 15,0-3-2-15,2-3-1 0,0-3-21 16,0 0-8-16,0 3-14 0,0-3-2 0,2 0 5 16,0 0 26-16,4 0 15 15,1 0 11-15,3 0 5 0,2-3 9 16,-1-3-1-16,3 5-2 0,-2-4-3 15,1 0-16-15,-1 1 18 0,1 4-5 16,-3 0 2-16,0 0 1 0,-3 0 6 16,-3 3 5-16,0 0 11 0,-2 6 8 15,2 0 52-15,-4 3 50 0,0 1-60 16,0 5-39-16,-6 1-27 0,-2 2-23 16,-1 2-2-16,-7-1-3 0,3 1-43 15,-5-1-6-15,5-2 3 0,-1-2-18 16,-1-4-38-16,3-5-45 0,-2 0-17 15,7-5-54-15,-1-4-143 0,2 0-250 16,2-7-128-16,2-5-436 0,2 0 182 16</inkml:trace>
  <inkml:trace contextRef="#ctx0" brushRef="#br0" timeOffset="96106.05">6040 10247 283 0,'0'0'211'0,"0"0"888"16,0 0-485-16,0 0-59 15,0 0 12-15,0 0-177 0,0 0-154 16,0 0-106-16,0 0-118 0,0 0 1 15,8-3-13-15,-1 8 53 0,5 2-10 16,0 0-21-16,1 1-20 0,3-1-1 16,-3-1-1-16,5 1-3 0,1-1-16 15,-3-2 7-15,-3 2-72 0,3 1-89 16,-3-1-54-16,-3 2-103 0,1 0-85 16,-7 1-62-16,0-1-164 0,-4 6-749 15</inkml:trace>
  <inkml:trace contextRef="#ctx0" brushRef="#br0" timeOffset="96402.41">6046 10519 184 0,'0'0'2303'0,"0"0"-1631"0,0 0-369 0,0 0-154 15,0 0 5-15,0 0 110 0,0 0-47 16,0 0-59-16,0 0-46 0,60-22-38 15,-47 16-13-15,5 2-11 0,-1-1-10 16,1 2-16-16,-3-1 1 0,3 3-13 16,-5-1-11-16,3 2 1 15,-5 0 1-15,-5 3 16 0,2 2 2 0,-2 5 10 16,-1 1 5-16,-3 3-2 16,0 2-34-16,-2-3 0 0,0 5-49 0,0-4-12 15,0-1-25-15,-2-1-25 0,0-4-19 16,-3-2-40-16,1-3-54 15,0-2-56-15,-2-1-214 0,4-1-215 16,-2-4-490-16,-2-5-33 0</inkml:trace>
  <inkml:trace contextRef="#ctx0" brushRef="#br0" timeOffset="96576.81">6174 10425 236 0,'0'0'244'16,"0"0"1151"-16,0 0-838 0,0 0-42 15,0 0 28-15,0 0-151 0,0 0-137 16,0 0-72-16,0 0-43 0,0 0-38 15,-22-29 21-15,22 42-68 0,2 4-55 16,4 6-3-16,-2 4-9 0,0 6-6 16,0-4-35-16,3 1-76 0,-3-5-82 15,4-3-108-15,-4-5-186 0,4-6-275 16,-3-4-924-16</inkml:trace>
  <inkml:trace contextRef="#ctx0" brushRef="#br0" timeOffset="97443.12">6315 10234 887 0,'0'0'1561'16,"0"0"-1296"-16,0 0 53 0,0 0 33 15,56-13-122-15,-35 5-30 0,1 1-42 16,1-2-34-16,0 5-48 0,2-2-16 15,-1 2 13-15,1 2-10 0,-4-1 3 16,0 3-22-16,-5 0-12 16,-1 0-12-16,-7 0-4 0,0 0-12 15,-4 0 9-15,-2 0 4 0,0 3-1 16,-2-2-2-16,2 1-10 0,-2 1-3 16,0-2-2-16,0 2-60 0,0 0-25 15,0 0-27-15,0 0-14 0,0 0-9 16,0 0-24-16,0 0 32 0,-2 0 56 15,0 1 73-15,-2-2 4 0,2 0 27 16,-4-1 26-16,4 0 6 0,0 1 22 16,-2-2-1-16,-1 0-30 0,1 1-16 15,0-1-1-15,0 1 1 0,0 1-1 16,0 1-15-16,2 1-19 0,0 4-3 16,-2 0-44-16,4 3 13 0,-3 2 29 15,3 1 2-15,0 0 13 0,-2 1 8 16,2-3 7-16,-2-2 4 0,0 0-14 15,2-2 1-15,-2-1-7 16,0-2 1-16,2-1-12 0,-2-2-1 16,2 0-13-16,0-2-21 0,0 0-19 15,0 0-22-15,4 1 16 0,0-1 47 16,3 0 12-16,-1 0 1 0,4 0 11 16,0 0 1-16,3 0 5 0,-3 0-5 15,0 0 6-15,3 0 2 0,-3 0 4 16,1 0 0-16,-1 0 7 0,-2 0-11 15,0 0-18-15,-1 0-3 0,1 1-2 16,-4 0-44-16,6 0-54 0,-1-1-92 16,-3 1-57-16,0-1-150 15,-2 0-104-15,4 0-127 0,-3-1-348 16,-1-2-201-16</inkml:trace>
  <inkml:trace contextRef="#ctx0" brushRef="#br0" timeOffset="97724.07">6762 10318 399 0,'0'0'153'15,"0"0"1161"-15,0 0-812 0,0 0-134 16,0 0 30-16,0 0-123 0,0 0-72 16,0 0-64-16,-50 16-42 0,40-7-18 15,1 2-16-15,-3 4 16 0,2 2-7 16,-3 3 0-16,3 0 9 0,-3 3 21 16,3-1 34-16,0 1 0 0,6-1-35 15,0-1-18-15,1-2-9 0,3-1-13 16,0-1 0-16,0-2 0 0,5-3 0 15,1-1-9-15,0-1-13 0,2 0-8 16,5-3-31-16,-1-1-13 0,5-3 0 16,-1-2-2-16,5-1 0 0,-1-1-6 15,1-6-22-15,4-2-55 0,0-5-42 16,0-1-32-16,-1-2-37 16,5-3-126-16,-2 0-215 0,-4 4-559 15,4-7-844-15</inkml:trace>
  <inkml:trace contextRef="#ctx0" brushRef="#br0" timeOffset="98381.82">7119 10226 109 0,'0'0'127'0,"0"0"2017"0,0 0-1375 0,0 0-326 15,0 0-3-15,0 0-102 0,0 0-121 16,0 0-116-16,0 0-64 0,0 0-36 16,-21 34 0-16,26-16 0 0,1 3 2 15,2-1-3-15,0 0-15 0,5-1-7 16,-1-3-18-16,3-2-31 16,-3-3-64-16,7-3-36 0,-5-4-19 0,7-4-47 15,-1-2-151-15,-1-6-94 16,2-3-34-16,-3-3-96 0,1 1-3 15,-3-3 117-15,1 1 224 0,-7 1 274 16,-3 1 137-16,1 2 212 0,-8 2 175 16,0 2 57-16,0 1-31 0,-4 2-58 15,-3 1-87-15,-1 1-83 0,0 2-63 16,-7 0-54-16,7 3-22 0,-4 6-38 16,-3 4-104-16,1 6-41 0,1 5-12 15,-1 6 12-15,2 2 0 0,-1 1 31 16,3 3 15-16,2-4 3 0,1-1 3 15,-1-3 1-15,8-3 11 0,-2 0 19 16,0-7 26-16,2-4-17 0,0 0-28 16,2-5-32-16,0-1-32 0,4-2-15 15,3-2-6-15,-1 0-13 0,2-3 4 16,5-1-4-16,-3 0 1 0,5-5-37 16,-1-2-16-16,1-4-21 0,3-3-37 15,1-4-7-15,-4-4-28 16,5-4-129-16,-3 1-162 0,2-3-183 15,-9 8-134-15,7-13-541 0</inkml:trace>
  <inkml:trace contextRef="#ctx0" brushRef="#br0" timeOffset="98578.86">7495 10188 216 0,'0'0'150'0,"0"0"1581"16,0 0-1145-16,0 0-140 0,0 0 3 15,0 0-118-15,0 0-101 0,0 0-102 16,0 0-91-16,0 0-36 0,-35 37 27 15,37-22 6-15,0 2 0 0,3 0-32 16,-1-4-2-16,0 0-31 0,0-1-22 16,0-5-96-16,4-1-68 0,-4-2-73 15,5-3-212-15,-5-1-121 0,4-1-414 16,-2-7-244-16</inkml:trace>
  <inkml:trace contextRef="#ctx0" brushRef="#br0" timeOffset="98731.91">7572 10155 402 0,'0'0'1701'16,"0"0"-1000"-16,0 0-150 0,0 0-95 16,0 0-120-16,0 0-112 0,0 0-91 15,0 0-92-15,0 0-41 0,0 0-52 16,2 13 40-16,0 0-47 0,6 0-75 16,1 3-59-16,-3 0-122 0,2 1-256 15,-6-7-217-15,6 5-778 0</inkml:trace>
  <inkml:trace contextRef="#ctx0" brushRef="#br0" timeOffset="99381.22">7683 10213 1164 0,'0'0'1378'0,"0"0"-896"15,0 0-60-15,0 0-283 0,0 0-85 16,0 0 101-16,0 0 33 0,0 0-15 16,0 0-42-16,58-29-50 0,-37 20-28 15,-4 2-25-15,1-4-13 0,1 3-15 16,-1-3 0-16,3 5-12 0,-4-2-41 15,-3 5-71-15,-2-1-66 16,-3 4-59-16,-1 0-51 0,-6 7-79 16,0 1 177-16,-2 4-87 0,-2 1-135 15,-2 2 25-15,-2 2-23 0,-3-3 142 16,1 2 120-16,0-3 124 0,0 0 36 16,1-1 23-16,1-1 127 0,0-1 153 15,0-3 45-15,2 1 25 0,0-2-53 16,4-4-42-16,0 1-60 0,0-1-38 15,0-1-40-15,0-1-44 0,0 1-11 16,0 0 17-16,0 2 18 0,0-2 10 16,4 0-11-16,0 0-19 0,2 0-14 15,-2 1-24-15,2-2-15 0,3 1-7 16,-1 0-18-16,0 0 0 0,0 2 3 16,1-1 6-16,3 1-9 0,-4 0-1 15,3 3 7-15,-5 0-3 0,2 1 6 16,-2 3 15-16,1-1 22 15,-1 2 98-15,-4 1-43 0,2 2-62 16,-4 3-12-16,0-1-12 0,0 1-7 16,-4 1-2-16,-4-1 2 0,-1 3-2 15,1-3-13-15,-2-2-13 0,-1 3 13 16,-1-5-14-16,2-1 1 0,-3-2-2 16,3-4-14-16,2-2-16 0,1-2-40 15,1-2-56-15,2 0-98 0,-2-6-100 16,2-2-160-16,-2 0-592 0,-3-4-365 15</inkml:trace>
  <inkml:trace contextRef="#ctx0" brushRef="#br0" timeOffset="99924.31">8285 10129 406 0,'0'0'317'16,"0"0"905"-16,0 0-697 0,0 0-106 15,0 0 32-15,0 0-102 0,0 0-72 16,0 0-54-16,0 0-65 0,0 0-52 16,-48 28-48-16,44-10-30 0,0 7 3 15,0 6 18-15,2 4 7 0,0 2-10 16,2-1 0-16,0 0-9 0,0-2-9 16,0-3-13-16,2-3-12 0,4-5-1 15,2-1-2-15,1-4-15 0,1-2-10 16,5-1-21-16,-1-7-3 0,3-3-31 15,-1-2-43-15,3-3-14 0,1-3-21 16,1-6-71-16,-2-4-83 0,-1-3-72 16,1-4-138-16,-9 4-241 0,1-9-699 15</inkml:trace>
  <inkml:trace contextRef="#ctx0" brushRef="#br0" timeOffset="100162.67">8351 10257 343 0,'0'0'1910'0,"0"0"-1271"0,0 0-159 0,0 0-217 16,0 0-261-16,0 0 118 0,0 0 59 15,0 0 26-15,0 0-25 0,60 6-34 16,-37-6-69-16,-2 0-24 0,-1 0-25 16,1-3-27-16,2 0-1 0,-5-1-22 15,1-2-40-15,-3 2-61 16,-3-2-67-16,-1 2-64 0,-2 0-54 15,-1 1-137-15,-5 1-104 0,0-1-39 16,-4 1-101-16,0-1 132 0,0 0-17 16</inkml:trace>
  <inkml:trace contextRef="#ctx0" brushRef="#br0" timeOffset="100364.64">8535 10168 63 0,'0'0'212'0,"0"0"1027"0,0 0-742 15,0 0-66-15,0 0 7 0,0 0-28 16,0 0-83-16,0 0-68 0,0 0-42 15,0 0-120-15,-39 21-54 0,39-2 26 16,0 6 24-16,0 5 3 0,0 3 0 16,0 2-13-16,0-1-9 0,-2 1-25 15,2-1-25-15,0-3-23 0,0-2-1 16,0-4-18-16,0-2-16 16,0-3-49-16,4-7-102 0,2-1-91 0,0-6-142 15,5-4-332-15,-3-2-49 16,-2-2-510-16</inkml:trace>
  <inkml:trace contextRef="#ctx0" brushRef="#br0" timeOffset="100543.28">8554 10418 631 0,'0'0'114'16,"0"0"1423"-16,0 0-1027 0,0 0-234 16,0 0-74-16,0 0-72 0,0 0-44 15,0 0-35-15,0 0-16 0,51-36-17 16,-36 28-18-16,1-2-13 0,-1 0-47 15,1 0-93-15,-1 3-86 0,-3 0-34 16,-1 3-65-16,-7 3-174 16,2 1-200-16,-6 3-295 0</inkml:trace>
  <inkml:trace contextRef="#ctx0" brushRef="#br0" timeOffset="100716.29">8628 10468 304 0,'0'0'232'0,"0"0"1649"0,0 0-1565 0,0 0 66 0,0 0-25 16,0 0-157-16,0 0-20 15,0 0-14-15,0 0-18 0,-2 51-17 16,8-48-32-16,0 1-43 0,3-1-39 16,-3-1-17-16,4-2-15 0,1 0-19 15,1 0-66-15,3 0-62 0,-3-5-79 16,0-2-53-16,3-1-122 0,-5-4-217 16,-2 4-464-16,1-7-314 0</inkml:trace>
  <inkml:trace contextRef="#ctx0" brushRef="#br0" timeOffset="100918.45">8806 10272 337 0,'0'0'1519'0,"0"0"-800"15,0 0-195-15,0 0-90 16,0 0-150-16,0 0-108 0,0 0-120 16,0 0-11-16,-10 52 5 0,10-33 9 15,2 0-9-15,0 1-37 0,-2-1-13 16,2-1-22-16,-2-3-19 0,2-2-59 15,0-3-101-15,0-2-86 0,2-2-210 16,0-3-217-16,-2-3-544 0</inkml:trace>
  <inkml:trace contextRef="#ctx0" brushRef="#br0" timeOffset="101062.55">8880 10332 389 0,'0'0'1796'0,"0"0"-1054"16,0 0-272-16,0 0-115 0,0 0-141 15,0 0-121-15,0 0-93 16,0 0-74-16,0 0 74 0,0 0 0 16,21 19-16-16,-15-6-100 0,2-1-99 15,-3 4-179-15,-1-7-574 0,-4 5-1178 0</inkml:trace>
  <inkml:trace contextRef="#ctx0" brushRef="#br0" timeOffset="101502.74">9093 10382 57 0,'0'0'117'0,"0"0"1149"0,0 0-554 16,0 0-237-16,0 0-6 0,0 0-55 16,0 0-110-16,0 0-33 15,0 0-53-15,0 0-103 0,-39-2-88 16,41-2-26-16,2 0 49 16,0-1-13-16,5-1-9 0,-1-2 0 0,0 1-10 15,5 3-6-15,-1-1 4 0,-2 0-1 16,3 2-14-16,-1 0 2 0,3 3 1 15,-3 0-1-15,-2 0 0 0,1 5 9 16,-3 1-10-16,0 1 0 0,-4 3 13 16,0 4 7-16,-4-1 6 0,0 3-7 15,0 2-21-15,-6 1-12 16,0 1-4-16,-2-3-2 0,-3-1-16 0,5-4-21 16,0 0-25-16,0-4-35 0,2-3-34 15,0-3-31-15,-1 0-66 16,1-2-127-16,0 0-240 0,0-3-421 15,-2-5-474-15</inkml:trace>
  <inkml:trace contextRef="#ctx0" brushRef="#br0" timeOffset="101749.31">9118 10150 174 0,'0'0'1175'16,"0"0"-408"-16,0 0-263 0,0 0-50 15,0 0-100-15,0 0-120 0,0 0-22 16,0 0 39-16,0 0-79 16,0 54-70-16,-2-26-37 0,0 4-12 0,0 3-23 15,-4 2-8-15,2-2-19 16,-1-2-3-16,1-1-18 0,2-6-13 16,0 0-34-16,0-5-62 0,2-5-69 15,0-3-75-15,4-7-251 0,-2 0-277 16,7-6-678-16</inkml:trace>
  <inkml:trace contextRef="#ctx0" brushRef="#br0" timeOffset="101988.41">9281 10074 76 0,'0'0'2365'0,"0"0"-1655"16,0 0-312-16,0 0-94 0,0 0-71 15,0 0-49-15,0 0-14 0,0 0 93 16,0 0-12-16,0 0-74 16,40 50-33-16,-28-27-20 0,-2 8-30 0,5 1-21 15,-1 4-15-15,1 0-34 16,-1 0-24-16,1-3-12 0,1-1-28 16,-5-3-69-16,-1-5-82 0,-2-3-105 15,0-4-242-15,-3-5-726 0,-3-1-1275 16</inkml:trace>
  <inkml:trace contextRef="#ctx0" brushRef="#br0" timeOffset="128486.39">7694 11057 461 0,'0'0'355'16,"0"0"-81"-16,0 0-118 0,0 0 384 15,0 0-303-15,0 0-120 0,-56 30-46 16,50-27 3-16,2 0 23 0,0-3 10 16,1 1-33-16,-1-1 1 0,0 0-1 15,0 0 13-15,0 0 54 0,-2 0-29 16,0-1-32-16,-3 0-19 0,1-2-7 16,0 1 10-16,-1 1-3 15,-1-1-23-15,0 0-3 0,-1 1 0 0,-1-2-10 16,2 1-12-16,-3-3-10 15,-3 2 13-15,3-1 6 0,-1 1 0 16,-3-1 0-16,1 2 0 0,-5-2-6 16,3 2 0-16,-3-1-13 15,0 1-1-15,-4 1 17 0,5 1-6 0,-5-2-12 16,2 2 15-16,-2 0 0 0,1 0-1 16,-1 0 1-16,0 0 16 0,2 0 2 15,0 0 7-15,3 0-12 0,-5 0 2 16,4 0 13-16,1 0-10 15,-3 0 4-15,2 0-9 0,-1 2-1 0,3-1-12 16,-4 3 3-16,0 1-18 16,5 0 0-16,-3 2 13 0,-2 4-11 15,3 0-1-15,1-1 11 0,-4 4-11 16,3 0 0-16,-3 1 0 0,4 2 0 16,-3 2-2-16,-3 1 0 0,6 0-1 15,-3 1 0-15,-3 2 1 0,2 2-1 16,0 2 1-16,0-2 0 0,1 3 2 15,-3 1 0-15,2 3 11 0,-4 0-11 16,7 2 13-16,-3 0-2 0,0 2-13 16,3-1-3-16,-3 1 1 0,0-1-1 15,7 0-9-15,-3-3 12 0,2 2 1 16,-1-2 0-16,1 0 0 16,3 0 0-16,-1-1 1 0,-1-2 11 15,1 1-12-15,3 0 2 0,-1-3 9 0,5 1-9 16,-2-3 0-16,2 0-1 15,1-1-2-15,1 1 0 0,2 0-2 16,2 0-11-16,-2 1 11 0,2 0 2 16,-4 1-1-16,6-1-1 0,-2 2 0 15,2-3-11-15,0 1-5 0,0 1 5 16,2-1 10-16,4-1-16 0,-2 2 18 16,2-2-1-16,-2 0 2 0,0 0-1 15,3-1-1-15,-1 0 1 0,0-1 1 16,0 2 0-16,0 1 1 0,1 2-1 15,-3 0 2-15,4 0 1 0,-2 2 0 16,2-3-3-16,-1 0 1 0,3-1-1 16,0-1 0-16,-1-1-1 0,3-2-1 15,0 0 0-15,1-1 0 0,1-2 1 16,1-2-2-16,-1 1 1 0,1-1-14 16,-3-2 15-16,7 2 1 0,-5-1-2 15,7-2 2-15,-5 3 0 16,3-3-15-16,0-2-4 0,1 1-12 15,3-2 5-15,-2-3-6 0,1 3 20 16,1-3 11-16,0 3 1 0,0-2-4 16,4 0-8-16,-5-2 10 0,1 2 1 15,2 1 0-15,0-1 0 0,1 1-12 16,-1-3 10-16,0 3-9 0,6-2-4 16,-4 1 16-16,2-2-1 0,0 0 1 15,-2 1 2-15,4-2-2 0,-4 0 0 16,4 2-1-16,2-3 1 0,-6 1 0 15,4 1-1-15,0 0-1 16,0-1 0-16,0 0-1 0,2 0 1 16,2 1-1-16,0-2 2 0,2-1-1 0,2-1 0 15,-3 0 2-15,3-3-10 16,-2 0 10-16,0 0 1 0,0 0-1 16,-1-3 0-16,1 2 0 0,-2-2 0 15,2 0 0-15,-2-1-1 0,-2 1-1 16,0 1 0-16,1-4-1 0,3 3 2 15,-2 0 0-15,-2-2 1 0,2-1-1 16,2-2 1-16,-2-1-1 0,1 1 0 16,-3-4 1-16,2 2 0 0,-2 1-1 15,0-2 1-15,-2-2 0 0,0 1 0 16,0 2-3-16,-2-3-10 0,-2-2 13 16,4 2 0-16,-6-1 1 0,1-3-1 15,3 2 1-15,-6-1-1 0,2-1 0 16,0 2 0-16,-5-2-1 15,3 0 0-15,-2-1-14 0,2 1 11 0,-3-1-8 16,-1 0-4-16,-1 0 15 16,1 0-12-16,-4 3 11 0,1-4 0 15,-1 1-1-15,-1 1 1 0,-2-3 0 16,3 1 2-16,-5 0 0 0,3 2 1 16,-5-1-2-16,0-1 0 0,-2-1-18 15,1 0 6-15,-1 0 12 0,-2 0-2 16,0-3 1-16,0-1 2 0,2-1-1 15,-2-1-1-15,3-2-11 0,-1 0 10 16,0-3-13-16,2 0 4 0,-1-1-17 16,-3 0 1-16,4-4 2 0,-4 1 8 15,0 1 5-15,0 0 11 0,-2 2 0 16,-2 0 1-16,0 3-12 0,0 0 13 16,-6 3 2-16,2 0 11 0,-2 1-11 15,-2 1 1-15,-1 0 22 0,-3 3-12 16,2-1-11-16,-1 1-2 0,-1 0 2 15,2 0 1-15,-3 0 0 0,1 1 0 16,-3-1-1-16,1 1 10 0,-1 1 1 16,1-1-11-16,-3 1 0 15,5-1-2-15,-3 1 0 0,-1-3 0 16,1 1 1-16,1-1 11 0,-1 1-11 0,1-4-1 16,0 2 1-16,-5-1 0 15,4 0 1-15,-3-2 0 0,-1 1 0 16,-1-2-1-16,-1 2 3 0,-2-1-1 15,0 2 10-15,-3-1-13 0,-1 3-9 16,0 0 6-16,-2-1 6 0,-2 4 6 16,4 0 5-16,-4 0-12 0,0 3-1 15,2-2-1-15,-2-1 3 16,0 2 1-16,2 1 11 0,-2-1 1 16,-2 1-15-16,4 1 0 0,-2 1-1 15,0 0-1-15,2 3 1 0,-2 0 0 16,2 0 0-16,-2 4 0 0,0-1 13 15,2 1-13-15,-2-1-14 0,2 2 14 16,2-3-2-16,-2 4 1 0,3-2 0 16,1 1-12-16,0 1 10 0,0 0-16 15,5 1 18-15,-1-1-1 0,-2 1 0 16,5 0-36-16,1 0 10 0,0 0-26 16,5 0-60-16,0-1-71 0,-1-1-138 15,5 1-147-15,2-1-226 0,0-3-603 0</inkml:trace>
  <inkml:trace contextRef="#ctx0" brushRef="#br0" timeOffset="135923.6">8467 11918 24 0,'0'0'2'0,"0"0"-2"0,0 0 13 16,0 0 36-16,0 0 13 16,0 0-23-16,0 0 3 0,0 0 545 15,-8 3-320-15,8-3-104 0,0 0-49 16,-2 0-36-16,2 1-26 0,0 0 0 16,0-1 10-16,0 0-10 0,0 0 7 15,0 0 25-15,0 0 23 0,-2 0 26 16,2 0 0-16,0 1-26 15,0-1-10-15,0 0 16 0,0 0-9 16,0 0-21-16,0 0-31 0,0 0-13 16,0 0-7-16,0-1 0 0,0-1-3 0,0-1 6 15,0 0 4-15,0-1-4 16,0-1 7-16,0 0-10 0,0 0 0 16,0 0-7-16,0 0 7 0,0-3 0 15,2 2-6-15,0 0-1 0,0-1 4 16,-2 1 0-16,4-3 12 0,-2 2 7 15,0-4-16-15,2 3-13 0,-2-2 10 16,0 3 9-16,4-1 9 0,-3-1 1 16,1 3-26-16,-2-2 0 0,2 2 4 15,0 0-7-15,-2-2 3 0,4 1 0 16,-2-1 0-16,3 1 3 0,-1-3 7 16,0 2-7-16,0-1 3 0,0 1-9 15,3-3 3-15,-1 0-9 0,0 4-10 16,0-4 22-16,1 2-6 0,-1 0-4 15,0 0-12-15,1 2 23 0,-1-1-14 16,0 0 1-16,0-1-10 0,1 0 9 16,-1-1 1-16,0 2 0 15,3-1 6-15,-1-3 3 0,0 3-19 0,1 0 10 16,-3 2-1-16,2-2-9 16,0 0-2-16,-1 0-1 0,1 2 2 15,-2 0 0-15,3-1-2 0,-3 3 0 16,0 0 0-16,0-1 1 0,3 0-1 15,-3 1-1-15,0 0-1 0,1 2 0 16,-1-2 0-16,0 1 2 0,0 0 1 16,1-1 1-16,-3 2 0 0,2 1 11 15,-2-1-10-15,1 0-1 0,-1-2 11 16,0 3-10-16,-2 0 9 0,0 0-9 16,2-1 10-16,-1 2-11 0,1-1 13 15,-2 0-12-15,0 0 13 0,4 2-15 16,-2-4 0-16,-1 3 0 0,1 0 0 15,2-1-1-15,0-1 0 0,1 3 0 16,-3 0 0-16,2 0-2 0,-2 0 1 16,3 0 0-16,-3 0-1 0,4 0 0 15,-2 0 1-15,-1 0 0 0,-1 0 0 16,4 0 0-16,-4 3 0 16,5-1 1-16,-5 0 0 0,4 0 0 15,1 0 1-15,-5 0 1 0,2-2 1 16,0 1 0-16,3 0-1 0,-7 1 0 15,2-1 0-15,0-1 0 0,-2 2 0 16,2-1 2-16,1-1-3 0,-3 3 1 16,0-2 0-16,0-1 0 0,2 2-1 15,-2 0 0-15,3 1-1 16,-3-3 0-16,0 0 0 0,2 4 1 16,-4-4 0-16,4 2 0 0,1 0 0 0,-3-2 1 15,0 3-1-15,2 0 0 16,0-3 0-16,-2 3 0 0,0-2-1 15,1-1 0-15,-1 2 0 0,0 0 1 16,-4-1 1-16,4 0 1 0,-2 0-3 16,0-1 1-16,2 1-1 0,-4 1-1 15,0-2-1-15,2 1 1 0,-2-1-1 16,0 0-1-16,0 0-12 0,2 0 12 16,-2 2-10-16,0-2 10 0,0 0-16 15,0 0-6-15,3 0-9 0,-3 0-19 16,0 0-23-16,0 0-31 0,0 0-28 15,0 0-45-15,0 0-65 0,0 0-81 16,0-2-101-16,0-2-101 0,0-1-196 16,2-4-310-16,-7 29 723 0</inkml:trace>
  <inkml:trace contextRef="#ctx0" brushRef="#br0" timeOffset="136526.6">9205 11197 171 0,'0'0'97'15,"0"0"991"-15,0 0-727 0,0 0-11 16,0 0-36-16,-58 35-29 0,54-31-18 15,0-1-14-15,2-3-43 0,2 0-89 16,0 0-121-16,2 2 1 0,4-2-1 16,-2 0 3-16,4 0 13 0,3 1-4 15,-5-1-8-15,4 1-2 0,1 0 0 16,-1 1 0-16,0 0 1 0,1 3 0 16,1-2-1-16,2 3 1 0,1 0 9 15,1 1-11-15,1 0 0 16,-3 1 12-16,1-1-11 0,1-1 1 15,-3 0 0-15,-1 0 13 0,-1 1-3 16,-3-3 6-16,-2-1-6 0,0 3-1 16,-2-2 4-16,1 0 12 0,-3 3-6 15,-2-3 7-15,2 4-10 0,-2-1 0 16,0 0 3-16,0 0 3 0,-2 1 0 16,-3 2 13-16,1 1 6 0,0-3-7 15,-4 3-12-15,0 0-3 0,1-2 7 16,-3 2 6-16,2-1-17 0,-2 1-18 15,-1-1-1-15,3 0-1 0,-4 1-13 16,1-1 13-16,1 0 0 16,0 0 0-16,-1 1 2 0,3-2 0 0,-2-1 1 15,-1 0 11-15,5-1 1 16,0-1-10-16,0-2-1 0,1-1-1 16,1 0-1-16,2-3-3 0,0 0-25 15,2 0-1-15,-2 0-19 0,2 0-58 16,0 0-67-16,0 0-68 0,0 0-61 15,2 0-22-15,2 0-88 0,0-3-252 16,-1-3-628-16</inkml:trace>
  <inkml:trace contextRef="#ctx0" brushRef="#br0" timeOffset="138999.32">11113 13044 70 0,'0'0'97'0,"0"0"343"16,0 0 127-16,0 0-186 0,0 0-144 15,0 0-74-15,0 0-30 0,-54 34-26 16,48-31 3-16,-4 0 0 0,3 0 6 16,-1 0 7-16,2 0 9 0,-2 0-13 15,-1-1-23-15,1 0-32 0,2 1-22 16,-4-3-17-16,3 0-10 0,-3 0-15 15,2 0-3-15,-3 0-10 0,-1 0 0 16,4 0 11-16,-7 0 2 0,1-1 0 16,-1-1 16-16,-1-1-13 0,-1 0 1 15,-3 0-2-15,-1 1-2 0,-2-1 1 16,0 0 1-16,-1 0 13 16,-3 0-15-16,0 1-19 0,-4 0 19 15,2 0 0-15,-2 2-10 0,-2-2 10 16,0 2 13-16,-2 0-11 0,-3 0 0 15,3-3 1-15,0 3 17 0,-2-4-9 16,0 0-11-16,-3-1 0 0,3-4 6 16,0 4-5-16,-4-4 1 0,3-2-2 15,-1 3-2-15,0-3-24 0,2-2 24 16,0 4 2-16,1-4 10 0,-3 1 6 16,2-1-13-16,2 1 19 0,-2-2 10 15,1 1-5-15,3-2-27 0,-2 0-16 16,2 0 16-16,0-1 0 0,4 0 0 15,-2 0 0-15,0-2 0 0,4 0 1 16,0 0 0-16,0 0 56 16,3 0-6-16,3-3 70 0,2-2-42 15,-1-2-47-15,3-3-8 0,3-6-24 16,-1 0-1-16,3-5-1 0,-3-10-1 16,1-9-10-16,-1-10 1 0,1 6-14 15,4 11-5-15,1 14 8 0,1 12-8 16,0-6 18-16,-5-3-2 0,3-3 15 15,0 1 1-15,1 1 2 0,3 2 13 16,0-2 25-16,4 2-6 0,2-2-6 16,0-2-17-16,0 1-9 0,2 0-2 15,2-1 1-15,2 3 1 0,3 2-1 16,-3 1 0-16,0 3 1 0,2 4 13 16,1 0-13-16,1 3 19 15,-2-1-6-15,5 3 0 0,-3 0-13 0,4 0 0 16,1-1-2-16,-1 1 2 15,5 0-1-15,-5 1-1 0,5 1-1 16,0 0 0-16,3-2 1 0,3 5 1 16,-4-1-1-16,4-1 15 0,4 1 0 15,-3 0 2-15,5 1-5 0,-2-3 6 16,5 3 3-16,-1 0-6 0,0-2-13 16,4 2 16-16,-2-1-16 0,2 2 9 15,0 1-9-15,1 1 12 0,1-1-12 16,0 0 13-16,3 1 0 0,-5 1-3 15,4 2-1-15,-2-1 7 0,1-1-7 16,1 2 1-16,-2 0-11 0,1 3 1 16,-1-3 0-16,0 4 9 0,2 0-11 15,1 2-1-15,-3-3 1 0,2 5-1 16,1-2 1-16,-3 2-1 0,2 0 1 16,1 0 2-16,1 0-1 0,-4 0 0 15,-1 0 0-15,3 0-2 0,-4 2 1 16,0 4 0-16,3-4 0 15,-3 3 2-15,-2 0-1 0,0 0 1 16,0-1-1-16,-2 1 0 0,0 1-1 16,0-1 1-16,1 2 1 0,-1-1-1 15,0-1 0-15,-4 1 0 0,2 1 1 16,0-1-1-16,-7 2-1 0,3-1-1 16,0 0 0-16,-2 2-1 0,-2-1 0 15,2 0 1-15,-5 3 1 0,-1-1-1 16,4 0 2-16,-3 2-2 0,-5-1 2 15,5 1 0-15,-3-1-1 16,1-1 1-16,-1 1-1 0,2-2-1 16,-3 3 0-16,1 0-1 0,1-2 1 15,1 3 0-15,2 1-1 0,-5-2-1 0,5 2 0 16,-3 3 2-16,1-3 0 0,-2 1 0 16,1-1 1-16,5 3 1 0,-7-1-1 15,3 0 0-15,-2 0 0 0,1 2 0 16,-3 0 0-16,3-1 1 15,-3 1-2-15,1 1-3 0,-1 0-9 16,1 1 10-16,-3 0-1 0,1 0 1 16,1 1 1-16,-3 0-1 0,2 0 0 15,-3 1 1-15,-1-2-1 0,3 2 0 16,-7 1-14-16,6 0 13 0,-2 0 0 16,-3 1 0-16,1 1 1 0,0-2 0 15,-4 1-1-15,7-1-1 0,-7 1-11 16,-2-3 2-16,2 0 10 15,-2 1-9-15,2-2 9 0,-2-1 1 0,0 0-1 16,0 0-9-16,-2 0 11 16,0-1-2-16,7 1-13 0,-7-2 14 15,2 0-11-15,-2 0 1 0,0-1 9 16,0-1 0-16,0 3 0 0,-2-2 0 16,-5 0 2-16,7 2 1 0,-4-2 3 15,0-1 0-15,0 2-1 0,0-2-2 16,0 1-2-16,-2 1 2 0,-3 0-3 15,1 1 0-15,2-1 0 0,0-1 0 16,-5 1-1-16,5-1 1 0,0-1 0 16,-2 1 1-16,1-2-1 0,-3 0 0 15,2 0 1-15,0 1 0 0,-3-1 2 16,3 0 0-16,-2-1 3 0,5 0-1 16,-7 0 17-16,6-2-16 0,-4 1 0 15,3 0 10-15,-5-3-11 16,4 2-2-16,-3-1-1 0,-1 2 1 0,4-2 2 15,-3 1 11-15,-3-1-12 0,3 1-2 16,1 1 2-16,-4 0-1 0,-1-1 0 16,5 2 3-16,-7-1-3 15,7-1 12-15,-9-1-11 0,5 2 1 16,-1-2-2-16,-1 0-2 0,-1-1 0 16,1-1 0-16,-3 3 2 0,3-3 1 15,-3 2 0-15,3-2 0 0,-5 1 1 16,4 1-2-16,-5-3 0 0,5 2 0 15,-2-1 2-15,1 2-2 0,-1-1 1 16,-1 0 0-16,-1-2-1 0,0 2 0 16,1-2 0-16,1 0-1 0,-6 0-1 15,2 0 2-15,3 0 0 0,-5-3 1 16,2 2-1-16,-2-1 1 0,5-2 0 16,-3 1-1-16,0 1-3 0,1-3 0 15,-1 1 1-15,0 1 0 0,0 1-17 16,-1 0 16-16,3 1-16 0,0-2 18 15,-4 1 0-15,5 1-1 16,-1 0-1-16,-4-1-26 0,5 2 26 0,-3-1-13 16,0 0 15-16,-2 0-2 15,0 1-12-15,5-1-4 0,-3-1 3 16,0 1-3-16,5-1 6 0,1-2-25 16,-1 1-22-16,3-2-19 0,1-2-19 15,3 0-45-15,-3 0-59 0,3 0-183 16,7-1-232-16,-10-6-476 0</inkml:trace>
  <inkml:trace contextRef="#ctx0" brushRef="#br0" timeOffset="154845.87">10362 11004 210 0,'0'0'32'15,"0"0"34"-15,0 0 1298 0,0 0-926 16,0 0-123-16,0 0-77 0,0 0-25 16,0 0-53-16,3 0-35 0,-3 0-29 15,0 0 3-15,0 0 9 0,0 0 6 16,0 0-19-16,2 0-19 0,-2 0-10 16,2 0 3-16,-2 3 9 0,4-2 10 15,-2 3-9-15,4 2-10 0,-2 0-22 16,4 4-4-16,1 4-12 0,-1 2-15 15,2 2-14-15,5 3 1 16,-3 1-2-16,1 0 0 0,1 0-1 16,-1-1-3-16,1-1-19 0,-4 0 10 15,5-2 9-15,-7 0 0 0,2-3 1 16,3-1 2-16,-7-5-1 0,0 2 0 16,2-1 1-16,-1-6 1 0,-1 4 0 15,-2-5 0-15,0 0 1 0,0-3 0 16,0 1 1-16,1-1 9 0,-1 0-9 15,-2 0 13-15,-2 0-1 0,6-1 1 16,-4-2 6-16,-2 2-7 0,2-3 13 16,-2 1 15-16,2-3-12 0,2 1 0 15,-4-2-9-15,4-1-4 0,1 0-5 16,-1 1-12-16,0-2-1 16,4 2 0-16,-6-2 0 0,4-1 0 0,1 1-1 15,-1 1 0-15,0-1 0 16,0 1 0-16,0 0 0 0,-2-1 1 15,3 1-2-15,1 1-10 0,0-1-6 16,-4 0-16-16,0 1-6 0,1 1-19 16,1 0-3-16,-2 0-31 0,-2 0-26 15,4 2-20-15,-4-1-24 0,-2 3-61 16,2 1-103-16,-2 0-31 0,0 1-32 16,0 0-37-16,0 0-340 0,-4 1-438 15</inkml:trace>
  <inkml:trace contextRef="#ctx0" brushRef="#br0" timeOffset="155271.17">10623 11326 226 0,'0'0'130'0,"0"0"1091"0,0 0-880 16,0 0-120-16,0 0-14 0,0 0-62 16,-6-51-45-16,6 34-32 0,0 1 0 15,0-2 9-15,0 1 16 0,0 0 7 16,-2 0 12-16,2 0 9 0,0 0 20 16,0-2 5-16,0 0-20 0,0 0-25 15,0-2-25-15,0 0-13 16,2-3-13-16,-2 1-6 0,2-2 3 15,4 0-2-15,-4-2-4 0,2 1-4 0,2 0 7 16,3 2-1-16,-3-1 17 16,2 2-5-16,-2 0-2 0,3 3-22 15,-1 1-12-15,0 2-17 0,-4 4 10 16,0 0-12-16,3 4-2 0,-5 3 1 16,0 2-2-16,0 1-9 0,0 2-10 15,-2 1-15-15,0 0-4 0,0 0-2 16,0 0-26-16,0 0-40 0,0 0-61 15,0 1-116-15,0 0-274 0,0-1-554 16,0 2-770-16</inkml:trace>
  <inkml:trace contextRef="#ctx0" brushRef="#br0" timeOffset="155982.85">10104 10182 1126 0,'0'0'1141'0,"0"0"-702"16,0 0-82-16,0 0-6 0,0 0-85 15,0 0-99-15,0 0-60 0,0 0-35 16,0 0-8-16,0 0 11 0,15 67-13 15,-5-44-9-15,-2 2-10 0,2 2-24 16,5-5-16-16,-3 0-3 0,3-3-12 16,1-5-10-16,5 0-25 0,-4-4-40 15,1-3-45-15,-1-3-22 0,3-3-50 16,-1-1-85-16,0-1-94 0,-3-6-35 16,3-1-119-16,3-2-129 0,-7-2 63 15,4 1-46-15</inkml:trace>
  <inkml:trace contextRef="#ctx0" brushRef="#br0" timeOffset="156259.12">10478 10350 12 0,'0'0'225'15,"0"0"362"-15,0 0-60 0,0 0 130 16,0 0-84-16,0 0-197 0,0 0-62 16,0 0-60-16,0 0-67 0,-20-13-42 15,11 14-23-15,-1 5-11 16,0 1-21-16,-1 5-27 0,-1 1-26 16,-1 5-9-16,1 3-3 0,0 1 0 15,1 1-4-15,-3-1 4 0,4 3-9 16,1-3-4-16,1 0 10 0,2-3 15 15,4 0-19-15,0 0-5 0,2-3-11 16,0-3 1-16,6 0-3 0,0-4-19 16,2 0 7-16,1-2 12 0,1-2-1 15,2-2-1-15,-1 0 0 0,3-3-10 16,-1 0 9-16,1-4 1 0,3-2 2 16,-3-2-24-16,5-3 5 0,-5-5-34 15,5-1-52-15,-7-3-60 0,3-3-78 16,-1 0-161-16,1-2-178 0,-5 5-494 15,2-5-379-15</inkml:trace>
  <inkml:trace contextRef="#ctx0" brushRef="#br0" timeOffset="156485.12">10557 10168 431 0,'0'0'1474'0,"0"0"-655"0,0 0-310 16,0 0-165-16,0 0-129 0,0 0-93 16,0 0-37-16,0 0 13 0,6 51-4 15,-2-33-29-15,4 1-31 0,-1 0-33 16,1-1-1-16,-4-4-21 0,2 3-76 16,0-7-73-16,3 1-59 0,-1-5-110 15,-2 1-178-15,-2-3-219 16,5-4-604-16</inkml:trace>
  <inkml:trace contextRef="#ctx0" brushRef="#br0" timeOffset="156688.98">10683 10190 890 0,'0'0'1373'16,"0"0"-853"-16,0 0-5 0,0 0-93 15,0 0-114-15,0 0-116 0,0 0-105 16,0 0-65-16,0 0-19 0,0 0 9 15,-2 55-12-15,10-34-2 0,-2 0-41 16,3-1-63-16,-3 1-102 0,6-3-100 16,-6 0-220-16,-2-6-108 0,7 5-1070 0</inkml:trace>
  <inkml:trace contextRef="#ctx0" brushRef="#br0" timeOffset="157157.71">10869 10214 96 0,'0'0'2454'0,"0"0"-1769"16,0 0-250-16,0 0-158 0,0 0-135 16,0 0-92-16,0 0-47 0,-4 54 19 15,4-27 3-15,0 6-4 0,-2 1-5 16,0 1 0-16,0 0-14 0,-3-2 1 15,-1-1 9-15,4-4-12 0,-2-2 0 16,2-3 0-16,0-6-2 0,2-4-17 16,0-4-12-16,0-3-43 0,4-3-46 15,0-3-3-15,-2 0 19 0,9-4 10 16,-7-7 21-16,2-1 29 0,2-2 15 16,-4-4 7-16,7-1 21 0,-5-1 1 15,0-3 13-15,0 4-11 16,-2-1 11-16,5 2-10 0,-7 3 47 15,2 4 33-15,-2 0-8 0,0 4-12 16,0 2-19-16,-2 4 7 0,2 1 5 16,0 1 23-16,0 5-7 0,2 8-6 15,-2 2-10-15,7 2-16 0,-3 4-12 16,0-3 3-16,2 1-12 16,-1-2 0-16,1-2-16 0,-2-2-3 0,4-2-1 15,-3-4-15-15,3 1-3 0,-4-3 4 16,4 0-16-16,-3-5-41 15,3 0-40-15,0-1-55 0,1-1-75 16,1-6-158-16,-6-2-276 0,9-1-699 0</inkml:trace>
  <inkml:trace contextRef="#ctx0" brushRef="#br0" timeOffset="157649.25">11090 10216 396 0,'0'0'2191'16,"0"0"-1501"-16,0 0-236 0,0 0-262 16,0 0-47-16,0 0 36 0,0 0 30 15,68-10-69-15,-41 1-74 0,0-1-31 16,4-5-7-16,-2 3-8 0,2-1-10 15,-4 1-10-15,-2 1 0 0,-5 0-1 16,-3 5-1-16,-5 3-1 0,-8 2-2 16,-1 1 3-16,-3 4 34 0,-5 6-16 15,-3 8-18-15,-2 4-27 0,-5 8 24 16,3 2-19-16,-5 2-5 0,5 0-16 16,0 0-34-16,-3-5-4 0,5-3 10 15,6-5-9-15,2-3-13 16,2-7-26-16,0-1-47 0,2-6-67 15,4-1-83-15,4-3-99 0,3-3-106 16,-7 0-114-16,6-9-500 0</inkml:trace>
  <inkml:trace contextRef="#ctx0" brushRef="#br0" timeOffset="157835.28">11413 10265 285 0,'0'0'71'15,"0"0"34"-15,0 0 156 0,0 0 182 16,0 0-173-16,60 4-72 0,-46-4-29 16,-2 0-78-16,-1 0-88 15,1 0-3-15,-4-1-1 0,3 1-151 0,-3 0-235 16,-4 0-108-16,-2 0-317 0</inkml:trace>
  <inkml:trace contextRef="#ctx0" brushRef="#br0" timeOffset="158249.33">11423 10326 76 0,'0'0'1702'0,"0"0"-1150"16,0 0-187-16,0 0-73 0,2 52-109 16,4-36-43-16,2 3-3 0,3 0-29 15,-1 3 9-15,-2-2-22 0,3 0-20 16,-1 3-25-16,-4-3-28 0,0-1 4 15,-1-1-14-15,-3-4-9 0,0 1-2 16,-2-3-1-16,0-2-31 0,0-3-16 16,-2-2-4-16,-2-2 20 15,1 0 9-15,-3-3 6 0,2 0-19 16,0 0 7-16,-6-6 26 0,-1-3-23 16,3 0 9-16,-6-1 13 0,1 0-10 15,1-2 12-15,-5 1 1 0,3 3 0 16,-3 2 47-16,5 0 26 0,4 3 50 15,-1 0 18-15,5 3 66 0,4-3-24 16,0 3-102-16,0-3-79 0,4 0 26 16,-2-1 30-16,9-2-8 0,-5 0-13 15,4 0-3-15,3 0-1 0,-3 0-5 16,4 0-3-16,1 2-23 0,1-2 1 16,1 1-3-16,0-1-13 0,-1 2-51 15,3-1-96-15,-3-1-122 0,1 0-120 16,-3 1-350-16,5-3-752 0</inkml:trace>
  <inkml:trace contextRef="#ctx0" brushRef="#br0" timeOffset="159074.92">11683 10172 902 0,'0'0'1425'0,"0"0"-777"16,0 0-318-16,0 0 82 0,0 0-79 15,0 0-219-15,0 0-114 0,0 0 46 16,0 0 26-16,0 0-7 0,52-34 0 16,-23 27 4-16,6 0-8 0,2 0-21 15,1 3-3-15,3 4-6 16,-4 0-15-16,-6 8 8 0,-8-3-21 0,-7 5 13 15,-1 1 5-15,-13-1 4 16,-2 8 15-16,0 0-9 0,-10-1-13 16,-1 4-4-16,-3-3-14 0,-1-1-21 15,-1-2-25-15,3-3-25 0,3 0-24 16,-4-2 14-16,1-1 7 0,5-3 6 16,-2-3 0-16,-1 1 12 0,5-3-6 15,2-1 2-15,0 0 14 0,-2 0-4 16,6-4-8-16,-3-1-8 0,-1-2 35 15,0-2 14-15,0-1 17 16,2 0 2-16,-2 0 14 0,0 3 0 0,-2 1 15 16,3 1 38-16,-1 2 20 0,2 0 10 15,0 3 1-15,0 0-10 0,2 0-16 16,0 0-15-16,0 9-25 0,2 1-22 16,2 6 13-16,0 6 18 15,9 5 10-15,-7 4 5 0,4-1 3 0,3 3-5 16,-7-1-14-16,2-2-8 0,1-1-16 15,-1-4-15-15,-2 0-3 16,-2-4-1-16,2-5-21 0,-2-3-39 16,3-3-50-16,1-3-55 0,-4-3-66 15,4-4-105-15,1 0-237 0,-3-6-223 16,4-8-725-16</inkml:trace>
  <inkml:trace contextRef="#ctx0" brushRef="#br0" timeOffset="159622.97">12161 10299 53 0,'0'0'1839'0,"0"0"-1301"0,0 0-235 15,0 0-168-15,0 0 106 0,0 0 81 16,0 0-24-16,56-9-44 0,-36 6-71 16,3-2-59-16,2-1-3 0,2 4 3 15,-2-3-10-15,-1 4-40 0,-1-2-22 16,-4 2-9-16,-3 1-6 0,1 0-9 15,-7 4-13-15,-4 2 7 0,-2 4 8 16,-1 5 7-16,-3 4-13 0,0 5-5 16,-7 1-19-16,3 1-18 0,-8 0-21 15,4-1-17-15,-1 0-11 0,-1-4-10 16,2-2 1-16,-1-4-14 0,3-5-27 16,2-2-20-16,4-3-43 0,-2-2-90 15,2-3-160-15,2-6-299 16,0 0 5-16,2-1-286 0</inkml:trace>
  <inkml:trace contextRef="#ctx0" brushRef="#br0" timeOffset="160000.28">12556 10214 337 0,'0'0'469'16,"0"0"348"-16,0 0-352 0,0 0-112 15,0 0-11-15,0 0-18 0,0 0-104 16,0 0-93-16,0 0-79 0,0 0-7 15,2 24 26-15,-2-5 9 16,4 3-4-16,0-2-12 0,0-1 0 0,4-4-7 16,-1-1-6-16,3-3-19 15,-2-4-16-15,5-3-12 0,-1-3-2 0,5-1 2 16,-5-3 0-16,5-5-2 16,-7-4-13-16,4-1 15 0,-3-2 16 15,-3-3-15-15,-2 1 2 0,0-1 13 16,-4 1-1-16,-2-1 5 0,0-1-1 15,-2 3 3-15,-4 1 6 0,-2 0 28 16,0 2 9-16,-5 2 38 0,3 1-4 16,-5 4-46-16,3 4-26 0,0 2-8 15,-7 0-19-15,5 8-25 0,-5 4-9 16,4 1-12-16,-3 8-7 0,7-3-6 16,-1-1-22-16,8-1-6 0,2-2-48 15,2-4-91-15,4-5-170 0,6 0-186 16,-3-4-203-16,9-1-703 0</inkml:trace>
  <inkml:trace contextRef="#ctx0" brushRef="#br0" timeOffset="160336.33">12928 10056 551 0,'0'0'85'0,"0"0"1545"0,0 0-491 16,0 0-894-16,0 0 151 0,0 0-43 15,0 0-97-15,0 0-96 0,0 0-89 16,0 0-47-16,-42 48-8 0,42-24-13 15,0 1-3-15,0 5-1 0,2-4-21 16,3-1-27-16,-3-3-40 0,2-3-34 16,2-4-25-16,-2-2-10 15,0-4-72-15,-2-2-183 0,7-4-175 16,-5-1-211-16,4-2-649 0</inkml:trace>
  <inkml:trace contextRef="#ctx0" brushRef="#br0" timeOffset="160559.28">13048 10069 647 0,'0'0'91'0,"0"0"1574"0,0 0-1092 0,0 0-256 16,0 0-110-16,0 0 21 0,0 0-24 16,0 0-27-16,0 0-15 15,33 59-32-15,-29-34-46 0,2 9-32 0,-6 3-30 16,0-1-4-16,0 5 4 15,-4 1-21-15,-2-1-1 0,0 1-19 16,-7 0-55-16,1-5-50 0,3-1-56 16,-1-3-52-16,0-6-92 0,4-4-153 15,1-10-266-15,1 0-819 0</inkml:trace>
  <inkml:trace contextRef="#ctx0" brushRef="#br0" timeOffset="161068.62">13277 10104 17 0,'0'0'2018'0,"0"0"-1436"16,0 0-109-16,0 0-253 0,0 0-74 15,0 0 108-15,0 0-6 0,0 0-46 16,58-24-31-16,-37 18-32 16,1 0-25-16,5 1-24 0,-4 1-29 0,6 0-21 15,-2-1-18-15,0 0-19 16,0 2-1-16,-5-2-2 0,-5 0-11 0,6 4-23 15,-13 0-46-15,0 1-22 16,-4 0-18-16,1 0-10 0,-3 1-32 16,-2 5-46-16,-2-1-88 0,0 2-72 15,0 0-103-15,-2 2-168 0,-2 0-443 16</inkml:trace>
  <inkml:trace contextRef="#ctx0" brushRef="#br0" timeOffset="162091.45">13395 10040 145 0,'0'0'13'0,"0"0"619"16,0 0 97-16,0 0-232 0,0 0-114 15,0 0-86-15,0 0-56 0,0 0-65 16,0 0-32-16,0 0-26 0,58-14 15 15,-46 14 10-15,1 2 2 0,1 1-32 16,5 0-19-16,-5 0-24 0,5 0-4 16,-3 0-1-16,1-1-12 0,-1 2-9 15,1-2-7-15,-3 3-3 0,-1 1-15 16,-3 0-1-16,0 5 1 0,1 0-1 16,-5 4-2-16,-4 4 0 0,2 4-13 15,-2 5-2-15,-2-2-1 0,0 4-19 16,-6-3-3-16,2 0 4 0,-2 0-1 15,-3-5 7-15,3-1-4 0,-2-2-15 16,8-6-15-16,-4 0-23 0,0-2-34 16,2-4-10-16,2-1-10 15,-2-4-43-15,-3 0-62 0,5-2-69 0,0 0-110 16,0-4-119-16,0-5-38 16,0 5-123-16</inkml:trace>
  <inkml:trace contextRef="#ctx0" brushRef="#br0" timeOffset="162399.53">13556 9887 184 0,'0'0'19'16,"0"0"20"-16,0 0 672 0,-14-52-281 16,10 42-30-16,-1 4-8 0,-1 0-39 15,4 5-50-15,2 0 40 0,-2 1-50 16,2 0-40-16,-2 2-11 0,2 6-65 15,0 3-46-15,0 7 2 0,-2 6 9 16,2 6 0-16,0 13-34 0,0 14-44 16,0 13-15-16,0 6-9 15,-2-2-12-15,-2-17-7 0,2-18 7 16,2-10-10-16,-2-3-6 0,0 0-11 16,-1 4-1-16,3 0-34 0,-2-9-14 15,2-2-29-15,2-7-27 0,5-3-53 16,-3-3-41-16,6-6-63 0,3 0-116 15,-5-11-159-15,6-5-157 0,1 5-594 16</inkml:trace>
  <inkml:trace contextRef="#ctx0" brushRef="#br0" timeOffset="162662.92">13688 9874 27 0,'0'0'1665'15,"0"0"-984"-15,0 0-152 0,0 0-85 16,0 0-95-16,0 0-78 0,0 0-64 16,0 0-36-16,0 0 24 0,0 0 18 15,23 20-29-15,-12 4-40 0,1 7-44 16,-4 6-36-16,3 3-18 0,1 2-13 16,-2 1-8-16,-4 1-14 0,1-2-11 15,-3-2-3-15,2-3-40 0,-4-6-18 16,2-4-12-16,0-3-30 0,0-4-44 15,3-7-47-15,-1-2-68 0,6-7-165 16,-3-4-159-16,1-1-218 0,0-5-403 16,-1-8-242-16</inkml:trace>
  <inkml:trace contextRef="#ctx0" brushRef="#br0" timeOffset="162859.95">13870 9863 57 0,'0'0'1699'0,"0"0"-1151"0,0 0-109 16,0 0-128-16,0 0-64 0,-6 55 13 15,10-30-58-15,-2 1-82 0,3 2-82 16,-5 0-38-16,0-4-43 0,4-2-108 16,-4-5-84-16,2-4-83 0,2-4-135 15,0-6-287-15,-2-3-551 0</inkml:trace>
  <inkml:trace contextRef="#ctx0" brushRef="#br0" timeOffset="163021.2">13908 9954 360 0,'0'0'1569'0,"0"0"-883"0,0 0-188 0,0 0-62 16,0 0-91-16,0 0-97 0,0 0-133 16,0 0-115-16,0 0-15 0,0 0-1 15,0 54-3-15,10-31-52 0,-4-1-56 16,0-1-73-16,-2-1-120 15,1-7-274-15,-3 6-765 0</inkml:trace>
  <inkml:trace contextRef="#ctx0" brushRef="#br0" timeOffset="163364.43">14063 10045 409 0,'0'0'2458'0,"0"0"-1778"15,0 0-207-15,0 0-185 0,0 0-152 16,0 0-92-16,0 0-42 0,0 0 23 16,0 0-13-16,0 0-9 0,41-1 0 15,-25 1-3-15,7 5-21 0,2-1-16 16,2 0-93-16,-4 1-69 0,-1-4-81 16,5 1-185-16,-8-2-233 0,-3 0-417 15,-3-3-231-15</inkml:trace>
  <inkml:trace contextRef="#ctx0" brushRef="#br0" timeOffset="163544.49">14304 9993 295 0,'0'0'39'0,"0"0"1143"0,0 0-669 15,0 0-88-15,0 0-22 0,-53-39-16 0,47 36-31 16,3 2-22-16,1 1-48 16,2 6-56-16,0 6-64 0,-2 12-89 15,2 13-27-15,0 18-10 0,0 17-4 16,0 5-11-16,0-4-11 0,0-16-14 15,0-19-12-15,0-8 9 0,0-4-59 16,0-1-57-16,0 2-73 0,0-2-69 16,2-3-226-16,3-10-586 0,3-6-468 15</inkml:trace>
  <inkml:trace contextRef="#ctx0" brushRef="#br0" timeOffset="163955.15">14449 10214 308 0,'0'0'1261'0,"0"0"-172"16,0 0-735-16,0 0-63 0,0 0 10 15,0 0-95-15,0 0-115 0,0 0-60 16,0 0-15-16,-56 61-14 0,36-37 0 16,-1 3-1-16,0-3-1 0,-3 1 0 15,-3-4 2-15,0-2 11 0,2-4-1 16,2-5-12-16,-2-3-2 0,11-4-29 15,-3-3-22-15,7-1-14 0,0-8 14 16,1 1 12-16,5-5 13 0,2 0 5 16,2-4-1-16,2 2 24 0,5-3 35 15,3 0 25 1,-4 1 22-16,7-1-4 0,1 2 1 0,-2-1-26 16,7 1-21-16,-2 2-7 0,5 3 3 15,-3 0 4-15,6 2 2 0,2 3 6 16,-3 3-2-16,-3 2-7 0,2 1-13 15,-3 4-14-15,-5 3 14 0,-5 7 4 16,5-1-7-16,-9 1 1 0,0 3-13 16,-2 0-3-16,-4 2-45 0,0 1-74 15,0-4-65-15,0 1-33 0,0-3-77 16,0-3-194-16,0-3-269 0,0-1-965 0</inkml:trace>
  <inkml:trace contextRef="#ctx0" brushRef="#br0" timeOffset="164291.34">14538 10296 1148 0,'0'0'1236'0,"0"0"-580"0,0 0-104 16,0 0-275-16,0 0-157 0,0 0 25 16,0 0 7-16,0 0-34 0,56 3-47 15,-38-3-15-15,3 0 0 0,-4 0-19 16,3 4-3-16,-5 1-4 0,1 3-2 16,-5 1-3-16,-5 2-4 0,2 2 10 15,-8 0-1-15,0 3 4 0,-8 1-9 16,-2 1-14-16,1 0-11 0,-5-2-21 15,3-1-59-15,3-5-68 16,0-2-56-16,0-6-63 0,1-2-217 0,5 0-303 16,-2-7-957-16</inkml:trace>
  <inkml:trace contextRef="#ctx0" brushRef="#br0" timeOffset="164675.12">14792 9959 841 0,'0'0'1536'16,"0"0"-1030"-16,0 0-240 0,0 0-100 15,0 0 79-15,0 0 33 0,0 0-10 16,56-8-26-16,-31 7-13 0,4 0-26 16,0 1-58-16,4 0-69 0,-2 0-36 15,-2 0-22-15,2 0-17 0,-6 0-1 16,-1 0-24-16,1 0-86 0,-8 0-84 15,-3 1-65-15,-5 0-45 0,-1-1-165 16,0 0-180-16,-4 0-134 0,0 0-438 16</inkml:trace>
  <inkml:trace contextRef="#ctx0" brushRef="#br0" timeOffset="164879.19">14964 9862 171 0,'0'0'1857'0,"0"0"-1200"16,0 0-89-16,0 0-149 0,-29 56-142 16,29-30-85-16,-2 13-30 0,0 20-13 15,2 10-26-15,-4 8-27 0,2-6-10 16,-7-12-25-16,7-21-30 16,0-7-19-16,0-3-12 0,-2 0-2 0,2 3-111 15,2 0-75-15,0-8-72 0,2-7-160 16,6-7-335-16,1-4-538 0,3-7-537 15</inkml:trace>
  <inkml:trace contextRef="#ctx0" brushRef="#br0" timeOffset="165082.2">15057 10196 783 0,'0'0'2071'0,"0"0"-1521"0,0 0-321 0,0 0-30 16,0 0-52-16,0 0-55 15,50-24-48-15,-30 18-32 0,-3 0-12 16,3 1-1-16,1 0-24 0,-4 1-60 16,1 1-85-16,-5 2-89 0,-7 1-81 15,-2 0-92-15,-4 5-65 0,0 3-220 16,-2 0-390-16</inkml:trace>
  <inkml:trace contextRef="#ctx0" brushRef="#br0" timeOffset="165227.33">15144 10307 730 0,'0'0'313'0,"0"0"1116"15,0 0-885-15,0 0-81 0,0 0-84 16,0 0-93-16,0 0-47 0,0 0-44 16,0 0-50-16,29 52-50 15,-15-49-49-15,-4-3-30 0,3 0-16 16,3 0-13-16,-3 0-33 0,5-4-89 16,-1-3-75-16,6-1-60 0,-7-2-173 15,3 3-339-15,2-5-695 0</inkml:trace>
  <inkml:trace contextRef="#ctx0" brushRef="#br0" timeOffset="165494.4">15530 9891 871 0,'0'0'2100'0,"0"0"-1466"15,0 0-145-15,0 0-212 0,0 0-168 16,0 0-32-16,0 0 34 0,0 0 2 0,0 0-30 16,0 0-40-16,66 38-21 0,-51-24-20 15,6 0-2-15,-3 1-2 16,-3 0-20-16,-3-2-30 0,3-1-58 16,-9-3-146-16,0 1-86 0,-4-4-120 15,0 1-153-15,-2-2-355 0,0-5-378 0</inkml:trace>
  <inkml:trace contextRef="#ctx0" brushRef="#br0" timeOffset="165886.52">15491 9909 2360 0,'0'0'625'15,"0"0"-203"-15,0 0-87 0,0 0-111 16,-48 65-98-16,38-42-61 0,4 2-30 15,-2 2-7-15,-1 0 0 16,5 1-13-16,0-2-2 0,4-3-11 16,0-4 10-16,0 0 7 0,0-4 0 15,4-2 2-15,2-3 4 0,3-2-3 16,-1-1-4-16,-2-1 1 0,2-2 0 16,7-1-1-16,-3-2-2 0,5 0-1 15,-5-1-13-15,9 0 1 0,-7 0 13 16,9 0-16-16,-8 0 0 0,5 0-1 15,-7 3 1-15,1 0 2 0,-4 2 1 16,-1 1 15-16,-5 2-2 0,2 3 5 16,-4 1-2-16,-2 5-1 0,-6-2 1 15,0 3-4-15,-5 1 1 0,-1-1-4 16,-5 1-10-16,3-1 10 16,-5-3 1-16,5-1-10 0,-3-3-3 15,5-2-16-15,0-3-51 0,1-4-88 16,3-2-84-16,-4 0-93 0,5-4-165 15,1-4-317-15,4-3-731 0</inkml:trace>
  <inkml:trace contextRef="#ctx0" brushRef="#br0" timeOffset="166252.65">15865 10135 2231 0,'0'0'672'0,"0"0"-244"0,0 0-41 15,0 0-40-15,0 0-54 0,0 0-49 16,0 0-29-16,0 0-34 0,0 0-53 16,-4 53-58-16,0-23-36 0,0 3-31 15,-7 4-3-15,9 0-2 0,-2-3-16 16,0-3-43-16,2-3-25 0,2-3-21 16,0-6-28-16,0-5-30 0,0 0-61 15,4-7-164-15,2-5-127 0,-4-2-748 16,13-5-485-16</inkml:trace>
  <inkml:trace contextRef="#ctx0" brushRef="#br0" timeOffset="166457.41">16064 10138 252 0,'0'0'2310'15,"0"0"-1674"-15,0 0-222 0,0 0-156 16,0 0-50-16,0 0 1 0,0 0-63 15,10 68-50-15,-10-40-19 0,0 4-3 16,0 2-19-16,0 0-21 16,0 0-6-16,0-5-28 0,-2-2-16 0,2-5-134 15,-2-6-63-15,0-4-133 0,2-6-273 16,0-1-663-16,2-5-852 0</inkml:trace>
  <inkml:trace contextRef="#ctx0" brushRef="#br0" timeOffset="166725.49">16361 10143 958 0,'0'0'817'0,"0"0"192"16,0 0-474-16,0 0-44 0,0 0-118 15,0 0-143-15,0 0-93 0,-25 53-36 16,25-30-11-16,0 4-35 0,-2 3-18 16,-2 1-22-16,2-1-3 0,-2 0-12 15,-2-5-18-15,2-2-65 0,-5-1-68 16,5-5-75-16,0-6-57 0,4-1-231 16,0-6-494-16,0-4-724 0</inkml:trace>
  <inkml:trace contextRef="#ctx0" brushRef="#br0" timeOffset="166912.05">16487 10166 428 0,'0'0'1107'16,"0"0"376"-16,0 0-938 0,0 0-195 16,0 0-123-16,0 0-68 0,0 0 14 15,0 0-74-15,0 0-56 0,17 73-27 16,-11-44-16-16,-6-1-19 0,0 4-89 15,0-3-37-15,-2-2-26 0,-2 0-219 16,0-6-296-16,2-6-519 16,-2 3-701-16</inkml:trace>
  <inkml:trace contextRef="#ctx0" brushRef="#br0" timeOffset="167300.77">16616 10285 37 0,'0'0'2058'0,"0"0"-1560"0,0 0-282 15,0 0 102-15,0 0 33 0,0 0-70 16,0 0-29-16,53-11-61 0,-36 5-54 15,-7 2-38-15,7-1-6 0,-3 3-19 16,1-1-6-16,-3 3-28 16,-2 0-16-16,3 3-11 0,-3 4-1 15,-2 3-10-15,-1 1 10 0,1 5-9 16,-2 2-3-16,-6 1 0 0,0 2-30 16,0 1-4-16,-4-2-18 0,-2 1-10 15,-3-3-34-15,1 1-3 0,0-3-12 16,-5-1-17-16,5-4-23 0,0 0-3 15,0-4-41-15,-3-4-50 0,7-3-13 16,2 0-88-16,-2-6-154 0,2-5-191 16,2 0 36-16,0-7-166 0</inkml:trace>
  <inkml:trace contextRef="#ctx0" brushRef="#br0" timeOffset="167538.66">16729 10080 21 0,'0'0'52'0,"0"0"479"0,0 0 218 15,-10-61-287-15,6 50-118 0,2 4-46 16,2 5-53-16,-2 0-17 16,2 2-35-16,0 0-37 0,0 4-16 15,0 7 19-15,0 7 34 0,2 3-45 16,-2 9-51-16,0 2-27 0,0 5-39 16,-2 1-6-16,-7 3-6 0,5-1-1 15,-2-1-5-15,0 0-13 0,-2-4 0 16,-3-4-16-16,3-4-43 0,2-5-55 15,2-4-74-15,2-4-52 0,2-3-69 16,0-4-136-16,2-6-172 0,2-1-512 16</inkml:trace>
  <inkml:trace contextRef="#ctx0" brushRef="#br0" timeOffset="167802.66">16932 9819 841 0,'0'0'752'0,"0"0"-19"15,0 0-313-15,0 0-16 0,0 0 10 16,0 0-79-16,0 0-78 0,37 51-36 16,-31-30-38-16,2 3-11 0,-3 4-24 15,-1 3-38-15,2 6-40 0,2 2-30 16,3 4 48-16,-3-1 13 0,6 1-92 15,-1-3-9-15,3-7-91 0,1 0-40 16,-5-3-71-16,7-4-106 16,-5-2-205-16,1-6-475 0,-3 6-442 15</inkml:trace>
  <inkml:trace contextRef="#ctx0" brushRef="#br0" timeOffset="192752.98">2902 12816 92 0,'0'0'590'0,"0"0"-247"16,0 0-223-16,0 0-12 0,0 0 22 15,0 0-94-15,0 0-33 0,0 0-3 16,-25-34 0-16,23 30-2 0,0 2 2 16,-2-2-20-16,2 1 20 0,0-1 0 15,0 1 1-15,0 0-2 0,0 2 1 16,0-1-1-16,0 0-1 0,2 1-9 15,0 1-35-15,0 0-77 0,2 0-30 16,4 0 114-16,-2 3 39 0,6-1 22 16,5 1 37-16,-1 1 16 0,9-1-43 15,0 1 27-15,2-1-17 16,6 0 17-16,4 1-20 0,14-1 20 16,11 1-4-16,11-2 3 0,5-2-9 15,-6 2-7-15,-3-2-38 0,-7 0 22 16,-1 0-7-16,1 0 14 0,-4-2 25 15,2 2-12-15,0 0 15 0,-6 0-28 16,6 0-4-16,-3 0-26 0,-5 2 10 16,6-1-13-16,-15 0 0 0,-6 1 19 15,-6-2-19-15,-4 3-40 0,6-1 37 16,2-1 6-16,2 4-2 0,-4-3 0 16,0 2 0-16,-4 0-1 0,-4 0-14 15,0 1-48-15,-5 0-32 0,-1 2-10 16,-3-3 32-16,-1 2-12 0,-3 0 3 15,0 0 9-15,-1-1 26 0,-3 1 14 16,-2 0 9-16,-2-1 23 0,-2 1 12 16,0-2 14-16,0 0 16 0,0 2 20 15,0-1-59-15,0 2 14 16,0-1-17-16,0 1-1 0,0 1 1 0,2-3 3 16,-2 4 23-16,2-1 23 15,-2-1 22-15,2 3-38 0,-2 1-4 16,6-1-3-16,-6 3-3 0,2 0-21 15,0 2 14-15,3 2 10 16,-1 0-13-16,0 3-10 0,0 3-3 0,4-1 4 16,7 2 18-16,-3 3-11 15,5 0-11-15,-1 2-1 0,7 2 0 0,-7 0 1 16,7 3-36-16,0-2 4 0,-4 1 3 16,1 2 6-16,-1-1-10 0,-5 3 33 15,-1 0-19-15,-3 2 17 16,-4 3 0-16,-4 8 2 0,-2 13 2 15,-8 10 11-15,-4 3-13 0,-1-4-30 16,-3-3-113-16,5-10 0 0,-3-2 45 16,-1 1 27-16,3-1-4 0,-7 2 26 15,7-2 0-15,0-7 13 0,-1-10 36 16,7-10 0-16,0-3 101 0,-2 6 39 16,-3 0-48-16,5 6-37 0,0-1-36 15,0 1-19-15,-3 0-6 0,7-2-69 16,0-1-78-16,-2-1-52 0,4-1-118 15,-2-9-195-15</inkml:trace>
  <inkml:trace contextRef="#ctx0" brushRef="#br0" timeOffset="193069.96">4519 15212 206 0,'0'0'163'0,"0"0"20"16,0 0 273-16,0 0-325 0,0 0-125 16,0 0-6-16,0 0-98 0,-56-4-3 15,46 4-55-15,-11 0 42 0,6 2-23 16,-7 1 137-16,1 2 40 0,-4-1 45 15,-2-1 39-15,-4 2-13 0,-2 0 3 16,-2 1-63-16,-2 1-51 0,-2 0-66 16,-5 2-51-16,5-2-75 0,0-1-121 15,8-2-63-15</inkml:trace>
  <inkml:trace contextRef="#ctx0" brushRef="#br0" timeOffset="193417.85">3436 15286 131 0,'-54'0'186'0,"-10"0"163"0,12 0 42 15,-2 0-218-15,9 1-98 0,12-1-7 16,4 2-9-16,2-2-1 0,2 1 30 16,-8 0-43-16,-6 1 72 0,6 0-100 15,4 0 54-15,4 0 14 0,-2 1-24 16,4-1-48-16,9 1 9 0,-5-2-22 16,9 0-23-16,-2 1 10 0,1-1-19 15,5-1-1-15,2 0-6 16,0 0 4-16,2 0 32 0,0 0 3 15,-3 0 3-15,5 0 0 0,0 0 10 16,0 0 6-16,0 0 11 0,0 0-11 0,0 0-18 16,0 0-1-16,0 0-23 15,0 0-38-15,-2 0-4 0,2 0-23 16,-4 0-49-16,2 0 7 0,0 0 13 16,0-3 23-16,-2 1 12 0,0-1 61 15,2 0 21-15,-4-1 1 0,-5-2 0 16,3 2 2-16,0-3-2 0,-3 1-1 15,-1-2-14-15,0 1 11 0,1 0-134 16,-3-2-46-16,8 3-120 0,-5-6-164 0</inkml:trace>
  <inkml:trace contextRef="#ctx0" brushRef="#br0" timeOffset="194124.11">2760 12839 128 0,'0'0'13'0,"0"0"141"16,0 0 899-16,0 0-728 0,0 0-71 15,0 0-27-15,0 0-43 0,-46-54-58 16,40 50-6-16,2-1-33 0,2 1 3 15,-2 1-6-15,2 0-33 0,2 2-19 16,-3 0-32-16,3 1-24 0,0 0-60 16,0 0-38-16,0 0-27 15,0 0-2-15,-2 1-5 0,2 5 82 16,-2 4 73-16,2 3 1 0,-6 3 18 0,2 5-15 16,0 3-1-16,-2 4 31 15,2 3-4-15,-5 6-26 0,-1 11-1 16,0 14 18-16,3 13-20 0,-1 5 1 15,0-5 0-15,6-1-1 0,-4-8-13 16,4 5 2-16,2-1 9 0,-5 4-44 16,1 1 13-16,0-2-28 0,4 1 9 15,-2 1-3-15,2-4-4 0,0 0 20 16,2-4-3-16,4-3 19 0,1-3 10 16,-5-1-42-16,6-2-36 0,-4-1-26 15,0-10-75-15,-4-6-29 0,0-9-30 16,0-2-121-16,0-6 1 0</inkml:trace>
  <inkml:trace contextRef="#ctx0" brushRef="#br0" timeOffset="194285.33">2466 15175 154 0,'0'0'180'0,"0"0"-37"0,0 0-97 15,-27 66 19-15,23-51 7 0,0 1-57 16,-2-5-15-16,0 1-98 0,1-3-111 15,5-2-25-15</inkml:trace>
  <inkml:trace contextRef="#ctx0" brushRef="#br0" timeOffset="194819.38">2557 15358 4 0,'0'0'300'16,"0"0"-300"-16,0 0 2 0,0 0-2 15,0 0 82-15,0 0-36 0,0 0-20 16,0 0 3-16,56-7 4 16,-40 4 42-16,-3 3 247 0,5-2-123 0,-1 1-140 15,4-1-46-15,3 2-13 16,1 0 0-16,6 0 16 0,2-2-16 15,2 2-1-15,7-1-55 0,5-2 1 16,13 0 29-16,13-2 11 0,1-2 15 16,3 1 0-16,-9-2 23 0,-4 4 100 15,0-2-18-15,-2 1-21 0,4-1-32 16,0 2-4-16,-4 0-47 0,0-1 1 16,-2 4 40-16,-6 0-19 0,0 1 16 15,-5 0 7-15,-14 0-14 0,-4 1 27 16,-4 3-14-16,2-2-12 0,8 2-7 15,3 0-23-15,-7 2 10 0,2 0 0 16,-4 0-10-16,-2 1-3 0,0-1-41 16,-4-1-47-16,1-1-35 0,-1 1-37 15,-2-2-87-15,-4 1-59 0,-5-2-157 16</inkml:trace>
  <inkml:trace contextRef="#ctx0" brushRef="#br0" timeOffset="195580.81">2662 15606 379 0,'0'0'163'16,"0"0"-163"-16,0 0-19 0,0 0-46 15,0 0-27-15,0 0-41 0,0 0-14 16,0 0 61-16,0 0 86 0,0 0 0 15,-16 25 128-15,16-21 45 0,0-2-72 16,0 2-26-16,0 2 13 0,4-1-39 16,2-2-39-16,0 2-8 0,1-1-4 15,1-2-10-15,4 2 12 0,1-1 3 16,-1-3-1-16,5 1-1 0,-1-1 22 16,5 0 29-16,0 0-29 0,1 0 29 15,1 2-35-15,6-1 2 16,-4-1 17-16,2 0 16 0,6 2-29 0,-2-2 0 15,8 1-20-15,0 0 0 16,3-1 20-16,-1 2-20 0,13 0 30 16,-9 0-4-16,7 1-3 0,2 2 13 15,3-2-17-15,16 3-21 0,1-1-2 16,-8 0-84-16,-16-1-182 0,-19-2-157 16</inkml:trace>
  <inkml:trace contextRef="#ctx0" brushRef="#br0" timeOffset="196133.82">3330 15813 1494 0,'0'0'449'0,"0"0"-242"15,0 0-35-15,0 0-10 16,0 0 28-16,0 0-19 0,0 0-65 15,0 0-106-15,0 0-4 0,0 0-92 16,-45 7-36-16,49-7 19 0,0 3 7 16,2-1 54-16,2 2-32 0,5 0-16 15,-1 0 6-15,1-1 36 0,5-1-1 16,-3-1 14-16,5-1 25 0,-3 1-11 16,-1-1 30-16,3 1-1 0,-2-1-2 15,-1 0-112-15,-1 1-86 0,1-1-120 16,-6 0-131-16,1 0-257 0</inkml:trace>
  <inkml:trace contextRef="#ctx0" brushRef="#br0" timeOffset="196313.48">3156 16095 2640 0,'0'0'170'16,"0"0"-170"-16,0 0-77 0,0 0-365 15,0 0-136-15,0 0-43 0,67-43-433 0</inkml:trace>
  <inkml:trace contextRef="#ctx0" brushRef="#br0" timeOffset="197331.54">4711 13628 76 0,'0'0'610'0,"0"0"-470"0,0 0-109 16,0 0-31-16,0 0-49 16,0 0 14-16,0 0 9 0,0 0 26 15,0 0 16-15,0 0 13 0,-52-31 49 16,50 31 4-16,0 0-82 0,0 0-36 15,0 0-68-15,2 2-33 0,0 1 10 16,0-2 29-16,0 1 16 0,0 0 24 16,2-1 58-16,2-1 49 0,-4 0 133 15,4-3 102-15,0-1 15 0,3-3-6 16,-1-1-97-16,2 0-76 0,0-1-88 16,9-2-32-16,0-2-13 0,5-2-9 15,1 1-4-15,6 0-39 16,-2-2 9-16,6 2-5 0,-2 0 34 0,0-3 14 15,2 3 13-15,-2 2 30 0,0-3 19 16,2 6 29-16,-2-2-33 0,0-1-42 16,4 5-3-16,2-4 0 0,-1 2 4 15,3 0-3-15,4 0 1 0,-1 0-2 16,-1-2 0-16,-2 3 19 16,5-1 50-16,-5 1-17 0,0 1-17 0,0 0 1 15,-3 1-16-15,5 0-7 16,-6 0-11-16,4-1-2 0,-4 1-71 15,-1-1-7-15,-3 0-16 0,-7-1-7 16,-1 2-9-16,-4 3 25 0,-9 0 49 16,-4 1 20-16,0 1 16 0,-3 1 29 15,-3 0 176-15,0 0 46 0,0 0-28 16,0 0-57-16,-3 0-82 0,-1 0-23 16,0 0-25-16,4 0-13 0,-4 0-1 15,0 0-18-15,2 0 15 0,0 1-6 16,0-1 0-16,0 0 0 0,-3 2-13 15,5-1 0-15,-2-1-23 16,0 1-9-16,-2 1-17 0,2 0-32 16,0 0-51-16,2 1-24 0,0 3-9 15,0 0 12-15,0-1-55 0,0 1-59 16,0-3 10-16,8 0-46 0,-4-1-95 16</inkml:trace>
  <inkml:trace contextRef="#ctx0" brushRef="#br0" timeOffset="197935.51">7793 13352 4 0,'0'0'36'0,"0"0"-34"0,0 0-1 16,0 0-1-16,0 0-25 15,0 0 7-15</inkml:trace>
  <inkml:trace contextRef="#ctx0" brushRef="#br0" timeOffset="198098.64">7444 13379 35 0,'0'0'52'0,"-52"1"-3"16,21-1 231-16,2-2-55 0,-2-1-189 16,-2-1-36-16,-2 1-150 0,0-1-72 15,6 1-45-15</inkml:trace>
  <inkml:trace contextRef="#ctx0" brushRef="#br0" timeOffset="198809.52">6216 13250 17 0,'0'0'56'0,"0"0"-24"0,0 0 11 16,0 0 9-16,0 0 496 0,0 0-245 15,0 0-141-15,0 0-61 16,0 0-23-16,0 0 40 0,-23 11 47 16,23-11 4-16,0 0-16 0,2 0-10 15,-2 0-27-15,4-2-22 0,0 1-42 16,1-2-42-16,3 1-10 0,4 1-13 15,3-1-10-15,-1 1 4 0,5 1 2 16,-1 0-2-16,3 0 18 0,0 2 1 16,1 0 2-16,1 2 40 0,6 0-3 15,0 0 16-15,4 0-7 16,2-1 10-16,0 2-6 0,5-1-7 16,7-1-6-16,7 0-7 0,16 0 13 0,1-2-22 15,-1-1-20-15,-8 0 0 16,-4 0 10-16,2 0-11 0,0-2 11 15,0-1 0-15,-3 3 0 0,3-2 9 16,-2 1 4-16,2 1 16 0,-4 0 6 16,2 0 19-16,-2 1 0 0,-13-1 7 15,-4 2-20-15,-12-1-22 0,2 1-13 16,0-2-3-16,4 2-13 0,0-2 16 16,-4 0-17-16,-2 3 0 0,-8-2-2 15,6-1 0-15,-5 1-2 0,1 0 1 16,-5-1-2-16,1 0-22 0,-1 0-23 15,-3 0-26-15,-5 0-5 0,-2 0-8 16,-1 0 4-16,-5 0 28 0,0-1 42 16,-7-4-141-16,-5 3-237 0,-7-1-244 15,3 1-130-15</inkml:trace>
  <inkml:trace contextRef="#ctx0" brushRef="#br0" timeOffset="199299.73">6377 13297 118 0,'0'0'95'16,"0"0"515"-16,0 0-334 0,0 0-132 15,56-15 18-15,-40 10-9 16,5 0-16-16,2 2 25 0,-3-1-22 16,3 0-14-16,2 0-9 0,2 0 0 0,0 1-24 15,0 0 1-15,4 0-17 16,0 2-18-16,4-1-8 0,0 2-12 15,4-1 12-15,5 1-6 0,9 0-13 16,9 0 23-16,11 0-4 0,9 1 4 16,-5 2-10-16,-5-1 6 0,-4 2-13 15,3-1 4-15,-1 1-30 0,0 0-10 16,-1-4 2-16,-5 3-1 0,-6-3-1 16,-7 0 1-16,-12 0 0 0,-8 0 16 15,-2 0 13-15,7 0-13 0,1 0-6 16,4 0-13-16,-4-3 0 0,-6 0-2 15,-4 0-23-15,-8 1-68 16,-7 1-12-16,-10-1-14 0,-2 1 20 16,-2-2-40-16,-12 1-258 0,1-1-391 15,-24 3-577-15</inkml:trace>
  <inkml:trace contextRef="#ctx0" brushRef="#br0" timeOffset="205575.76">8750 18383 128 0,'0'0'65'0,"0"0"-38"0,0 0 8 16,0 0 5-16,0 0 481 16,0 0-339-16,0 0-22 0,-18 9-30 15,11-9-22-15,5 2-24 0,0-2-25 16,2 0-23-16,-2 0-24 0,2 0-11 16,0 0 0-16,0 0 25 0,0 0 16 15,0 0 7-15,0 0-17 0,0 0-32 16,0 0 0-16,0 0-45 0,0 0 19 15,0 0 26-15,2 0 29 0,0 0 30 16,0-2-30-16,2 0-26 0,-1 1 20 16,-1 0-20-16,0 0 10 0,2 0 13 15,-2-1-3-15,2 1-1 0,0-1-2 16,-2 2 22-16,0-1-19 0,0 0 6 16,0 1-6-16,3 0 6 0,-1-2 7 15,0 2-20-15,0-1 13 0,0 1-3 16,0 0-3-16,2 0 12 15,1 0-2-15,-1 0-11 0,0-1-2 16,0 1-17-16,0 0 16 0,3-1-17 16,-3 0 21-16,2 1 0 0,0 0-4 15,3-2 1-15,-3 1-2 0,0 0-17 16,3 1 11-16,-1 0-12 0,-2-2 3 16,3 2 13-16,-1-2-15 0,0 0 15 15,1 1-13-15,-3 1 13 0,2-1-15 16,1-1 2-16,-1 1-1 0,0-1 12 15,-2 2-12-15,3-2-1 0,1 2 2 16,1-3 0-16,-3 1-1 0,2 1 17 16,1-3-17-16,-1 2 2 0,1-1 15 15,-1 0-19-15,0 0 0 0,1 1 0 16,-3 0 0-16,2 0-2 0,1 1-10 16,-3-1 12-16,7 2 13 0,-7-1-13 15,2 1 1-15,3-2 12 0,-3 1-10 16,5-1 13-16,-3 1-16 15,5-1 26-15,-5 1-13 0,5-1-11 0,-7-1 27 16,9 2-13-16,-8-2-3 0,3 2 13 16,-1-1-7-16,-3-1-16 15,2 3 1-15,1-1 9 0,-1 0-13 16,-3 1 1-16,1 0 15 0,0 0-14 16,1 0 1-16,1 0 10 0,1-1-10 15,-3 0 13-15,3-1 7 0,-1 1-21 16,1-1-2-16,-3-1 2 0,3 2 0 15,-5 1 18-15,2-3-18 0,-1 3-1 16,-3 0 0-16,2 0 2 16,-2 0 16-16,1 0-15 0,1 0-3 15,0 0 0-15,1 0 18 0,-1 0-6 0,2 0-10 16,1 0 26-16,1 0-13 16,3 0 0-16,-3 0-13 0,3 0 0 15,-1-2 20-15,-1 1-22 0,1 1 1 16,1-1 24-16,-3-1-26 0,-1 2-4 15,-1-1 4-15,1 1 3 0,-3 0 0 16,4 0 22-16,-3 0-5 0,1 0-1 16,1 1 3-16,-1-1 7 0,0 3-4 15,3-3 17-15,1 1-13 0,-3 1 9 16,1-2-6-16,3 3-4 0,-7-3-8 16,5 1 11-16,-1 1-27 0,1-1 24 15,-3 1-12-15,2-1 3 0,3 2-16 16,-3-1 0-16,5-1 1 0,-2 2-2 15,1 0 1-15,1 0-1 0,1 0 13 16,-1 0-14-16,4 0-1 0,0 0 2 16,3 0 1-16,-5-2-3 15,2 2 2-15,4-1-2 0,-2-1 2 0,1-1 11 16,-1 0-10-16,4 0 13 16,-2 0-13-16,-2 0 16 0,4 0-19 15,-2-1 0-15,-1-1-2 0,5 1 1 16,-4-1 1-16,2 1-1 0,-2-2 0 15,-2 1-1-15,0 1 1 0,2 1 0 16,-5-3 1-16,3 2 1 0,0 0 0 16,0 0 2-16,-2-2 0 0,1 1 0 15,1 1-3-15,0-2 0 0,-2 2 10 16,-3-1-10-16,7-1 0 0,-8 0 1 16,-1 2 0-16,1-1-1 0,-2 1-13 15,-3-1 13-15,-2 2-1 0,-1 0 0 16,-1 0 0-16,3 0 1 0,-7 0 0 15,2 0 0-15,0 0 0 0,1 0 2 16,-3 0 1-16,0 3-3 16,2-3 1-16,-2 3 1 0,3-1-2 0,-1 0 0 15,2 0 0-15,1 1-2 16,-1-1 1-16,2-1 0 0,1 2-1 16,-3-2 2-16,5 2 0 0,-3-1 0 15,0-1 12-15,3 1-12 0,-5-2-13 16,3 0 13-16,1 0 2 0,-4 0-2 15,3 1 0-15,-3-1 2 0,3 1-2 16,-3-1 1-16,4 0 2 0,-1 0-3 16,1 0 0-16,-1 0 2 0,5 0-2 15,-3 0 0-15,3 0-2 0,-3 0-1 16,3 0 3-16,-3 0-1 16,3 0 0-16,-3 0 1 0,6 0 0 0,-7 1 0 15,5 2 0-15,-1-2 0 16,1 2 1-16,-1-1-1 0,1 0-1 15,4 0 1-15,-3 1 0 0,3-3 0 16,0 0 0-16,0 0 0 0,-1 0 0 16,5 0 1-16,-6 0-1 0,6 0 0 15,-4-2-2-15,1 1 2 0,-3-1 1 16,0 1-1-16,4 1-15 0,-7 0 12 16,5 0 1-16,-5-1 1 0,3 1-2 15,2 0 0-15,-2-2-19 0,-1 2-4 16,5-1 11-16,-4-1-1 0,-1 1 3 15,5 1 13-15,-4-2-16 0,0 1 14 16,3 0-1-16,-5 1-10 0,0 0 11 16,3 0 1-16,-5 0 0 15,1 0-1-15,-1 0 1 0,0 0-14 0,-3 0 15 16,5 0 2-16,-5 1 0 16,3 0 0-16,-3 1-2 0,5-2 0 15,-5 1 0-15,5-1 2 0,-5 0-1 16,5 2 0-16,-5-2-1 0,7 0 0 15,-7 1 1-15,7-1-1 0,-9 0 0 16,7 0 0-16,-6 2-3 0,-1-1 3 16,2-1 2-16,-1 0-2 0,-3 0-2 15,0 1 1-15,-1-1 1 0,-1 0-2 16,4 0 1-16,-5 0 1 0,3 0 1 16,2 0-1-16,-3 0-19 0,3 0-10 15,2 0 4-15,-1-1 3 0,-1 0 3 16,5-2-10-16,-3 1 6 0,3-1-2 15,-7 0 9-15,7 2 3 0,-7-2 10 16,2 2-19-16,-1 0 9 0,-3 0 13 16,0-1-1-16,-1 1 0 15,3 1-3-15,-4 0 1 0,0 0-8 0,3 0 11 16,1 0 3-16,-2 0-1 16,-2 0 1-16,5 0 10 0,-1 0-11 15,-2 0 0-15,1 0-2 0,-1 0 2 16,4 0 14-16,-4 0-16 0,1 0-2 15,1 0 1-15,-2 0 0 0,-1 0-1 16,1 0 1-16,2 1 0 0,-2-1 1 16,-1 0 1-16,1 2-1 0,4-2 13 15,-3 0-13-15,-3 0 1 0,4 0 9 16,2 0-10-16,-5 0-1 0,5 0 1 16,0 0 0-16,-3 0 1 0,3-2-1 15,1 2-2-15,-7-1 0 0,4 1 2 16,0 0-2-16,1 0 0 15,-5-2 0-15,2 2-14 0,5-1 16 0,-5 1 0 16,-2 0 1-16,4-1 10 16,1 1-11-16,-5-2 0 0,2 2 3 15,1 0-3-15,-1 0 1 0,-2 0 0 16,-4 0 0-16,2-1 2 0,0 1 13 16,-2 0-14-16,0 0-1 0,3-2 0 15,-5 2-1-15,4 0-1 0,-2 0 0 16,2 0 1-16,-2 0 0 0,2 0 1 15,-4 0-1-15,0 0-2 0,4 0 0 16,-2 0 0-16,0 0 1 0,-2 0 1 16,0 0 1-16,2 0 2 0,-2 0 10 15,0 0-11-15,0 0 0 0,0 0-2 16,0 0-3-16,0 0 0 0,3 0 1 16,-3 0-1-16,0 0 3 0,0 0 0 15,0 0-3-15,0 0-19 16,0 0-1-16,0 0-15 0,0-1-16 0,0 1-17 15,0-1-32-15,0 0-19 16,2 0-42-16,-2-2 41 0,2-2 17 16,2 2-17-16,0-2-46 0,0-1-55 15,0-1-68-15,2-1-40 0,3 1-7 16,-1 3-58-16,2-6-102 0</inkml:trace>
  <inkml:trace contextRef="#ctx0" brushRef="#br0" timeOffset="209455.7">14007 18314 83 0,'0'0'0'0,"0"0"26"0,0 0 16 0,0 0-6 15,0 0 32-15,0 0-25 16,0 0 266-16,0 0-201 0,60 10-23 16,-48-10 6-16,3 0 16 0,-3-1-6 15,5-1 26-15,-1-1-26 0,1 2-16 16,1-3-17-16,-3 2-9 0,3-1-7 16,-5 0-3-16,3 3-14 0,-5-3-5 15,3 3 9-15,-2-1 3 0,1-1-12 16,1 2-28-16,-5-1 12 0,3 1-11 15,5-1 0-15,-5 0-1 0,4 0 27 16,-3 1 4-16,3-2-4 0,-1 2 0 16,1 0 23-16,1 0 29 0,2 0-65 15,-5 0 27-15,7 0-21 0,-3 0 1 16,5 0 6-16,2 0 3 0,-2 0-31 16,6 0 1-16,-1 0-1 0,3 0-1 15,3 0-1-15,1 0 1 0,2-3 0 16,0 0 1-16,4 2 0 0,1-4 1 15,-7 1-2-15,6 1 0 16,-1 0 0-16,1 0 2 0,-4-1 1 16,0 1-1-16,1 0 15 0,-3 3 34 15,0-2-12-15,0 2 16 0,0 0-10 16,-2 0-6-16,2 0-3 0,0 0 2 16,5 0-21-16,-3 0-16 0,2 0 1 15,-2 0-1-15,5-2-1 0,1 2 0 16,-1-3 0-16,-3 1 0 0,2 1-1 15,0 1 1-15,1-1 0 0,-3 0 0 16,-2 0-1-16,3 1-12 0,-3-2 12 16,2 2 1-16,-2 0 0 0,0 0 2 15,-1 2-1-15,-1 1-1 0,2 0 3 16,-4 0-1-16,2-1 2 0,2 3 18 16,-1 0-6-16,-1-3 7 0,-2 3-4 15,6-4-6-15,-4 1-13 0,2-1 1 16,1-1 0-16,-3 0 2 0,2 0 0 15,-2-3-1-15,2 0-2 0,-2 0 0 16,1 1 0-16,-3 0-1 0,0 2 0 16,-2-3-1-16,0 3 1 15,-2 0 1-15,-5 0 1 0,1 3-1 16,-2 0 0-16,0 0 2 0,-1 0 14 16,-1 1 6-16,2-1 1 0,2 1 6 15,-3-1-10-15,3 0-6 0,2 2 3 16,2-3-14-16,-2 0-1 0,0 1 1 15,0-1-2-15,0 0-1 0,-1 0 1 16,1 1 0-16,-4-1 0 0,0 0 0 16,2 0 12-16,-5 0-12 15,1-1-1-15,2 0 1 0,-3 1 3 16,5-2-2-16,-2 0 11 0,0 0-12 16,-3-2-2-16,5 0-17 0,0 1 15 15,-4 0 2-15,1-1-30 0,-1 2 30 16,-2-1 1-16,3 1-1 0,-3 0 1 15,2 0 0-15,-1 0-2 0,-3 0 3 16,6 0 4-16,-5 1-1 0,5 1 13 16,-2 0 0-16,-3-1 13 0,7 2 16 15,-2-3-10-15,-1 1-3 0,1 2 13 16,0-1-10-16,-2-1 1 0,3 0 5 16,-1 1-22-16,0-1-18 0,0 1 2 15,1-1-1-15,3 0-2 0,0 1 1 16,0 0-1-16,0-1 0 0,4 1 0 15,-2 1-1-15,0-1-11 0,0 2 12 16,0-3 1-16,0 2-1 0,-7 0 3 16,7-2 0-16,-2-1 0 0,-2 1-1 15,-4-1 10-15,5 1-12 0,-5-1 2 16,-2 0-2-16,1 1 2 16,1-1 0-16,2 0-1 0,-5 0 2 15,3 0 13-15,2 0-3 0,2 0-11 16,-1-1 30-16,-1 0-19 0,6 0 3 15,-4 1-4-15,4 0-8 0,-2 0-3 16,-4 0 11-16,5 0-8 0,-5 0-1 16,2 0 13-16,-4 0-14 0,1 2 1 15,1 1 0-15,-2-1 13 0,2-2 3 16,-3 2-6-16,3 0-12 0,2-2 18 16,0 0-16-16,-3 0-1 0,3 0 0 15,0-2 2-15,-2 0-3 16,-1 0-1-16,-1 0 1 0,0 1 0 15,-3 0-1-15,1 0-10 0,0 1 10 16,-3 0 0-16,1 0 1 0,-1 0 12 16,3 0 3-16,-3 1 0 0,1 1-13 15,-1 0 22-15,1 1-12 0,4 0 9 16,-1-2 0-16,-1 1 7 0,-1-1 3 16,3 1-13-16,-2-1-4 0,-1 0-14 15,3-1 22-15,-2 2-21 0,-3-1 17 16,3 1-17-16,-3-1 1 0,1 0 0 15,-1 0 16-15,3 0-16 0,0 1 19 16,-1-2-19-16,5 0 20 0,0 0-22 16,-3 0 11-16,3 0-11 0,0 0 12 15,-3-3-13-15,1 1 0 0,-2 1 0 16,-1-2-1-16,-1 1 0 16,-1 1-12-16,-1 0 10 0,-3 1 2 0,3-2 1 15,-1 1 0-15,3 1 13 16,-3-1 9-16,3 1-4 0,1 0 4 15,-1-1 1-15,4 1-1 0,-1-1 6 16,3 1-9-16,-2 0-1 0,1-2 1 16,1 1-6-16,-2 1 9 0,2-1-20 15,-1 1 0-15,-1 0 10 0,4 0-11 16,-2 0 0-16,-1 0 2 0,3 1-3 16,-2 2 3-16,4-2-1 0,-5 2 0 15,5-1 1-15,-2 0 10 0,2 0-12 16,0-1-1-16,-2-1 3 0,2 0 9 15,-3 0-10-15,5 0 0 0,-4 0-2 16,0-1 0-16,0-1-12 0,-1 2 12 16,-3-2 1-16,2 0-1 0,0 1-2 15,-1-1 0-15,3 1 1 0,-4 1 1 16,4-3 1-16,-3 2-1 0,3 1 1 16,-2-2 0-16,0-1-1 15,-1 1 12-15,-1-1 1 0,2 0 9 16,-7 1-19-16,9-2 16 0,-4 0-7 15,0 0 0-15,3 0 1 0,1 2-10 16,-2-3 13-16,2 1-13 0,4 1 9 16,-3-1-10-16,3 1-1 0,-2 0 1 15,0 1 1-15,-2-1 9 0,2 2 0 16,-4-1 1-16,-3 1 9 0,1 1 3 16,0-1-22-16,-3 1 15 0,1 0-2 15,-3 0 6-15,1 0-19 0,1 0 0 16,3 0 0-16,0 0 0 0,2-2 0 15,3 2-1-15,3 0-2 16,2 0 0-16,2-1 0 0,3-1 0 16,-3 2-1-16,2-1 1 0,-2 0 1 15,0 0 1-15,-2 0 1 0,2-1 10 16,-8 2-12-16,2-3 2 0,-2 3 9 16,-3-3-11-16,1 2 2 0,-4-2-1 15,3 1-2-15,-1 0 0 0,0-1 1 16,3 0-1-16,-1 1-1 0,2-1-11 15,2 1 11-15,2 0-1 0,0-1 1 16,-4 2 0-16,-1-1 1 0,3 0 1 16,-2 0-1-16,-2 0 2 0,0-1 10 15,-1 2-12-15,-3-2 1 0,2 1-1 16,-3-1 2-16,3 0-1 0,0 1-1 16,-3 0 0-16,5 0-2 0,0 2-10 15,-1 0 9-15,1 0 0 0,2 0 0 16,-2 0-16-16,-1 0 19 15,3 3 3-15,0-1 13 0,-4-1-4 16,-1-1-9-16,5 2 0 0,-6-1 13 16,-1 0-15-16,1-1 11 0,-3 0-11 15,1 0 2-15,-3 0 10 0,-1 0-12 16,1 0 2-16,-3 0-2 0,-1 0 1 16,4 0-1-16,-3-1 1 0,1 0 0 15,1-1 0-15,-1 2 0 0,0-1-2 16,1 0 0-16,-1 0 0 0,-4 0 1 15,1-1 1-15,-3 2 1 0,-2 0 0 16,-2-1-3-16,0 1-23 0,0-1-17 16,-2 1-16-16,0 0-22 0,2-2-40 15,-2 1-55-15,2-1-85 0,0 0-91 16,1-3-108-16,3 0-758 0,2-12-499 16</inkml:trace>
  <inkml:trace contextRef="#ctx0" brushRef="#br0" timeOffset="212673.31">23749 18210 262 0,'0'0'492'15,"0"0"241"-15,0 0-389 0,0 0-168 16,0 0-141-16,0 0-12 0,0 0 29 15,0 0-3-15,0 0 12 0,0 0 14 16,0 0-37-16,29 16-5 0,-17-16 6 16,-1 0-4-16,3 0-12 0,-1 0 3 15,1 0-4-15,3 0 4 0,-3 0 6 16,3 0 7-16,1-2 6 0,3 1 10 16,4 0 16-16,-5 1 0 15,3-2-10-15,6 2-7 0,-2-3-6 0,2 3-13 16,2-3 7-16,-4 0-23 15,6 1-6-15,-2-1-11 0,2-1 1 16,0 0-3-16,0-1 4 0,2 1-4 16,-2 0-1-16,0-1 1 0,0 1 3 15,-1 0 0-15,-1 2 0 0,-3-2 10 16,1 2 9-16,-2 0 1 0,2 1-11 16,-6 1-8-16,2 0 24 0,0 0-2 15,-1 0 3-15,-1 0 9 0,0 0-13 16,4 1 4-16,-9 1 0 0,7 0 2 15,0-1-2-15,2-1 3 0,-4 1 12 16,3-1-6-16,1 0-10 0,0 0-5 16,2 0-1-16,-4-1-10 0,2 0 1 15,-2-1-10-15,1 2 0 0,-1 0-3 16,-2 0 15-16,2 0-14 0,2-2 11 16,0 2 0-16,-3 0-8 15,7-1-3-15,-4 0 0 0,2-1 0 16,0 0-1-16,4 1 0 0,-8 0-2 15,4-1 2-15,-2 0-3 0,-2 1 3 16,1 0-2-16,-1 1 2 0,-2 0-10 16,0 0 10-16,4 0 16 0,-5 0 18 15,-1 0 10-15,4 0-6 0,0 0 6 16,-1 0-12-16,-1 0-17 0,4 0-12 16,-2 1 16-16,0-1-18 0,-3 0 0 15,3 0 0-15,-2 0-1 0,-4 1 0 16,7 0-1-16,-5 2 0 15,0-2 0-15,4 2 0 0,-1 0 0 0,-1 0 0 16,0-1 0-16,4 2-1 16,-5-4 2-16,1 2 12 0,0-2-10 15,2 0 2-15,-7 0 14 0,5 0-14 16,-2 0-1-16,-3-4 0 0,5 2 0 16,-4-2 0-16,1 3-2 0,3-2-1 15,-4 1 0-15,3 0-2 0,-1 2-1 16,0-3 1-16,2 2 2 0,-5 0-3 15,5 0 3-15,2-2 0 0,-7 0 1 16,5 2 0-16,4-3-1 0,-4 0 0 16,-1 1 0-16,1-1 0 0,4 0 1 15,-6-1 1-15,1 0-2 0,3 2-1 16,-8-1 1-16,3 0 1 0,1 1 0 16,-6-1 1-16,5 2 1 0,-5-2 13 15,5 3-15-15,-5-1 22 0,6 1-22 16,-7 0-1-16,7-1-2 0,-5 2 2 15,3 0-1-15,4 0-2 0,-3 0 1 16,5 0-2-16,0 2 1 16,2-1 1-16,-3 1 2 0,1-1 2 15,4-1 2-15,-2 1 9 0,-4-1-10 16,4 0 10-16,0 0-10 0,-3 0-1 16,1 0 0-16,-2 0 1 0,2 0-3 15,0 0 0-15,-5 1-12 0,5 1 8 16,2-1-18-16,-2 0 19 0,-3 0 0 15,1 0 3-15,2 2 1 0,-4-3 13 16,6 0-11-16,-3 0 13 0,3 0-4 16,0 0 4-16,-4-3-4 0,4 0-9 15,0-1 13-15,-3 1-4 0,-1-1 1 16,0 2-11-16,2-3 0 0,-7 1 1 16,7 1 10-16,-2 0-11 0,2 1 13 15,-3-1 1-15,5 0-1 0,2 3-2 16,-4-1 2-16,-2 0 4 0,6 1-3 15,-2 0 5-15,-3 0-18 16,-3 0 10-16,2 0-12 0,4 0 1 16,-11 0-1-16,7 0 2 0,-2 0-1 15,-5-2 1-15,5 0-1 0,-5 0 0 16,7 0-2-16,-4 0-2 0,-3 1 0 16,7 0-10-16,-4 1 10 0,1 0 0 15,1 0 0-15,-5 0 0 0,7 0 1 16,-4 0 1-16,1 0 1 0,1 0-1 15,-4 0 2-15,3 0 1 0,-3 0 12 16,4 0-14-16,-5 0 1 0,9 0 0 16,-4 0 2-16,-1-3-1 15,7 1-2-15,0 1 0 0,2-1 0 0,-2-1-1 16,-2 1 1-16,3 0-2 16,-1-1 0-16,0 2 1 0,-2-2 0 15,-4 1 2-15,-1 1 10 0,3-2-9 16,-4 1 13-16,-3 1-14 0,3-1-1 15,4-1 1-15,-9 3 10 0,11-1-10 16,-2 1 2-16,1 0 8 0,3 0-9 16,0 0 13-16,6 0-13 0,-2 1 9 15,0 1 0-15,2-1-8 0,-4 1 14 16,0-1 1-16,-2-1-4 0,-4 1 7 16,4-1-1-16,-3 1 1 0,-1-1-1 15,0 1-2-15,4 1-17 0,0-2 0 16,0 2-2-16,-5 0-2 0,7 0 1 15,-2 1-1-15,0 0-1 0,0-1 3 16,2 0 1-16,-2-1 1 16,4 2 1-16,0-3-1 0,-2 0 10 15,0 0-11-15,0 0 3 0,-3 0-1 16,-3 0 8-16,4 0-10 0,-4-1 1 16,-3-1-2-16,3 2 0 0,0 0-1 15,-2-1 1-15,3 1 0 0,1 0 0 16,2 0 1-16,4 0 11 0,-2 0 1 15,4 0-13-15,0 0 2 0,-2 0-1 16,0 0 2-16,-2 0-1 0,2 0 13 16,-4 0-14-16,0 0 1 0,-2 0-2 15,-3-2 2-15,5 2 11 0,-4-2-10 16,2 0-1-16,-2-1 0 0,-1 0 1 16,1 1-3-16,-2 0 2 0,-1-1 1 15,1 1 9-15,0 1-12 0,-1-1 1 16,-1 1-1-16,6-1-1 0,-2 2-2 15,-5 0 1-15,9 0-12 0,-4 0 14 16,-3 0 3-16,1 0 9 0,2 0-9 16,-5 0-1-16,5 0 10 0,-2 0-9 15,0-1-1-15,-3 0 10 0,-3-1-1 16,3 0-11-16,-3 0 0 16,1 0-3-16,-1 1 0 0,-1 0-12 15,3 0-1-15,-1 0 4 0,3 1 10 16,-1 0 0-16,1 0-17 0,2 0 17 15,1 2-10-15,1 2 12 0,-4-2-1 16,1 2 1-16,-1-2 1 0,0 1 2 16,-3-1 9-16,-1-1-8 0,-3 1 8 15,0-1-9-15,1 1 12 0,1-2-13 16,-3 0 11-16,1 0-10 16,-2 0-3-16,3 0 2 0,-3 0-1 15,3 0 1-15,-1 0 10 0,-2 0-11 16,3 0 1-16,-3 0 1 0,-2 0 0 15,3-2 10-15,-5 1-11 0,6 1 10 16,-6-1-10-16,3 1-2 0,-3 0-2 16,0-1-1-16,0 1 0 0,1 0-10 15,-3 0 12-15,2 0 1 0,-2 0 0 16,0 0 0-16,0 0 0 0,0 0-1 16,1 0-1-16,-3 0-1 0,4 0 1 15,-2 0 0-15,0 0 1 0,2 0 0 16,0 0 1-16,1 1 1 0,1 0 1 15,-2-1-1-15,2 0 1 0,1 1-1 16,-3-1 0-16,0 0 0 0,-2 0-1 16,2 0-1-16,-1 0 0 0,-3 0-1 15,2 0-1-15,-2 0 1 0,0 0-1 16,2 0-15-16,-2 0-13 16,2 0-18-16,-2 0-7 0,-2 0 10 15,4 0-16-15,1 0 4 0,-1 0-13 16,0-1 12-16,2 0-7 0,0 0 7 15,-2-2-12-15,7 0-17 0,-5 1 3 16,2-2-88-16,0-1-83 0,-1-1-100 16,3-2-129-16,-6 0-524 0,2-17-701 0</inkml:trace>
  <inkml:trace contextRef="#ctx0" brushRef="#br0" timeOffset="-208223.19">5331 13168 145 0,'0'0'16'16,"0"0"20"-16,0 0 3 0,0 0 23 15,0 0-13-15,0 0 407 0,0 0-94 16,0 0-148-16,0 0-103 0,4 2-62 16,-4-2-43-16,0 0 7 0,2 0-9 15,0-1 54-15,0 0 4 0,-2-2-23 16,3 2-10-16,-3 1 20 0,0-2 42 15,0 2 68-15,0 0 74 0,0 0 3 16,0 0-33-16,0 0-16 0,0 2-27 16,0-2-67-16,0 0-39 0,0 0-6 15,0 1-3-15,-3-1 3 0,3 1 3 16,-2 2 6-16,-2 0-3 0,2 0 0 16,0 0 6-16,-4 2 16 0,2-2 9 15,2 2 3-15,-5 1-25 0,3 2-23 16,-4 3-24-16,-2 3 0 15,4 3-16-15,-5 6-1 0,-1 2-15 16,4 3 15-16,-3 1 1 0,-3 0 0 16,5 0 2-16,-3 0 11 0,-2 0 5 15,5-2-15-15,-5 0 0 0,1 2 13 16,3-4-3-16,-2 0 15 0,-1-4-3 16,3-3 3-16,2-1 6 0,-1-6 13 15,5-2 0-15,2-3-10 0,2-5-37 16,0 2-25-16,0-3-59 0,0 0 9 15,0 2 57-15,2-1 18 0,2 2 12 16,3 0 1-16,-3-2-11 16,2 0-1-16,-2 1-1 0,2 0-2 15,1-1-11-15,5 1 1 0,-4-1-1 16,3 0 1-16,5-1 11 0,-1 0 0 16,5 0-32-16,1-1 17 0,0-2 16 15,3-2 0-15,3 0 2 0,0-4 0 16,-2 2-1-16,4 0 12 0,-4 1-10 15,-3-1 1-15,-3 2 21 0,2 0 6 16,-7-1-12-16,-1 5-1 0,-3-2 1 16,-4 2 3-16,-2 1-3 0,-2 0 2 15,0-2 4-15,-2 2 6 0,0-1 19 16,0 1 6-16,0 0 0 0,0 0-19 16,0-1-9-16,0-1-7 0,0 2-2 15,0-2-7-15,0 1-10 0,0-4 1 16,-2-1 10-16,0-3-13 0,-4-7-3 15,0 0 0-15,-2-4 1 0,-3-2-13 16,3-1 13-16,-4-3-14 16,-1 1 4-16,3-1-3 0,-1 1-4 15,3-3-2-15,2 2-1 0,2 2-6 16,0 1-9-16,0 3-13 0,4 4 0 16,-2 0-12-16,2 5-19 0,0 1-13 15,0 2-10-15,0 0-28 0,2-1-45 16,0 3-96-16,2-2-56 0,0 0-21 15,0 0-63-15,4 1-106 0,-4 1-90 16,1-1-75-16</inkml:trace>
  <inkml:trace contextRef="#ctx0" brushRef="#br0" timeOffset="-205496.34">5368 13165 571 0,'0'0'45'16,"0"0"920"-16,0 0-689 15,0 0-19-15,0 0-27 0,0 0-36 0,0 0-40 16,0 0-22-16,0 0-13 0,0 0-13 16,-47 60-13-16,45-45 3 15,-5 6-10-15,3 2-19 0,-4 7 6 16,-4 0-19-16,3 6-16 0,-1 3 19 15,-4 1-3-15,1 1-7 0,-3 0-12 16,1-2-7-16,3-3-6 0,-1-2 10 16,5-7-14-16,0-4-6 0,0-7-12 15,3-2-1-15,3-4-15 0,2-6-28 16,0-1-31-16,0-2-39 0,0-1 9 16,0 0 51-16,2 0 13 15,3-4-4-15,1-1 45 0,2-6 14 0,-2-2 8 16,0-5 13-16,7-7-12 15,-3-1-1-15,1-6-21 0,3-2 1 16,-4-2-2-16,3 1 3 0,1-1-3 16,-3 3 26-16,-3 3 5 0,4 1 10 15,-4 4 1-15,-1 5-1 0,-3 5 9 16,-2 1-6-16,0 4-3 0,2 2 3 16,-4 3-3-16,2 1-9 0,-2 1-4 15,0 1 0-15,0 1-6 0,0 1 0 16,0 0 6-16,0 0 1 0,0 2-16 15,0 4-13-15,0 3-25 0,0 9 24 16,0 7-32-16,-2 7 8 0,-2 6-9 16,2 2 6-16,-2 5 0 0,2-4 2 15,-5-3 15-15,5-4 11 0,-2-8 0 16,0-3 0-16,4-8-3 0,0-4-29 16,0-4-24-16,0-4-45 0,2-1-10 15,2-2 0-15,-2 0-29 0,3-5 99 16,-1-1 41-16,0-6 54 15,0-2-7-15,4-5-18 0,-2-2-26 16,-1-4 0-16,1 2-2 0,-2-5-1 16,0 2-2-16,4-3 2 0,-1 0 0 15,-3 2 0-15,2-2 0 0,-2 1 0 16,0 6 0-16,2 2-3 0,-4 6-13 16,3 5-16-16,-3 5 32 0,-2 2 0 15,2 2 77-15,-2 0-4 0,0 5-35 16,0 0-22-16,0 4 34 0,0 3-5 15,0 6-11-15,0 2-2 0,0 4 6 16,0 2 3-16,0 2-4 0,-2 0 8 16,-3-3 2-16,1 1-7 0,-2-3-11 15,4-3-11-15,0-3-5 0,2 0-13 16,-2-3-1-16,2-6-15 0,0 2 0 16,0-5-9-16,0-1-12 0,0 2-7 15,0-2 3-15,0-2-22 16,0 0-25-16,2-1-10 0,-2-1-19 15,2 0-11-15,-2 0-5 0,0 0 5 16,0 0 96-16,0 0 32 0,0 0 86 16,0-3 0-16,0 3-12 0,0-3-33 15,0-1-41-15,-2-3-51 0,0 0 16 16,0-4 9-16,2-2 1 0,-4-1-13 16,4-2-45-16,0 2-30 0,0-3-41 15,0 3 6-15,0 2 48 0,0-1 32 16,0 1 36-16,0 0 19 0,0 1 10 15,0 0 3-15,4-1 0 0,-4-1 0 16,2 1 0-16,-2-1 1 16,0 1 15-16,2 3-13 0,-2 1 17 15,0 2 48-15,0 3 73 0,0 0 49 16,0 3-10-16,-2 0-33 0,2 0-29 16,-2 0-13-16,0 0-13 0,0 0-35 15,0 0-23-15,0 0-8 0,0 0-7 16,-1 4 3-16,-1-1 0 0,2-1-3 15,0 1-7-15,-4 0-12 0,4 0 0 16,0 1 0-16,-2 0-1 0,0-1 1 16,2 1 1-16,-3 2 3 0,1-2 11 15,0 0 7-15,-2 0 0 0,6-1 0 16,-2-1-18-16,0 1 8 0,2 0-9 16,0-2 1-16,-2 2-2 0,2 0 1 15,0 0 9-15,0 1 14 0,0 1 11 16,-2 2 10-16,2-1 3 0,0 2-5 15,0 0-7-15,-2 1-1 0,2 3-6 16,0 0-3-16,-3 2-6 16,3 2-6-16,0 2-1 0,-2 0 4 15,2-1 2-15,0 1-2 0,0 0 0 0,0-1-4 16,0-1 1-16,0 2-13 16,0 0 9-16,0-4-9 0,0 3 0 15,0-1 16-15,2 3-16 0,-2-2 9 16,3 1 4-16,-3 1 0 0,2 0 2 15,-2 0-3-15,0 0 4 0,0 1-4 16,0 1 4-16,0 0 9 0,0-1-13 16,0 2-3-16,-2-2 7 0,2 4 9 15,-3-3-13-15,1 2-3 0,2 0 4 16,0-1-13-16,-2 2 0 0,2-2-1 16,-2 0 10-16,2 0-9 0,-2-1 10 15,0 1-11-15,2 1 0 0,0-4 16 16,0 4-17-16,-2-3 1 0,2 1 1 15,-2 1-1-15,2-2 1 0,-4 4-1 16,2-2-2-16,2 1 0 0,0 0 3 16,-2-3 0-16,2 0 0 15,-2 3-2-15,2-3 2 0,-2 1 9 16,2 0-12-16,-2-2 0 0,-1 0 1 16,3 1 1-16,-2-1 0 0,0 1 10 15,2 0-11-15,0-1-1 0,0-1-2 16,-2 1 1-16,2-1-9 0,-2-1 10 15,2 2 16-15,0-2-15 0,0-1-1 16,0 1 1-16,0 1 1 16,0 0-2-16,0 0 0 0,0 1 0 0,0 0 0 15,0 0 1-15,0-3 1 16,0 6-1-16,-2-4 0 0,2 0 14 16,-2-1-15-16,2-2 3 0,0-1 13 15,-2-2-1-15,0 0-13 0,2 0-1 16,-4 1 1-16,2-1-2 0,2 1 3 15,-2-1 0-15,0 3-1 0,0-3 23 16,2 1-25-16,-3 3-18 0,-1-1 18 16,2-1 0-16,2 0 12 0,-2 0-8 15,0-2-1-15,-2 0 9 0,4 0-12 16,-2-1 1-16,0 1 11 0,-2-3-12 16,4 4-2-16,-2-2 2 0,0 0 2 15,0 2-2-15,2-1 1 0,-3 1 1 16,1 0 0-16,0-1 1 0,-2 0 0 15,4 1-1-15,-2-2-2 0,0 0 0 16,-2 1-21-16,4 1 10 16,-2-3 11-16,0 0 1 0,-2-1-1 0,2 1 1 15,2 0 0-15,-2-2 2 16,2 3 0-16,-3-2 9 0,3 3-9 16,-2-2 9-16,0 0-10 0,0 2-2 15,0 1 1-15,0-2 2 0,0 0 9 16,-2 1-10-16,2-2-1 0,0 1-1 15,0-1 1-15,-4-2 0 0,6 2-1 16,-3-2 1-16,1 1 1 0,0 0 0 16,0-2-1-16,0 0 1 0,0 1 0 15,0-1 1-15,0 2-1 0,0-3 10 16,-2 2-12-16,2 0-1 0,0-2 0 16,-2 1 1-16,1 1 1 0,-1-1 12 15,4-1-11-15,-2 0 0 0,0-2 0 16,0 2 0-16,0-1 0 0,0 1 0 15,0-2-1-15,0 2 2 0,2-1 0 16,-4 0-2-16,4 2-1 0,-2-1 0 16,0 0-1-16,-5 1-1 15,7 3 2-15,-4-4 3 0,4 2 0 16,-2-2 0-16,-2 1-1 0,0 1 0 16,2-1 10-16,0 1-9 0,-2-3-1 15,2 2 1-15,0 0-3 0,-5-1-3 16,5 2 2-16,-2 1-1 0,2-1 1 15,-2 0 0-15,2 3 0 0,-4-3 1 16,2 1 3-16,-5 0 10 0,7 0-11 16,-2 0 16-16,0-2-6 0,0 2-9 15,0-2-1-15,-1 1-1 0,1 0 1 16,-2-2 1-16,2 2 10 0,2-1-12 16,-4 0-1-16,4 2 1 0,-5-2-1 15,3 1-2-15,-2-1 1 16,2 2 1-16,0-2 0 0,0 4-3 15,-2-3 0-15,-1 1 3 0,3-1 1 16,-2-1 18-16,2 0-7 0,2 2-10 16,-4-2 0-16,4 0 10 0,-3-3-10 15,1 2 1-15,2-2 8 0,0 0-11 16,-2-2-12-16,4 1 10 0,-2 0-13 16,2-2 12-16,0 3 1 0,0-3-10 15,0 0 0-15,0-1 8 0,0 0 1 16,0 0 1-16,0 0 2 0,0 2 0 15,0-1 2-15,-2 0 1 0,2 0 1 16,-2 0 8-16,2-1-10 0,0 3 1 16,0-2 0-16,-2 0 0 0,2 2 0 15,0 0 0-15,-2-2-1 0,2 2-2 16,-2 0 0-16,0 0 0 16,2 0 0-16,-3 0 3 0,1 0 0 0,2 1-1 15,-2 0 0-15,-2 1-2 16,4 0 0-16,-2 0 0 0,0 0 2 15,-2-2 10-15,2 1-9 0,0-1-1 16,2 0 17-16,-2-1-7 0,2 0-10 16,0 0-1-16,-2-1-1 0,2 0-1 15,0 0-1-15,0-1-1 0,0 1-15 16,0-1 2-16,0 0-5 0,0 0-12 16,0 0-56-16,0 0-58 0,0 0-65 15,0 0-81-15,0 0-242 0,0-1-217 16,2-1-366-16,-2-3-797 0,-2 12 1837 0</inkml:trace>
  <inkml:trace contextRef="#ctx0" brushRef="#br0" timeOffset="-202888.52">2185 16808 265 0,'0'0'2129'15,"0"0"-1568"-15,0 0-215 0,0 0-346 16,0 0 44-16,0 0-44 0,0 0 156 0,33-7-74 16,-14 3-22-16,-3-3 4 15,5-2-1-15,4 1 9 0,-1 0-15 16,1-2-1-16,0 2-9 0,6-4 7 16,-2 1-22-16,0 2-20 0,-2-1-2 15,-2 3-8-15,-1-1 20 0,-1 3-22 16,-6 1 1-16,-1 2 2 0,-5 2 12 15,-3 0-12-15,0 0 10 0,-6 0-10 16,2 0 19-16,-2 0 18 0,0 0 51 16,-2 2 33-16,3 0-13 0,-1 1-12 15,-2 1 2-15,2 3-6 0,2-2-24 16,0 3-10-16,-2 0 0 0,0 1-6 16,4 0-9-16,-2 3-1 0,-2 0-8 15,1 1-19-15,1 3-6 16,-2 0-11-16,4 1 2 0,-2 1 1 15,2-2-3-15,-4 1 14 0,5-1-12 0,-5 0 24 16,2-3-12-16,-4 2 4 16,2-3-4-16,0 1-12 0,0-2 0 15,0 1 0-15,0-1 12 0,-2-2-3 16,0-1 6-16,0-1 7 0,0-3-7 16,0 1 3-16,0 0 4 0,0-1 2 15,0-1 9-15,0 0 4 0,0-1-1 16,0 0-3-16,0 1 1 0,0-2-7 15,0 2 0-15,0 0-6 0,0-1 9 16,0 1 1-16,-2 0 2 0,-2 2 12 16,2 0 7-16,0 2 5 0,-4-1-18 15,-3 2-9-15,-1 1-9 0,-2 1-6 16,-3 1-17-16,1-1 2 0,-1 0 10 16,-3 2-13-16,-3 1 1 15,4-1-1-15,-5 0 1 0,5 0-13 16,-4-3 12-16,5 2-37 0,-3-1 37 0,1-1 0 15,3 2-1-15,-6-4 0 16,7 3-14-16,-3 0 12 0,3-1 0 16,2-1-15-16,-3 0 0 0,5 1 15 15,2-4-27-15,-3 0 0 0,7-1-22 16,0-4-23-16,4 0-43 0,0 0-85 16,0 0-76-16,0-3-167 0,6-4-202 15,4-3 34-15,1-5-174 0,-5 2-626 16</inkml:trace>
  <inkml:trace contextRef="#ctx0" brushRef="#br0" timeOffset="-202330.35">2879 16665 666 0,'0'0'205'0,"0"0"1214"16,0 0-1038-16,0 0-310 0,0 0-71 15,0 0 0-15,0 0 22 0,0 0 81 16,0 0 3-16,0 0-22 16,34-14-17-16,-22 11 29 0,-2-2 9 15,7-1-61-15,-3 2-28 0,-1 0 19 16,3 0-6-16,1 0-16 0,-1 1-1 16,-1 0-9-16,1 1 9 0,-5 1 1 15,3 1-10-15,-4 0 13 0,-3 0 3 16,1 0-6-16,-4 0 2 0,0 3 46 15,-2-1 125-15,-2-1 34 0,0 2-4 16,0-1-11-16,0 1 2 0,0 2-57 16,0 4-88-16,0 2-16 0,-6 3-16 15,2 2-18-15,-2 5-10 0,2 1 11 16,-5 5-13-16,-3 1-2 0,2 1-11 16,3 3-2-16,-3-1-6 0,-2 0-7 15,3-2-21-15,1-1-28 0,-2-3-6 16,4-5-9-16,1-6-4 0,3-2-6 15,0-5-50-15,2-4-71 0,0-3-202 16,0 0-328-16,2-9 36 16,0 2-299-16</inkml:trace>
  <inkml:trace contextRef="#ctx0" brushRef="#br0" timeOffset="-202086.3">3068 16867 308 0,'0'0'824'16,"0"0"645"-16,0 0-1006 0,0 0-87 16,0 0-68-16,0 0-54 0,0 0 19 15,0 0-19-15,24 50-84 0,-17-41-78 16,-3 1-28-16,2 0-27 0,4 0-35 16,-1 1-2-16,-3 1-12 0,6-4-16 15,1-1-70-15,-5-1-44 0,0-1-43 16,7-1-79-16,-5-2-113 15,-2-2-29-15,5 0-118 0,-1-2-90 16,-2-3-197-16,1-1-311 0</inkml:trace>
  <inkml:trace contextRef="#ctx0" brushRef="#br0" timeOffset="-201661.15">3278 16297 396 0,'0'0'1935'0,"0"0"-1178"0,0 0-175 16,0 0-191-16,0 0-108 0,0 0-54 15,0 0-59-15,0 0-54 0,0 0-33 16,0 0-25-16,-4 46-21 0,6-24 9 16,5 4-1-16,-1 7 1 0,0 14-25 15,2 12-21-15,5 12-15 0,-3 2 12 16,-4-4-9-16,2-17 10 0,-5-17-10 15,3-9 9-15,-2-3-19 0,0 2-33 16,0-2-21-16,0 2-16 0,2-4-27 16,-1-4-14-16,3-3-43 0,-2-3-50 15,0-3-85-15,0-2-70 0,-1-5-107 16,3-1-75-16,-2-1-185 0,-2-4 25 16,-4-7-312-16</inkml:trace>
  <inkml:trace contextRef="#ctx0" brushRef="#br0" timeOffset="-201424.82">3357 16736 422 0,'0'0'91'0,"0"0"1243"0,0 0-674 16,0 0-180-16,0 0-58 0,0 0-162 16,0 0-131-16,0 0-50 0,0 0 2 15,0 0 108-15,17 15-36 0,-1-11-76 16,-1-1-18-16,5-1-15 0,3-1-14 15,2-1-18-15,0 0-12 16,8-3-2-16,-2-3-11 0,2-3-8 16,0-1-97-16,-2-1-109 0,0-3-94 15,0-1-141-15,-4 1-266 0,-9 2-585 16</inkml:trace>
  <inkml:trace contextRef="#ctx0" brushRef="#br0" timeOffset="-201054.91">3921 16265 662 0,'0'0'2170'0,"0"0"-1515"0,0 0-153 0,0 0-96 15,0 0-131-15,0 0-79 16,0 0-21-16,0 0-50 0,0 0-67 16,-6 64-57-16,6-37 17 0,2 16 7 15,2 14-25-15,0-2 0 0,1-7-25 16,1-3-5-16,-2-12 5 0,2 6-5 15,0 1-19-15,-2-7-24 0,1-3-16 16,-3-5-37-16,4-5-33 0,-2-2-70 16,2-4-51-16,0-3-94 0,-1-5-133 15,1-2-93-15,-2-4-382 0,0 0-223 16</inkml:trace>
  <inkml:trace contextRef="#ctx0" brushRef="#br0" timeOffset="-200770.42">3948 16550 275 0,'0'0'280'0,"0"0"1140"0,0 0-927 15,0 0-52-15,0 0-102 0,0 0-138 16,0 0-201-16,0 0 22 0,0 0-22 16,0 0 51-16,15-27-16 0,-7 22 0 15,6 0 9-15,-1 0-3 0,3-1 0 16,1 0-19-16,1 0 10 0,-1-1-4 15,2-2-12-15,-5 1 0 0,7-2-15 16,-11 2 1-16,5 0 1 0,-3 1-3 16,-4 0-16-16,3 2-56 0,-5 0-33 15,-2 1-18-15,0 0-39 0,-2 0-36 16,0-2-10-16,-2 1-59 16,0-1-82-16,0 0-140 0,0 1-292 15</inkml:trace>
  <inkml:trace contextRef="#ctx0" brushRef="#br0" timeOffset="-200285.53">4109 16348 363 0,'0'0'199'15,"0"0"1293"-15,0 0-926 0,0 0-209 16,0 0-65-16,0 0-44 0,9 60-17 16,-5-41-71-16,2 5-60 0,2 2-26 15,5 2-25-15,-3-2-17 0,-2 2-11 16,5-3-2-16,-5-1-18 0,0-3 1 15,1-4-1-15,-1-1 1 0,-2-1 14 16,0 1-14-16,-2-4 14 0,0 1-16 16,-1-4 2-16,-1 0 20 15,2-2-7-15,-4-2 1 0,0-1 8 16,0-1 11-16,-4-2 5 0,-1-1-28 16,3 0 4-16,-4 0-32 0,0 0 13 15,-4-5-34-15,-3-3-16 0,1-2 0 16,-5-2 22-16,7-3 19 0,-4-1 10 15,-1 0-1-15,5 2 3 0,-5 2 3 16,9 0-3-16,2 2-19 0,0 3-28 16,2 0 1-16,2 1 11 0,-2 1-4 15,2 0-1-15,0-1-7 0,2 0 12 16,2 1 35-16,0-1 3 0,2-2 16 16,5 2 13-16,-3 2 5 0,0-1 13 15,2 0 11-15,3 2-2 0,-3 1-9 16,0 1-22-16,5 1 0 0,-5 0-6 15,5 0-4-15,-5 0-5 0,0 3-2 16,5 0-11-16,-3 2-1 0,-3 0-1 16,5-1-14-16,-2-1-30 15,1 0-32-15,-1-3-76 0,-4 0-81 16,5 0-59-16,-5-6-121 0,0-2-193 16,-3-1-527-16</inkml:trace>
  <inkml:trace contextRef="#ctx0" brushRef="#br0" timeOffset="-199849.1">4324 16118 1244 0,'0'0'569'16,"0"0"409"-16,0 0-978 0,0 0-216 16,0 0 216-16,0 0 64 0,0 0 29 15,62-13-22-15,-47 7 3 0,4 2-20 16,-5 2-5-16,5 1 15 0,-7 1 9 16,5 0 17-16,-7 5 2 0,-2 2 7 15,0 0 22-15,1 4 47 0,-7 1 55 16,0 3 13-16,-2 4-74 0,0 1-44 15,0 3-10-15,-4 2-3 16,0-2-31-16,-3 1-19 0,-1-2-18 0,4-1-9 16,0-1-13-16,0-2 0 15,0-2-2-15,1 0-11 0,-1-1 10 0,2-3-11 16,0-2-1-16,-2-1-1 0,4-2-2 16,0-1-31-16,0 0-6 0,0 0-6 15,0 0-52-15,4-2-44 16,0 2-10-16,3-3-28 0,-3-1-93 15,2-2-128-15,0 0-183 0,2-1-476 16,-6-6-726-16</inkml:trace>
  <inkml:trace contextRef="#ctx0" brushRef="#br0" timeOffset="-199673.97">4554 16787 1687 0,'0'0'1690'0,"0"0"-1222"16,0 0-273-16,0 0-195 0,0 0-390 15,0 0 161-15,0 0-192 0,0 0-611 16,0 0-829-16</inkml:trace>
  <inkml:trace contextRef="#ctx0" brushRef="#br0" timeOffset="-197322.15">4517 16681 40 0,'0'0'320'0,"0"0"81"15,0 0 299-15,0 0-473 0,0 0-201 16,0 0 26-16,0 0 88 0,0 0 61 15,4 7 97-15,-2-7 41 0,-2 0-15 16,0 2-39-16,0-1-95 0,0 1-108 16,0 2-50-16,0-2 0 0,0 1 12 15,0-1-9-15,0-1-17 0,2 0-18 16,-2-1-14-16,0 0-18 0,0 0-12 16,0 0-7-16,0 0 10 0,0 0 19 15,2 0 0-15,0 0 3 16,0 0-3-16,4 0 6 0,-4 0 13 15,0 0 1-15,3-1 1 0,-3 0-1 16,0 1 0-16,0-3 0 0,0 2 1 16,0 0-11-16,-2 0 12 0,0 1 3 15,0-1 44-15,0 0 33 0,0-1 52 16,0 1 19-16,0 1-44 0,0-2-46 16,0 1-8-16,0-1 3 0,0 1-31 15,-4 1-25-15,2-2 0 0,0 1 11 16,0 0 5-16,-3 1-14 0,3 0 17 15,0 0-16-15,-2 0 10 0,2 0-13 16,2 0-12-16,0 0-4 0,0 1 1 16,0 0-4-16,0 0-3 0,0 0 0 15,0-1 10-15,0 0-16 0,0 0-19 16,0 1-8-16,0-1-7 0,0 0-14 16,0 2 20-16,2-2 55 15,2 1-1-15,-2 1-11 0,0-2 11 0,1 1-1 16,-1-1 0-16,-2 2 2 15,2-1 1-15,-2-1 1 0,0 0 11 16,0 0-12-16,2 0 0 0,-2 0-19 16,0 0-6-16,0 0 3 0,0-1 0 15,0-2 19-15,0 0 1 0,0 0 2 16,0 1 12-16,0 0 14 0,0 0-1 16,0 1 19-16,0 0 6 0,0-2 13 15,0 1 3-15,-2 1 1 0,0-1-8 16,-3-1-18-16,3 3-4 0,-4-1-6 15,2 1-9-15,2 0 0 0,0 0-21 16,-2 0-1-16,2 2-13 0,0 2-5 16,0 0-1-16,2 2-9 0,0-1-28 15,0 5 0-15,0-2 14 0,0-2 29 16,0 2 13-16,2-3-12 0,0-1-1 16,0 0-12-16,0-1-6 0,0-2 6 15,-2 3 9-15,2-3-15 0,0 0-4 16,0-1-22-16,4 0-12 15,-4 0-16-15,0 0-32 0,5-2-36 0,-5-6-102 16,0-2-195-16,0 1 33 16,0-8-375-16</inkml:trace>
  <inkml:trace contextRef="#ctx0" brushRef="#br0" timeOffset="-143200.18">2179 17625 185 0,'0'0'94'0,"0"0"-61"16,0 0 459-16,0 0-244 0,0 0-177 15,0 0-71-15,0 0 0 16,0 0 36-16,6 1 33 0,0 0 5 16,-2-1 1-16,0 2 13 0,1-2 6 15,-3 0-15-15,4 1-21 0,0-1 1 16,4 0-21-16,-1 0-21 0,-1 0-17 15,4 0 22-15,1-1-5 0,-3-3-1 16,7-3 88-16,-3 0-49 0,5-2 7 16,-3-1 9-16,7 1-35 0,-2-3-35 15,-1 2-1-15,7-3 16 16,-2 1-3-16,2 0-12 0,-2 0 12 0,4 2 2 16,-3-1-14-16,8 0 0 0,-3 1 0 15,2-1 22-15,0 0-4 0,2 3 14 16,0-1-4-16,0 1-10 0,4-2-6 15,3 2 3-15,-3-2-16 0,2 2 4 16,-1-3-4-16,5 1 0 0,-2-2 0 16,1 1 0-16,3-1 0 15,-1 2-3-15,-1-2 1 0,5 1 0 0,-5-1 2 16,3 0 13-16,-3 2 3 16,-1 0 10-16,6 0-26 0,-11 2 0 15,6-1-22-15,-1 2 22 0,-3-2 0 16,-6 0 10-16,4 2-10 0,-1-1-19 15,-3 0-4-15,2 2 22 0,-4-3-1 16,-4 3-1-16,0 0-1 0,0 1 1 16,0-1 3-16,-4-1 0 15,-1 0 0-15,1-2-13 0,0 2 13 0,-2-3 3 16,-5 1-3-16,5 1-6 0,-2-3-33 16,-5 2-3-16,1-1 13 0,-1 1-16 15,-3 2 12-15,-3 3-9 16,-2 0-16-16,-6 3-7 0,3-1 20 15,-5 2 25-15,0 0 20 0,0 0 101 16,0 2 12-16,0-2-113 0,0 0-10 16,0 0-226-16,0 1-268 0,0 2-522 0</inkml:trace>
  <inkml:trace contextRef="#ctx0" brushRef="#br0" timeOffset="-142246.78">2414 17664 265 0,'0'0'554'0,"0"0"-352"0,0 0-114 16,0 0 23-16,0 0 6 15,0 0 13-15,0 0-9 0,0 0-24 16,0 0-61-16,0 0-36 0,-31 6-26 15,31-6 6-15,0 0 19 0,0 0 0 16,0 0-21-16,0 0-37 0,0 0-32 16,0 0 29-16,2 1 62 0,5-1 26 15,-1 2-10-15,0-2 4 0,4 0-20 16,7 0 3-16,-1 0-2 0,5 0 16 16,2-4 2-16,0-1 20 0,-1 0-36 15,-1 0 10-15,2-1 72 16,2-2-36-16,1 2-49 0,-1 1 1 15,0-1 0-15,2 0 25 0,0 0 13 16,4 0-7-16,-2 0-16 0,2-3 27 16,0 2-11-16,2-2-9 0,2-1 51 15,0-2 17-15,2-3-39 0,1 1-6 16,3 0-17-16,2-3 0 0,1-1 13 16,-1 2-10-16,3-1-31 0,-1 0 1 15,-4 3 1-15,5-2-3 0,-3 3 13 16,-1 0 0-16,-1 0 6 0,2 2-6 15,-3 1-12-15,-3 1 22 0,4 1-4 16,-4 0-3-16,1 3 22 0,-3-1-37 16,-2 0-1-16,2 1 2 0,-2 1 18 15,0 0-20-15,-2-1 0 0,2 1-3 16,-2 1 3-16,2-3 0 0,-4 3 1 16,0-1 0-16,2-1 0 0,-2 1-1 15,0-1 2-15,-2-1-4 0,-6 2 2 16,1-2-1-16,-1 2 0 0,-7 1 0 15,1-2 0-15,-5 2 1 0,-4 2 1 16,-1 1 1-16,-3-2 2 16,0 2 34-16,-2 0 53 0,0 0 15 15,0 0-29-15,0 0-38 0,0 0-39 16,0 0-1-16,0 0-76 0,0 0-20 16,0 0-16-16,0 0-32 0,0 0-23 15,-2 0-62-15,0 0-66 0,0 0-81 16,-1 2-288-16,-5 1-42 0,25-8 707 15</inkml:trace>
  <inkml:trace contextRef="#ctx0" brushRef="#br0" timeOffset="-135896.18">5007 17062 128 0,'0'0'1399'0,"0"0"-1090"0,0 0-59 16,0 0-124-16,0 0-126 0,0 0-87 15,0 0 87-15,-3 6 68 0,3-6 58 16,0 0 58-16,0 0 23 0,0 0-37 15,0 0-32-15,0 0-23 0,0 0-12 16,0 0-1-16,0 0 25 0,0 0 25 16,-2-2 9-16,-4 1-104 0,0-2-57 15,-2 0 0-15,-3 0-1 16,-3-1 2-16,-3 0 0 0,-1 1 21 0,-3 1-7 16,0 2-15-16,-3 0 0 15,-3 1 24-15,4 4-24 0,-4 1-2 16,2 1 1-16,-1 4-3 0,5-1-11 15,-2-1 11-15,2 1-14 0,9-1 17 16,0-2-1-16,1-1 0 0,5-1 1 16,2-3 0-16,2-2-14 0,2 2-36 15,0-1-85-15,0 0-28 0,2 3 49 16,4 0 115-16,0 4 22 0,7 0-18 16,-1 5-2-16,3 0 14 0,-1 3-14 15,5 3 11-15,3 0-13 0,1 3 15 16,2 0 8-16,0 0-22 0,2-1 2 15,2-1-1-15,-3 1 1 0,-3-4-1 16,0 0 11-16,-2-1 3 0,-7-2 0 16,1 0 0-16,-7-1 28 0,-4 1 26 15,-2 0-4-15,-2 2 63 0,-2 2-53 16,-6 1-29-16,-3 4-13 0,-5 1-9 16,-1-2 4-16,1-5-25 15,-1 0 21-15,1 0-22 0,-9 3 9 16,2-1-12-16,0-5-2 0,1 0-29 15,-1-3 28-15,2-1-30 0,-1-5-4 16,5-1-7-16,-4-1-31 0,5-2-29 16,-1-1 85-16,5 0-51 0,-1 0-44 15,5-2 13-15,2-2-90 0,4-2-168 16,0-5-53-16,2-2 56 0,2-6-17 16,6-6-128-16,0 4-160 0,9-11 49 15</inkml:trace>
  <inkml:trace contextRef="#ctx0" brushRef="#br0" timeOffset="-135455">5104 16963 223 0,'0'0'143'16,"0"0"483"-16,0 0-138 0,0 0-315 15,0 0 15-15,0 0-6 16,0 0-23-16,0 0-39 0,0 0-10 0,58-2-7 15,-42 2 0-15,1 0 68 16,7 0-4-16,-1 0-116 0,2 0 10 16,-2 0-19-16,4-2-13 0,-5 1-13 0,-3-1-4 15,0 0 1-15,-5 0-10 16,3 1 10-16,-9 1 3 0,-2 0 0 16,2 0-16-16,-4 0 0 0,1 0-61 15,-3 1-28-15,0-1-36 0,0 2-36 16,0-2-26-16,0 0-36 0,-2 0-26 15,0 0-88-15,0-5-99 0,-2 0 117 16,-2-2-339-16,0 3 286 0</inkml:trace>
  <inkml:trace contextRef="#ctx0" brushRef="#br0" timeOffset="-135126.38">5331 16954 105 0,'0'0'101'0,"0"0"43"0,0 0 553 0,0 0-361 16,0 0-138-16,0 0-42 0,0 0-19 15,0 0-37-15,0 0-12 16,0 0-4-16,-41 38 20 0,39-32 28 0,2 1 4 16,-2 4-3-16,0 2-30 15,-1 1 9-15,1 3-12 0,0 2 15 16,2 0 19-16,0 0-9 0,-2 3-43 16,2 1-27-16,0 2-17 0,0 5-13 15,0-1-6-15,0 4-19 0,0 0-10 16,0-2 10-16,0 3 0 0,0-1 13 15,0-1-11-15,0-1 0 0,-2 0 17 16,0-2-3-16,0-1-3 0,0-3 3 16,0-2-6-16,-2-6-10 0,4-5-1 15,0-1-18-15,0-4-19 0,0 1-57 16,0-1-51-16,0-2-68 0,0-2-81 16,0-3-73-16,0 0-7 0,0 0-50 15,0-8-83-15,-6-2-69 0,1 0 69 16</inkml:trace>
  <inkml:trace contextRef="#ctx0" brushRef="#br0" timeOffset="-134837.1">5224 17448 317 0,'0'0'154'0,"0"0"878"16,0 0-700-16,0 0-105 0,0 0-104 15,0 0-123-15,0 0-91 0,0 0 91 16,0 0 120-16,0 0-42 16,31 12-23-16,-15-20-10 0,1-2 0 0,5-3 17 15,1-1-20-15,-2-3-20 16,4-2 12-16,-1 2-32 0,-3 0-1 16,2 3 18-16,-5 4-19 0,-1 1-35 15,-3 3-91-15,-3 4 35 0,-3 2-67 16,-4 0 5-16,0 4-15 0,-4 5 67 15,0 3-58-15,0 3-235 0,-2-3-111 16,-8 7-199-16</inkml:trace>
  <inkml:trace contextRef="#ctx0" brushRef="#br0" timeOffset="-134529.1">5250 17683 128 0,'0'0'144'0,"0"0"1216"0,0 0-1318 15,0 0-42-15,0 0 0 0,0 0 98 16,0 0 6-16,0 0 29 16,0 0 0-16,0 0 9 0,29 1-9 15,-24-1 6-15,-1-1 9 0,0-1-58 16,6 0-35-16,0-2-16 0,1 0-17 15,1 0-9-15,3-2-10 0,-1 0-1 16,-1-1 0-16,1-3 2 0,3 3 15 16,-5 0 0-16,2 0-19 0,-1 1-119 15,-1 0-58-15,5 2 19 0,-7-2-49 16,5 1-32-16,-1 1-63 0,1-2-167 16,-5 2-238-16</inkml:trace>
  <inkml:trace contextRef="#ctx0" brushRef="#br0" timeOffset="-100663.9">5372 13284 2 0,'0'0'46'0,"0"0"-23"0,0 0 3 16,0 0-13-16,0 0-13 0,0 0-30 0,0 0 1 16,0 0 10-16,-8 22 16 15,12-19-13-15,3 0 15 0,-3 0-11 16</inkml:trace>
  <inkml:trace contextRef="#ctx0" brushRef="#br0" timeOffset="-99381.3">5589 13336 43 0,'0'0'59'0,"0"0"-16"16,0 0-17-16,0 0-24 0,0 0-2 16,0 0-17-16,0 0-15 0,0 0 16 15,0 0 3-15,0 0 9 0,-6 4-8 16,8-4 11-16,0 0 1 0,-2 0 0 16,0 0-1-16,0 0 1 0,0 0 16 15,0 0 30-15,0 1-17 0,0-1-29 16,0 2 0-16,0-2 2 15,0 1 43-15,0-1 24 0,0 2-67 16,0-2 128-16,0 0 7 0,0 0-88 16,0 0-49-16,0 0-45 0,0 0 45 15,0 0 2-15,0 0 1 0,0 0 10 16,0 0 19-16,0 0 24 0,0 0 87 16,0 0 49-16,0 0-61 0,0 0-95 15,-2 0-1-15,0 0-9 0,0 0 30 16,0 0-4-16,-2 0-3 0,4 0 3 15,-2 0-10-15,0-2 0 0,-2 2 7 16,4-1-7-16,-2 1-16 0,2 0-6 16,-2 0-7-16,2 0-11 15,0 0-2-15,0-2-16 0,-5 2-20 16,5 0-3-16,0 0 13 0,0 0 24 16,0-1 2-16,0 1 13 0,0 0 6 15,0 0 7-15,0 0 13 0,0 0 4 16,0-1-21-16,-2-1-19 0,2 1 16 15,0 1-6-15,-2-2-11 0,2 0 18 16,-2 1-18-16,2-2 0 0,-2 3 14 16,0-2 10-16,0 0-22 0,0-1 14 15,2 1-17-15,-2 1-2 0,2-2 0 16,-2 2-15-16,2-1-7 0,-2-3 10 16,2 3-20-16,-2-1 7 0,2-2 13 15,-2 3 13-15,2-3 22 0,-2 1-19 16,0-1 17-16,-3-1 3 0,3 0 9 15,-2 1 7-15,2-4-23 16,-2 4 10-16,0-1 4 0,-2-1-14 16,2 2-15-16,-5-2 18 0,5 0-18 15,2-2 16-15,-4 3-17 0,2-1-3 16,-2 0 3-16,1 1-1 0,-1-1 0 0,2 0-21 16,2-1 10-16,-2 1 12 15,2 1 1-15,-2 1 0 0,2-1-1 16,-3 1-13-16,3-2 0 0,0 0 11 15,-4 0-21-15,4 0 20 0,0 0 1 16,0 0 2-16,-2 0 1 0,0-3 1 16,2 3 30-16,-5-1-31 0,3 0 11 15,-2 2-11-15,0-2 0 0,0-1 1 16,2 1-2-16,-3 3 2 0,-1-4-1 16,2 3 0-16,2-3 2 0,-2 3-2 15,-3-1-1-15,1-2 0 0,4 2-20 16,0-1 20-16,-3 1 13 0,3 1-12 15,-2-1-1-15,-2-2-1 0,2 1 1 16,2 1 13-16,-3 0 0 16,-1-1-13-16,0 1 3 0,2-2 0 15,-1 5 23-15,1-2-3 0,0 2-4 0,-4-2-16 16,3 1 23-16,1 1-24 16,-2-1 28-16,-2 0-28 0,3-1 14 15,-1 1-16-15,-2 2 10 0,0-1-8 16,3 1-2-16,-1 0 3 0,0 0 0 15,-3 1-2-15,5 0-1 0,2-2 0 16,-2 2-2-16,0 0-10 0,-3-1 11 16,5 2-11-16,0 0 11 0,0 1-15 15,2-1 13-15,0 1-20 0,0-1-3 16,2 1-16-16,0 0-97 0,0 0-73 16,0 0-48-16,2 0 29 0,2 0 32 15,0 0-55-15,2 0-26 16,3 0 26-16</inkml:trace>
  <inkml:trace contextRef="#ctx0" brushRef="#br0" timeOffset="-98015.19">5385 12664 60 0,'0'0'16'0,"0"0"30"0,0 0-20 16,0 0 6-16,0 0 21 0,0 0 25 15,0 0 130-15,-58 13-149 0,50-11 16 16,-1 2-52-16,1-2 23 0,0 2 100 16,2-3-12-16,2 2-24 0,-1-2-28 15,1 1-17-15,0-1-10 0,0 0 14 16,-2 1-14-16,2-2-9 0,2 0-11 15,-3 2 1-15,1-1-3 0,0-1-11 16,-2 0-22-16,-2 0 23 0,4 0 26 16,-1 0 3-16,-3 1-16 0,4-1-1 15,-4 2-9-15,0-2-13 0,1 0-10 16,-1 2 23-16,0-2-10 0,-3 1 0 16,5 1-15-16,-4-1 0 0,2 2 2 15,-3 0-3-15,5 0 2 16,0-1-5-16,-4 0 3 0,1 1-13 15,3 0 12-15,-2 0-15 0,2 0 3 16,-5 1-3-16,5 0-5 0,2-2 21 16,0 2 0-16,-2-2-2 0,4-1-21 15,0 1 1-15,-1 0-8 0,-1 0-2 16,2 2-4-16,2-3 10 0,-2 3 7 16,0-1 16-16,2 1 3 0,0-1 36 15,-2 1 3-15,2 3 7 16,-2-2-4-16,2 1-10 0,-2 1-9 15,2 0 0-15,-2 0-4 0,2 3-16 0,-2-1 26 16,2 2-3-16,0-1-10 16,0 0-16-16,2 4 0 0,0-3-13 0,2 3 13 15,-2-1-16-15,2 3 16 16,5-3 2-16,-3-1 1 0,-2 3 20 16,2-1-10-16,-2 0-12 0,0-3 1 15,3 1 14-15,-3 1-14 0,0-2-2 16,-2 0 20-16,0 1-1 0,0-1 1 15,0 0-18-15,0-1-2 0,-2-1 16 16,2 0-3-16,-2-3-13 0,0-1 0 16,0-1-23-16,2-2-9 0,-2-1-10 15,0 0 42-15,0-1 19 0,0 0 72 16,0 0 13-16,0 0 9 0,0 0-75 16,0 0-38-16,-2 0-13 0,0 0 13 15,2-1 1-15,-2 0 12 16,0 1-11-16,2-1 11 0,-2 1-10 15,2-1-2-15,0 1 2 0,0 0-1 16,0 0 0-16,0 0 0 0,0 0-2 16,0 0 0-16,0 0-2 0,0 0-11 15,0 0 10-15,0 0-10 0,0 0-7 16,0-2 1-16,0 2-17 0,0 0-9 16,0-1-20-16,0 0 10 0,0 1 13 15,0 0 19-15,0-2 23 0,0 0 29 16,0-1 14-16,2-3-22 0,2-4-21 15,-2 2-3-15,0-2-10 0,2 1 13 16,3-3-1-16,-3-1 1 0,0 2 3 16,0-2 17-16,0 0 15 0,-2 0 17 15,2 1 13-15,-2 0-10 0,3 1-23 16,1 0-29-16,-2 1-3 0,2-1-11 16,-2 1-12-16,0-1 0 0,3 1 10 15,1 2 11-15,-2-1 0 0,2-1 1 16,-2 4-1-16,-1-2 1 15,3 2-12-15,-2 1 0 0,-2 0 11 16,2 2 2-16,-4-1-13 0,3 1-4 16,-3 1-2-16,4-1 17 0,-2 0 2 15,0 1 13-15,0-1 10 0,0-1-7 16,1 0 3-16,-1-2-19 0,4 2-1 16,-4-2-22-16,2 1 7 0,0 0-3 15,-1-1-1-15,1 1 4 0,0-1 3 16,-2 0-22-16,0 3-4 0,0-1-7 15,-2 0-9-15,1 1 13 0,-1 2 6 16,0-2 4-16,-2 2-10 16,2 0-4-16,-2 0-6 0,2-1-13 15,0-1-6-15,-2 2-14 0,0-1-19 0,2-1-7 16,-2 2-25-16,0 0-24 16,0-1-74-16,0 0-11 0,4-2 1 15,-2 0 25-15</inkml:trace>
  <inkml:trace contextRef="#ctx0" brushRef="#br0" timeOffset="-97017.94">5337 12685 89 0,'0'0'104'16,"0"0"14"-16,0 0-46 0,0 0 22 16,0 0-52-16,0 0-12 0,0 0 45 15,-51 12-4-15,42-6-25 0,1 1-10 16,-2 1-25-16,1-1-11 0,1 2 0 15,-2 0 0-15,0-1 0 0,1-1 0 16,-1 1-2-16,0 1 2 0,1-1 0 16,1 2 0-16,0-3 0 15,0 0 1-15,3-3 18 0,3 0-7 16,0-1-12-16,0-1-26 0,2 0-16 16,0 1 25-16,0-2 4 0,0 1-9 15,0-2 2-15,0 1 4 0,0 1 14 16,0-1 2-16,0 0 0 0,0-1 16 15,0 0 52-15,0 0 69 0,-2 0 55 16,0 0-58-16,0 2-115 0,-4-1-19 16,-2 2 0-16,1-1-3 0,1 2 0 15,0 0-8-15,-2 0 11 0,-1 0 13 16,5-2-2-16,0 0-11 0,0-1-13 16,2 1 0-16,2-2-7 0,0 0-45 15,0 0-45-15,0 0-8 0,0 0 118 16,0 0 1-16,2 0-1 0,0 0-1 15,2 0-18-15,-2 0 7 0,2 0 12 16,3 0 3-16,-3 0 13 16,0 0 10-16,0-3 4 0,2 1 19 0,-2 1-10 15,3-2-13-15,1-1 0 16,0 0 3-16,-2 1-13 0,0 0 17 16,3-1-17-16,-1 0 4 0,-2-1-1 15,0 3-18-15,-4-2 3 0,3 3-4 16,-3-1 1-16,2 1 12 0,-2-1 3 15,0 2 0-15,-2 0 14 0,0 0 12 16,0 0 26-16,0 0 10 0,0-1 33 16,0 1-69-16,-2-1-26 0,0 1-14 15,-2 0-1-15,2 0 1 16,-3 0-2-16,3 0-13 0,0 0-3 16,-2 0-1-16,0 1-2 0,-2 0-1 0,2 3 7 15,-2-2 0-15,1 2 0 16,-1-2 13-16,2 2 1 0,-2 0 1 15,2-1-2-15,-2-1-1 0,3 0-2 16,1-1-13-16,2 0-10 0,-2-1-7 16,2 1-9-16,0 0 3 0,0-1 23 15,0 3 15-15,0-1 0 0,0-1-16 16,0 3-6-16,0-3 4 0,2 2-17 16,0-2 0-16,5 1-3 0,-3-2 10 15,2 2 26-15,0-2-9 0,0 0 12 16,-1 0 1-16,3 0 0 0,-2 0-1 15,-2-2 2-15,2 2 31 0,-4 0-7 16,0-2-13-16,-2 2 6 0,3 0 27 16,-3 0 87-16,0 0 62 0,0 0 17 15,0 0-56-15,-3 0-117 0,1 0-39 16,0 0-3-16,-2 0 1 0,0 0 2 16,-2 0-1-16,-4 2-1 0,3 0-44 15,-1 3 21-15,-2 1-5 16,-3 1 12-16,3 0 17 0,-2 3 1 15,-1-3-1-15,5 1-16 0,0-2-9 16,-3 0-16-16,7-1-6 0,2-2 15 16,0-2 31-16,0 1-24 0,2-2-46 15,0 0-77-15,0 0-43 0,0 0 114 16,0 1 16-16,4-1 0 0,-2 0-3 16,4 0-27-16,5-3-97 0,1-2 111 15,-6-1-98-15,13-8-182 0</inkml:trace>
  <inkml:trace contextRef="#ctx0" brushRef="#br0" timeOffset="-79451.67">5112 13014 60 0,'0'0'296'0,"0"0"-230"0,0 0-66 16,0 0 0-16,0 0 1 0,0 0 1 15,0 0 1-15,-33-32 13 0,31 30-16 16,2 2-9-16,2 0-206 0</inkml:trace>
  <inkml:trace contextRef="#ctx0" brushRef="#br0" timeOffset="-76016.57">4581 11056 196 0,'0'0'88'16,"0"0"-46"-16,-66-28-19 0,43 18 58 16,2 0-19-16,-2 1 43 0,1 0-43 15,-3 1 12-15,4-2 5 0,-4 0-21 16,1 2 1-16,-1-1 16 0,-4 1 19 15,2-3-55-15,-6 3 10 0,0 0-19 16,-2 1-1-16,-2-2-6 0,-5 2-7 16,5 0-16-16,0 2 0 0,-5-1-1 15,1 3-2-15,0-1 0 0,-3 2-15 16,5-1 18-16,-9 2 0 0,1 1 1 16,-17 0 0-16,-2 1 25 0,-7 7 30 15,5-1-17-15,4 3 26 0,4 1-3 16,-2 0-23-16,2 3-7 0,4-1 4 15,-2 1-7-15,3 0-16 16,3 1-11-16,-2 2 21 0,11-4-7 16,6 1-14-16,6-2-2 0,2 1-3 15,-4 1 2-15,-7 5-2 0,-5 1-10 16,4 1 12-16,3-1-2 0,-3 2 0 16,0 0 2-16,3 0 1 0,-1 1 62 15,0 1-20-15,-2 1-13 0,-3-2 10 16,3 5 17-16,4-1-54 0,-3 3 14 15,3 1-13-15,-2 0 10 0,2 0-9 16,4 4 10-16,-1-3-14 0,5 0-20 16,3 1-3-16,1-2 22 0,-2 2-1 15,6 1-17-15,1 0 5 16,-3 0 11-16,6 0 3 0,-1 3-16 0,5-1 0 16,-3 1-10-16,5-1-6 15,3 0 15-15,0-3 4 0,4 2-13 16,2-2 24-16,2-2-29 0,0 0 30 15,2 0-11-15,2 0-5 0,4 0 17 16,-2-2 4-16,3 1-4 0,1 0-15 16,4 0 11-16,-1-1 3 0,5 0-15 15,-3 1 9-15,8 0-9 0,-5 1 6 16,3-4-12-16,4 2-17 0,0-2 13 16,-3 3-7-16,3-1 33 0,4-1 1 15,-4 2-1-15,0 0-2 0,2-2 0 16,-3 3 2-16,5 1 12 0,-4-3-10 15,4 2 0-15,2-2-2 0,2 0 0 16,0 0-1-16,6-2-11 16,1-2 9-16,1 0-7 0,0-1 10 0,5-4 2 15,1 5 14-15,15-3-14 0,7 0-2 16,3-4 2-16,0-5-2 16,1-2 1-16,-11-5 0 0,8-1 11 15,-4-2-10-15,4-1-2 0,1 1-2 16,-3-2 1-16,-2 1-1 0,-2-2-19 15,0 0-5-15,-2 0 26 0,-2 0 12 16,2 0-10-16,-4-2 18 0,4 0 2 16,-8-2 1-16,2 2 0 0,-1-2 32 15,-1 0-35-15,-2 0 6 0,4-2 6 16,-7 1-9-16,7-2 0 0,-12 1 12 16,-5 0-2-16,6-2-4 0,-8-2-9 15,1 2 9-15,3-4 3 0,-2 0 4 16,11-3-20-16,12-6-14 15,8-2 16-15,1-2-18 0,-5 2-1 0,-4-2-19 16,-9 3 7-16,1-1-3 0,0 0-29 16,0-2 9-16,-11 5 7 15,-6 0 16-15,-8 6 10 0,0-2 3 16,4-3 1-16,2-4 12 0,5-2 0 16,-3 0 17-16,-4-3 9 0,0 3 9 15,-4-1-5-15,0-2-14 0,-4 2-27 16,-1-1 21-16,1 2-21 0,0-1 17 15,-8 2-18-15,3 1 12 0,-7-1 11 16,1 0-22-16,-3 3 25 0,-5-2-24 16,4 3 17-16,-2-4-20 0,1 4-1 15,-3-4-9-15,0 2 10 0,0 0 0 16,0-3 0-16,-1 1-3 16,1 2-20-16,-2-2-9 0,2 1 29 15,-2-2 0-15,-2 0 3 0,0 1 4 16,-2-1 28-16,0 0-29 0,-6 2-1 15,-2-4-4-15,0 1-15 0,-3 0 17 16,-3-2-13-16,1 0 13 0,-1 0 13 16,-1-1 23-16,1-1 9 0,-3 1 26 15,1-2 4-15,-1-2-11 0,1 1 27 16,-1 1-4-16,-1-2-16 0,-1 2-7 16,-2-3-38-16,3 2-25 0,-5-1-1 15,-2 2 23-15,3 0-23 0,-3 3-16 16,-2 2 6-16,-2 1 9 0,4 0 1 15,-4 4-16-15,2-1-13 0,-4 2 26 16,2 0-42-16,0 0 45 0,-2 2 19 16,-2-1-18-16,2 0 12 0,-2-3-13 15,-4 3 1-15,-8-6 7 16,-15-3-8-16,-13-2-13 0,-7 3-16 16,7 3 16-16,5 8-7 0,4 1 17 15,-2 5-16-15,0-1-1 0,2 4 7 16,-3 1-16-16,3 2 27 0,-4 1-17 15,2 1 6-15,0 2 0 0,-2 0 0 16,2 0 11-16,-3 0-21 0,3 2 20 16,2 3-13-16,0 0 14 0,-2-1-1 15,2 3-20-15,0 1 22 0,-2 1 0 16,-1 0 0-16,1 4-3 0,2 2 1 16,0-1-10-16,2 3 0 0,2 2 12 15,0 1-12-15,-2 1 10 0,4 4-10 16,2 0-3-16,-1 2-10 0,1 0-3 15,4 3 6-15,-2 1 1 0,-1-2 2 16,7 5-6-16,-2-6 0 0,15-2 7 16,2-4-1-16,4 0 1 0,-4 7 3 15,-6 6 0-15,-2 4 13 16,5 0-23-16,1 1 13 0,4-1-16 16,-2 1-3-16,6-1 3 0,0 0 26 15,5 2 0-15,-1 0-13 0,-2-1-7 16,7 0 23-16,-1 1-1 0,4-1 1 15,-1-1-1-15,8-2-15 0,-1 2 16 16,1-3-20-16,4-3 19 0,4 3 0 16,2-5-1-16,6 3-50 0,5-2 33 15,-3-1-24-15,11 0-15 0,-5-2 55 16,7-1-14-16,4 2 17 0,-2-3 0 16,2 2-3-16,4-1-33 0,0-2 20 15,4 3-20-15,-2 2 13 0,2-1-16 16,4-1 7-16,0 2-14 0,1 1 20 15,-1 0 0-15,7 0 7 16,-3-1-27-16,0 0-25 0,13 2 31 16,6 1 14-16,11 1 0 0,1-2 23 15,-4-5 3-15,-4-7 0 0,-8-3 2 16,2-3 10-16,-2 0-11 0,0-3 21 16,2-1 17-16,2-2 26 0,-2 0 13 15,-2 1-52-15,-2-3 17 0,1-1-24 16,3 0 27-16,-2-1-17 0,-2-2-9 15,2 1 12-15,4-2-9 0,-6-1-12 16,0 1-9-16,4-2 12 0,-1 0-13 16,3 0-1-16,-2-5-1 0,0 1-28 15,2 0-14-15,-2-2-12 0,0 0-10 16,2-1-33-16,-2-3-3 0,4-3-13 16,0 1-16-16,-2-1-95 0,-14 2-120 15,-3-1-54-15</inkml:trace>
  <inkml:trace contextRef="#ctx0" brushRef="#br0" timeOffset="-71970.52">5432 12329 210 0,'0'0'336'16,"0"0"-193"-16,0 0-52 0,0 0 7 15,0 0-20-15,0 0 0 0,0 0 4 16,0 0-37-16,-22-23-2 0,20 20-21 15,-3-1 11-15,3 1-7 0,-2 0 20 16,0 0-4-16,2 0-29 0,-2 1-11 16,2 0 1-16,2 0 14 0,-2 2-15 15,2-1-2-15,0 1-36 0,0 0-52 16,0 0 7-16,0 0 25 0,0-2 30 16,2 1 26-16,0-1 101 0,-2 1 39 15,2 0 62-15,0 0-39 16,-2 0-37-16,0-1-41 0,0 1-8 15,2-2-44-15,4-3-17 0,-2 1-1 16,3-3-14-16,1 2-2 0,-2-2-1 16,4 2 0-16,3-4-1 0,-3 3-10 15,9-1 9-15,-5-2 2 0,7 3 1 16,-2-2-1-16,-1 0-14 0,1 2 16 16,1 1 0-16,1-2 13 0,2 2-12 15,0-2 18-15,1 2 6 0,1-3-24 16,2 3 24-16,0 0-9 0,2 1 4 15,4-1-18-15,-4 2 15 0,2-1-17 16,-2 3 0-16,0-2 0 16,-2 3 4-16,-3 0-2 0,1 1 10 15,-2 0-12-15,-4 0-3 0,1 0-10 16,-3 1 10-16,-3 1-10 0,-1 2-2 16,-1-2 15-16,0 2 3 0,-3-2-3 15,1 2-2-15,-2-2 0 0,-1 0 1 16,-1 2 0-16,-4-3 1 0,4 1 1 15,-2 0-1-15,-2 0-3 0,2 2 1 16,-2-3-11-16,0 2 0 0,3 1 9 16,-3-1 2-16,2 0-1 0,-2 0-10 15,4 2 0-15,-4-2-10 0,4-1-12 16,-4 2 22-16,1 0-20 0,1-1 4 16,-2 1 3-16,0-2 0 15,-2 1-3-15,4 0-7 0,-4-1 4 0,0 2-1 16,2 0-12-16,-2 0-40 15,0 0-100-15,2 1-20 0,-2-1-17 16,0 1-71-16,0-2-150 0</inkml:trace>
  <inkml:trace contextRef="#ctx0" brushRef="#br0" timeOffset="-71191.29">6344 11933 348 0,'0'0'300'0,"0"0"-98"16,0 0 16-16,0 0-6 0,0 0 25 16,0 0-32-16,0 0-52 0,-52-23-53 15,46 23-100-15,4 0-6 0,0 2-79 16,-2 4 30-16,-2 2 36 0,2 2 19 15,-3 0 1-15,3 0 12 16,-2 0 19-16,4 3 4 0,-2-1 3 0,2 0-10 16,0-1-3-16,0 1 0 15,2 1-6-15,0 0-7 0,0-1-1 16,0 1 5-16,4 1-16 0,0-2 18 16,0 1 7-16,2-1-13 0,0 0-12 15,1-1 15-15,-1-1 17 0,0-1-1 16,-4-1-6-16,4 1-10 0,-2 0 4 15,1-2-4-15,-3 2 10 0,0 0 9 16,2-2-5-16,-2 2-8 0,0-3-19 16,-2 3 23-16,4-2-24 0,-2 2 0 15,-2-3 0-15,0 1 14 0,2-1-3 16,-2-2-12-16,0 1-1 0,0-3 0 16,0 2 0-16,0-4 0 0,0 1 13 15,0-1 13-15,0 0 28 0,0 0 50 16,0 0 57-16,0 0 31 0,0 0-3 15,0 0-4-15,-4 0-90 0,0-1-76 16,-2-2-19-16,0 0 0 16,-3 0-2-16,1 1-10 0,-2 0 8 0,-1 0 4 15,1 1-12-15,0 1-1 0,-3 0-3 16,1 0-16-16,-1 1 16 16,3 3-6-16,0-1 0 0,-3 1-4 15,3 1 14-15,0 0-11 0,1 1-2 16,3-2-10-16,0 0 0 0,-4 1-4 15,8-1-6-15,-5 2-22 0,-1 1 3 16,0 5-19-16,-2 1-20 0,1 3-61 16,1 3-111-16,-4 4-137 0,7-7-163 15,1 7-151-15</inkml:trace>
  <inkml:trace contextRef="#ctx0" brushRef="#br0" timeOffset="-59258.47">4723 15887 60 0,'0'0'55'0,"0"0"-25"16,0 0 2-16,0 0 37 0,0 0-66 16,0 0 29-16,0 0 343 0,-2 6-215 15,2-6-153-15,0 0-7 0,0 0-33 16,0 0 33-16,0 1-1 15,2 1 1-15,-2 0-3 0,2-2 3 16,-2 1 13-16,3 0 13 0,-1 1-7 16,-2-2 14-16,0 0 6 0,0 2 23 15,0-2 26-15,0 0-4 0,0 0-49 16,2 0-35-16,2 2 0 0,-2 0 0 16,0 2 16-16,4 0 4 0,-2 1 19 15,2-1 3-15,-1 2 11 0,5 1 18 16,0 2-38-16,-1-1-32 0,3 2 38 15,0-1-36-15,-1 2 26 16,3-1 27-16,3-1 2 0,-3 2-42 0,5 1 17 16,-3-2-14-16,1 1 1 15,-1 0-1-15,1 1-19 0,1 0 0 16,-1 0 13-16,2 1 13 0,-3 2 0 16,5-1 0-16,-5 3 46 0,5 2 35 15,0 1-36-15,-3 2 7 0,7 0-13 16,-2 1-26-16,0 1-26 0,3-2 6 15,-1 1-19-15,0-3 26 0,0 1-26 16,2-2-13-16,-4 0-3 0,-3-1 16 16,-1-1-13-16,-3-1 13 0,-3-1 2 15,-5 1 1-15,2 2 36 0,-3-1 0 16,-1 2 0-16,-4 4 3 0,0 0-16 16,0 4-23-16,0 0 0 0,0 2 10 15,2-1 19-15,2 1 10 0,3 0-29 16,-3 1 10-16,0-2-22 15,0 1-1-15,3-1-25 0,-1 2 2 16,-2 0-15-16,0-2 2 0,0 0 7 16,3-1 10-16,-1-1-1 0,-2-1-12 15,-2-1-13-15,2-1-85 0,1-1 4 16,-1 0 71-16,-2-1 12 0,0 1-38 16,0-1-49-16,0-4-29 0,5-1-156 15,-5-2 93-15,2-4-12 0,0-3-161 16,-2-2 7-16</inkml:trace>
  <inkml:trace contextRef="#ctx0" brushRef="#br0" timeOffset="-58340.16">4953 15981 8 0,'0'0'130'16,"0"0"-52"-16,0 0-19 0,0 0 358 16,0 0-286-16,0 0-57 0,-60 16 8 15,52-14 22-15,-1 1 13 16,-3-1 4-16,6 2-17 0,0-1 20 15,-1-2-11-15,1 2-12 0,4-2-20 0,0 0-9 16,2 0-72-16,0-1-26 16,0 0-133-16,0 2-72 0,2 0 101 15,2-1 117-15,2 3 11 0,3-2 0 16,-1 0 1-16,6 1-24 0,-3-1 25 16,1-1 6-16,1 3-5 0,-1-2 0 15,0 2 1-15,1 1 40 0,-3-1 17 16,5 2 35-16,-5 2-35 0,0 2-14 15,5 2 33-15,-3 1-19 16,3 5-36-16,3 1 32 0,1 1-13 0,-5 5 0 16,9 3 10-16,-2 1 0 0,-1 4 0 15,5 2-23-15,-2 1 4 0,0 2-1 16,1 2 7-16,-3 0-26 16,2 0-11-16,0 0 0 0,-3 0 1 15,-3 0 10-15,1 1 4 0,-1 0-17 16,-3 0 12-16,1 1 8 0,-5-2 3 15,5 2 6-15,-3 0 16 0,0 1 10 16,3-1 0-16,-3-2-29 0,5 0-26 16,-7-5-1-16,5-2-3 0,-1-2-18 15,1-2-1-15,-3-3 7 0,0-1 0 16,-1 2 3-16,-1-1-10 0,-4 0 22 16,0 4-1-16,-3 2 1 0,3 2-1 15,-6 0 2-15,0 3 0 0,0-1 1 16,-4-4 1-16,-1-6 11 0,5 1-12 15,-4-2 2-15,0 3-3 0,0 3-16 16,4-4-16-16,-2-1 9 0,2-3-3 16,0-1 10-16,0-1-3 15,0-2-4-15,0-2 7 0,0-1 13 0,0 1 1 16,0-4-1-16,0 0-13 16,0-1 3-16,0-3-3 0,0-2-10 15,0 0-19-15,2-2-40 0,-2-1-57 16,0-1-102-16,4-1 20 0,-2-2 41 15,0 0 4-15,2 0 3 0,-1-2-137 16,3-4 85-16,-2-1 23 0,2 0 44 16</inkml:trace>
  <inkml:trace contextRef="#ctx0" brushRef="#br0" timeOffset="-57690.92">5654 17861 79 0,'0'0'92'0,"0"0"-43"0,0 0-36 0,0 0-13 15,0 0-53-15,0 0 8 0,0 0 45 16,0 0 104-16,0 0-35 16,0 0-34-16,0-12 1 0,2 8 16 15,0-2 268-15,-2-2-187 0,4 3-15 16,-2-4-27-16,0-2-16 0,-2-1-13 15,4-5-13-15,0-5 6 0,0-8-23 16,5-3-6-16,-5-3 40 16,6 3-31-16,-2 2-12 0,-1 3 36 15,-1 1-11-15,2 4 14 0,-4 1-3 0,2 2 6 16,-4-1-4-16,1 1-5 16,-3 0 2-16,0-3-6 0,0 1-13 0,0-4-7 15,-3-1-9-15,1-2 0 16,-2 0 12-16,-2-2-9 0,-2-2-10 15,2-2 7-15,-3 1 0 0,-1-3-4 16,0 0-6-16,-3 1 0 0,1-1 0 16,-3 0-11-16,1 0-2 0,-3-1 0 15,1-1 1-15,-1 0-2 0,1 2-1 16,-3 0-11-16,1 1 13 0,-3 2-19 16,0 2 2-16,3-2 17 0,-3 2-13 15,-4 0 0-15,7 1 11 0,-3 0-17 16,-4 2-10-16,9 0 3 0,-5 0-3 15,4 1-7-15,-3 0-3 0,3 3 13 16,1 0 12-16,-1 0 12 0,0 0-9 16,3 2 10-16,-3-2 1 0,5 3 0 15,-7-2-11-15,7 4 11 0,-4 0 3 16,1 2-3-16,1 0 0 16,-1 2-6-16,1 0-13 0,-3 2-1 15,1-1-12-15,1 2-1 0,3-1 7 16,-5 3-23-16,5-2-15 0,-1 2 5 15,-1 3-32-15,1-1 15 0,-1 1 74 16,4 3-77-16,-3 1 40 0,1-1-26 16,4 4-13-16,-1-3-69 0,1 2-55 15,0-3-117-15,4 1-157 0</inkml:trace>
  <inkml:trace contextRef="#ctx0" brushRef="#br0" timeOffset="-28491.99">1916 17323 57 0,'0'0'88'0,"0"0"-17"0,0 0-15 16,0 0-11-16,0 0 30 0,0 0-62 16,0 0 483-16,0 0-314 0,-2 19-107 15,0-18 0-15,0 1-26 0,0 1 6 16,0-3-16-16,2 1-16 0,0 0-20 16,0 0-1-16,0-1-2 0,0 0-13 15,0 1-3-15,0-1-10 0,0 0-10 16,0 0-9-16,0 2 2 0,0-2 30 15,0 2 13-15,0-2 0 0,0 4 1 16,0-3 1-16,0 0-2 0,0 2 0 16,0-1-20-16,0 0 4 0,0 2 15 15,2-2-19-15,2 2 1 0,-2-2-11 16,2 2 28-16,0-2-17 0,3 1-17 16,-3-1 13-16,0-2-3 0,-2 1 10 15,-2-1 16-15,2 0 0 0,-2 0 48 16,0 0 138-16,0 0 133 0,-2 0-108 15,-4 0-152-15,-5 0-14 16,3 0-3-16,0 0-9 0,0 0 3 16,-3 0 12-16,3 0-19 0,2 0-17 15,2-1-12-15,0 1-13 0,-1-1 11 16,1 0-24-16,4 1 13 0,-2-2-16 16,2 2-26-16,0 0-49 0,0 0-26 15,0 0 16-15,0 0 30 0,0 0 12 16,0 0 27-16,0 0 32 0,0 0 13 15,0 0 2-15,0 0-1 0,2 0-1 16,-2 0-2-16,0 0-2 16,4 0-18-16,-4 0-1 0,2 0 0 0,-2 2 20 15,3-2-17-15,-3 0 20 0,2 1-1 16,-2-1-1-16,2 0 0 16,-2 0 2-16,4 1-1 0,-4-1-12 15,4 0 13-15,0 0-1 0,2 0 1 16,3 0-2-16,-1-4 2 0,-2 2 0 15,2-3 4-15,1 1-4 0,-3 0-2 16,0 0-2-16,-4 1 2 0,0 0 2 16,0 2 0-16,-2 0 82 0,0 1 123 15,-2-1-50-15,-2 0-155 0,2 1-4 16,-4-3-15-16,-3 3 6 0,3 0-3 16,0 0 3-16,2 0-14 0,2 0 1 15,-2 3-22-15,2-3-40 0,2 0-52 16,0 0-134-16,0 0-289 0,0 0 117 15</inkml:trace>
  <inkml:trace contextRef="#ctx0" brushRef="#br0" timeOffset="-24084.25">5170 16275 27 0,'0'0'104'0,"0"0"-6"16,0 0-39-16,-54-51 62 0,38 36 345 16,-1 1-313-16,-4 0-20 15,3-4-55-15,-3 3-32 0,0-2-20 0,1 0 38 16,-1 2-63-16,-2 0 1 15,5-1 57-15,-5 2-40 0,6 1-15 0,-5 1-3 16,3-2 1-16,3 1-2 16,-1 1 0-16,-4-1-33 0,1-2 32 15,1 3 1-15,-4-1 14 0,-4 0-12 16,3 1-2-16,-7 2 0 0,-2-2 3 16,-3 3 39-16,-5 1 46 0,2 0-26 15,-5 2 9-15,-3 2-3 0,1 0 23 16,1 1 10-16,-5 0-30 0,5 1-6 15,-7 1-26-15,7-1 7 0,-5 2-27 16,3 0 178-16,-3 0-109 0,2 0 18 16,3 0-61-16,-5 0-22 0,5 2-21 15,-9 0 32-15,7 2-34 0,-5 0-2 16,4 0-32-16,5-1 34 0,-11 3 0 16,-8 2 0-16,-6 3 0 0,-2-1 0 15,6 0 1-15,6-2 18 0,14 1-18 16,3-3-1-16,-2 4-25 15,-7 1 25-15,-8 2 9 0,-8 5-9 0,6-4-47 16,4 3 44-16,2 2 2 16,-1 0 1-16,1 3-13 0,4 1-3 15,-6 1 12-15,5 3-9 0,5-3 10 16,7-4-13-16,6-2-10 0,6 1 17 16,-8 4 5-16,-4 5-25 0,1 4 3 15,-3 2 24-15,6 0 2 0,2 0-1 16,2-1-8-16,4-2 9 0,-2 0 0 15,2 0 0-15,4 0-2 0,3 0-28 16,-3 0 4-16,6 2-12 16,-3 3 21-16,7 0-5 0,-3 3-17 15,8 2 38-15,-3 0-22 0,3 3 4 16,4 0-1-16,2 0 7 0,2-1-6 16,0 2 3-16,2 0 14 0,6 1 1 15,5 1-1-15,-3-1-16 0,6 0-15 16,1-3 30-16,6-3-11 0,-3 1-34 15,5-5 35-15,4-3-4 0,0 2-21 16,4-2 18-16,0-5 7 0,-8-3 13 16,4-2-45-16,-2 0-2 0,8 2 45 15,10 5-25-15,-3-2 10 0,3 0 17 16,9 4 31-16,8 5-30 0,6 7 11 16,9 5 46-16,7 3-38 0,-7 0 19 15,-7-6 3-15,-4-3-41 0,-8-8 38 16,2 0-39-16,-2-5 1 0,-2 0 32 15,4-1 38-15,4-2-42 0,-2-5-29 16,4-2 0-16,2-2 13 0,0-3-13 16,-1-2-11-16,3-1 11 15,-2 0-22-15,0-4 5 0,1 0 17 0,-1 1 13 16,4-5-12-16,0-2-1 16,1-2 0-16,1 0-16 0,3-8 16 15,-3-2 1-15,-4-3 1 0,-1-4 18 16,-7-1 19-16,-2-3-23 0,-13 2-3 15,-8 3 3-15,-6 2-13 0,-6 4 13 16,-4-2-16-16,6-1 0 0,6-2-3 16,4-5-41-16,3-3 44 0,1 2 16 15,-1 0-13-15,-3-1 1 0,-2 0-2 16,0 0 24-16,-4-2-23 0,5 1 13 16,-5-3 16-16,0-1 7 0,0-1-6 15,-2-2-20-15,0-1 9 0,-6-1 4 16,-3 0 48-16,-3-1 46 0,-5 2-11 15,-3-2 23-15,-3-4 6 16,-6 2-20-16,0-1-19 0,-2 2-41 0,-2-2-33 16,0-1-24-16,0-4-1 0,2-4-19 15,0-9-9-15,0-8 2 0,2 6-6 16,0 6-6-16,0 8 6 16,-2 8 19-16,0-4 13 0,0-6 1 15,-4 2 15-15,0 1-3 0,-6 0 3 16,-3 2-14-16,1 2-1 0,-1 0 17 15,-3 3-2-15,1 2 3 0,-1-1-19 16,1 4-1-16,-3 1 1 0,5-2-48 16,-3 2 29-16,5-4-16 0,-1 0 10 15,0-3 9-15,1-2-52 0,1-4 30 16,-5-2-62-16,5-2 26 0,-8 2 20 16,3 1 50-16,-8 3 8 0,1 4 25 15,-3-1-13-15,-4 4 61 16,-2 0-48-16,-2 2 25 0,-2 1-38 15,-3 1 20-15,-3 0-20 0,-2 0 6 16,1 2-3-16,-1 1-19 0,-1 1 11 16,1 2-11-16,0-1-26 0,-3 0-9 15,3 3-13-15,-3 0-29 0,-9-1 42 16,-12 3-26-16,-11 2 48 0,-5 4 13 16,7 6-4-16,-3 6-12 0,11 0 16 15,-2 4 3-15,-1 1 22 0,1 3-2 16,-2 2-20-16,1-1 26 0,-3 0-27 15,4 2 30-15,-1-1-19 0,3 2 0 16,2 0 38-16,0 0 1 0,0 1-24 16,0 2-15-16,4-1 6 0,0 3-3 15,-3 2 0-15,6 4-3 16,-6 2-13-16,6 2 0 0,-1 5 0 0,-2 2 1 16,4 3 0-16,6-1-2 0,2-4 3 15,11-3 19-15,10-8-21 0,-2 2 35 16,0 3-35-16,-2 4 0 15,-4 3-3-15,4 1-17 0,2 0-31 16,6 1 51-16,0-3 0 0,-2 1-21 16,7 1-8-16,3-3 10 0,-4 3-4 15,7-1-2-15,-7 3-7 0,7 1 6 16,-3 2 7-16,7 3 3 0,-2-1-7 16,-1 3 7-16,5 0-9 0,4 1 2 15,0-3-9-15,4 1 3 0,0 0-10 16,4-1-12-16,0-4-17 0,8 1 7 15,1 1-7-15,-1-3-3 0,5 0 3 16,-3-1 10-16,9 2 19 0,-7-2 35 16,9 1-8-16,-4 0-8 0,4-1 4 15,2 1 16-15,-1-6-23 0,-1-3 23 16,-2-2-2-16,4 0 2 16,6 5 0-16,4 4 12 0,7-2 43 15,3 7 13-15,13 6-29 0,4 3 32 16,8 5-42-16,5-1-6 0,-1-7-20 15,-9-5 20-15,-16-9-20 0,-12-11 48 16,9 5-38-16,2-1 16 0,8 4 0 16,6 1-6-16,-4-5-23 0,-11-8-3 15,7-1-30-15,2-1 30 0,-2-3 1 16,4-1 0-16,0 0 2 0,4-3 1 16,0-3-1-16,2 0 0 0,-2-5 1 15,4 0 0-15,2 0 1 0,1-5 2 16,1-2-1-16,9-4 36 15,-7 3-37-15,1-4 1 0,5 2-3 16,-7-2 16-16,-3-1-16 0,-2 1 55 16,-6-1-36-16,-2-2-25 0,-4 3 6 15,-11 2-4-15,-5 1 2 0,-7 2 0 16,-9 1-1-16,1-2-29 0,6-2 32 16,6-2 19-16,5-3-16 0,5-5 13 15,1-1 49-15,-3-2-65 0,-5-2 0 16,3-2 12-16,-2 2 16 0,-6-2-25 15,1 0 0-15,-5-1 23 0,0 1-25 16,-7-2 34-16,1-2 0 0,2-2 7 16,0-7-10-16,2-8 7 0,0-5-36 15,-4-1 22-15,-3 6-2 0,-1 3-7 16,-6 2-15-16,1 0 2 0,-3 0 29 16,-7 2-16-16,4-1 10 0,-4-1-4 15,-4-3 13-15,-2 1 0 16,0-2-12-16,-2 0-20 0,-6 1 11 0,0 1-14 15,-1 0 0-15,-1-1 1 0,-4-6 2 16,1-9 10-16,-7-9-10 16,3 0-3-16,-6 5 1 0,-2 6 18 15,1 9-16-15,-1 6 29 0,0 8 3 16,-2 5 0-16,7 5 12 0,-11-4-21 16,-7-5-1-16,-9-3-9 0,1 3 9 15,-7-3-6-15,3 4 3 0,-2 1-19 16,5 4-3-16,1 2 53 0,-1 0-53 15,-9-4 1-15,-10-5-1 0,-2 1 1 16,-5 2 22-16,7 4-8 0,6 7-12 16,8 2 16-16,-3 3-19 0,-3 2 0 15,-2 1 2-15,4 2-2 0,-4 2 16 16,2 3-13-16,-2-1 13 0,4 2 3 16,-2 1 0-16,3 0 2 0,5 2-21 15,9 0-1-15,-5-1-1 0,-5 1-17 16,-9 0 16-16,-7 1-13 15,5 1 3-15,5 0-2 0,-1 1 11 0,-2 1-8 16,4 3 12-16,-4 2 2 16,-2 1-2-16,-4 1-16 0,4 3 13 15,0 2 1-15,-2-1-14 0,6 5 13 16,-4 2 3-16,0-2-16 0,0 2 1 16,0-1 15-16,2 3 0 0,4 0 0 15,-2-1-13-15,2 2 11 0,3 0 1 16,-3 3-2-16,6 0-1 0,13-4 1 15,4-3-23-15,4 1 26 0,-4 4 0 16,-4 6 14-16,-7 3-14 0,7 2-42 16,0 2 39-16,0 1 2 15,4 1-15-15,-1 3 13 0,3 0-28 16,3 4 8-16,1 1-2 0,0-1 12 16,4 1-15-16,4 0 25 0,-1-1-20 15,3-1 7-15,-1 1 1 0,5-1 12 16,-3 2 0-16,3 10 1 0,-5 10-11 15,3 9 10-15,5 0-16 0,0-4 19 16,7-11-3-16,3-13-13 0,0-10 3 16,0-6-9-16,5-2 9 0,3 7-28 15,2 2 6-15,-2 5 6 0,9-3 10 16,-5-3-7-16,5-5 26 0,-3-1-25 16,9-1-4-16,0 3-10 0,8 3 1 15,4-3 25-15,4-1-6 0,3-3-52 16,-1-3 55-16,4-1-35 0,3-1-1 15,-2-2 11-15,1-2 21 0,-1 0 17 16,-1-1 3-16,5 1-32 0,-7 0 0 16,5-1 29-16,-3 1-10 15,11 3 13-15,-11-1 13 0,5-1 19 16,6 4-7-16,0 0 17 0,16 6 0 16,9 5 10-16,-3-3-1 0,-6-5-9 15,-7-3-13-15,-1-5-26 0,-9-4 22 16,-1-3-21-16,6-2-4 0,2-1 16 15,4-2-16-15,-2-1 0 0,0-2 0 16,1 0 0-16,1-1 0 0,-4 1 0 16,-2 1-15-16,0 0 15 0,-3 4 2 15,3-3 11-15,0 2 6 0,-10-2 7 16,4 1 2-16,-3-4 4 0,3 3-13 16,6-3-18-16,-2 0 15 0,-2-2-16 15,4-2 2-15,-4 0 0 0,-5 0 14 16,9-2-13-16,2-4 0 0,-10-4 0 15,-9 2 10-15,-12 1-7 0,-8 0-5 16,0-2 3-16,6-2 12 0,6-3-14 16,8-3-1-16,3-5 0 0,-3-1 1 15,3-2 0-15,-3-2 0 16,-2-1 11-16,-3 0-11 0,-1-3 1 16,2 0 20-16,-4 1-8 0,-2-2-15 15,-4 0-16-15,-2 0-55 0,0 0 30 16,-2-3-20-16,-5 3 7 0,1-3-55 15,-2-1-29-15,-3-7-104 0,5-10-169 16,-9 11-271-16,3-25-526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5:57.51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5387 17451 162 0,'0'0'1'0,"0"0"-1"16,0 0 33-16,0 0 22 0,0 0-16 16,0 0 642-16,0 0-335 15,0 0-220-15,0 0-51 0,0 0 20 16,-15-2-24-16,11 2-16 0,2-1 17 16,0 1-7-16,-2 0-13 0,2-1-13 15,0-1 9-15,0 2-9 0,0 0-6 16,2 0 6-16,0 0 16 0,0 0 9 15,0-2-21-15,0 2-41 0,0 0-1 16,0 0 12-16,0 0 32 0,0 0 42 16,0 0 49-16,0-1 16 0,0 1-1 15,0 0-17-15,0 0-12 0,0 0-26 16,0 0-16-16,0 0-26 0,0 0-22 16,0 0-10-16,0 0-6 0,0 0-3 15,0 0-12-15,0 0 2 0,0 0-1 16,0 0 0-16,0 0 0 0,0 0 14 15,0 0 0-15,0 0 3 0,0 0-6 16,0 0-10-16,0 0 38 0,4 0-9 16,4 0-10-16,-4 0-3 0,5-1 3 15,-1 1-3-15,0-1 10 16,7 0-1-16,-5 1 0 0,4-2-3 0,-1 0 4 16,-1 0 2-16,7 0-2 15,-5 0 15-15,3-1-13 0,-5 1-6 16,5 1-6-16,-3-2-7 0,-1 2-11 15,1-1 12-15,-2 2-12 0,3 0 15 16,-3-1-14-16,3 1 14 0,-3 0-3 16,1 0-11-16,3 0-2 0,-3-1 3 15,1 1 0-15,1 0 16 0,1 0-6 16,-1-2-13-16,-5 2 3 0,8-1 15 16,-5 1-16-16,-1 0 1 0,3-1-1 15,-5 0 10-15,5 0-9 0,-5 0 0 16,-2-1 13-16,5 2-14 0,-3-1 0 15,0 1 1-15,3 0-1 0,-1-1 0 16,0 1 0-16,1 0 17 16,1 0-17-16,7-3 20 0,0 1-10 15,1-2 1-15,5 0-12 0,0-2 2 16,4-2 13-16,0 0-14 0,-2 1 10 16,2-3 4-16,-4 1 5 0,2 2-8 15,-2 0 9-15,-2 1 5 0,-1 0-5 16,-5 2-6-16,2 0 2 0,-5 0 4 15,1 1 9-15,-1 1-31 0,-1 1 0 16,-1 0 2-16,1 1 20 0,-1 0-10 16,3 0 0-16,-1 0-9 15,1 0 16-15,-1 0-7 0,3 0 1 16,0 0-10-16,-3 0 12 0,3 1-1 16,-1 0-12-16,-1 0-1 0,-1 0 14 15,1 1-3-15,-1-2-9 0,-1 1 13 16,1 0-4-16,3-1 0 0,-2 2 4 15,1-2-4-15,1 0 7 0,1 0-16 16,1 0 18-16,2 0-6 0,0-2-2 16,-1 2-11-16,1-2 10 0,2 2 3 15,-2-2-12-15,1 0 10 0,1 1 5 16,0 0 4-16,0 1-7 0,4-2-12 16,0 0 15-16,0 1 1 0,2-2-16 15,2 0 12-15,0 0-3 0,2 0 4 16,0-2-4-16,0 2 6 0,-2-3-16 15,2 1 0-15,-4 1-2 0,0 1 2 16,0 2 1-16,-4-1 13 0,0 1-13 16,0 0 12-16,-2 1 6 0,0 0-19 15,2 0 2-15,-5 0 11 16,7 0-5-16,-4 0-10 0,2 0 0 16,-2 0 0-16,2 0 0 0,-3 0 1 15,1 0 0-15,0 0 1 0,0 0 1 0,0 0 0 16,-3 0 0-16,1 0 15 15,-2-1-17-15,2 0 15 0,-5 1-13 16,7-3 15-16,-2 2-17 0,-5-1 14 16,7 0-14-16,-2 0 2 0,-3 0 0 15,1 0 10-15,-2 1-12 0,6 1 2 16,-7 0 9-16,1 0-11 0,-1 0 1 16,1 0-2-16,0 0 2 0,-1 0-2 15,1 0 2-15,-1 0-1 0,1 3 0 16,2-3 0-16,-3 2 1 0,3-1-1 15,0 2 1-15,-1-3 1 0,-1 1-1 16,-1 0-2-16,-1 0 1 0,2 0 0 16,-5 1 1-16,1-1 0 0,-1 1-1 15,-2 1 11-15,1-2-9 16,-1 0 10-16,3 2-12 0,-1-1 0 16,1-1-1-16,1 2 1 0,1-1 0 15,-1-1 0-15,3 0 1 0,-3 0-2 16,1-1 1-16,2 1-1 0,-3-1 2 15,1 0 0-15,-1 2 1 0,1-2-1 16,-1 0 0-16,1 0 10 0,-1 0-12 16,1 0 1-16,1 1 2 0,1-1 3 15,0 0 6-15,-1 0-9 0,-1 0-2 16,1 0 1-16,-1 0-2 0,4 0 4 16,-7 0 8-16,5 0-12 0,-1 1 18 15,1 0-18-15,-1 0 0 16,1 1-17-16,0-2 17 0,-1 2 15 0,-1 0-15 15,1-1-5-15,1 1 5 16,-4-1 3-16,3 0 9 0,-1 1-11 16,-1 0 0-16,-1-2 1 0,3 0 12 15,-3 1-13-15,3-1-1 0,-3 1 2 16,3-1 1-16,-3 0-2 0,3 0 2 16,-3 0 9-16,4 0-10 0,-5 0 0 15,5 0-1-15,-5 0 0 0,5 0-1 16,-3 0 1-16,1 0-1 0,-1 0-1 15,3 0 0-15,0 0 1 0,1 0 1 16,-1 0 1-16,1 0-2 0,1 0 3 16,0 0 0-16,-1 0-1 0,-1 0 1 15,2 1 0-15,-3 0-1 0,-1 1-2 16,2-2 0-16,-3 0 1 0,3 1 12 16,-1 0-13-16,-1 1 0 0,1 0 2 15,-1-2 1-15,-1 0 0 16,3 1 18-16,-2-1-18 0,-1 0 12 0,5 1-11 15,-9-1-1-15,3 0 12 0,1 0-13 16,1 0 10-16,-3 0-10 16,1 0 16-16,-1 0-16 0,-1 0 1 15,-3 0 0-15,4 0 9 0,-3 0-11 16,-3 0 1-16,4 0 0 0,-1 0 0 16,-1 2 0-16,0-2-1 0,-1 1 0 15,3-1-1-15,-2 0 0 0,3 0 0 16,-1 0 0-16,-1 3 1 0,-1-3-1 15,2 0 1-15,-1 0 0 0,-1 0 0 16,0 0 2-16,1 0 10 0,-3 0-13 16,4 0 1-16,-1 0 1 0,-5 0 1 15,2 0-2-15,-2 0 11 0,1 0-9 16,1 0 15-16,-4 0-18 16,0 0 0-16,0 0 1 0,0 0-2 0,3 0 0 15,1 0 1-15,-4 0 0 0,4 0 0 16,3-3-1-16,1 3 0 15,-4-3 1-15,5 2-3 0,-1 0 2 16,-2-1 1-16,3 0 0 0,-3 1 1 16,-4 0-1-16,3-1 2 0,-3 1 10 15,-2 0-10-15,4 0 1 0,-6 1 0 16,2-1 9-16,-2 1-10 0,3 0-1 16,-3-2-1-16,2 2 0 0,0-2-2 15,4 1-10-15,-4 0 10 0,5-2-16 16,1 1 16-16,0-2-10 0,1 1 9 15,-1-1-12-15,2 1 15 0,-3-3-1 16,-1 3 1-16,0 0-13 16,0 2 2-16,-3-2 10 0,-3 2 1 0,0 0 0 15,-2 0 3-15,2 1 16 16,-2 0-16-16,0 0 21 0,0 0-6 16,0 0-6-16,0 0 0 0,0-2 0 15,0 0 3-15,0 0-13 0,0-4-2 16,0 0-12-16,0-2-6 0,0-3-6 15,4-1 9-15,0 0 0 0,0-1 13 16,0-1-10-16,2 1 10 0,-1 0-1 16,-3 2 3-16,2-2 2 0,0 1 1 15,0 1 12-15,-2-1-14 0,2-1-1 16,-2-1 0-16,0-1-2 0,5 0-13 16,-7-1 2-16,2 1-8 0,-2 1 0 15,0 2 11-15,-2 1 10 0,0 1 15 16,-5 4-13-16,7-1-2 0,-2 3 1 15,2 1 1-15,-2 1-2 0,2 1-1 16,0 1-1-16,-2 0 0 16,2 0-10-16,0 0 10 0,0 0-13 0,-2 0 0 15,2 0-4-15,0 0 16 16,0 0 0-16,0 0 0 0,-2 0-12 16,2 0 15-16,-2 0 1 0,-2 0-1 15,2-2 1-15,-2 2 0 0,-5-2-1 16,1 1 0-16,-4 0-2 0,-3-1-16 15,-1 1 3-15,-3 1-7 0,-2 0 20 16,-3 0-16-16,-3 3 3 0,0 1-9 16,-6 4 2-16,-2-2 10 0,-1 3 0 15,-1-1 0-15,0 1 10 0,2-1-10 16,-2 0-6-16,-1 1 2 0,3-2 5 16,-2-1 10-16,2-1 0 0,0-2-1 15,2 0 2-15,-2-2 0 0,-1-1 0 16,1 0 12-16,2 0 0 0,-2-1-11 15,-2-4 2-15,2 2-2 0,-2 0 1 16,1-3 9-16,1 3-11 0,0-2 0 16,2-1 1-16,0 1-1 0,2 2 1 15,2-3 0-15,-2 3-1 16,4 1 0-16,0-2-3 0,0 2 2 16,3 0-1-16,-1 0 0 0,-2 1 0 15,4 0 1-15,-2-1-1 0,1 2 2 16,-1-2 0-16,2 1 0 0,-4 1 0 15,0 0 0-15,0-1-1 16,-1 1 1-16,-1 0 0 0,-2 0 0 16,-3 0 0-16,-1 1-2 0,0 2-2 0,-2-1 2 15,-2 1-1-15,-3 1-18 0,3 1 6 16,-2-1 3-16,-1 1 11 16,-1 0-12-16,4 0 11 0,-5 1 2 15,5-1-1-15,-2-2 1 0,-1 0-3 16,1 0 2-16,0-1-2 0,-3 1 2 15,3-2-11-15,-5 0 12 0,1 0 1 16,-1 0 11-16,1-1-11 0,-3 0 2 16,3 0-3-16,-3 0 1 0,5 0-1 15,-2 0 0-15,1 0 0 0,3 0 0 16,-1 0 0-16,-1 0 0 0,2 0 0 16,-1 0-1-16,-1 0 1 0,0 0-2 15,-1 3-1-15,1 0 2 0,-1 0 0 16,1 2-2-16,0-2 0 0,-1 2 0 15,-1 2 2-15,5-2-11 16,-1 1 12-16,4-3 0 0,0 2 12 0,1-1-9 16,3-2-1-16,4 3 1 0,0-2-2 15,3 0 0-15,-1-1-1 16,2 2 0-16,0-2-1 0,2 2 1 16,-1-3 0-16,3 0 0 0,0 2 1 15,3-2-1-15,-3 1 3 0,2-2 0 16,3 2 9-16,-1 0-12 0,1-1-1 15,-1-1 1-15,3 1 1 0,-3 1 1 16,7-2 10-16,-5 2-12 0,5-2 0 16,-4 1-13-16,3 0 13 0,1-1 2 15,-2 2 1-15,3-2 0 0,-1 1-1 16,0-1 0-16,-1 2 0 0,-1-2 0 16,2 0-1-16,-3 0 1 0,3 0 0 15,-5 0 12-15,-3 0-14 0,5 0-1 16,-7 0 1-16,5 0 0 15,-3 0 0-15,3 0 1 0,-4 0-1 0,3 1 0 16,-3 0-2-16,3-1 2 16,-5 0-1-16,3 2 1 0,-1-1-1 15,-2 0 0-15,5-1 0 0,-3 1-2 16,3 0 3-16,-3-1 3 0,7 0-1 16,-5 2-1-16,7-2 1 0,-1 0 1 15,-3 0-2-15,6 0 1 0,-3 0-2 16,3 0 2-16,-2 0-2 0,1 0 1 15,1 0-1-15,-2 0 3 0,2 0-1 16,-1 0-1-16,1 0 1 0,-2 0-2 16,3 0-1-16,-3 0 1 0,-4 0 0 15,5 0-1-15,-3 0 1 0,-5 0 0 16,5 0-1-16,-4-2 2 0,3 2-1 16,-1 0 0-16,-1 0 0 0,3 0 0 15,-5-1-1-15,5 1 1 0,2-1 1 16,-5 0 1-16,5 1 0 15,-5-1 1-15,5-1-2 0,0 2 0 16,-5-1 1-16,5 0 2 0,-3 1-4 16,-1-2 0-16,-3 1-3 0,3 1 1 15,-5-2-11-15,1 2 11 0,1-1 2 16,1 1 0-16,-1 0-2 0,5 0 2 16,-1 0 0-16,1 0-1 0,4 0 1 15,-1 0 0-15,5 0 2 0,-4-1-2 16,4 1 1-16,-2-2 0 0,3 2 1 15,1 0-1-15,0 0 2 0,0 0 0 16,0 0 13-16,0-2-15 0,2 2 2 16,0-1 0-16,0 1-2 0,0 0-1 15,0 0 0-15,0 0 2 0,0 0-1 16,0 0 2-16,0-1 0 0,0 1 15 16,0-1-17-16,0 1 11 0,0-1-9 15,0-1 9-15,-2 1-11 16,2-1 0-16,-2-1 1 0,0 1-2 0,0-2-4 15,0-1 1-15,-2 2 2 16,0-2-2-16,-1 2 1 0,5-2 0 16,-4 0 0-16,0 0-10 0,0-1 11 15,0 1 1-15,-2-3 2 0,-3 1-2 16,5-1 3-16,-2 2-1 0,0-3-2 16,0 2-2-16,2 0 0 0,-3-1-1 15,3 2 0-15,0-2 1 0,0 3 2 16,0-1-1-16,0 0 0 0,0 0-1 15,-3-1 2-15,5 1 1 0,0 1-1 16,0 1 2-16,0 1 0 0,0 1-2 16,0-1 0-16,2 2-1 0,-2 0-1 15,2-2-16-15,0 2 16 0,-2 0-1 16,2 0 1-16,0 1 0 0,0-2 1 16,0 1-1-16,0 0 1 0,-2 0-1 15,2 0 2-15,0 1 2 0,0-2-1 16,0 1 1-16,0-1-2 15,-2 1-2-15,2 1-14 0,0-2 4 16,0 1-6-16,0-2 0 0,0 3-4 16,0-3 1-16,0 0-6 0,2-1 5 15,0-1 7-15,0-1 12 0,2 1-9 16,-2-1-4-16,2 0 4 0,0 1 9 16,3-1 0-16,-5 2-12 0,4-1 14 15,0-1-1-15,-2 0-10 0,2 0 8 16,3-1 1-16,-1 0-12 0,2-2 13 15,-2 1 2-15,5-1 0 16,-3 0 0-16,1 1-9 0,1-2 9 0,-4 3 0 16,0 0-1-16,1 2 0 0,-1 1-1 15,-2 0 1-15,-2 0 1 16,1 2-1-16,-3 0 1 0,2 0 0 16,0 0 2-16,0 1-2 0,0-2-1 15,-2 2 1-15,0-1-2 0,2 1-1 16,1-2 0-16,-1 3 1 0,-2-1-14 15,0-1 14-15,4 1-10 0,0-1 11 16,-2 2-1-16,3 0 1 0,-1-1-2 16,-2 1 1-16,8-1 0 0,-3 1 2 15,-1 0 0-15,2-2 0 0,0 1 0 16,3 1 0-16,-3-1 15 0,3 0-14 16,-3 1 0-16,2-1-1 0,1 1 0 15,-5 0 0-15,4-1 2 0,-1 1-1 16,-1 0 0-16,0-1 0 0,1 1 1 15,-1 0 11-15,3 0-13 0,-3 0 1 16,2-2-1-16,-1 1 1 16,1 1 0-16,-2-1 0 0,3 1 0 15,-5-1-1-15,2 1 1 0,-3-1-1 16,3 1 1-16,-2 0-1 0,0 0 0 16,-1 0 1-16,7 0 1 0,-4 0 0 15,-1 0 0-15,7 0-1 0,-3 0 2 16,3 0-1-16,-1 0 0 0,-1 0-1 15,3 0 0-15,-3 0 0 0,-2 0 11 16,1 0-11-16,3 0 2 0,-5 0-1 16,1 0-2-16,1 0 3 0,-1 0 10 15,0 0-10-15,-1 0-1 0,1 0 10 16,5 0-10-16,-3 0 10 0,3 0-10 16,-3 0 11-16,1 0-13 0,3 0 12 15,-1 0-9-15,-1 0 12 16,1 0-12-16,-3 0 0 0,3 0 9 0,-3 0-12 15,-3 0 1-15,5 0 1 0,-3 0 1 16,-1 0 0-16,2-2 10 0,-5 2-11 16,7 0 1-16,-3 0-2 15,1 0 2-15,3 0-3 0,-1 0 1 16,5-1 11-16,0 1 0 0,-1-1-9 16,5-1-1-16,-2-1 1 0,2 1 0 15,-3-1 13-15,3 0-15 0,0 1 14 16,-2 0-15-16,-1 0 1 0,-1 1 1 15,0 0 1-15,-3-1-1 0,1 2 1 16,0-1 0-16,-1 1 12 0,1 0-12 16,-1 0 0-16,3-1 10 0,-2 0-12 15,1 0 14-15,1 0-14 16,2 1 2-16,-3-2 0 0,-1 2 8 0,2 0-11 16,-5-1 0-16,5 1 3 15,-3 0-1-15,-1 0 0 0,2 0-1 16,-3 0 1-16,1 1-2 0,-1 1 2 15,3 0-2-15,-3-1 0 0,5 0 0 16,-2 0 1-16,-1 2 2 0,5-2 9 16,0 0-11-16,-3 0 12 0,5-1-13 15,-2 0 1-15,0 0 1 0,1 0-1 16,-3 0 19-16,4 0-19 0,0 0-1 16,0 0 2-16,-1 0 16 0,1 0-15 15,2 0 18-15,2 0-18 0,-2 0 16 16,-2 0-18-16,6-1-1 0,-4 0-2 15,1 0 2-15,1 0 1 16,-2-1 11-16,2 1-11 0,-2 1 0 0,2 0 0 16,-2 0-1-16,-2 0 0 15,0 0 0-15,-1 0 0 0,-3 1 1 0,2 2 1 16,-1-1-1-16,-3-1 0 16,2 1 0-16,-1 0-1 0,1-2 2 15,-2 1-1-15,-1 0 11 0,1-1-11 16,0 0 0-16,-1 0 0 0,-1 0 1 15,-3 0 0-15,1 0 1 0,-1 0 0 16,3 0 12-16,-3 0-14 0,1 0 2 16,-3-1-1-16,4 0 1 0,-1 1 9 15,1 0-10-15,1 0 0 0,0 0-2 16,1-2 0-16,-1 2 0 0,1 0 0 16,1 0 0-16,2-2 0 0,-3 1 0 15,3 0 3-15,2 0-2 0,-3 0 1 16,1-1 1-16,0 1-1 0,1 0 1 15,1-1 9-15,0-1 0 0,2 1-10 16,-1-1-1-16,1 0-1 0,2 1 0 16,-2-1-1-16,4-2 1 15,-2 1 1-15,0 1 0 0,-1 1 0 16,1-2-1-16,-2 2 0 0,-2 0 0 16,-2 0 0-16,-1 1 0 0,-1 1 3 15,-3 0 9-15,5 0 0 0,-6 0-11 16,3 0-1-16,1 0 0 0,-1 0-1 15,1 0 2-15,2 0 1 0,1 0-2 16,-1 0 0-16,0 0 1 0,-1 0 1 16,5 0 1-16,-4 0 0 0,0 0 9 15,-1 0-12-15,3 0 0 0,-2 0 1 16,-3 0 0-16,3 0 0 0,-3 0 0 16,1 0 1-16,2 0 0 0,-1 1 0 15,1 1 1-15,-2 0 9 0,3-1-9 16,-1 0 9-16,2 0-10 0,0 0 0 15,1 1-1-15,-3-2 2 0,2 2-1 16,2-2 0-16,-3 3-1 16,1-3 0-16,0 0 0 0,-3 0 0 15,3 0 0-15,-2 0 11 0,0 0-12 16,-3 0 1-16,-1 0 1 0,-1 0 13 16,1 0 4-16,-3 0-17 0,-1 0 10 15,1 0 0-15,-4-1-1 0,1 1-10 16,1 0-1-16,-1 0 2 0,-3 0 0 15,0 0-2-15,4 0 0 0,-3 0-1 16,3 0 0-16,-2 0 1 0,5 0 0 16,1 0 1-16,3 0-1 0,0 0-2 15,1 0 0-15,1-2 0 0,0 2 0 16,-1 0 2-16,-1 0 0 0,-2-1 0 16,-1 1 0-16,-4 0 2 0,3 0 1 15,-7 0 0-15,3 0 0 16,-5 0 15-16,4 0-6 0,-2 0-11 15,1 0 1-15,-3 0 0 0,2 0-2 0,-4 1 0 16,0-1-1-16,5 0-1 16,-1 2 0-16,0-2-10 0,0 1 11 15,1-1-2-15,-1 2 2 0,2-2 0 16,-4 1 1-16,1-1 1 0,-1 0-1 16,-2 1 0-16,2-1 2 0,-4 0 12 15,0 0-13-15,-2 0-1 0,2 2 0 16,3-2 0-16,-5 0-1 0,6 0-11 15,0 0 10-15,0 0-1 0,7 0-9 16,-1 0 9-16,5 0 1 0,-5 0-13 16,0 0 14-16,3 2-2 0,-1-2 3 15,-1 0-2-15,-7 1 2 0,4-1 1 16,-4 0 2-16,-4 0 0 0,3 0 12 16,-3 0 0-16,0 0-3 15,-2 0 3-15,0 0 0 0,0 0 3 0,0 1-16 16,0-1-1-16,0 0 1 0,0 0-2 15,0 0-3-15,0 0 0 16,0 0 1-16,0 0 1 0,0 0-1 16,0 0 2-16,0 0 0 0,0 0 1 15,0 0 0-15,0 0 2 0,0 0 0 16,0 0-2-16,0 0 3 0,0 0-2 16,0 0 1-16,0 0-2 0,0 0 0 15,0 0 0-15,0 0-1 0,0 0 0 16,0 0 1-16,0 0 0 0,0 0 0 15,0 0 2-15,0 0 0 0,0 0 0 16,0-2-3-16,0-3 0 0,-2-1 1 16,0 1-1-16,-5 2 0 15,7-5 0-15,-2 4-2 0,0-1 1 16,0-1-2-16,2 0 1 0,-2 0-10 16,0 1 9-16,2-1 0 0,-2-1 1 15,2 1 0-15,0 0-10 0,-2 2 12 16,0-2-1-16,2 1 1 0,0 0 0 15,0 1 0-15,-2 0-1 0,2 1 0 16,-2-1-11-16,0 1 12 0,2 0-1 16,-2-1 0-16,2 2 1 0,-7-1-1 15,5 1 0-15,0 1-1 0,0 0 0 16,0-1-1-16,0 1 1 0,0-1-13 16,0 2 14-16,-2-2-2 0,4 1 1 15,-4 0-1-15,2-1 0 0,-3 1-9 16,-1 0 9-16,-2-1 0 0,0 0-15 15,2 1 16-15,-7-1-13 0,-1-1 12 16,-1 3 2-16,3-1-1 0,-1 0 1 16,-3-1 0-16,-1 2-2 15,1-1 2-15,-1-1-1 0,1 1 1 16,-1 0 0-16,-1 0 0 0,1-2-1 16,-4 3 0-16,1 0-1 0,-3-1-18 15,-2 1 3-15,2 0 18 0,1 0-1 16,-3 0 1-16,0 0 0 0,2 1 0 15,1-1 0-15,-5 2-3 0,4 0 1 16,-2 0-1-16,-2 1 1 0,0-1 0 16,-4 0 0-16,0 1 0 0,2 0-1 15,-2-1 2-15,-2 1 1 0,2 0 0 16,0-1 0-16,-2 0 1 0,0-2-1 16,0 2 0-16,0-1 0 0,0-1-2 15,0 2 0-15,2-1-1 0,0-1 1 16,0 0 1-16,2 0 0 0,2 0-1 15,0 0-1-15,4 0 1 0,1 0 0 16,-1 0-1-16,0-1 3 16,3-1 0-16,-1 2 3 0,0-3-3 15,1 2 3-15,1-2-1 0,0 1 0 0,-5 0 0 16,3-2-1-16,0 4-1 16,-4-2-2-16,1 1 2 0,1 0-1 15,0-1 1-15,-2 2-2 0,0-1 2 16,5 0 0-16,-5 1 0 0,2-2 0 15,5 1 1-15,-5-1-1 0,0 2 0 16,3-2 0-16,-3 0 1 0,0 0 1 16,2 1-2-16,-3 0 0 0,1 0-2 15,0 0-10-15,-2 1 11 0,0 0 1 16,3 0 17-16,-1 0-17 0,0 0 0 16,1 0 4-16,-1 0-4 15,2 0-16-15,-2 0 16 0,3 0 1 16,-3 0 2-16,0-2-1 0,1 2 1 15,1 0-1-15,-4 0 1 0,2 0 9 16,-2 0 1-16,5 0-13 0,-3 3-2 16,0-1 1-16,3-1-2 0,-1 2 2 15,2-1 0-15,-3-1-1 0,3 2 0 16,-2-3-10-16,3 3 12 0,-1-2 2 16,-4 1-2-16,7-1 1 0,-3 0 0 15,1 0 0-15,-1 0-1 0,0-1 2 16,3 2 0-16,-5-2-2 0,3 1 1 15,-1 0-1-15,3-1 12 0,-1 0-10 16,-2 1 0-16,3-1-2 0,-3 0 0 16,3 0-2-16,-5 0 0 0,4 1 2 15,1-1-1-15,-3 0 2 0,3 0-1 16,-3 2 0-16,3-2 2 0,-3 1-1 16,0 0 0-16,3 0-1 15,-1 0-1-15,1-1 0 0,-3 2 0 16,1-1 1-16,1-1-2 0,-4 2 1 15,5-1-10-15,-7 0 10 0,5 1 1 16,-3 1-1-16,0-2 1 0,3 0 0 16,-3 1 3-16,2 0-2 0,1-2 1 15,-1 0 0-15,1 0 16 0,-1 0-18 16,2 0 2-16,-1 0 0 0,-3 0 0 16,0 0-2-16,-1 0 2 0,5-2 0 15,-6 1-2-15,3 0 1 0,1 1-1 16,-2 0 0-16,5 0-3 0,-1 0 3 15,3 0 0-15,-1 0 0 0,1 0-2 16,0 0 1-16,1 0-1 0,1 0 1 16,-1 1 1-16,1-1 0 0,2 1-1 15,-5 1 1-15,7-2 2 16,-7 0 10-16,3 0-1 0,0 0-11 16,-3 0 0-16,1 0 0 0,1 0 3 15,1 0 0-15,-3 0 0 0,-1 0 0 16,5 0 8-16,-3 0-11 0,2-2-1 15,-1 1 0-15,-5 0 0 0,5 1 0 16,-1-1 0-16,-3 1-2 0,1 0-9 16,-3 0 9-16,0 0-7 0,3 1 9 15,-3 0 1-15,3 2-2 0,-1-3 2 16,1 1-1-16,-1 1 0 0,1 0-1 16,-1 0 2-16,3-2 3 0,-5 3-2 15,7-1-1-15,-7-1 3 0,9 0-1 16,-5 1 1-16,-1-2-2 15,3 0 0-15,-1 1 0 0,-1 1 0 16,-3-2 0-16,5 1-1 0,-5 0 0 16,5 0-3-16,-3 0 2 0,1 1 1 15,1-2 0-15,-3 1 0 0,3 1 0 16,-1-1 0-16,1 1 0 0,-3-2 0 16,3 1-1-16,-5 0-1 0,7 1 2 15,-7 0-1-15,5-1 0 0,-5 0-14 16,3 1 13-16,-5-1-13 0,4 1 13 15,1-1 2-15,-1 0 1 0,1 0 20 16,3-1-3-16,1 0-6 0,0 0-11 16,3 0 1-16,-3 0 0 0,2 0 11 15,-3-1-12-15,-1 0-1 0,5 1-17 16,-1-1 17-16,0 1 22 0,2 0-8 16,1 0-14-16,1 0-3 15,0 0 1-15,0 0-13 0,-3 0 11 0,5 0-8 16,0 0 10-16,-2 0-10 15,0 0 12-15,-2-2 0 0,3 2 0 16,-3 0 0-16,0 0-2 0,-5 0 1 16,5 0 1-16,-2 0 0 0,0 0-1 15,-3 0 1-15,1 2-1 0,-3-2 0 16,3 0-1-16,-1 0 1 0,-1 1 1 16,-1 0 0-16,1 0 2 0,-3 0-2 15,1 1-45-15,1 0 45 0,-1 0 3 16,6 0 8-16,-3 1-11 0,3-2-1 15,2 1 0-15,-1-2-1 0,1 1 0 16,-2-1 2-16,4 1-1 0,-3-1-1 16,1 2 0-16,0-1 2 0,2-1 3 15,-1 0-1-15,3 2 1 0,-2-2 9 16,-2 0-12-16,4 1 1 0,-1-1-1 16,-1 0 0-16,2 0-2 0,-2 0 1 15,-2 0 0-15,3 0 1 16,1 1-3-16,-2-1 1 0,2 2-10 0,-4-2 12 15,-1 0-3-15,3 0 1 0,-4 0 1 16,0 2 1-16,-1-1-2 16,-1-1 1-16,2 2-1 0,-3-1 0 15,3 2-1-15,-5-1-7 0,7-1 9 16,-2 1 1-16,-1 0-1 0,1-2 1 16,4 2-1-16,2-2 1 0,-2 1 0 15,1 1-3-15,-1-1 0 0,4-1 0 16,0 0 2-16,0 1 0 15,2 1-2-15,-2-2 0 0,2 0 1 0,-2 0 1 16,0 0-2-16,2 0 1 0,-2 0 0 16,2 0 1-16,-2 2 0 0,2-1 0 15,0-1 0-15,-2 0 0 16,2 1-1-16,0-1 0 0,-2 2 0 16,2 0-13-16,-5-2 12 0,5 1-9 15,-4 2 9-15,0 0-15 0,0 0 16 16,0 1-16-16,0 2 18 0,-2-1 0 15,-1 1 2-15,-1-1 1 0,4 1 0 16,0 0-1-16,-2-1-1 0,1 0 1 16,-1 1-2-16,2 0-2 0,-2 0-1 15,2 0 3-15,-2 1-1 0,1-1-1 16,1 1 0-16,0-1 1 0,-4 0 0 16,4 2 1-16,0-3 0 0,-1 1 0 15,1 0-2-15,0 2 1 0,0-2-1 16,0 2 0-16,0-2-1 0,0 2-9 15,2-2 9-15,0 2-12 0,-1 1 12 16,1-1-15-16,0-1 17 0,0 0-11 16,0 2 12-16,0 1-1 15,0-2 1-15,0-1-1 0,0 2 1 0,0-2 0 16,2-1-1-16,-4 0 1 16,2 0 0-16,2-3 0 0,0 2-2 15,-2 0-2-15,2 0 1 0,0 0 1 16,0 0-10-16,-2 0 11 0,2 0-1 15,0 2 1-15,0 2-1 0,0 0 2 16,0 1 21-16,-3-1-21 0,3-3-1 16,0 0-14-16,0-1 13 0,0-3-1 15,0 3 1-15,0-2-10 0,0 1 9 16,0 1-21-16,0-3 22 0,0 2-10 16,0-2 9-16,0 3-9 0,0-2 10 15,3 0 0-15,-3 3 0 0,0-4-1 16,2 3 1-16,-2-1 1 0,2 0-2 15,-2 0 2-15,2 2-1 0,2-2 1 16,-2 2-1-16,0-2 0 0,0 3 0 16,0-2 1-16,0-1-2 0,0-1 1 15,-2 1 2-15,2-2-2 16,0 2-1-16,-2-3 0 0,2 2 1 16,1 0-13-16,-3 1 13 0,2-1-11 15,-2 0 11-15,2 0-13 0,0 0 14 16,0 0-11-16,-2 0 11 0,4 0-2 15,-2-1 1-15,0 2 1 0,-2-2 1 16,4 0-2-16,-4 0 1 0,2-1 0 16,-2 2 0-16,2-1 0 15,-2-1-2-15,2 0 0 0,0 1-13 0,-2 1 13 16,3-2-12-16,-1 0 12 0,-2 2-12 16,0-2 12-16,2 1 0 15,-2 0-13-15,0 0 16 0,2 0-2 16,0 1 1-16,-2-2-2 0,0 0 2 15,2 0 1-15,-2-1 0 0,0 2 0 16,0-1 1-16,0-1 1 0,4 0-2 16,-2 2-1-16,-2-1 0 0,2 0 0 15,-2 2-2-15,4-2 0 0,-2 1-12 16,0 0 13-16,-2 0-13 0,2-1 14 16,-2 0-1-16,3 1 2 0,-3-2-2 15,2 1 2-15,-2 0 1 0,0 0-1 16,0-1-1-16,0 1 1 0,2-1 0 15,-2 0 0-15,0 2-2 0,2-1-1 16,-2 1-10-16,0-1 10 0,2 0 0 16,0 1 0-16,0-1 0 0,-2 1-15 15,4 0 16-15,-2 2-1 0,0-3 1 16,2 2 2-16,1 0 1 0,-3-1-1 16,0 1-2-16,2-2-14 15,-4 2 1-15,2 0 0 0,2-1-1 16,-4 0 13-16,6 1-15 0,-4-1 16 15,0 1-10-15,2-2 11 0,-1 1-1 16,-1-1 0-16,-2 1 2 0,0-2 1 16,0 0 2-16,2 1-1 0,-2-1-1 15,0 0 0-15,2 1 0 0,-2 1-1 16,0-2 0-16,2 0 0 0,0 1 0 16,-2 1-3-16,2-2 0 0,0 1 1 15,0 1-1-15,-2 1-13 0,2-3 15 16,2 0 1-16,-4 1 0 0,0-1 0 15,0 0 1-15,0 0 2 0,2 0-1 16,-2 0 1-16,0 0-2 0,0 0 2 16,0 0-3-16,0 0 2 0,0 0 0 15,0 0 0-15,0 0-1 0,0 0 2 16,0 0 9-16,0 0-10 0,0 0 1 16,0 0 12-16,0 0 1 15,0 0-14-15,0 0 1 0,0-1-2 16,0 1 2-16,0 0-2 0,0 0 1 0,0 0-1 15,0 0 1-15,0 0-2 16,0 0 0-16,0 0-1 0,2 0-11 16,-2-2-4-16,5-1 16 0,-1 0 0 15,0 0 0-15,0 1-1 0,2-3-1 16,2 1 0-16,-1 1-16 0,-1-2 16 16,0 2 0-16,-4 0 0 0,2 2 0 15,2-2 1-15,-1 0 1 0,-1 3 0 16,-2-2 0-16,0 1 1 0,0 0-1 15,-2 1 1-15,0 0 11 0,2 0 0 16,-2 0 4-16,0 0-14 16,0 0-1-16,0-2-1 0,0 2-3 15,0 0-15-15,0 0 18 0,2-1 0 16,0 1 0-16,-2-3-1 0,0 3 1 16,0-1 0-16,0 1 0 0,2 0 1 15,-2 0 0-15,0 0 2 0,0 0-2 16,0 0 1-16,0 0-2 0,0 0-1 15,0 0-17-15,0 0 0 0,0 0-7 16,0 0-21-16,0 0-12 0,0 0-10 16,0 0 16-16,0 0-25 0,0 0-10 15,0 0-21-15,0 0 0 0,4 0-82 16,7 0-173-16,1 0-189 0,-6-2-520 16,0-16-557-16,-45 38 1139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04.75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11499 17373 40 0,'0'0'36'0,"0"0"23"0,0 0-20 16,0 0 10-16,0 0-4 0,0 0-43 16,0 0 154-16,-6 10 167 0,6-10-160 15,0 0-75-15,0 0 0 0,0 0 45 16,0 0 46-16,0 0 3 0,0 0-32 16,0 0-53-16,0 0-90 0,0 0-7 15,0 0-75-15,4 1 26 0,-2 0 30 16,0-1 17-16,3 1 2 0,-1 0-25 15,2-1 25-15,-2 0 0 16,0 0 0-16,2 0 0 0,1 0 15 0,-1 1-14 16,4-1 1-16,-4 0 1 0,5 0 20 15,1 0-3-15,-4 0-17 0,5 0-2 16,3 0 22-16,-1-2-22 16,5-1 18-16,1-1-19 0,0-1 1 15,4 0 9-15,1 1 19 0,-3 0-27 16,2-2 31-16,2 2-30 0,0 1 10 15,-2-1-13-15,-1 2-13 0,1-2 13 16,2 3 14-16,-6-2-12 0,1 2 16 16,3-1 5-16,-4 2-10 0,2-1 15 15,-1 0-27-15,-1 1-2 0,2 0 2 16,0 0 12-16,-3 0-11 0,3-2 11 16,0 2 22-16,-3-1-31 0,7 1 38 15,-4-1-23-15,4 1-18 0,-4 0 19 16,-1 0-14-16,3 0-3 0,2 0-3 15,-4 0 35-15,2 0-2 0,-1 0-4 16,3 0-13-16,-2 0 28 0,0 0-43 16,0 0 40-16,4 0-39 0,-9 0 15 15,7 0 12-15,0 0-27 0,0 0 30 16,0-1 4-16,-2 0-35 0,-1-1 2 16,1 2 10-16,2 0 6 15,-4 0-17-15,-1 0 20 0,3 0-9 16,4 0-12-16,-6 0 1 0,8 0 27 15,-2 0-29-15,2 0 20 0,0 0 2 16,2 0-6-16,-2-1-16 0,4-1 0 16,-4 1 13-16,0-3-13 0,0 3 0 15,2-2 2-15,0 2 8 0,-4-1-9 16,0 2-1-16,0 0 13 0,0-1-13 16,-2 1-2-16,2 0-1 0,0 0 3 15,2 0 1-15,0 0 28 0,-2 0 26 16,0 0 15-16,-2-1-34 0,4 1-4 15,-5 0 10-15,3-2-7 16,0 2-22-16,-4 0 6 0,-2 0 13 16,0 0-9-16,-1 2-1 0,-1-1-21 15,2 0 0-15,2 2 1 0,-7 0 2 16,7-2 12-16,2 1-4 0,-2-2 11 16,-3 2-21-16,7-2 11 0,-4 0 0 15,6 0-1-15,-4 1 4 0,-4 0 4 16,4 0-1-16,0 2-19 0,1-3 1 15,-3 1 1-15,0 0 1 0,2-1-1 16,-2 0 1-16,2 0 10 0,-7 0-13 16,7 0 0-16,-2 0 0 0,2 0 16 15,-2 0-14-15,2 0 14 0,-3 0-14 16,5 0 2-16,2 0-3 0,0 0 18 16,0-2-19-16,0 2 1 0,2-4-1 15,-2 2 0-15,2 0 0 0,1-1 0 16,-3-1 0-16,0 0 0 0,-5 2 0 15,5 0 1-15,-4 0-1 16,0 2 0-16,-4 0 1 0,-2 0 1 16,3 0-1-16,1 0-1 0,-4 1 0 15,4 1 3-15,4-1 0 0,0 1-3 16,4-2 1-16,0 0 0 0,4 0-1 16,0 0-1-16,4-3 0 0,3 2 1 15,-3 0-2-15,1 1 2 0,-1 0-3 16,4 0 3-16,-5 2 0 0,-1 1 0 15,0 1-1-15,-4 0 1 0,5 1 3 16,-7-2-3-16,2 1-1 0,0-1 1 16,-2-1-1-16,2-1 1 0,0-1 2 15,0 0 2-15,-1-1-1 0,3-2 0 16,-2 0 0-16,-2-1 0 0,2 0 1 16,-2 2-2-16,0-2 17 0,0 4-17 15,-2-1 14-15,2-1-13 0,0 2 13 16,1 0 3-16,-1 0-19 0,-2 0-1 15,4 0 1-15,-2 0 1 16,0 0 0-16,0 0-1 0,2-1 1 16,0 0 0-16,0-1 1 0,1 0 11 15,-1 0-10-15,4-2 13 0,-6 2-14 16,0-2 27-16,0 2-10 0,0 0-6 16,-2-1 12-16,0 2-3 0,-2 0-21 15,4 1 2-15,-2-2 10 0,0 2 9 16,4 0 13-16,-1 0-19 15,1 0-14-15,2 0 0 0,2 0 0 16,2 0 1-16,-1 0-2 0,1 0 3 0,5-2-4 16,-5 0-2-16,0-2-1 15,5 2 0-15,-7-3 3 0,0 1-2 16,1 1 2-16,-5-1-1 0,0 1 1 0,0-1 0 16,-4 2 12-16,0-3-12 15,2 2 0-15,-2 0 0 0,-2 2 0 16,4-2-1-16,0 0 1 0,4 1 1 15,-1-2-1-15,1 0 0 0,4 1 0 16,0-2 0-16,-3 1 0 0,1 0-1 16,-2-1 0-16,-4 2 1 0,0 0-3 15,0 2 2-15,-8-1 1 0,2 2 3 16,-6 0-3-16,1 0 0 0,-1 0-2 16,-2 0 6-16,-1 0 2 15,-3 0-6-15,3 0 1 0,-5 0-1 0,3 0 19 16,-5 1-17-16,-3 0 11 0,4-1-11 15,-3 0 17-15,-1 0-18 16,0 0 1-16,2 0-2 0,-3 0 0 16,3 0 0-16,0 0-1 0,-1 0-7 15,-3 0 8-15,0 0 2 0,-4 0 17 0,-2 0-18 16,2 0 2-16,-2 0 16 16,0 0-17-16,4 0 1 0,-4 0-3 15,0 0-13-15,4 0 1 0,1 0 9 16,-1 1 1-16,2-1-1 0,0 3-12 15,-2-2 15-15,4 0-1 0,-3 0 0 16,1-1-3-16,-4 0 2 0,0 2-1 16,0-2 1-16,-2 0 2 0,2 1 3 15,-2-1 11-15,0 0-14 0,0 1-25 16,2-1 6-16,0 1 19 0,-2 0-17 16,6 1 17-16,-1-1 0 0,-1 2 3 15,0-3-2-15,0 3 1 0,2-3 1 16,-4 3 0-16,0-3-3 0,0 1 2 15,5 1-2-15,-1 1-13 16,0 0 12-16,2 0 1 0,3-2-13 16,1 2 12-16,2 0 0 0,-1-3-2 0,1 1 0 15,-1 1-10-15,-1-2-19 16,-2 0-28-16,-3 0 6 0,1 0-3 16,-4 0 9-16,-2 0-9 0,0-2-1 15,-2-2 7-15,2-3-86 0,0-5-169 16,-2 3-272-16,2-13-643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12.3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3558 14399 25 0,'0'0'33'0,"0"0"9"0,0 0-13 15,0 0-9-15,0 0 3 0,0 0-4 16,0 0-15-16,-15 6-3 0,11-4 15 16,2 0 7-16,0 0 19 0,-2-1-13 15,2 1-6-15,0-1 300 0,-3-1-186 16,1 1 23-16,2 1-7 0,0-2-23 16,2 0-23-16,0 0-16 0,0 0 1 15,0 0-1-15,0 0-7 16,0 0-19-16,0 0-6 0,0 0-1 15,0 0-16-15,0 0-9 0,0 0-33 16,0 0 0-16,0 0-10 0,0 0 10 16,0 0 19-16,0 0 30 0,0 0 9 0,0 0 27 15,0 0 28-15,0 0-25 16,-6 0-14-16,4 0-9 0,0 0 12 16,-4 0-22-16,6 0-7 0,0 0-19 15,-2 0 0-15,2 0 10 0,0 1 3 16,0-1-10-16,0 0-6 0,0 0-14 15,0 0-12-15,0 0 0 0,0 0-1 16,0 0-12-16,0 0 3 0,0 0 10 16,0 0 22-16,0 0 10 0,0 0 4 15,0 0 15-15,0 0 7 0,0 0 3 16,0 0-4-16,0 0-6 0,0 0-22 16,0 0-13-16,0 0-3 0,0 0-10 15,0 0 0-15,0 0 0 0,0 0 13 16,0 0 3-16,0 0 19 0,0 0 4 15,0 0 5-15,0 0 4 0,0 0-6 16,0 0-20-16,0 0-25 0,0 0-1 16,0 0-28-16,0 0 1 15,0 0-1-15,0 0 7 0,0 0 6 16,0 0 16-16,0 0 13 0,2 0 9 16,-2 0 0-16,0 0 10 0,2 0-3 15,0 0-7-15,-2 0-3 0,2 0-7 16,0 2-8-16,0-2-2 0,4 1 0 15,2 1-1-15,-3 1 1 0,-1-3 11 16,4 2-1-16,2 0 1 0,1-1 9 16,-3 1-6-16,6 0-13 0,-3-1 13 15,1-1 6-15,3 0-10 0,-5 2 4 16,2-1 3-16,3-1-6 16,-3 1-11-16,1 1 1 0,1-1 16 15,-4 1-7-15,5-1 1 0,-3 1-10 16,3 1 16-16,-1 1-16 0,5-2 13 15,-5 0 0-15,5 2-4 0,-3-3 10 16,5 0-19-16,-2 1 13 0,1-1 3 16,-3 1-16-16,6 0 16 0,-3-1-7 15,-3 2-9-15,3-3 10 0,-3 2-12 16,4-1 0-16,-1 2 2 0,-3-3 10 16,-1 2-12-16,1-1-2 0,0 0-2 15,-1 1 2-15,-1-1 0 0,-3 0-12 16,0 1 11-16,-1-2 1 0,-1 3-1 15,-2-2 2-15,1-1 1 0,-1 1-1 16,-2 0 1-16,-2 0-1 0,0 1 1 16,-2-2 0-16,2 1-1 0,1 0 0 15,1-1 0-15,0 1 0 16,0 0 0-16,-2-1 0 0,3 0 0 16,3 2 1-16,-2-2 2 0,0 0-3 15,1 1 0-15,3 0-1 0,-4 0-1 16,1 0 1-16,3 1 0 0,-2-2 1 15,-1 1 2-15,3 0 11 0,0 1 3 16,-1-2-14-16,1 3-1 0,-1-2 12 16,-1-1-10-16,2 2 0 0,1 1 9 15,-3-3-12-15,2 1 3 0,-1 0-1 16,-3-1 0-16,2 2 10 0,-1 0-12 16,-1-2 1-16,-4 0-1 0,0 0 0 15,4 1 1-15,-1 0 0 0,-3-1 2 16,0 0 10-16,0 0-12 0,-4 0 14 15,4 0-2-15,-2 0-11 0,0 0-1 16,4 0-1-16,-3 0 0 0,-1 0 0 16,2 0-2-16,-2 0 1 0,2 0 0 15,0 0-2-15,2 0 2 16,3 0-1-16,-1 0 0 0,0 1-1 16,0-1 3-16,1 1 0 0,-1-1 0 15,0 2 0-15,-4-2 0 0,0 0 2 16,5 1-2-16,-5-1 1 0,0 1-1 15,0-1 2-15,0 0 1 0,-2 0-1 16,-2 2-1-16,4-2 1 0,-2 0-1 16,-2 0 2-16,3 0 0 0,1 0-1 15,-4 2 0-15,2-2 0 16,0 0 2-16,-2 0-3 0,0 0-1 0,2 1-1 16,0-1 0-16,-2 0 0 15,2 0-1-15,-2 1 2 0,0-1 2 0,0 0-1 16,0 0 1-16,0 0 1 0,0 0 9 15,2 0-12-15,-2 0-2 16,0 0-10-16,0 0 9 0,2 0-10 16,0 0 10-16,0 0-13 0,0 2-12 15,0-2-12-15,1 0-15 0,-1 1-1 16,-2-1-16-16,2 2-7 0,4-2-21 16,-4 0-33-16,6 0-48 0,0 0-109 15,5-5-221-15,-3 3-237 0,5-4-753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14.0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10526 14326 55 0,'0'0'118'16,"0"0"-46"-16,0 0 3 0,0 0 348 16,0 0-234-16,0 0-163 0,0 0-26 15,-13 21-26-15,11-18-3 0,2 0 9 16,0-1 20-16,0 2 14 0,0-2 45 16,0-1 32-16,0 1 49 15,0-2 39-15,0 1 17 0,0 0-24 0,0 1-10 16,0 0-22-16,0 0-27 0,0 2-6 15,0 0-32-15,0 0-17 0,2 2-22 16,0 0-24-16,1 0 11 0,3 1-4 16,-4-1-2-16,6 0 2 0,-2-2 16 15,3-1 7-15,1 1 0 16,-4-2 29-16,2 1 7 0,3 0-8 16,-1-2-2-16,-2 1-23 0,7-2 12 15,-3 1 4-15,3-1 6 0,1 0 7 16,-1 0-4-16,3 0 7 0,-1-1-14 15,-1 1-15-15,1-3-1 0,-1 3-12 16,-3-1 13-16,3-1-4 0,-5 2-12 16,5 0 2-16,-3-1 1 0,-1-1-3 15,2 2-10-15,-3 0 12 0,3-1-21 16,1 1 3-16,-3 0-4 0,5-1-9 16,-3 1 13-16,5 0-14 0,-3 0 1 15,3 0-3-15,-1 0 11 0,3-1-11 16,-2 1-2-16,1-1 2 0,1 1 3 15,-4 0 0-15,-1 0 9 0,-1 0-9 16,-1 0 9-16,-4 0 1 16,1 0-10-16,-3 1 12 0,2 0-14 15,-5 0 3-15,5 0 11 0,-4-1-12 16,2 2-2-16,-4-1 2 0,1-1-2 16,-1 0 1-16,0 2-1 0,0-1 2 15,-2-1 0-15,0 1 13 0,0 1-15 16,2-2 1-16,-2 0 1 0,0 1 10 15,-2-1 0-15,0 0 0 0,0 0 2 16,0 0 1-16,0 0-14 0,0 0-1 16,0 0 0-16,0 2-1 0,0-2 0 15,0 0-2-15,0 1-1 0,3 0-10 16,-1-1 12-16,0 1-2 0,-2 0 0 16,2-1 1-16,-2 2 0 0,2-2 0 15,-2 0-14-15,0 0 4 0,0 0-18 16,0 0-32-16,0 0-61 0,0 0-60 15,2 0-55-15,4 0-68 0,-2-2-214 16,7-2-193-16,1-8-570 16,-49 28 683-16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16.7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10164 6840 53 0,'0'0'157'0,"0"0"-72"0,0 0 420 16,0 0-189-16,0 0-82 0,0 0-113 16,0 0-56-16,0 0-36 0,0 0-26 15,0-17-3-15,0 11 0 0,0 0 0 16,-2 0 3-16,2-1 36 0,0 0 13 15,0-2-6-15,0 1-7 0,0 0 13 16,0 1 39-16,0 1 3 0,-2 0 42 16,-2 1-9-16,2 1 18 15,2 0 13-15,0 4-12 0,0 0-101 16,0 0-45-16,0 0-145 0,8 0 145 0,-4 2 56 16,6 1 24-16,1 0 26 15,3-1-29-15,3 2 13 0,-1-1-16 16,1 0 0-16,1 0-7 0,-1 0 3 15,6 0 3-15,-1-2-16 0,-1 2 1 16,8-3 5-16,-4 0-19 0,4 0-6 16,0 0 3-16,0 0 7 15,2-1-13-15,-4-1-7 0,6 1-6 16,-2 1 6-16,2 0 1 0,0 0-4 16,0 0-3-16,2 0 0 0,-2 0 3 15,0 0-9-15,0 0 2 0,0 0-2 16,0 3-3-16,0-2-1 0,-2 1 1 15,0 1-12-15,0-1 15 0,0-1-13 16,-2 0 13-16,0 1 0 0,-2-2-4 16,2 0-9-16,-8 0 10 0,2 1-10 15,-1-1 0-15,-5 1 0 0,4-1 0 16,-9 0-2-16,4 1 0 0,-7-1 0 16,1 1 2-16,-4-1-1 0,-2 0 1 15,3 2 0-15,-5-2 12 0,-2 0 1 16,0 0 15-16,0 0 13 0,0 0-13 15,0 0 0-15,0 0-3 16,0 0 0-16,0 0-10 0,0 0-5 0,0 0-11 16,0 0 1-16,0 0-2 15,0 0 1-15,0 0 1 0,0 0 16 16,0 0-4-16,0 0 1 0,0 0-2 0,0 0-14 16,-4 0-2-16,-3 0 1 15,1 0 0-15,0-3-2 0,0 0-16 16,-3 0 7-16,-3 0 0 0,0-2-7 15,-3 1 4-15,-1 1-4 0,-1-1 3 16,1 1 4-16,-5-1-10 0,2-1 10 16,-8 4-4-16,3-3 13 0,-1 3 1 15,-2-1 0-15,-4 0 0 0,0 2-10 16,-2 0 9-16,0 0-10 0,-2 0 12 16,-7 0 0-16,7 0 1 0,-4 0 1 15,0 0 2-15,1 2 13 0,-1-2-14 16,4 0-2-16,-4 2 2 0,4-2 1 15,-3 1 0-15,5-1-3 16,0 0-1-16,2 0-1 0,2 0 1 0,4 3-2 16,-3-3 0-16,5 0-10 15,0 0 12-15,4 0 0 0,3 0 1 0,1 0 2 16,7 0-2-16,-2-3 0 16,6 3-2-16,0 0-1 0,4 0-34 15,0 0-35-15,0 0-51 0,0 0-68 16,4 0 17-16,2 0-13 0,4 0-132 15,5 0-191-15,5 0-111 0,-5-3-195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19.88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17668 14531 10 0,'0'0'182'0,"0"0"-94"0,0 0 36 16,0 0 466-16,0 0-365 0,0 0-85 16,0 0-20-16,0 0 20 0,33-7-29 15,-27 5 6-15,0 2-39 0,2-1-4 16,3-1-25-16,-1 2 32 0,2 0-3 16,-1-1-1-16,1 1-2 0,1 0-17 15,5-2 3-15,-1 1-3 0,3 0 26 16,5-2-13-16,-4 0-16 0,8-1 9 15,-2-2-2-15,4 1-8 0,0 1 7 16,0-1-19-16,2 0-7 0,4 1 3 16,-2 0-12-16,4 1 3 0,-3 0-4 15,7-1 7-15,-4 2 3 0,1-1-9 16,1 1-7-16,0-2 0 16,-1 1 0-16,1-1 4 0,0 1 5 15,-4 0 4-15,5 0 0 0,-3 1-4 16,0-1 14-16,1 1-1 0,-1-2-13 15,-4 2 10-15,4-1 7 0,1 0-7 16,-3 0-1-16,0 0-5 0,-2 2-1 16,4-2-2-16,-3 1-1 0,3 2-6 15,0 0-3-15,-2-1-17 0,-2 1 17 16,1 0-17-16,-1 0 11 0,0 0-11 16,0 0 16-16,-6 0-14 0,2 0-1 15,0 0 9-15,-2 0 1 0,-2 0 6 16,0 0-7-16,2-1 4 0,-3-1-3 15,3 0 19-15,-2 1-4 0,-2-1-3 16,4-1 3-16,-4 3-3 0,0-1-3 16,-1 1 6-16,1 0-13 0,-2 0 1 15,2 0-4-15,-3 0-12 16,3 0 3-16,-4 0-3 0,2 0-1 16,-1 0 1-16,-3 1 0 0,0 3-1 15,1-2 0-15,-1 1 1 0,2-1 2 16,-3-1-2-16,3 4 0 0,-3-4 0 15,1 2 0-15,4 0 2 0,-3-2 14 16,1 1-14-16,-2 1 10 0,1-1 1 16,1 0-11-16,0 0-1 0,-1-1 1 15,1 1-1-15,0-1 0 0,-1 0 1 16,-1 1-1-16,0-2-1 0,-3 2 0 16,3-1 0-16,-1-1 0 0,-1 2 2 15,-1-1-1-15,1 0-1 16,-2 1-1-16,3-1 1 0,-1 1 0 15,-3-1 2-15,1 1-1 0,-1-1 2 16,-2 1 0-16,-1-2-2 0,-1 2 15 16,0 0-15-16,-1 0 2 0,1-1 10 15,0 1-11-15,1-1 1 0,1 1-3 16,3-1-1-16,-3 0-1 0,-2 1 0 16,3-2-2-16,-3 1 3 0,-2 1 1 15,1-2-2-15,-3 1 2 0,-2 0 2 16,-2-1-1-16,0 0 1 0,0 1 11 15,0-1-11-15,-2 0 13 0,0 0-14 16,0 0 3-16,0 0-1 0,0 0 12 16,0 0-2-16,0 0-1 0,0 1 0 15,0-1 4-15,0 0-13 0,0 0 19 16,0 0 2-16,0 0 1 0,0 0 3 16,0 0-10-16,0 0 4 0,0 0-19 15,0 0 15-15,0 0-16 0,0 0 2 16,0 0-3-16,0 0-1 0,0 0 0 15,0 0 0-15,0 0-1 16,0 0 1-16,-4 0 0 0,0 2-4 16,-2-2-11-16,0 0 0 0,-3 1 2 15,-1-1 10-15,0 1-15 0,-3-1 2 16,-1 0 14-16,-3 0 1 0,1 0 0 16,-3 0-2-16,0 0 3 0,-3 0 0 15,-1 0 1-15,2 0-1 0,-3 0 0 16,1-1 0-16,-4 0 2 0,4-1-1 15,-4 1-1-15,0-1 0 0,1 1-1 16,-1 1 1-16,-2 0-1 0,2 0 1 16,-2 0-2-16,0 0 0 0,2 0 0 15,-2 0 2-15,0 0 0 0,2 0 0 16,0 0 2-16,1 0-2 0,1 2 1 16,0-1-1-16,-2 2-1 0,2-2 0 15,3 2 1-15,-5-1-1 16,2 1-1-16,-2 0-10 0,0-1 9 0,0 0 3 15,-2 2 0-15,2-1 1 0,-4 2-1 16,3-2 4-16,-1 0-2 16,2 0 1-16,0-1-2 0,-2 0 1 15,0 1-2-15,2-2-1 0,-2 0 0 16,-2 0 1-16,4-1 2 0,-4 0-2 16,0 0 1-16,0 0 11 0,-2 0-12 15,0 0 1-15,0 0 0 0,0 0 0 16,4-1 14-16,-2 1-15 15,0-1 0-15,0 1 2 0,0 0 0 0,2 0-1 16,-2-1 1-16,-2-1 0 0,2 1-2 16,-2-1 1-16,0 1 1 0,-2 0-1 15,0 1 0-15,1 0 0 16,-1 0 2-16,2 0 10 0,-2 0-12 16,2 0 0-16,0 0 1 0,0 0 10 15,0 0-11-15,0 0 1 0,0 0 1 16,0 0 16-16,0 0-7 0,-1 0-10 15,3 0 16-15,0 0-5 0,2 0-10 16,3 0-1-16,-3 0 1 0,6 0 0 16,-2 0-3-16,4 0-1 0,-3-2 0 15,5 1-11-15,-2 0 11 0,5 0-1 16,-3 0-1-16,1 1 1 0,3 0 0 16,1 0-1-16,-3 0-9 0,9 0 11 15,-2 0-1-15,-3 0-13 0,7 0-4 16,-2 1 4-16,-1 1-13 0,3 1-3 15,0-1-15-15,2 0-16 16,-2 2-12-16,4-2-19 0,-3 2-20 16,-1-1-19-16,2 2-3 0,-4 0-12 0,0 0-8 15,-1 2-23-15,-3 0 3 16,0 1 9-16,1 0 44 0,-3-1 29 16,-3 1-10-16,1 0 29 0,-1-2-68 15,1 1-117-15,1-4-78 0,1-2-264 16,-5-6-612-16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6:22.53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26075 14553 190 0,'0'0'56'0,"0"0"390"0,0 0-29 15,0 0-371-15,0 0 9 0,0 0 23 16,0 0 4-16,6 18-1 0,-2-16 13 16,-2 2 10-16,0-1-6 0,4 0-10 15,-4-2 3-15,-2 1-7 0,2-1-13 16,-2-1-3-16,0 0 7 0,0 0 12 15,0 0 17-15,0 0 15 0,0 0 20 16,0 0 6-16,0 0-7 0,0 0-13 16,0 2-16-16,0-2-13 0,0 0-29 15,-2 0-20-15,0 0 1 0,-4-3-16 16,-2 1-1-16,2 1-8 0,-5-2-11 16,-5 0-9-16,-1 0 1 0,-3 1 18 15,-3 0 13-15,0-2-4 0,-4 2 7 16,-2-1 6-16,-2 0-3 15,0 0 10-15,0 0-1 0,-2 1-3 16,4-1 10-16,-2-1-13 0,-2 2-7 16,4 0-8-16,2-2 9 0,-4 2-4 15,7-3-3-15,-7 2-6 0,6 0 0 16,2 0-9-16,0 0 3 0,-4 1-1 16,7-1-18-16,-1 1 2 0,-2 1 0 15,3-1-2-15,1 1 0 0,2 0 3 16,1 1 1-16,-1-1-1 0,3 0-1 15,2-1 1-15,-5 1 0 0,7-1-2 16,-7 2 0-16,5-3 1 0,-3 2 0 16,3-1 0-16,4 2 11 0,-5-1-13 15,3 0-1-15,2 1-12 0,3 0 11 16,1 0 0-16,-2 0-13 0,4 0-4 16,0 0-3-16,2 0-9 0,0 0-16 15,0 0-6-15,0 0 0 0,0 0 24 16,0 0 16-16,0 0 1 15,0 1 9-15,0 0-1 0,0-1-11 16,0 2 13-16,2-1-11 0,-2 2 10 16,6-2-9-16,-2 1 9 0,1 2 2 15,1 0 0-15,4-2 1 0,2 2-1 16,1-2 1-16,5 3 0 0,-3-3 0 16,6 2 12-16,-3-2-12 0,3 2 0 15,4-2 0-15,-5 0 0 0,5 0 15 16,2-1-12-16,-2 0-3 0,0 1-1 15,2 1 1-15,-1-2 2 0,3 4-2 16,-2-2-1-16,-2 0-2 0,2 1 2 16,-2 0 1-16,4 1-1 0,-7-3 0 15,1 2 0-15,0-1 1 16,2 1 0-16,-7-2 0 0,5 1 0 16,-6-2 2-16,-1 0 14 0,-4-1-15 15,1 0 0-15,-5 0 1 0,-2 0 1 16,1 0 10-16,-3 0-10 0,2 0 10 15,-4 0-10-15,0 0 20 0,0-1-20 16,0 0 16-16,0-1-7 0,-2 1-9 16,0-1 13-16,2 1-13 0,0 0-3 15,-2-2-2-15,2 1-32 0,-2-1-2 16,0 1-2-16,0 1-9 0,2-2-9 16,-2 1-13-16,3 2-1 0,-3-1-12 15,0 0-19-15,0-1-19 0,0 2-43 16,0 0-60-16,2 0-102 0,-2 0-140 15,0 0-249-15,0-3-608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0:16.177"/>
    </inkml:context>
    <inkml:brush xml:id="br0">
      <inkml:brushProperty name="width" value="0.05292" units="cm"/>
      <inkml:brushProperty name="height" value="0.05292" units="cm"/>
      <inkml:brushProperty name="color" value="#FF0000"/>
    </inkml:brush>
  </inkml:definitions>
  <inkml:trace contextRef="#ctx0" brushRef="#br0">8250 15838 34 0,'0'0'29'0,"0"0"17"0,0 0-1 15,0 0-32-15,0 0-12 0,0 0 3 16,0 0 9-16,27 18-12 0,-21-18-1 15,-2 2-20-15,-2-2 17 0,2 0-20 16,0 0 22-16,1 0-1 0,-3 0-14 16,0-2-72-16</inkml:trace>
  <inkml:trace contextRef="#ctx0" brushRef="#br0" timeOffset="4666.23">8353 15845 60 0,'0'0'55'16,"0"0"-32"-16,0 0-7 0,0 0 17 16,0 0 6-16,0 0 23 0,0 0-60 15,0 0 151-15,0 0 121 16,0 0-150-16,-14 3-36 0,12-3-13 15,-2 0 39-15,-1 0-91 0,3 0 6 16,-2-2 36-16,0 1 23 0,-2 0 16 16,2 0 7-16,0 1-10 0,-5-1-10 15,5-1 3-15,-2 2 0 0,0 0-13 16,-2-2-23-16,1 2 1 0,-1 0-1 16,2 0-22-16,-2 0 12 0,1 0-6 15,-1 0-29-15,0 0 4 0,-2 0-14 16,1 0 20-16,-3 0-4 0,-1 0 7 15,-1 0 19-15,0 0-22 0,-3 0 22 16,0 0 0-16,-1 2 10 0,-5-2-16 16,5 0 12-16,-7 0-6 0,0 2 10 15,0-1-10-15,-2-1-6 0,-2 1-1 16,0 0 4-16,0 0-4 0,-2 1 7 16,2-2-22-16,-2 0 28 0,-2 0-6 15,0 0-33-15,0 0 17 16,0 0-27-16,0-3 27 0,0 1-13 15,-2-1 9-15,-4 0-12 0,1 0 0 0,-1 2-11 16,-4-1-2-16,1 1 0 16,-3 1 16-16,-1 0-16 0,1 0 10 15,-1 0-10-15,-1 0 31 0,1 1-2 16,-1 5-16-16,-1-3-1 0,1 1-10 16,-3 1 20-16,5 0 3 0,-3-3 4 15,3 1-26-15,1 0 29 0,1-2-16 16,-1 1 3-16,3-2-16 0,-4 0-1 15,3 0 17-15,3 0-19 0,-4 0 16 16,1-2-4-16,1 2-11 0,2 0 18 16,-3 0-6-16,-3 0 8 0,6 0-20 15,-7 0 33-15,-1 0-32 0,3 2-1 16,-1 1 27-16,-3 0-6 0,1-3-19 16,-3 2 22-16,2-1-13 15,-1 0-11-15,-1 1 1 0,-2-2 2 16,7 0 27-16,-7 0-28 0,5 2 10 15,-9-2-12-15,-8 1 0 0,10 0-1 16,2 1 35-16,1-1-20 0,-1-1-2 16,-12 0-11-16,-8 0-2 0,6 0 28 15,6-3-27-15,4 1-1 0,0-2 39 16,2 2-37-16,-4-3-2 0,3 2 2 16,-1 0-2-16,-4 0 0 0,-4 2 0 15,2-1 0-15,0 1 0 0,2 0 1 16,-2 1 0-16,0-2 2 0,-2 2 13 15,2 0-15-15,0 0 24 16,2 0 4-16,4 0-26 0,0-2 25 0,-4 0-26 16,2-1-4-16,2 0 1 0,1-1-2 15,-3 0-12-15,2 1 15 16,2 3 1-16,5 0 0 0,11 0 12 16,5 0-11-16,4 0 15 0,-6 0 8 15,-2 5-9-15,-2-3-4 0,-1 2 0 16,5-2-12-16,2 2 0 0,4-3 0 15,0 1-1-15,5 1 1 0,1-1 4 16,2 0-1-16,0 1 0 0,3-1 19 16,-1 3-7-16,7-2-2 0,-7 3-12 15,9-3 2-15,-3 3 9 0,3-2-11 16,0-1-1-16,4 0 0 0,-3 0 0 16,1 0 0-16,2 0 1 0,2 0-1 15,2-1-2-15,0 0 1 0,0-2 0 16,-1 1 0-16,3 1-1 0,0-2-1 15,0 0-13-15,0 0-5 0,0 0 5 16,0 0-6-16,0 0 7 0,0 0-1 16,0 0 13-16,0 0 2 0,0 0 1 15,0 0 25-15,0 0 6 16,-2 0-3-16,2 0-9 0,0 0-16 16,0 0 9-16,0 0 4 0,0 0-13 15,0 0-2-15,0 0-1 0,0 0-16 16,0 0-9-16,0 0-6 0,0 0 3 15,0 0 10-15,0-3-1 0,-2-1 17 16,2-4 2-16,-2-2 12 0,-2-1-12 16,0-3 0-16,4 0 1 0,-4 0-1 15,0-3 0-15,2 1 0 0,0-1 1 16,0 0 12-16,-5-1-10 0,3 2 9 16,-4 0-8-16,4 0 8 0,-2-1-10 15,4 1 1-15,-5-1-1 0,1-2-2 16,0 0 0-16,2-4-1 0,-2 2 1 15,1-5 0-15,1 3 0 0,-2-4 0 16,0 4-3-16,2-4 0 16,2 4-13-16,0-5 14 0,-3 1 0 0,3 0 0 15,2-2 1-15,-2-3 0 16,2 0 0-16,-2-4 1 0,2 1 1 16,-2-5 0-16,0 0 2 0,-2 1 0 15,2-3 0-15,-4 0 13 0,4 1-13 16,-5-1 0-16,3 1 10 0,0 1-11 15,-2-1 10-15,2 1-10 0,-4 1-1 16,-1 1-1-16,7 0-2 0,-4-4 0 16,0 1-13-16,0-1 15 0,2-4 0 15,-1-10 0-15,1-9 1 0,0-10 1 16,2-3-1-16,2 2 2 0,0 7 0 16,0 6 0-16,0 0 13 15,0 2-14-15,0-2 1 0,0 3-3 0,-2-1-20 16,0-1 18-16,-4 3-1 15,0-2 3-15,1 0 2 0,-3-3-1 16,6 4 12-16,-2-4-12 0,-2-1 11 16,0-3-9-16,-1-2 0 0,1-2 10 15,4 2-13-15,0-4-1 0,0-2-18 16,-2-3 16-16,0-3 1 0,-3 0-1 16,3-1 1-16,-4-2 1 0,4-3 1 15,0 5 3-15,-4 0-1 0,-1 2-2 16,5-2-38-16,0-1 23 0,2 2 13 15,-2-4 1-15,2-2 1 0,-2-1 1 16,2-1 0-16,-5 4 0 0,3 2-1 16,-2 1-19-16,2 2-3 0,0-2 4 15,-7 1 15-15,1 1-1 0,2-4 4 16,-5-1 4-16,1 0 8 0,4 1 0 16,-3 2-12-16,1-1-10 15,4 0-2-15,0-4 10 0,4 0-1 16,-1-5 2-16,3 0 1 0,0-2 2 15,0 2 11-15,3 1-13 0,1 0-18 16,2-1 6-16,0 1 12 0,4-2-11 16,-3 1 11-16,-1 0 0 0,2 2 1 15,0 1 16-15,1 4-17 0,-5 0-34 16,2 2 21-16,-2 2 13 0,-2 3-3 16,0 1 0-16,2 1 2 0,-2-1 1 15,-2 3 3-15,0 0 10 0,0 2-13 16,0 5-25-16,0-3 21 0,3 2-9 15,-3 1 10-15,0-2 0 0,0 5-1 16,0-1 1-16,0 0 2 0,2 0 0 16,-2 3 1-16,2 4-1 0,-2 9-1 15,2 9-29-15,-2 9 3 0,0 1 6 16,2-5 6-16,0-6 3 0,-2-6 11 16,0 4 0-16,0 3 2 15,0 2 0-15,0 5 2 0,0 1 1 16,-2 4 1-16,0 1-2 0,2 6 1 15,-2 1-1-15,0 4 0 0,2 3-2 16,0 3-1-16,-2 3-1 0,2 1-1 16,0 4-16-16,0 1 3 0,0 1-6 15,0 1-6-15,0 0-1 0,2 0 1 16,0 0-7-16,0 0 35 0,2 0 38 16,-2 0 3-16,4 0-16 15,0 0-9-15,3 0-13 0,-1 1 10 0,0 1-13 16,5-1 0-16,-3 4 0 15,4-2 2-15,5 1 0 0,-5-2 1 16,9 2-2-16,2-1 1 0,-2 0 0 16,6-2 0-16,4 3-1 0,0-3 2 15,8 0-2-15,-2-1 1 0,5 0 0 16,12 0 14-16,6 0-15 0,14-2-1 16,3-2 1-16,-3 3 0 0,-1-1-1 15,-5 2 0-15,2 0 3 0,1 0-3 16,7 0 1-16,-1 0 1 0,3 3-1 15,-1 3 0-15,4 0-1 0,-3 0 0 16,5 4-12-16,-2-4 12 0,6 3 13 16,0 0 1-16,-2-2-14 0,2 2-13 15,2 0 12-15,2 0 1 0,0-1 16 16,0-1-15-16,0-1 2 0,6-1 13 16,1 2 9-16,1-1-6 0,-2-4-16 15,1 2-1-15,1-1 17 0,-2 0-18 16,3-2 10-16,3 0-11 15,1-1 0-15,-1 0 4 0,-1 0-4 16,-5 0-1-16,-2 0-1 0,2 0 0 16,3 1-1-16,-5 1 2 0,0 2 1 15,-6-3 2-15,2 3-2 0,-4 0 0 16,-6-2-1-16,0 2 1 0,-9-3 0 16,5 1 2-16,-5 1 0 0,-5-3-1 15,-1 2-1-15,-8 2 3 0,0-2-3 16,-4 1 0-16,-2 2 0 0,-9-2 0 15,-8 1 2-15,-8-2 1 0,0-1 8 16,5 2-11-16,5-1 0 0,4 0-1 16,-1 2-2-16,-1-2 3 0,-6 0-1 15,1 1-1-15,-1-1 1 0,-4 0 0 16,-4 1-13-16,0-2 12 0,-2 1 1 16,-5 0-1-16,-1-1 1 0,-4 0-12 15,-3 1 11-15,-4 0-1 16,-3-1 2-16,-1 0 1 0,-4-1 12 0,-2 1 7 15,0-1 14-15,0 0 10 16,0 1-5-16,0-1-10 0,0 0-10 0,0 2-17 16,2-2-1-16,-2 1-2 15,0-1-19-15,0 0-7 0,0 0-1 16,0 2 26-16,0 0 3 0,2 1 1 16,-2 0 3-16,0 3 11 0,0-2-2 15,0 2-10-15,0 3 12 0,0-1-13 16,0 0-2-16,2 5-1 0,0 1-1 15,0 3 1-15,2 1-11 0,0 2 11 16,5 1 1-16,-1 1-1 0,0 0-1 16,3 1-2-16,-1 0 2 0,-2-2 1 15,5 3 1-15,-5 0 0 16,2-2 0-16,1 1 1 0,-3 2 2 16,-2-2 1-16,0 1-1 0,0 0 12 15,-1 3-12-15,-3 0 10 0,0 3-1 16,0-2-12-16,-2 2-1 0,0-1-2 15,0 4 0-15,0-2 1 0,0 2-1 16,0 2 1-16,0-1 0 0,0 1 0 16,0 2 1-16,0-1 1 0,0 1 2 15,2 0-1-15,0 1 11 0,0 1-11 16,0 0 1-16,2-1 1 0,-2 1 1 16,2 2 8-16,-2 0-10 0,3 1 0 15,-1 1 1-15,0-1 0 0,-2 1 7 16,2-1-10-16,0 1-2 0,0 1 0 15,-2 0 2-15,2 1 3 0,1 8 9 16,-1-7 1-16,0 2-1 0,0 0-9 16,-2 2 10-16,4 15-11 0,-2 5 1 15,-1 4 0-15,1-7 12 0,-4-6-2 16,2-7-11-16,-2-1-2 16,0-1-1-16,2 0-15 0,0 3 4 15,0-4 10-15,0 2 0 0,0-1 0 16,-2-8 1-16,2-7 0 0,0-6 0 15,0-1 0-15,2 13 0 0,-2 0 0 16,3 8 1-16,-1-1 1 0,-2-6 1 16,4 6-2-16,-4-1-22 0,2 0 19 15,-2 0 0-15,0-1 0 0,2-2 2 16,1 5 1-16,-5 6 1 0,2 7 2 16,-2 8 9-16,2 3-10 0,-2-4 14 15,0-6-4-15,0-6-10 0,-2 0 1 16,2 0 13-16,-2-2-16 0,2-2-28 15,0 1 25-15,0-1 0 0,0 1 1 16,0 0 2-16,2-4 0 16,4 3 0-16,-2-3 2 0,0 2 1 0,4 0 0 15,-1 1 9-15,-3 0-9 16,2-1 0-16,-2-1-3 0,0-1-16 16,0-2 4-16,-2 2 12 0,0 0 0 15,1 0 0-15,-1 1 1 0,0 1 1 16,-2-7 1-16,2-8 9 0,-2 6-10 15,0 7 11-15,2 7-11 0,0 6 1 16,0-6 0-16,-2-15-3 0,2-7 0 16,-2-7-25-16,0 0 6 0,0 6 7 15,0 7 0-15,2 7-4 16,0-1 4-16,-2 1 8 0,0 7-11 0,0-6 14 16,2 1 1-16,0 6 0 0,-2 2 1 15,2 13 0-15,0 1 1 16,0-7-1-16,-2-6-1 0,0-7-24 15,3-1 22-15,-3 4-1 0,2-3 1 16,0 2 2-16,0-1 0 0,-2 0 0 0,2-2 2 16,0 1 1-16,0-4-1 15,0 2 1-15,0-5-1 0,0-8 1 16,0-8 1-16,0 1-4 0,0 5-10 16,0 6 7-16,5 4 0 0,-5 0-13 15,2 8 15-15,-2-10 1 0,2 5-1 16,0-2 1-16,0-5 2 0,0 4-1 15,1 0 0-15,-1-1 0 0,2 0 3 16,-2-3-2-16,2 1 0 0,-2 1-1 16,0-1-1-16,1-2-20 0,-1-1 8 15,-4 0 8-15,4-2-8 0,0-2 0 16,-4-3 8-16,2-1 2 0,0 0-1 16,2-4 1-16,-4-1 0 0,2-3 1 15,0-2 0-15,-2-4 1 0,2 0-1 16,-2-5 0-16,0-1-2 15,3-2 1-15,-3-1-11 0,0-2 10 16,0-3-13-16,0 0 1 0,0-1 12 16,0 0-17-16,0-2 18 0,0 3 1 15,0-1 1-15,2 0 0 0,-2 2 0 16,0-1-1-16,0 1 0 0,0 1 0 16,0 0 1-16,0 1 1 0,0 0 1 15,0-1 1-15,0 1 9 0,2 0-12 16,-2-3-2-16,0 1 0 0,0-1 0 15,0-1 0-15,0 1-1 0,0-1 0 16,2 1-10-16,-2 0 11 0,0 0 1 16,2 1 1-16,-2-1 2 15,0 1-1-15,0 1-1 0,0 1 1 0,0-2 1 16,0 0-2-16,0 1 1 16,0-1-2-16,0-1 1 0,0 0 0 0,0-2-1 15,0 1 0-15,0 0-1 16,0-3 1-16,0 1 1 0,0-1 0 15,0 0 0-15,0 2 2 0,0-3 0 16,0 1 1-16,0 1 0 0,0-2-1 16,0 1-1-16,0 1 0 0,0-1-1 15,-2 1-1-15,2 0 0 0,-2 0-1 16,2 0 0-16,-2 0 2 0,0-1 15 16,2 2-15-16,-3 0 0 15,1-2 0-15,-2 2 1 0,0 0 0 0,0 0 1 16,2 1-2-16,0 0 2 15,0-3-1-15,0 2 0 0,0-2-1 16,2 2 1-16,-2-3-1 0,0 3 0 16,2-2 0-16,-3-1 0 0,3 0 0 15,0 0 0-15,-2 2 2 0,0-2 0 16,2 1 10-16,-2 1-11 0,0-1 0 16,0 0 0-16,0-1 0 0,0 2 0 15,0 2 0-15,0-3-2 0,-4 3 1 16,2-1-1-16,-1 1 1 0,1 3 2 15,-2-3 1-15,2 0-3 0,0 2 0 16,-2-2 0-16,1 1 0 0,1-2-2 16,2 0 2-16,-2 0-1 0,2 0-1 15,0-1-1-15,-2 0-9 0,2 1 12 16,2-2 1-16,-4 4 0 0,0-3 1 16,1 1 10-16,-1 0-8 0,0-1 8 15,-2 1-9-15,2 0-1 16,-2 0 0-16,-3 0-2 0,3 0 1 15,-4-1-1-15,0 2 0 0,1-1 1 16,-1 0-1-16,0-1 0 0,1 0 4 16,1 0-1-16,-4 0-1 0,1 0-2 15,-1 0-16-15,-3-1 0 0,3 0 14 16,-5-1 2-16,3 1-1 0,-5-1 1 16,-1 0-2-16,1 3 0 0,-4-2-1 15,1 1 0-15,-5 0-10 0,2 1 0 16,-4 0 13-16,-2 0-13 0,-2 0 1 15,-4 1-20-15,0-2-15 0,-3 3 0 16,-1 0-6-16,-2 2 28 0,-1 0-1 16,3 0-5-16,2-1 6 0,1-1-7 15,3 1-15-15,6-4-42 16,0-2-79-16,4 0-100 0,1-6-191 0,7-4-98 16,-4-5-252-16,7 1-374 0</inkml:trace>
  <inkml:trace contextRef="#ctx0" brushRef="#br0" timeOffset="5884.34">4544 5745 63 0,'0'0'753'0,"0"0"530"0,0 0-908 16,0 0-62-16,0 0-85 0,0 0-55 15,0 0-68-15,0 0-32 0,0 0-9 16,0 0-13-16,0 0-7 0,0 18-3 16,0 3 102-16,0 18-14 0,-3 23 0 15,-5 19-70-15,2 7-26 0,4-3-5 16,-4-9-13-16,4-12-2 16,0-5-1-16,0-11-11 0,-3-11-1 0,5-11 0 15,0-3-18-15,0 2-14 16,0 0-31-16,5 3-25 0,-1-9-13 15,0-3-15-15,0-3-8 0,-2-4-44 16,2-3-17-16,-2-2-35 0,4 0-15 16,-4-3-29-16,-2-1-56 0,0 0-96 15,0-2-75-15,0-2 12 0,0-8-52 0</inkml:trace>
  <inkml:trace contextRef="#ctx0" brushRef="#br0" timeOffset="6470.7">4442 5831 249 0,'0'0'1413'0,"0"0"-1081"16,0 0-329-16,0 0 36 0,0 0-39 15,0 0 65-15,0 0-4 0,58-52 11 16,-35 44 25-16,0 1 9 0,-5 2 17 15,9 3-13-15,-2 2-4 0,0 2-9 16,-1 5 25-16,1 4-20 0,2 2-12 16,-4 2-23-16,-2 2 51 0,-3-1-23 15,-3 2-38-15,-3 1 29 0,-4 2 21 16,-1 0 41-16,-5 6 3 0,-2 1-38 16,-5 3-41-16,-3 1-35 0,-6-2-5 15,1-3-4-15,-1-2 6 0,-3-1 0 16,3-6 12-16,-3-2 4 15,1-3-4-15,-1-3-9 0,3-1 0 16,-3 0-21-16,1-4-16 0,-1-1-10 16,-1-2-15-16,-3-1-21 0,0-1 9 15,3 0-1-15,-3 0 26 0,2 0 12 16,5 0 9-16,1 0 47 0,1 0 9 16,6 1-3-16,4 1-16 0,0-2-13 15,2 0-33-15,0 0-37 0,0 0-13 16,0 0-5-16,0 3-10 0,2-2 12 15,0 3 53-15,8 4 10 0,1 1 51 16,-1 2-17-16,6 3-10 0,-1 0-16 16,1-2 4-16,-1 4-19 0,1-3 22 15,1 1-23-15,-1 0 0 0,3-2-1 16,-2 1-1-16,-3-1-25 0,3 1-31 16,-3-1-33-16,-2 0-7 0,7-3-31 15,-9 3-14-15,5-5-41 0,-5 1-51 16,1 0-24-16,1-1-58 0,-4 0-64 15,3 0-79-15,-5-1-113 16,2-2-37-16,0 0-515 0</inkml:trace>
  <inkml:trace contextRef="#ctx0" brushRef="#br0" timeOffset="6978.54">4903 5753 871 0,'0'0'749'0,"0"0"-22"0,0 0-221 16,0 0-32-16,0 0-138 0,0 0-250 15,0 0-86-15,0 0-181 0,0 0 181 16,0 0 67-16,11 4 34 0,13-4-19 15,5 0-19-15,-2 0 3 0,4 0 6 16,2 0-5-16,-2 0-30 0,0-1-3 16,2 0-18-16,-6 1 3 0,0 0-1 15,-6 0-18-15,1 0-1 16,-3 0 0-16,-2 0 1 0,-5 0-12 16,0 0-4-16,-3 2-18 0,-3 0-41 15,4 0-1-15,-6 1-9 0,1-1-31 16,-3-1-36-16,-2-1-38 0,0 1-1 15,-2 2 67-15,-7-2-75 0,-3 2-410 16,4 0-407-16,-17-2-101 0</inkml:trace>
  <inkml:trace contextRef="#ctx0" brushRef="#br0" timeOffset="7217.16">5102 5779 131 0,'0'0'128'0,"0"0"644"0,0 0 41 16,-58-1-291-16,43 3-122 0,7 0-78 15,6 0-54-15,-2 0-65 0,4 4-83 16,0 4-82-16,0 5-22 0,0 6 25 15,0 8 25-15,2 4 16 0,0 6 12 16,0 13 38-16,0 11 8 0,2 12-16 16,-2 0-31-16,2-13-34 15,-1-17-19-15,-3-14-12 0,0-1-17 16,0 1-11-16,0 4-28 0,0 1-27 16,0-3-13-16,0-6-13 0,0-2-21 15,0-6-23-15,2-3-51 0,0-1-37 16,0-7-87-16,2-2-141 0,0-4-93 15,0-2-65-15,-2-2-97 0,0-11-300 16</inkml:trace>
  <inkml:trace contextRef="#ctx0" brushRef="#br0" timeOffset="7444.69">4986 6313 379 0,'0'0'730'0,"0"0"528"15,0 0-697-15,0 0-34 0,0 0-122 16,0 0-122-16,0 0-137 0,0 0-146 15,0 0-25-15,0 0-52 0,-17-15-26 16,26 15 103-16,-1 0 9 0,2 0 28 16,9 0-21-16,-1 0 6 0,3 0-10 15,4 0-11-15,-2 0-1 16,1 3-15-16,3-3-48 0,-2 0-44 0,0 0-41 16,0-3-44-16,0 2-81 15,-1-3-91-15,-1 2-28 0,-6-3-77 16,1 0-356-16</inkml:trace>
  <inkml:trace contextRef="#ctx0" brushRef="#br0" timeOffset="8227.33">5620 6646 477 0,'0'0'215'0,"0"0"1237"0,0 0-1019 16,0 0-249-16,0 0-17 0,0 0 10 15,0 0 21-15,0 0 27 0,0 0-10 16,0 0-35-16,0 5-19 0,0-5-5 16,0-3-14-16,-4-4-8 0,4-2 17 15,-2-3-50-15,-2-6-70 0,2-7-10 16,-2-8-20-16,0-15-1 0,2-18 0 16,0-11-27-16,2-3 8 15,0 4-24-15,0 10 16 0,0 4 5 16,2 11 10-16,-2 12-4 0,0 9 1 15,0 4 12-15,0 1 3 0,-2 0 2 16,-2 2 13-16,1 5 10 0,1 8 12 16,2 4 0-16,0 3 0 0,0 3 0 15,0 0-7-15,0 0-30 0,0 0-15 16,0 0 0-16,0 0 2 0,0 1 10 16,0-1-21-16,0 1 5 0,0-1 4 15,0 1 13-15,0-1-1 0,0 1 2 16,0-1-1-16,0 0-17 0,0 0-15 15,0 0-9-15,0 0-6 0,2 3 47 16,9-2 2-16,-3 1 2 0,0 2 0 16,7-2 10-16,-1 3-9 0,5-1 10 15,0 3-11-15,1-2 13 0,1-1-15 16,4 3-11-16,-3 1 8 0,-3-1-10 16,4 1 11-16,-7-1-10 0,1 0 11 15,-3-1-2-15,-1 0 3 16,-5 1 3-16,0 2 19 0,3 0-4 15,-5 1 4-15,-4 2 18 0,0 0 6 16,-2 5 6-16,0 3-12 0,-6 2-12 16,-3-2-4-16,-1 0-2 0,-2 1-4 15,-5-4 9-15,5-1-5 0,-3 0-19 16,1-4 9-16,-3-1-12 0,1-1-1 16,-1-4-17-16,-1-2-13 0,1-3-15 15,-4-1 0-15,3 0-3 0,1-1-31 16,-1-3-55-16,5-1-29 0,-5-1-4 15,7 1-28-15,1 3-119 16,2-2-292-16,-1 2-503 0,3 2-865 0</inkml:trace>
  <inkml:trace contextRef="#ctx0" brushRef="#br0" timeOffset="19559.5">10743 6042 246 0,'0'0'16'0,"0"0"509"0,0 0-327 15,0 0-64-15,0 0-10 16,0 0-10-16,0 0 3 0,0 0 16 16,27-11 39-16,-25 9 14 0,2 1-8 15,-4-4 13-15,2 4 19 0,-2-1-13 16,2-2 5-16,-2-1-13 0,0-1-16 15,0-2-21-15,0-1-22 0,-6-1-19 16,-2-4-19-16,1 3-23 0,-7-1-3 16,-5 3-16-16,-3 2-9 0,-5 3-3 15,-2 4-19-15,-6 4-19 0,-3 7-2 16,-3 6-27-16,4-1 4 0,-2 6 0 16,-1-2 9-16,9 3 14 0,4-3 1 15,3-2-1-15,7 1 0 0,3-4-11 16,7 1-6-16,3 0-9 0,4-1-6 15,6 4 15-15,3-3 16 0,1 2-10 16,7 1 13-16,1 0 2 0,3 1 14 16,4 1 3-16,2-2-16 15,-3 3 13-15,9-1-4 0,-4-1 1 16,4-2-1-16,-2-2 7 0,-2 1 6 16,-2-1 16-16,0-3 7 0,-4 0 5 15,-7-1-22-15,-3-2 16 0,-7 0 3 16,-2 1 68-16,-4 1 142 0,-8 2-67 15,-5 5-110-15,-5 2-43 0,-1 1-19 16,-8 1-20-16,-2-2 2 0,-2 1-1 16,-4-4-2-16,4-1-12 0,0-2 9 15,2-4-15-15,5-4-7 0,3-3-21 16,6-4-6-16,-1 0-31 0,10-6-43 16,-1-7-94-16,7-8-136 0,3-2-192 15,7-8-88-15,0 7-330 0,9-10-188 16</inkml:trace>
  <inkml:trace contextRef="#ctx0" brushRef="#br0" timeOffset="20160.63">10815 6061 2527 0,'0'0'643'16,"0"0"-274"-16,0 0-79 0,0 0-290 15,0 0-28-15,0 0 28 0,0 0 54 16,66-33 2-16,-35 21-15 16,0 0-10-16,4 2-2 0,1 2-7 15,-1 3-7-15,2 2-11 0,-8 0 25 16,2 3-8-16,-6 0 1 0,-3 6-3 15,-3-1-18-15,-4 0-1 0,-3 1 12 16,-6-2-12-16,4 1 3 0,-10 0 0 16,3 0 12-16,-3-1-12 0,0 4-2 15,0-2-1-15,0-1-59 0,-3 0-23 16,-1 0-28-16,-2-1-25 0,2-3-17 16,-4-1-15-16,-3 0-66 0,-1 0-84 15,-2-1-43-15,-5-5 36 0,-2-2 52 16,-6 3 67-16,5-1 79 0,-5-2 57 15,4 1 69-15,-4 0 20 0,2 1 107 16,3 3 58-16,3-2 48 0,2 5-3 16,1 0 13-16,10 0-8 15,-5 0-17-15,5 6-36 0,2 3-35 16,0 4-33-16,2 3 13 0,2 7 2 0,0 3-25 16,0 3-22-16,0 9-1 15,0 2 27-15,0 10 1 0,-2-1-13 16,0 1-18-16,0-2-7 0,-2-3-6 15,-3-1-4-15,1 1-14 0,-2-2-20 16,4-5-26-16,0-4-1 0,-1-5-27 16,1-2-7-16,4-7-16 0,0-3-45 15,9-4-70-15,-3-4-46 0,6-5-29 16,3-4-126-16,-5-1-151 0,2-8-118 16,-1-2-475-16,-9-8-131 0</inkml:trace>
  <inkml:trace contextRef="#ctx0" brushRef="#br0" timeOffset="20375.63">10774 6406 415 0,'0'0'2086'0,"0"0"-1606"0,0 0-387 16,0 0-71-16,0 0 61 16,0 0 10-16,64-15-7 0,-41 9 0 0,4 0-10 15,-3 1-19-15,3 0-16 16,-2 2-28-16,4-2-10 0,-2 4-3 15,-4-2 0-15,-1 3-3 0,3 0-38 16,-8 0-77-16,-1 0-60 0,-3 4-87 16,-3 2-37-16,0-1-105 0,-8-1-258 15,-4 6-464-15</inkml:trace>
  <inkml:trace contextRef="#ctx0" brushRef="#br0" timeOffset="20645.89">10795 6679 2497 0,'0'0'643'15,"0"0"-239"-15,0 0-22 0,0 0-285 16,0 0-97-16,0 0 0 0,0 0 21 16,0 0 14-16,0 0 15 0,62 32-3 15,-44-32 6-15,5 2-19 0,0-2-6 16,-3 1-3-16,3-1-6 0,4 0-18 15,-4 0 0-15,3-1-1 0,1-2-16 16,0-3-55-16,0-1-54 0,-4 1-48 16,0-1-44-16,-1 1-55 0,-1 0-156 15,-2 0-151-15,-5 0-478 0,1-1-319 16</inkml:trace>
  <inkml:trace contextRef="#ctx0" brushRef="#br0" timeOffset="22165.67">11919 5618 92 0,'0'0'66'0,"0"0"-66"16,0 0 45-16,0 0 522 0,0 0-169 16,0 0-174-16,0 0-38 0,0 0 2 15,0 0-12-15,0 0 5 16,-14-1-6-16,9 1 0 0,3 0-23 16,-2 0-17-16,0 0 10 0,2 1-62 0,0 0 4 15,0 2-1-15,0-3-16 16,-4 1 7-16,4 0-13 0,-1 1-17 15,-1-2-9-15,0 3 7 0,0 0-1 16,2 0 10-16,-2 0-3 0,-2 1-4 16,-1 2-3-16,1-1-6 0,-2 1 0 15,2 1-10-15,-5 1 7 0,3 0 0 16,-2 2-10-16,6-2-7 0,-9 3 1 16,7 0-3-16,-4 1-15 0,6 3-1 15,-9 2 0-15,7 3 1 0,-6 5-1 16,-1 2 0-16,3 4 0 0,-3 4 0 15,1 3 1-15,-4 2 1 0,5 0 14 16,-3 1 3-16,3 0-4 0,-1 1 2 16,4-2 2-16,-3-1-4 0,7 0 4 15,0-2 3-15,-2 1 3 16,4 1 3-16,2-1-3 0,0-1 0 0,0 0 0 16,8 1-4-16,-2-3-2 15,5 0 0-15,3-2-9 0,-4-3-9 16,7 0-2-16,0-3 2 0,-3-1 0 15,3 0 2-15,1-1 13 0,-1-2-4 16,-1 0-10-16,-1-3-1 0,1-2 0 16,-1-1-1-16,1-2-12 0,1-1-22 15,-1-4-25-15,3-1-19 0,0 0-19 16,-3-5-23-16,7-2-50 0,-5-2-92 16,3-3-203-16,-6-3-273 0,3-10-1014 0</inkml:trace>
  <inkml:trace contextRef="#ctx0" brushRef="#br0" timeOffset="24624.56">12159 6747 53 0,'0'0'144'0,"0"0"28"16,0 0 965-16,0 0-750 16,0 0-176-16,0 0-10 0,0 0-14 15,2 16-58-15,-2-13 7 0,0 0 2 16,0 1 10-16,0 1-11 0,0-2-12 15,0 1-8-15,0-1-2 0,0 1-14 16,0-3-12-16,0 1 2 0,-2 0 10 16,2-2 11-16,0 0-7 0,0 0-18 15,0 0-9-15,-2 0 2 0,0 0-18 16,2-4-18-16,-2-1-13 0,0-3-16 16,-1-3-14-16,-5-5 1 0,6-8 0 15,-2-5-2-15,0-14-1 0,2-16 0 16,2-18 0-16,0-5-1 0,2 7-10 15,2 15-13-15,-2 20 3 0,-2 10 10 16,0 3 11-16,0-2 0 0,0-2 1 16,0-2 2-16,0 8 14 0,-2 3-13 15,0 5 12-15,0 3-12 0,2 6 25 16,-2 0-10-16,0 2-15 16,2 3 19-16,-2 1 0 0,2 2-7 15,0 0-15-15,0-2-12 0,0 2-4 16,0 0 4-16,0 0 0 0,0 0 9 15,0 0-16-15,0 0 1 0,0 0 2 16,0 0 4-16,4 0 11 0,0 0-2 16,2 2 0-16,4-2 1 0,-1 2-1 15,5 1 1-15,1 1 2 0,1 3 0 16,3-1 1-16,-3 1 0 0,7 2 2 16,0-1-1-16,-5 1 10 0,1-1-12 15,4 1 0-15,-9 0 2 0,1-2 10 16,-1 2-11-16,-3-1 2 0,-5 2 16 15,4 1-17-15,-8 0 17 0,0 3 5 16,-2 3 7-16,0 0-9 16,-4 4-4-16,-8-1-2 0,1-1-1 15,1 0-3-15,-4-1 1 0,-1-3 2 16,-1-1-14-16,-1 0 2 0,0-4-3 16,3-1 0-16,-3-1-15 0,1-1-1 15,-1-3-11-15,5-2-1 0,2-1 3 16,-1-1 7-16,5 0-13 0,0 0-6 15,4 0-19-15,0-2-65 0,2 1-106 16,0-3-138-16,6 2-6 0,2-3-86 16,0 3-130-16,-1-1-387 0,-3 3-201 15</inkml:trace>
  <inkml:trace contextRef="#ctx0" brushRef="#br0" timeOffset="25542.35">12632 6081 99 0,'0'0'65'15,"0"0"160"-15,0 0 1105 0,0 0-1022 16,0 0-68-16,0 0 35 0,0 0-33 15,0 0-40-15,0 0-10 0,0 0-7 16,-14 4-39-16,14-3-60 16,0 5-51-16,0 1-4 0,0 5 7 15,0 5 13-15,4 3-1 0,-2 3 16 0,2 0 0 16,-2 3-13-16,2 0-2 16,-2 3 3-16,5 0-7 0,-5 3-4 15,0 1-2-15,0-2-16 0,-2 1 0 16,0 0-10-16,0-4 1 0,0 2-4 15,0-2 1-15,0-5-11 0,-2 2-2 16,-2-6 1-16,1-1 2 0,-3-2 0 16,4-4 0-16,0-1-1 0,0-1-1 15,2-3-1-15,-2 0-2 0,2-1 0 16,0-3 2-16,0 0 0 0,0-2 1 16,0 1 2-16,0-2 16 15,-2 0-1-15,2 0 10 0,0 0 6 16,0 0 4-16,0 0-5 0,0 0 1 0,0 0 3 15,0 0 0-15,0 0-9 0,0 0-6 16,0 0-7-16,0 0-13 16,0 0-2-16,0 0-1 0,0 0-20 15,0 0-7-15,0 0 7 0,6-3 21 16,-2 0 3-16,11-1 13 0,-9-1-1 16,6 4-2-16,3-4-12 0,-3 2 0 15,5 2 0-15,-5-2 0 0,7 3 0 16,-7 0-1-16,1 0 1 0,1 0 1 15,-6 0 1-15,1 0-1 0,-1 0 1 16,-2 3 0-16,-4-3 9 0,0 0-11 16,-2 0 3-16,0 1 8 0,0-1-12 15,0 0-11-15,0 0-57 0,0 0-56 16,2 0-83-16,0 0-33 0,2 0-85 16,1 0-205-16,-1 0-209 15,2 0-690-15</inkml:trace>
  <inkml:trace contextRef="#ctx0" brushRef="#br0" timeOffset="26074.19">13155 6675 285 0,'0'0'176'0,"0"0"1282"16,0 0-1088-16,0 0-131 0,0 0-36 16,0 0-87-16,0 0-61 0,0 0-7 15,0 0 22-15,0 0 10 0,-2 22 10 16,0-16-17-16,0 1-44 16,0-1-29-16,2 0-22 0,-2 0-29 15,2 0-109-15,0 2-174 0,-2-3-349 16,-7 1-1025-16,30-84 1374 0</inkml:trace>
  <inkml:trace contextRef="#ctx0" brushRef="#br0" timeOffset="27218.21">13587 6060 392 0,'0'0'743'0,"0"0"379"16,0 0-782-16,0 0-44 0,0 0-11 16,0 0-55-16,0 0-59 0,0 0-38 15,0 0-45-15,0 0-50 0,-27-4-38 16,27 13 0-16,0 7 33 0,0 14 15 15,7 20-5-15,-7 18 1 0,0 7-3 16,0 0-2-16,-7-7 4 0,5-10-2 16,-2-7-10-16,0-12 6 0,2-9-5 15,-2-4-20-15,4 3-12 0,0 2-22 16,0 0 10-16,0-6-13 16,0-2-6-16,0-7-32 0,2-5-35 15,4-1-49-15,0-6-36 0,-4 0-16 16,7-4-21-16,-3 0-35 0,-4-7-9 15,-2-3-29-15,0-4-109 0,2 2-309 16,-2-13-453-16</inkml:trace>
  <inkml:trace contextRef="#ctx0" brushRef="#br0" timeOffset="27595.33">13523 6128 310 0,'0'0'352'0,"0"0"759"0,0 0-968 0,0 0-36 15,0 0 29-15,0 0-29 16,54-36-23-16,-38 34 0 0,3 2 3 16,2 0 17-16,-5 6-11 0,5 1 29 15,-5 6 4-15,3 3 15 0,-5 0-29 16,5 3-13-16,-7 0-30 0,3 1 5 15,-5-1 5-15,3 1-16 0,-9-1-3 16,4 2-3-16,-4-2 6 16,-4 1 19-16,0-1 6 0,-4 2-16 0,-4-4-18 15,-3 0-13-15,3-1-13 0,-8-2 0 16,1-3 6-16,-1 0-31 0,-1 0 9 16,-1-3-9-16,1 1-1 0,-2-5 0 15,7 0-2-15,-5 0-17 0,7-3-36 16,2-1-50-16,0 0-61 0,-1 0-67 15,5-1-111-15,2-3-151 0,2 0-500 16,-4 0-618-16</inkml:trace>
  <inkml:trace contextRef="#ctx0" brushRef="#br0" timeOffset="28573.77">13854 6811 347 0,'0'0'1364'15,"0"0"-819"-15,0 0-154 0,0 0-82 16,0 0-91-16,0 0-173 0,0 0-10 15,0 0-23-15,0 0 68 0,0 0 0 16,12-61-7-16,-3 39-4 0,-3-2-12 16,4-4 7-16,-2-1 2 0,1-5-19 15,-3-2 4-15,0-6 8 0,2-2-5 16,1-1-17-16,-5-1-9 0,2 3-5 16,2 3 6-16,-2 4-14 15,1 6 10-15,-1 4 0 0,-6 4-3 16,2 3 3-16,0 6 0 0,0 2 6 15,0 4 9-15,-2 3 1 0,0 2-7 16,0 2-3-16,0 0-9 0,0 0-22 16,0 5-4-16,2 2-14 0,-2 6 18 15,0 6 18-15,2 7 1 0,-2 5-3 16,0 6-4-16,0 4-9 0,0 0 10 16,0 2-1-16,0-3-10 0,0-1 1 15,0-3 9-15,0-2-12 0,2-7 0 16,0-3-3-16,4-3-37 0,-1-4 12 15,1-5 16-15,-6 0 11 0,6-5-2 16,-4-1-16-16,0-3 17 0,0-2 0 16,0-1 0-16,-2 0 2 15,0 0 2-15,0 0 13 0,0-4 3 0,0-2-18 16,2-6-12-16,2-2 11 16,1-7 1-16,1-4 1 0,-4-4 0 15,4-5 2-15,-2-1-2 0,2-2-1 16,3 1-13-16,-3 1 1 0,-4 3 10 15,6 1-1-15,-2 4 0 0,3 2 0 16,-1 5-1-16,-4 1 3 0,4 3-1 16,-4 2 0-16,5 3 1 0,-3 2 1 15,-2 1 1-15,-4 3 15 0,4 2-1 16,-2 0-12-16,-2 3 16 0,2 0-17 16,-2 0 14-16,0 0-15 0,2 1-1 15,1 6 1-15,-1 5 23 0,0 9 7 16,2 5-3-16,-2 8-6 15,-2 4-10-15,0 6 3 0,0 2-11 16,0 0 11-16,-2-2 3 0,-2-3 1 16,2-2-7-16,2-6-1 0,0-5-11 0,0-3-13 15,0-6 1-15,2-1 9 16,2-5-13-16,0-2 1 0,0-4-10 16,0 1-12-16,-2-4-34 0,2 0-47 15,5-4-40-15,1 0-37 0,-2-4-75 16,1-3-206-16,-3-1-250 0,4-10-835 0</inkml:trace>
  <inkml:trace contextRef="#ctx0" brushRef="#br0" timeOffset="29227.42">14397 5811 223 0,'0'0'1501'0,"0"0"-1050"15,0 0-127-15,0 0-44 0,0 0-26 16,0 0-49-16,0 0-68 0,0 0-58 16,0 0-22-16,0 0 4 0,-4-4 18 15,6 7 9-15,5 0 13 0,-3 3 3 16,4 0-13-16,2 7-22 0,3 1-12 16,-3 3-20-16,5 3 10 0,-5 5-10 15,2 2-3-15,5 4-3 16,-9 2-12-16,2 4-1 0,7 5 7 0,-9-2-6 15,1 5 6-15,1 1-7 0,-2-1-15 16,-4-1 19-16,0 2-21 16,1-3 1-16,-3 0-1 0,-2-1-1 15,0-3-2-15,0 1 2 0,0-6-1 0,0-2 1 16,-2-2-12-16,-3-3 10 16,-1-2-1-16,2-1-1 0,-2-2-8 15,-4-3 0-15,3-1-13 0,-1-1-19 16,4-4-2-16,-6-1-16 0,1-1-25 15,1-4-32-15,4-1-42 0,0-1-47 16,-2-4-150-16,-1-1-222 0,-3-3-717 0</inkml:trace>
  <inkml:trace contextRef="#ctx0" brushRef="#br0" timeOffset="38022.5">7950 7389 408 0,'0'0'459'16,"0"0"-88"-16,0 0 225 0,0 0-382 15,0 0-214-15,0 0 3 0,0 0 36 16,0 0 52-16,8-3 12 0,-1 2 14 15,-1-2-7-15,2 0-17 0,0 1 4 16,-1-1 9-16,3 1 7 0,-2-1 5 16,2 1-18-16,-1 1-17 15,3-2-16-15,1 1-16 0,-1 1-7 16,0-1-12-16,3 1 6 0,-5 0-19 16,9-1 0-16,-5 2-17 0,5 0 1 15,2 0 12-15,1 0 17 0,-1 0-16 16,4 0 0-16,4 0-14 0,0 2 0 15,0-1 17-15,6 0-4 0,-2 1-14 16,4-2 0-16,2 0 18 0,3 0 3 16,-1 0-20-16,2 0 17 0,1 0-6 15,-1 0-1-15,3 0 1 16,1 0 3-16,-1 0-13 0,-1-3 0 0,3 0 13 16,-1 2 6-16,1-1-9 0,-1 0-11 15,1-2 17-15,-3 3-16 0,1-3 0 16,-3 2 13-16,3 0-14 0,-5 0 0 15,-2 0-1-15,1 1 11 0,-5-1-10 16,0 1 14-16,-2-1-15 0,-2 2 15 16,0-1 3-16,-4 0-19 15,0 1 0-15,-2 0 2 0,-5 0-2 16,1 0 0-16,-5 0 0 0,-3 0-1 16,-3 0 0-16,-4 0 1 0,-2 1 0 15,-4-1 16-15,0 1 34 0,0-1 19 16,0 0 57-16,0 0 14 0,-2 0-75 15,-2 2-65-15,0-2 0 0,-2 1-12 16,2-1-19-16,0 2-25 0,-3-2-32 16,3 0-21-16,0 0-42 0,2 0-63 15,0 0-129-15,-2-3-166 0,2-1-204 16,2 0-551-16,47 10 386 0</inkml:trace>
  <inkml:trace contextRef="#ctx0" brushRef="#br0" timeOffset="38440.54">9631 7061 340 0,'0'0'280'0,"0"0"694"16,0 0-714-16,0 0-175 0,0 0-66 15,0 0-6-15,0 0 81 0,0 0 55 16,0 0 13-16,0 0-23 0,35 23 0 16,-25-12 9-16,5 5-20 0,1 4-22 15,1 0-16-15,-1 1-26 0,3-2-7 16,-3-1-22-16,5-2-15 0,-6-1 11 16,3-3-2-16,-5-1-4 15,-1-2 4-15,-2-3 0 0,-6 0 18 16,3-2 7-16,-5-1 19 0,-2-2 31 0,0 1 54 15,0 1 31-15,-2 2-52 16,-7-1-74-16,1 4-20 0,-4-2-9 16,-1 3-12-16,-3 1-3 0,-3 2-17 15,-2 3-2-15,1-2-2 0,-1 3-17 16,0 0-15-16,3 1-13 0,-3-3 1 16,9 1-51-16,-1 0-70 0,5-2-88 15,4 1-224-15,4 0-198 0,0-5-595 16</inkml:trace>
  <inkml:trace contextRef="#ctx0" brushRef="#br0" timeOffset="52358.16">9472 6773 135 0,'0'0'65'16,"0"0"-39"-16,0 0 16 0,0 0-19 16,0 0 153-16,0 0-16 0,0 0-134 15,-7-30-26-15,7 23 3 0,0-1 10 16,0 2 10-16,0 0 55 0,0 1 66 15,0 1 12-15,0 4 27 16,0-2 80-16,0 2-22 0,0 0-46 0,0 0-59 16,0 0-32-16,0 0 9 15,0 0-6-15,0 0-7 0,0 0-10 16,0 0-9-16,0 0-7 0,0 0-13 16,0 0-6-16,0 0-17 0,0 0-9 15,0 0-3-15,0 0 6 0,0 0 6 16,0 0 10-16,0 6 3 0,0 1 10 15,0 4 0-15,0 3-10 0,0 2-13 16,-4 1-12-16,4 4-11 16,-2 1 8-16,0 3 2 0,2 3-3 0,0 0-2 15,0 6-1-15,0-2 3 0,0 5-3 16,0 1 6-16,0 0 4 0,0 3-4 16,-2 2 0-16,0 3-3 0,0-1-3 15,-4 8 0-15,2 11 3 0,-1 4-9 16,1 4-13-16,0-16-10 0,2-16 10 15,0-11 0-15,2-4 18 16,0 8 1-16,0 2-6 0,0 6 0 0,0 2-11 16,2-1 10-16,0 0-10 0,2 1 2 15,-4-1 8-15,2 4 1 16,0 1-1-16,-2 0 1 0,2-1 3 16,-2 3-1-16,0-3-5 0,0 2-10 15,0-1-3-15,0-2-10 0,0 2 12 16,0 0 1-16,0-2 0 0,0 0 1 15,0 0 0-15,3 2 0 0,-3 0 2 16,2 6 10-16,0 11-12 0,-2 5 2 16,4 3 10-16,0-5-11 0,0-5 10 15,-2-6-12-15,0 1-14 0,2-3 11 16,0 3-1-16,1 0 1 0,-1-1 0 16,-2 1 2-16,0-4 1 15,2-8 1-15,-2-8 1 0,0 8 1 16,2 5-1-16,0 12-1 0,-2 4 2 15,1-5 0-15,-1-5-3 0,0 2-21 16,0 1 8-16,0 2 11 0,0 5 0 16,0-1 0-16,2 1-11 0,-2 1 12 15,2 0 0-15,-2 1 1 0,5-2-1 16,-3-2 1-16,2 0 0 0,-2-2-1 16,2-2-34-16,0 2 23 0,-1 2 12 15,-1 2 1-15,0 1-1 0,2 2 0 16,-2 3 0-16,2-3 2 0,3 5 11 15,-5-3-10-15,4 1 9 0,0-2-12 16,1 0-27-16,-1 0 24 0,0-1-7 16,-2-1 10-16,1-1 19 0,1-1-3 15,-4 1-13-15,2 2 13 0,0 0-3 16,-2 3-10-16,5-1 0 0,-3-1-3 16,2-2-14-16,-2 1-2 15,3-1 14-15,-1-4 2 0,-4 4 1 16,2-6 12-16,-2 4-11 0,1 0 1 15,-3 2-2-15,4 4 15 0,-4 0-15 16,2 0-1-16,-2 0-31 0,0 4 29 16,2-4-1-16,-2 0 3 0,-2-1 1 15,2 0 2-15,-2-4 9 0,0-1-9 16,0 1 10-16,0-1-11 0,0-3-1 16,0-1-1-16,0-2-16 0,-2 2 13 15,2-1 2-15,0-2-1 0,0 0 1 16,2-1 1-16,3-2 1 0,-3-5 18 15,4 0 3-15,-2 1-6 0,0 0-13 16,-2 0 9-16,0-1-12 0,2 0-1 16,-2-1-13-16,0-6 13 0,1-5 1 15,1 5 0-15,0-6 1 0,0 0 21 16,-2 7-19-16,2-7 19 0,-4 6-20 16,2 4 17-16,2 1-16 15,-2-1 11-15,0 1-13 0,1-1 1 16,-1 0-2-16,0-2-10 0,0-3 9 0,0-3 1 15,0-2 2-15,0-4 0 16,-2-5 14-16,2-1-13 0,-2-5-3 16,0-2 1-16,0-4 1 0,0-3 1 15,0-3-3-15,0-1-1 0,0-4-1 16,0-4 0-16,0 1 0 0,0-2-17 16,0-1-19-16,0 0-122 0,0 0-23 15,0 0-17-15,0-1 22 0,0-4-14 16,0-1 9-16,2-2-23 15,-2 1-23-15,0-2-27 0,0 3-29 16,0-1 15-16,0 1-29 0,0 1 51 16,-4 3 50-16,2 0 31 0,-2 1-159 15,0 1 199-15,-1 0 56 0,3 0-37 16,-2 0 82-16,0 0 26 0,4 0 50 16,-4 3 97-16,2-2-17 0,-2 2-6 15,2 0 208-15,0 1-143 0,0-1-23 16,0 2 23-16,-1-1 23 0,3-2-34 15,0 0-61-15,-2 0-45 0,2-2-72 16,0 2-33-16,0-2-9 0,0 0 42 16,2 0 72-16,-2 0 12 0,5 0-6 15,-3 0 9-15,2 0 7 0,2 0-13 16,-2 0-7-16,2 4-3 0,1-1-6 16,3 1-26-16,2 2 9 15,-1 0 39-15,5 1-19 0,-1 1-30 16,3-2 4-16,-1 2-16 0,6-2-14 0,-3 0-8 15,1-1 37-15,4 1-19 16,-1-4-22-16,3 3 0 0,0-3-4 16,2 2 4-16,2-2 3 0,0 1-2 15,4-2-1-15,0 0 2 0,3-1 11 16,1 0-13-16,0 0-1 0,5 0 1 16,-3-2-4-16,4-2-8 0,1-2 12 15,-1 0 1-15,11 2 2 0,-6-1 0 16,-1 1 10-16,11 1-13 0,-2 3 0 15,13 0 2-15,3 2-1 0,-8 4 0 16,-4 1 0-16,-10-1 2 0,-1 1-2 16,-1-1-1-16,4 1 0 0,-2-1 0 15,3 0 0-15,-1-1 2 16,2 1 1-16,0-4 22 0,2 1-5 16,2-1 8-16,-7-1-8 0,5-1-1 15,2 2-3-15,-2-2-14 0,-4 0 30 16,2 0-30-16,-1 0 15 0,-1 0-15 15,2 0 8-15,2-2-9 0,-2 1 0 0,-1-1 12 16,5 2-10-16,-2 0 0 16,-2 0-2-16,0 0-1 0,6 0 0 15,0 0 36-15,-6 0 12 0,2 0-29 16,-1-1 22-16,1-1-12 0,0 0-4 16,0 0-21-16,2-2 18 0,2 1 0 15,-2 0-21-15,-2 1 1 0,0-1-1 16,0 3 12-16,6 0-11 0,-6 0 24 15,-3 4-7-15,3-2-17 0,2 1 20 16,-8-1 0-16,6-2 3 0,0 0-9 16,-3 0-16-16,-1 0 0 15,2 0 0-15,-10-1 16 0,-9-1-14 16,-6 2-1-16,0 0 0 0,4 0-1 0,6 0 2 16,5 0 0-16,-1 2 2 15,1 0-4-15,-5 1 0 0,0-1 3 16,-3 0 0-16,3 0-1 0,-6-2-1 15,0 0 15-15,-2 0-15 0,-2-2 0 16,-6 0 0-16,2-2 1 0,-2 2 13 16,-5-3-15-16,-3 3 0 0,2-2-32 15,-9 2-15-15,2-2 2 0,1 2 7 16,-5 0 7-16,-4-2-1 0,2 3-6 16,-2-2-3-16,3 2 2 0,-3-1-2 15,-2-2-3-15,0 3 2 0,0-2 1 16,-2 0-4-16,2-2-9 0,0-1-14 15,2 0-2-15,0-1-17 0,0-3 0 16,3 1 0-16,-1 2 17 0,-2 0 11 16,-2 1 17-16,2 1 40 15,0 1 1-15,-2 0-2 0,0 0-23 16,-2 2 26-16,3 2 16 0,-3 0 17 16,0-2-11-16,0 2-22 0,0 0-19 15,0-2 8-15,0 2 11 0,0-1 26 16,0 1-4-16,0 0-19 0,0 0-3 15,0 0 0-15,0-1 2 0,0-1-1 16,0 2-1-16,0-2-3 0,0 1-17 16,0 0 1-16,0-2-7 0,4 0 7 15,-2-1 19-15,0-1 2 0,0-1 1 16,0 0 10-16,-2-1 6 0,2 1 7 16,-2-1-6-16,2 1-8 0,-2 3-10 15,0-1 1-15,0 1-3 0,0 1-2 16,2 0-31-16,-2-1-44 0,2 1-62 15,0-4-65-15,2-1-124 0,-1-3-107 16,-1-1-112-16,-2 5-37 16</inkml:trace>
  <inkml:trace contextRef="#ctx0" brushRef="#br0" timeOffset="54564.83">15135 15893 30 0,'0'0'33'0,"0"0"6"16,0 0-38-16,0 0 39 0,0 0-37 16,0 0 14-16,0 0 35 0,0 0 20 15,0 0 26-15,29 50 215 0,-29-47 159 16,2-2-270-16,-2-1-202 0,3 0-85 16,-3 0 69-16,2-1 16 0,0-4 55 15,0-3 62-15,0-2 62 0,0-1-45 16,-2-2-40-16,2 0-29 0,-2-2 13 15,6 0-4-15,-4 2 36 0,2-1-16 16,0-2-6-16,1 1-11 0,1-3-15 16,0 0-11-16,2-1-18 0,-2-1-14 15,-1-2-6-15,-1-2 3 0,2 1-15 16,-4-4 19-16,0 2-10 0,2-2-10 16,-4 1 0-16,0-2 13 0,-4 0-10 15,2 0 30-15,-2 0 21 16,-2-1 4-16,4-2-10 0,-5 0 7 15,3-3-13-15,-4 1-4 0,6-5-9 16,2-1-13-16,0-2 3 0,0-2-15 16,0 1 15-16,8-1-18 0,-2 0 1 15,-1-1 17-15,-1 0 7 0,0 0-1 16,0-2 4-16,-2 2 0 0,0-3-16 16,4 3 9-16,-4 2-3 0,-2 0 0 15,2 1 7-15,-2-1-10 0,0 0 3 16,0-2-16-16,0 1 10 0,0-1-10 15,0 1 13-15,0-2 19 0,0 4 0 16,0-3-7-16,2 2 7 0,1-3-9 16,-1 1-7-16,-2-3-17 0,2 0 10 15,0-1 1-15,0 0-11 0,0 1-2 16,0 0-3-16,0 1-16 16,0 1 16-16,4-2-12 0,-2 0 15 15,3-1 2-15,-5 1 0 0,0-3-1 16,2 2 1-16,0-2 11 0,0-5-11 15,-2 5-1-15,6 2 2 0,-3-1-1 16,-1 7 2-16,-2-5 8 0,4 1-11 16,0 1 0-16,3-3-1 0,-1 3-2 15,-2-3 0-15,4 1 0 0,1-1 2 16,-3-3 0-16,0 2 1 0,-2 1 2 16,5 0 0-16,-3-1 10 15,-2 1-11-15,0 0 1 0,-1-9 10 0,3 8-10 16,-2 0 13-16,-2 3-16 15,-2 6-11-15,2-4 9 0,-2 0 0 16,3 2 0-16,-3-1-1 0,2 3 1 16,-2-3 2-16,2 0 1 0,-2 4 0 15,0-1 0-15,0-2 12 0,0 0-11 16,-2-1 20-16,2-2-19 0,-2 0 16 16,2 0-16-16,0-2 10 0,0 0 0 15,3 0-1-15,-3 0-12 0,4 0-3 16,-2-7 0-16,0-8-10 0,0-7 13 15,-2 7 0-15,2 12 0 0,-1-2 2 16,-1 1 11-16,0-9-10 0,-2-5 13 16,0 3 6-16,0 6 0 0,0 0-3 15,0-3 3-15,0 3-10 0,0 0-9 16,-2 0-3-16,0-2-2 16,-1 0 2-16,1 1 0 0,-2-2 2 0,2 3 1 15,0-1 12-15,-4 0 14 0,-2-1-10 16,1 1 3-16,1-3 3 15,0 3 3-15,-4 1-3 0,1 0-8 16,1 2-17-16,0-3-1 0,-4-2 1 16,5-2 1-16,-1 0 0 0,2 4 1 15,-7-4 10-15,7 3-9 0,-2-1 0 16,0 4 10-16,-3-1-10 0,3 2 13 16,2 1-13-16,0 8-3 0,2 8-19 15,-5-6 16-15,5-7 0 0,0 0 0 16,0 0 2-16,2 12 0 0,0 7 1 15,0-5 0-15,-2-7 1 0,1-4 1 16,-1 1 10-16,0 4-10 0,2 1-1 16,0 4 3-16,-2 0-1 0,2 5 9 15,0-1-12-15,0 1 0 0,0 4-12 16,-2-2-1-16,-1 3 1 0,3 0-11 16,0 1-2-16,-2 1 3 0,4-2 3 15,-2 2 0-15,2 0 7 0,-2 1-7 16,0 1-3-16,2 2-3 15,0-1-16-15,0 1 0 0,0-1 6 16,0 4 4-16,0-3-1 0,2 1 0 16,0 2 1-16,-2 1-1 0,0 2-3 15,0 1-6-15,0 1-3 0,0 3-1 16,2-2-6-16,-2 1-6 0,4 1-7 16,-2-3 7-16,0 4 6 0,0-2 0 15,1 1-14-15,-1 1-15 0,0-2-10 16,0 0-29-16,0 2-6 0,0-1-14 15,0 0-13-15,-2 1 10 0,0 0 12 16,0 1 26-16,0-1 20 0,0 1 35 16,-2 0 49-16,-2 0 10 0,0 3 19 15,-5 1 3-15,-1 1 1 16,0 2-1-16,3 1 56 0,-5 0 12 16,2 0-19-16,4 0-13 0,-3 2-19 15,-1-2-20-15,0 2 0 0,3-2-3 16,-1 2-3-16,-2-1-1 0,-1-1 1 15,3 1 12-15,-4-1-2 0,1 2-4 16,1 0 0-16,-6-1 9 0,3-1 11 16,-5 2-24-16,3 0 4 0,-8 0 4 15,5 0-8-15,-5-1-12 0,-4 1 7 16,2-1-1-16,-2 2-17 0,1-3 17 16,-5 1 13-16,-2-1-6 0,-3 2 0 15,-1-1 15-15,-2 1 1 0,-2 1 22 16,1-1-16-16,-3 1 6 0,-3 0-25 15,-5-1-16-15,-9 0 21 0,-6-1-34 16,-7-1 0-16,9 0 0 0,2 0 0 16,6 0 10-16,1 0-10 15,-1 0 0-15,-4 0-12 0,2-3 12 16,0 1 10-16,0-1-9 0,-4-2 24 16,2 2 13-16,0-3 3 0,-2-1 1 15,2 1-39-15,-6 1-2 0,2-1 1 16,0 1-1-16,-4 0 30 0,0-1-31 15,-5 2-2-15,7-3 1 0,-2 2-3 16,-2 1-8-16,-1-2 12 0,1 1 2 16,0-1 0-16,4 0 1 0,-7-2-2 15,-1-1-1-15,6-1 0 0,-7 1 1 16,3-2 0-16,2 0 1 0,1 1-2 16,-7-2 0-16,3 3-11 0,-1-1 11 15,2 0 1-15,-1 1-1 0,-1 0-1 16,2 1 1-16,-3 0 10 0,5 0-10 15,0 0 0-15,-5 1 0 0,3 1 1 16,0-2 2-16,-1 3-2 0,3-1 11 16,-7 4-12-16,7-4 1 0,-2 2 11 15,-1-1-12-15,1 2 1 16,4 1 0-16,-4 1 2 0,3-3 23 16,3 2-11-16,0-1 1 0,0 2 0 15,0 1 6-15,0-3 0 0,6 3-6 16,-2 1-3-16,0 2 3 0,4 3 0 15,2 0 6-15,0 2 0 0,11-3-10 16,7 2 7-16,9-2 0 0,5 1 12 16,-9 0-15-16,-1 0 0 0,-3 2 0 15,4-3-16-15,4 1-2 0,4 0 2 16,7-4-2-16,3 0-21 16,7-2 1-16,4 0-25 0,4 0-193 15,8-7-232-15,7-2-87 0,-5-2-536 16,13-3-320-16</inkml:trace>
  <inkml:trace contextRef="#ctx0" brushRef="#br0" timeOffset="59391">18635 6121 60 0,'0'0'808'0,"0"0"456"0,0 0-924 16,0 0-72-16,0 0-24 0,0 0-23 15,0 0-49-15,-19 3-35 0,19-5-49 16,0-3-47-16,0-1-28 0,-2-1-11 15,0-1 30-15,-4-2 18 0,2-1 23 16,-8-1 2-16,-1 0-9 0,-3 3-25 16,-7 2-16-16,-4 3-15 0,-4 4-10 15,-4 3-25-15,-2 5 7 0,-1 6-4 16,-1 2 3-16,4 4 6 16,2-1 10-16,6 4-19 0,6-2-3 15,7 2-13-15,6-4-3 0,4 4-19 16,4-2 1-16,8 2 11 0,4-1 16 15,5 2 30-15,3 0 0 0,5-1 0 16,2 0 1-16,2 0-1 0,2-3 2 16,2-1 2-16,-6 0 23 0,6-2 20 15,-2-1 15-15,-6 1-7 0,0-3 26 16,-7-1-13-16,-1 1 6 0,-9-3-8 16,-4 1 8-16,-4-1 77 0,-4 6 96 15,-8-1-115-15,-7 4-84 0,-8 4-22 16,0-2-22-16,-6 0 14 0,-6 0-14 15,4-1-2-15,-4-4-2 0,1-2 1 16,3-4-2-16,4-4-22 0,9-4-18 16,3-3-68-16,7-5-53 0,7-8-79 15,5-9-209-15,5-7-265 0,7 6-262 16,9-22-601-16</inkml:trace>
  <inkml:trace contextRef="#ctx0" brushRef="#br0" timeOffset="59941.84">18683 6128 1589 0,'0'0'1531'0,"0"0"-1117"15,0 0-329-15,0 0-84 0,0 0-1 16,0 0 70-16,62 0 15 0,-33-4-10 16,2 2-21-16,6-3-13 0,2 4 18 15,-6 1-27-15,6 0-6 0,-1 0-4 16,-3 0-4-16,-4 1 1 0,-6 4-3 16,1 0-14-16,-5 0 1 15,-4 1 9-15,-5 0-12 0,-2-1-42 16,-3 0-5-16,-3 0-20 0,-2-3-84 15,-2 1 0-15,0-2 2 0,-2 0 67 16,-2-1-115-16,-7 0-104 0,-5 0-82 16,-1-3-57-16,-1-1-27 0,-7-2 151 15,2-1 205-15,0 0 111 0,-4 2 81 16,5-1 234-16,-1 0 10 0,0 0-1 16,0 4 9-16,3-1 11 0,-1 3-21 15,7 0-27-15,-1 3-47 0,5 5-6 16,0 4-72-16,1 2-68 15,1 10-63-15,6 6-18 0,0 14-1 16,0 14 1-16,2 14 12 0,2 0-6 16,0-11-4-16,4-14-5 0,0-19-16 15,-2-3 8-15,1 1-11 0,-1 5-18 16,2 1-1-16,-4-2-30 0,-2-2-47 16,2-3-31-16,-2-3-48 0,0-7-55 15,0-3-82-15,-2-6-134 0,2-4-85 16,0-2-246-16,0-15-431 0</inkml:trace>
  <inkml:trace contextRef="#ctx0" brushRef="#br0" timeOffset="60154.94">18790 6441 89 0,'0'0'202'16,"0"0"1333"-16,0 0-1065 0,0 0-95 16,0 0-54-16,0 0-106 0,0 0-215 15,0 0 0-15,0 0 48 0,0 0 57 16,39-24-35-16,-14 20 0 0,4-3-19 15,2-2-13-15,4 1-16 16,2-2-10-16,1 1-11 0,-3 2 1 16,-2-1-2-16,-2 3-18 0,-8 2-147 15,-1 3-103-15,-5 0-98 0,-9 2-160 16,-4 2-474-16,-8 9-283 0</inkml:trace>
  <inkml:trace contextRef="#ctx0" brushRef="#br0" timeOffset="60392.08">18769 6725 2395 0,'0'0'1167'0,"0"0"-767"0,0 0-155 16,0 0-245-16,0 0-68 0,0 0 68 15,0 0 68-15,0 0-5 0,69-12-32 16,-47 6-16-16,5 3 1 0,0-1-14 15,6 1 1-15,0 0 0 0,0 0-3 16,0 0-20-16,1 0-67 0,5 3-75 16,-6-3-33-16,2 3-99 15,0 0-65-15,-2 0-122 0,-10 0-668 16</inkml:trace>
  <inkml:trace contextRef="#ctx0" brushRef="#br0" timeOffset="64774.55">22509 7161 37 0,'0'0'39'15,"0"0"-26"-15,0 0-11 0,0 0-1 16,0 0 0-16,0 0-1 0,0 0 2 16,0 0 0-16,0 0 24 0,0 0 29 15,27 0-42-15,-27-2 39 0,-2 2 467 16,0-2-242-16,-3 2-56 0,3-2 13 16,-2 2-29-16,2-2-36 15,0 2-23-15,0 0-39 0,2-2-26 16,0 2-32-16,0 0-30 0,0 0-15 15,0 0 25-15,0 0 35 0,0 0 30 16,0 0 22-16,-2 0 42 0,2 0 13 16,-4 0-43-16,2 0-29 0,-2 0-25 15,0-1-26-15,-1 0-10 0,-5-1-9 16,2 0-10-16,-3 2 0 0,-1-1-3 16,-4-1-15-16,1 2 0 0,-4-1 0 15,-1-2 0-15,-1 1 0 0,-8 0 2 16,0-2-2-16,-4 0 12 0,-2-2-13 15,-4 2 0-15,-11-1 1 0,7 0 15 16,-5 2-13-16,-8-3 10 0,-6 1-10 16,-12 1 10-16,-9 0-12 0,9-1 2 15,4 1 23-15,8 3-1 0,-5-5-9 16,3 4 3-16,0-1 35 0,-2-1-42 16,2-1-12-16,0 1 0 15,2-3 2-15,-2 2 2 0,2-1-1 16,-2-1-3-16,0 0 1 0,2 0 2 15,0 0-2-15,0 3 0 0,-2-2-1 16,2 0 0-16,-1 2 0 0,-1-4 0 16,2 3-1-16,0 0 0 0,-2 0 1 15,4 3 1-15,-2-1 0 0,0 0 0 16,-2 3 1-16,4 0 17 0,0 0-6 16,-2 0-13-16,2 0 25 0,-2 0-23 15,2 0 11-15,3 1-11 0,-5 1 23 16,8-1-3-16,-4-1-18 0,2 0 11 15,0 2-3-15,-2-2-12 0,5 0 0 16,-5 0-1-16,2-3-1 0,-4 3 2 16,2-3 2-16,-6 0-1 0,8 3 2 15,-4-2 13-15,0 2 6 0,2 0-10 16,-4-4 1-16,7 4-11 0,-5-3 11 16,2 1-13-16,-2 2 1 15,4-1 1-15,-2-2 1 0,4 3 10 0,-3-1-11 16,3-2 13-16,0 3-2 15,-2 0 0-15,3-4-11 0,-1 4-2 16,2 0-1-16,-2 0 0 0,-4 0-3 16,5 0-8-16,-3 0 10 0,-4 0-11 15,2 1 10-15,4 5 0 0,-8-2 0 16,4 2 2-16,3 0 1 0,1 0 0 16,-4 1 1-16,15-3 0 0,3 3 1 15,11-3 1-15,-2-1 0 0,-6 0-2 16,-6-1-1-16,-3 2-1 0,1 0 1 15,-1 1 0-15,3-1-1 16,4 0 1-16,-3 2-1 0,3-2 0 16,2 1-1-16,0 0 2 0,4-1-1 15,-1 0 1-15,1-1-3 0,4 0 0 16,-2 0 1-16,3 0-13 0,1 0 15 16,0 0 0-16,0 0 0 0,4 1-1 15,0-1 1-15,3 0 1 0,-1 1-1 16,5 1 2-16,-5-2-1 0,8 0-1 15,-3 1-1-15,8-1 0 0,-3 0 0 16,5-2-1-16,-2 0-11 0,6 1-6 16,0 0-28-16,2-2-51 0,0 2-44 15,4 0 94-15,-2 2 32 0,6 0-3 16,-4-2 3-16,3 4 0 0,-3-3 13 16,0 1 0-16,0 0 1 0,2-2-17 15,-2-1-23-15,0 2-24 0,-2-2-14 16,1 0-13-16,-3 1 19 15,0 2 39-15,0-2 35 0,0 1-29 16,0 0-38-16,0 0-26 0,0-1-17 16,0 0-9-16,2-2-52 0,-2 0-56 15,2 0-71-15,0 0-79 0,-2 0 29 16,2 0 35-16,0-2-7 0,-2-2 60 16,2 3 100-16,-2-2 150 0,0 1 10 15,0 2 130-15,0-1 118 0,-2-1 6 16,0 2-45-16,0-1-49 0,-2-2-7 15,2 3 13-15,-3-2 16 0,3 2-20 16,0 0-22-16,0 0-20 0,0 0-3 16,-2 0-7-16,4 0-6 0,0 0-62 15,0 0-42-15,0 2 0 0,0 5 55 16,0 1 70-16,6 5-15 0,-4 2-20 16,0 1 0-16,0 5 3 0,0 3 0 15,1 3 3-15,-3 4-9 0,2 3-4 16,0 4-13-16,0 3-7 0,-2 2-12 15,4 0-19-15,0 1 6 16,-2 3-10-16,4-1 4 0,-2 8 3 16,-2 8-7-16,1 10-6 0,-1 1-6 15,-2-7 0-15,-2 0 0 0,-3-6 6 16,-5 1 6-16,8 0-3 0,-4 2 7 16,4-5 2-16,-2 4 1 0,-1 0-32 15,1-2 19-15,2 0 0 0,-2 1 3 16,0 1 0-16,2-1-2 0,0 3-8 15,0 0-2-15,0 1-1 16,0 1 1-16,2 2-1 0,0-4 1 0,0 1-13 16,0-2-2-16,0-2 0 15,0 2 1-15,0 2 1 0,0-2 0 16,0-1 1-16,0 2 2 0,0 0 9 16,-4 3-9-16,4-1 13 0,-3 0-14 15,-1 0-2-15,2-2-15 0,-2-4 3 16,-2 2 11-16,6 1 0 0,-2-2 1 15,2 0 2-15,0 0 0 0,0-3 0 16,0 3 1-16,0-3 0 0,0 1 1 16,0 0-1-16,-2-2-3 0,2 2-17 15,-2 1 14-15,2 0-10 0,0-2 12 16,0 0 0-16,0 2 1 0,2-3 2 16,2 2-1-16,4-3 12 0,0 1-11 15,-1 3 10-15,-3-2-8 0,2 2-1 16,2-3-3-16,-2 1-27 0,-1-1 24 15,-1-1 2-15,-2 3 0 16,4-2 1-16,-4 0 1 0,4-1 2 16,-4-10 12-16,0-9-12 0,0-6 10 15,1-1-1-15,-3 7 1 0,2 5-11 16,-2 8 1-16,2 0-3 0,2 0-15 16,-2-1 12-16,2 0-9 0,0-1 11 15,9 2 1-15,-7-3 1 0,2-2 11 16,2 2 1-16,-1-1 2 0,1-4-12 15,-6 1 10-15,2 0-11 0,3-2 10 16,-3 0 1-16,-4 0-10 0,2-1 10 16,-2-1-10-16,0-1-3 0,0-2-20 15,-2-1 20-15,2-5 12 0,-2 2 4 16,0 1-4-16,0-1 4 0,2 2 3 16,-2 0 2-16,2 0-5 15,3 2-14-15,-1 1 23 0,-2 0-1 0,2 0-11 16,-2-2 2-16,0 2-12 0,2-2 13 15,-4 0-14-15,2-2 0 0,0 0-1 16,0 3-1-16,0-2 0 0,0-1 0 16,5 2 0-16,-3 0-8 15,-2-2 5-15,0 2 3 0,0-2 0 16,0 1 14-16,-2 0-13 0,0-2 18 16,2 0-18-16,0 0 17 0,-2 1-5 15,0-1 5-15,2-2-17 0,0 3 21 16,0-3-1-16,0-1-21 0,1 3 13 15,3-3-13-15,-4 2 0 0,2 0 0 16,0 0 12-16,-2 1-12 0,2 2 0 16,-2 0 3-16,2 1 10 0,-1-1-13 15,-1 3-4-15,-2-1-8 0,4-1 10 16,-4 1 2-16,0-1 3 0,0-1-1 16,0 1 11-16,0-1-11 15,-4 0 10-15,4-3-9 0,-2-2 19 16,2-1-10-16,0-2-11 0,0-2 1 15,0-1-2-15,0-3-1 0,0 0 1 16,0-1 2-16,0 1-2 0,0-3-1 16,0 0 1-16,0 1 2 0,0-3 1 15,0 2-1-15,0 0 11 0,0-3-13 16,0 2 0-16,0-1 0 0,0 2 0 16,0 1-2-16,2 1 2 0,-2 1-2 15,0 1 0-15,0 1-19 0,0 0 19 16,0 0-17-16,0 0 19 0,0 0 0 15,0-2-3-15,0 1 2 0,0-3 0 16,0 0 0-16,-2-1-1 0,2-3-38 16,-3 2-9-16,1-3 8 0,0-3 1 15,0-1-3-15,0-2-16 0,0 0-25 16,2 0-22-16,-2-6-23 0,2-1-37 16,0 0-153-16,0-4-75 15,0-3 99-15,0-2-8 0,0-2-7 16,0 1-31-16,0 1-10 0,0 0 19 15,0 0 26-15,0 5 72 0,0 1 71 16,0 3 85-16,0-1 78 0,0 1 11 16,0 0 6-16,-2 0-14 0,-2 0 0 15,2 0 14-15,0 0 22 0,-4 0 42 16,6 1 46-16,0-1-6 0,0 3 3 16,0-3-34-16,0 2-90 0,0-2-82 15,0 1 40-15,0-1 28 0,6 0 14 16,-4 1 55-16,0-1 30 0,-2 0 32 15,2 0 72-15,-2 2 52 0,2-1 6 16,-2 1-20-16,2-1-14 0,-2 3-44 16,0 0-47-16,2-1-9 0,-2 0-13 15,0 0-17-15,0-2-19 0,2 3-12 16,0-1-14-16,-2 0 4 16,0-2-1-16,0 1 1 0,2 2-7 15,0-2-3-15,3 1-6 0,-3 1-4 16,6 2 73-16,-4-2 48 0,2 3-60 15,0-1-71-15,1-2-12 0,5 0-16 16,-4 0 16-16,1 1 1 0,1-1 12 16,2 1-12-16,-3 2-1 0,7-2-1 15,-4 1-1-15,1 0 2 0,5-2 0 16,-3 0 15-16,4 1 16 0,-5-4-12 16,7 2-17-16,-3-3 0 0,-1 0 0 15,-1 0 20-15,1 0-19 0,2 0-1 16,-5 0 11-16,7 0-12 0,-5 0 9 15,5 0-8-15,-5 0-1 16,9 2 2-16,0 0 16 0,-2 0 3 0,2 0-3 16,4-1-6-16,2 0-10 15,-5 1 16-15,5-2 0 0,0 0-19 16,-2 0 3-16,4 0 16 0,-2 0-18 16,0 0 1-16,5 0 26 0,-3 0-27 15,2 1 21-15,0 2-22 0,0 2 13 16,0-1-10-16,0 2 9 0,-2-2 1 15,3 2-1-15,1 0 14 0,-2-1-11 16,0 2-1-16,2-2 5 0,5-2-18 16,-1 2 17-16,-4-1-16 0,4-2 11 15,1 1-12-15,1-1-1 0,-3-2 0 16,1 0 16-16,-4 0-14 0,9 0 0 16,-5 0-2-16,0 0 1 0,5 0 2 15,-1 1 0-15,-1 0-1 0,3 3 0 16,-3-2 17-16,3 1-16 0,-1 0-1 15,1 0 23-15,-1-1-6 16,-1-1-17-16,-2 2 15 0,5-3-16 16,-9 2-1-16,5-2 1 0,-5 0 2 15,2 0 0-15,-3 2 0 0,-1-2 0 16,-2 3-2-16,2 0 0 0,-2-1 1 16,-2 0-1-16,2 0 0 0,-1 0-1 15,-1 0 3-15,0-1-1 0,0-1-2 16,0 0-1-16,-2 0 1 0,2 0 0 15,-2 0-3-15,-2 0 0 0,2 0 2 16,0 0 0-16,0 0 1 0,-2 0-2 16,2 2-1-16,-2 2 1 0,2-2 0 15,2 1 1-15,0-1-3 16,0-1 3-16,0 1-2 0,0-2 0 0,2 0 2 16,0 0-18-16,1-2 7 0,-3 1-16 15,2-2 12-15,-2 0 14 0,2 2-20 16,-2-1 20-16,2-1-1 0,-2 2 2 15,2 1-11-15,1 0 11 16,-3 0 0-16,4 0 1 0,0 0 0 16,-2 1 0-16,2 2 0 0,-1-1 0 15,3-1 1-15,-2 0 1 0,2 2-1 16,1-2 0-16,1 1-1 0,0-2 0 16,1 0-1-16,3 0 1 0,-2 0 1 15,-1 0-1-15,3 0 3 0,1-3-3 16,-1 0 0-16,1-1 0 0,1 0 1 15,-1-1-1-15,-1 1 1 0,-1-1 0 16,1 1 0-16,-1-2-1 16,-1 1 0-16,2-1 1 0,-3 2-1 15,3-1 0-15,-1 0 0 0,-5 2-1 16,4-1 1-16,-3 0 0 0,-1 1 0 16,-2-1-1-16,0 0 1 0,-2 0 0 15,-1 2 2-15,-1-1-2 0,-4 3 0 16,2 0 0-16,-5 0 2 0,3 0-1 15,-2 3 12-15,2-1-12 0,-4 2 2 16,2 0 16-16,0 1 2 0,-2 0-21 16,3-2 19-16,-3 1-18 0,-2 0 1 15,4 0 1-15,-2 0 0 0,-3-1 1 16,1 2-2-16,0-2 1 0,0-1-3 16,-3 2 1-16,1-2-1 0,-2-1-1 15,-3 0-1-15,-3-1 2 0,-1 0-3 16,-2 0-13-16,-4 0 0 0,-1 0-9 15,-1 0-18-15,-2 0 2 0,-2-1 22 16,0 1 15-16,0-1-62 16,0-5-37-16,0 1 2 0,2-4 16 15,0-6-32-15,4-5-70 0,-4-6-174 16,4-7-193-16,-1 8-521 0,-1-17-327 0</inkml:trace>
  <inkml:trace contextRef="#ctx0" brushRef="#br0" timeOffset="66797.03">22492 7075 40 0,'0'0'114'0,"0"0"111"15,0 0 538-15,0 0-408 0,0 0-157 16,0 0-88-16,0 0-79 0,0 0-29 15,0 0-2-15,0 0 32 0,2 49-19 16,5-42 4-16,-1-2-1 0,0 1 10 16,0-1 22-16,-4 3 50 0,4-2 25 15,-6 5 39-15,0 1 57 0,0 1 0 16,0 7-52-16,-6 1-51 0,2 4-20 16,-2 4 3-16,2 4-23 0,0 2-9 15,2-1-16-15,-3 4-7 0,3-1 4 16,2 3-13-16,0-2-1 0,-2 3 4 15,-4 2 10-15,4 1-1 0,-2 9 7 16,0 10-7-16,0 7 3 0,2 5 6 16,2-8-12-16,0-5 1 0,0-5-14 15,0-1-2-15,4-2-11 0,-2 2 1 16,2-2-3-16,0 0-14 0,0 1-2 16,2 1-2-16,-4 0-1 0,5 0 3 15,-3 0 1-15,4 1 3 0,2 1 17 16,-3-1-2-16,3 0-6 15,0 1 8-15,3-2-2 0,-3 4-16 16,0-3 10-16,3-1-13 0,-5-2-1 16,2-2-12-16,1 0 10 0,-5-1 0 15,-2 3 1-15,0-1 2 0,0 0 1 16,-2-8 2-16,0-7-1 0,-2 6-2 16,0 9-1-16,0-2-1 0,0 1-1 15,-2-2 0-15,0-12-16 0,0-3-6 16,0 7 0-16,0-6 6 15,-2 4 4-15,2 10-1 0,0 5 4 16,0-5 9-16,2 0-13 0,0 0 14 16,0-7-10-16,0 6 10 0,4 6-2 15,0 6-8-15,0-4 9 0,2-7-16 16,-1-5 16-16,3-11-17 0,-8 9-11 16,4 5 12-16,0 0 16 0,-2-1-10 15,2 2 12-15,-2-1 1 0,2 0 1 16,-1-3 1-16,-1 3 0 0,4-2 2 15,-4 1-1-15,-2-2 0 0,2 0 9 16,-2 0-10-16,2 0 2 0,-2 0 8 16,0 1-12-16,0 0-14 0,0-1 2 15,0 1 12-15,0 2 1 0,-2-1 1 16,2 3 1-16,0-2 0 0,0 9 10 16,0 7-11-16,0-7 14 0,0-4-13 15,0-1 17-15,0 3-8 0,0 14 4 16,0 8-4-16,0-8 1 0,0-5-11 15,0-10 0-15,0 1 17 0,0-1-17 16,0-1 13-16,0 2-13 0,-2-1 11 16,0-1-10-16,-2 1 13 15,0-1-13-15,1 4 18 0,-3-1-17 16,2 0 14-16,-2 0 1 0,2-1-4 16,-4-8-15-16,3-8 0 0,-1 7 12 15,0 4 0-15,-2 8 0 0,-1 1-11 16,1-16 16-16,4-13 2 0,0-1-3 15,0 6-1-15,0 5 1 0,-5 6-1 16,3 1 10-16,0-2 0 0,0-1-1 16,2 1-20-16,2-1-2 0,-5-3 0 15,3 0-2-15,2-1 0 0,-2-1 0 16,2-2 1-16,-2 1 0 0,2-2 1 16,0 1-2-16,-2 1 0 0,1 0 2 15,3-1-1-15,-2 0 0 0,2-2-1 16,0 1 1-16,0-3 1 15,0 1-1-15,0-1-1 0,0 0 0 0,0 1 0 16,0 3-2-16,0-2-20 0,0 0 7 16,0 0 12-16,0 1 1 15,0 0-14-15,0-3 16 0,0 1 0 16,0-2 3-16,0-1-1 0,0-1 1 16,-4-1-2-16,2 0 2 0,0-1 13 15,0 0-16-15,0 0-1 0,-2-2-1 16,2-1 2-16,0-1-2 0,0-1 0 15,2-2 0-15,-2 0 1 16,0-2 1-16,-1 1 0 0,3-3-1 0,-2 2-12 16,2-1 13-16,0-3-1 0,0 3 1 15,-2-1-1-15,-2-3-11 16,4 1 10-16,-2-1-1 0,0 0 1 16,0 1-2-16,0-1-14 0,-2 1 2 15,4 1 13-15,0-1-9 0,0 0-4 16,0-3 13-16,0 1-12 0,0-2 13 15,0-2 1-15,0 0-11 0,2-2 12 16,-2-1 1-16,0 1 1 0,0-2 11 16,0-1-1-16,0 2-11 0,0 0-1 15,0 0-1-15,0-1-2 0,0 1-12 16,0 0 11-16,0 0-8 0,0-1 11 16,2-2-1-16,-2 3 0 0,2-1 1 15,0-1-1-15,-2 2-14 0,2-2 14 16,0 0 1-16,-2 2-1 0,0-2-13 15,0 1 2-15,4 0 11 0,-4 0 0 16,0 1-11-16,2 2-5 16,-2-2-10-16,0 2 3 0,0-1-3 15,2 0-10-15,1 0-22 0,-1-3-31 16,0-1-54-16,0 0-76 0,0-3-87 16,0-3-108-16,0-3-81 0,0-5-64 15,-2 1-457-15</inkml:trace>
  <inkml:trace contextRef="#ctx0" brushRef="#br0" timeOffset="72545.67">14602 7781 11 0,'0'0'274'0,"0"0"488"0,0 0-478 15,0 0-109-15,0 0-80 0,0 0-95 16,0 0-20-16,0 0 20 0,0 0 57 16,-8 13 30-16,10-10 11 0,0-1-1 15,0 2 17-15,2-2 12 0,-2 1 0 16,7 2-25-16,1-1-11 0,0-2-9 16,-2 3-7-16,9-4-9 0,-3 2-1 15,5-3 13-15,0 0-3 16,3 0-10-16,1-2-6 0,2-2 0 15,0 1 3-15,4 0-10 0,0 0-10 16,2 1-6-16,2-2 7 0,2 3-7 16,0-1 6-16,4 1-3 0,13-3 13 15,6-1-10-15,14-1-18 0,5-3 2 16,-9 0 3-16,0 2-15 0,-4 1 3 16,0 0-13-16,2 2-3 0,1 0 0 15,-1 0 0-15,2 4 12 0,-2-1-12 16,0 1 0-16,0 0 1 0,-2 3 1 15,-2 1 1-15,-8 2 16 0,6-1-6 16,-2 2-12-16,-4-2 0 0,-9 1 2 16,-8-1 10-16,-3-2-12 0,-6 1 2 15,6 1-1-15,3-2 1 0,2 2-2 16,-2-1 0-16,-4-1 12 0,-4-2-13 16,-6 2 2-16,-9-2 10 15,1-1-10-15,-9 2 0 0,-2-2 13 16,-4 0 20-16,0 1 28 0,0-1 0 15,0 0 24-15,0 0-13 0,0 0-43 16,0 0-29-16,0 0-2 0,0 0-13 16,0 0-12-16,0 0 3 0,0 0 6 15,0 0 13-15,0 0-29 0,0 0-71 16,0 0-67-16,0 0-77 0,0 0-94 16,0 0-141-16,0-1-314 0,0-11-789 15,0 25 1304-15</inkml:trace>
  <inkml:trace contextRef="#ctx0" brushRef="#br0" timeOffset="72968.37">16696 7445 689 0,'0'0'1545'15,"0"0"-1212"-15,0 0-92 0,0 0-51 16,0 0-190-16,0 0-77 0,0 0 62 16,0 0 15-16,0 0 32 0,0 0 6 15,60 47 7-15,-39-35-9 0,1 1-8 16,3 2 1-16,2 3 3 15,-2 3 13-15,-2 0-20 0,4 2 1 16,-7-3-10-16,-3 1 9 0,-1-2-9 16,-5-1 16-16,-9-3 6 15,-2 3 45-15,-6 1 110 0,-11 2-25 0,-6 4-64 16,-6 0-39-16,-4 2-8 0,-2 0-6 16,-4 2-7-16,-3-4-20 0,7 0-21 15,2-5 8-15,8-1-11 0,3-4-16 16,3-5-24-16,11-4-115 0,4 0-125 15,4-6-222-15,6 0-163 0,15-6-688 0</inkml:trace>
  <inkml:trace contextRef="#ctx0" brushRef="#br0" timeOffset="83180.88">8188 5989 197 0,'0'0'981'15,"0"0"-620"-15,0 0-59 0,0 0-20 16,-60 8-13-16,45-5-49 0,3 1-43 16,-2 1 6-16,-1-1-48 0,7 0 2 15,2-1 54-15,4-1 18 0,0-1-60 16,2-1-149-16,6 0-10 0,6 0 10 16,5-3 51-16,5-4-7 0,5-2-16 15,4-2-9-15,4 0-16 0,3-4 47 16,1 2-48-16,2 0 14 0,-1-2 6 15,1 3-20-15,-4 2 17 0,-4 0 4 16,-4 1-20-16,-6 3 13 0,-9 4-13 16,-3 0 28-16,-7 2-12 15,-4 0 34-15,-2 3 223 0,-9 4-91 16,-3 2-120-16,-3 3-50 0,-3 1-15 16,-3 6-18-16,-4-2 6 0,0 1 8 15,0 1-11-15,0 0 15 0,1-2-3 16,-3-1 1-16,4 0-17 0,0-2 17 15,4-2 0-15,1 1-10 0,3-2 10 16,7-4 1-16,-3 4-11 0,9-5-10 16,2-1-6-16,2 0-27 0,0-1-10 15,4 1 15-15,5 1 1 0,-1 0 5 16,0-2 7-16,5 0 6 16,-1-2 15-16,4-2 16 0,1 0 18 15,2-4-16-15,-1-3 29 0,3 0 0 16,0-2-3-16,-1 2-6 0,3 0-1 15,-4-3-19-15,-3 2-1 0,-1 2 12 16,-3 2-12-16,-2 0-1 0,-3 2 12 16,-1 1-10-16,-6 1 17 0,0 0 18 15,0 0 56-15,0 3 6 0,-9 4-59 16,-1 1-40-16,-4 11-22 0,-3 4-9 16,-1 4 28-16,-3 4 0 0,2 0 0 15,1 0 3-15,3-3 3 0,3-1 43 16,6-7-12-16,1-1-24 0,5-3-10 15,0-2-21-15,5-3 2 0,1 0 4 16,2 0 3-16,2-4-10 0,1 2 4 16,5-2 17-16,-1-5-2 0,1 1 2 15,3-3 1-15,2 0 0 16,1-3-12-16,1-6 0 0,2-4-41 0,0-1-92 16,1-1-88-16,-1-3-189 15,-2 2-348-15,-2 4-373 0,-7-3-685 0</inkml:trace>
  <inkml:trace contextRef="#ctx0" brushRef="#br0" timeOffset="83424.42">8634 6477 875 0,'0'0'1180'0,"0"0"-523"15,0 0-403-15,0 0-171 0,0 0 51 16,0 0-63-16,69-52-43 0,-40 33-28 16,2-1-3-16,2 2-38 0,2 4-87 15,2 3 25-15,-4 4 81 16,-2 5-123-16,-6 2 13 0,-2 0-71 0,-9 7-195 16,-8 7-170-16,-4-1 24 0,-8 14-429 15</inkml:trace>
  <inkml:trace contextRef="#ctx0" brushRef="#br0" timeOffset="83626.66">8709 6803 920 0,'0'0'1192'16,"0"0"-401"-16,0 0-538 0,0 0-126 16,0 0 128-16,0 0-31 0,0 0-60 15,0 0-67-15,62-13-55 0,-46 3-23 16,3-1-17-16,0 1-2 15,3-1-3-15,-1-1-30 0,0 1-67 16,-1 3-51-16,1 0-29 0,-2 2-67 16,-3-3-163-16,1 3-202 0,-9 0-215 15,2-1-500-15</inkml:trace>
  <inkml:trace contextRef="#ctx0" brushRef="#br0" timeOffset="83838.97">8957 6285 909 0,'0'0'1758'0,"0"0"-1190"0,0 0-228 0,0 0-53 16,0 0-287-16,0 0 0 0,0 0-31 16,8 56 18-16,2-30 12 15,1-1-53-15,1 0-53 0,-1-3-54 0,-1 0-104 16,2-5-174-16,-6-4-116 15,1-4-156-15,-3-2-498 0</inkml:trace>
  <inkml:trace contextRef="#ctx0" brushRef="#br0" timeOffset="84013.58">9064 6217 894 0,'0'0'2170'16,"0"0"-1632"-16,0 0-144 0,0 0-38 15,0 0-235-15,-33 50-121 0,33-25-34 16,4 3 13-16,1 5-4 0,5-2-3 16,0 1-87-16,5-5-133 0,1-1-139 15,-3-7-305-15,5-2-903 0</inkml:trace>
  <inkml:trace contextRef="#ctx0" brushRef="#br0" timeOffset="85204.85">15193 6097 184 0,'0'0'2102'15,"0"0"-1630"-15,0 0-234 0,0 0 11 16,0 0-20-16,0 0-102 0,0 0-127 16,0 0-28-16,0 0-150 0,0 0 124 15,0 17 54-15,17-14 48 0,6 2-1 16,3-3-9-16,3 2-9 0,4-4-16 16,3 0 3-16,-1 0 6 15,0 0-6-15,-6 0 15 0,-6 2 1 16,-3 0 3-16,-7 0-13 0,-5 0 19 15,-8 1 31-15,0 0 173 0,-10 3 65 16,-5 5-224-16,-6 3-86 0,-3 4-13 16,-3 1 11-16,-2 3 0 15,-4 0-11-15,4-3 12 0,-2 1-1 0,4-3 2 16,8-3 3-16,-1-3 19 16,9-4-20-16,1-2-2 0,6-2-14 15,2-2-27-15,2 1-80 0,2-2-6 16,8 1 77-16,1-1 28 0,3 1 22 15,5-1 1-15,3 0 21 0,3-1-10 16,0-2-12-16,6 0 0 0,0 0 2 16,-2 2-2-16,-4 0 13 0,-3 1-1 15,-1 0 16-15,-8 0-9 0,-5 4 0 16,-4-3 15-16,-4 2 69 0,-2 1 70 16,-8 4-34-16,-3 2-102 0,-8 6-36 15,-1 6 0-15,-5 2-1 0,-2 5-1 16,-2-1-11-16,2 3 12 0,4 0 1 15,7-4 17-15,-1-4 25 0,11-5-6 16,4-4-18-16,4-2-19 0,2 0-19 16,4-3 1-16,4 0-10 15,7-2 25-15,-3-1-12 0,7-3 12 16,-7 0-16-16,7-2 7 0,2-1-13 16,-7 0-27-16,5 0-10 0,-5-4-9 15,3 2-47-15,-4-2-38 0,1 1-60 16,-6 0-115-16,5 3-261 0,-7-2-395 15,-4 2-315-15</inkml:trace>
  <inkml:trace contextRef="#ctx0" brushRef="#br0" timeOffset="85494.17">15410 6888 99 0,'0'0'2488'15,"0"0"-1753"-15,0 0-551 16,0 0-54-16,0 0-19 0,54-9-55 16,-39 4-9-16,5 0-9 0,3-1-25 15,-4 2-11-15,5 1-2 0,-1 0-1 0,-6 3-49 16,5 0-58-16,-7 0-53 15,-1 6-48-15,-5 0-24 0,-5 3-107 16,-4 5-70-16,0 0-108 0,-6 1-244 16,-1-1-329-16</inkml:trace>
  <inkml:trace contextRef="#ctx0" brushRef="#br0" timeOffset="85668.18">15508 7086 265 0,'0'0'1140'0,"0"0"-23"15,0 0-724-15,0 0-127 0,0 0-62 16,0 0 12-16,0 0 52 15,0 0-35-15,0 0-36 0,0 0-48 16,43 7-72-16,-29-7-43 0,7-1-16 16,-4-3 1-16,7 1-19 0,-1-1-3 15,-2 1-13-15,2-1-58 0,1-2-78 16,-7 2-53-16,6 1-43 0,-9-1-84 16,3 0-190-16,-9 0-294 0,0-7-587 0</inkml:trace>
  <inkml:trace contextRef="#ctx0" brushRef="#br0" timeOffset="85872.74">15766 6688 2652 0,'0'0'590'0,"0"0"-393"0,0 0-79 15,0 0-118-15,0 0-13 0,0 0-60 16,0 0 51-16,-2 51 3 15,8-31-86-15,0-3-74 0,5-1-45 16,-5-1-98-16,2-4-66 0,-2-1 18 16,5-4-46-16,-5-4-307 0,-2-2 20 0</inkml:trace>
  <inkml:trace contextRef="#ctx0" brushRef="#br0" timeOffset="86036.55">15865 6610 386 0,'0'0'2090'0,"0"0"-1478"16,0 0-195-16,0 0-113 0,0 0-154 16,-39 50-112-16,35-28-26 0,2 6-12 15,0 0-12-15,2 1-7 0,0-3-22 16,4-2-43-16,0-3-112 0,2-2-115 16,2-7-252-16,3-3-1129 0</inkml:trace>
  <inkml:trace contextRef="#ctx0" brushRef="#br0" timeOffset="88219.65">23433 7014 17 0,'0'0'17'0,"0"0"152"0,0 0 346 15,56 2-251-15,-36-2-29 0,3 0-30 16,6 0-49-16,2-2 6 0,4-1-32 16,13 1 16-16,12 0 10 0,20-1-20 15,7 1 19-15,2-1-29 0,6-4-23 16,-6 1-29-16,10-1-9 15,5-1-30-15,3 0-32 0,5 1 7 16,8 1-10-16,-1 0-2 0,10 1 2 16,-1 1-1-16,-2 3 1 0,2 1-1 15,0 0-1-15,-2 0 2 0,5 0 0 16,-3 0 0-16,2 1 0 0,-2 0 0 16,0 1 19-16,0-2 23 0,5-3 9 15,-1-4 7-15,-2-2-13 0,-4-1-4 16,-6-2-9-16,2-1-13 0,-2 0 23 15,-6-1-23-15,4 1-16 0,-9 3 0 16,-6-2 9-16,-3 1-11 0,-1 3 14 16,0 0 4-16,-2 4-16 0,-2-1 23 15,-4 1 34-15,0 3-38 0,-2 1 23 16,0 0-4-16,-6 0-12 0,2 4-13 16,-5-1-4-16,5 3 14 0,-7-1-7 15,3 1-19-15,-2 0 0 16,-7 0 1-16,4-1 0 0,-7 1 2 15,-5-4 16-15,-4 2-16 0,0-3 22 0,-13-1 20 16,-8 0-7-16,-10 0-1 16,2 0-11-16,2 0-6 0,5 0-18 15,5-3 10-15,-4 1-12 0,-1 1 0 16,-1 0-12-16,-4 0 12 0,0-1-16 16,-6 1 16-16,4 1-44 0,-6-1-7 15,-3 0-21-15,-3 1-23 0,-3 0-16 16,-1 0-14-16,-9-1-63 0,7-1-91 15,-7 0-105-15,2 2-147 16,-6-1-217-16,2-2-421 0</inkml:trace>
  <inkml:trace contextRef="#ctx0" brushRef="#br0" timeOffset="88892.64">30287 6877 275 0,'0'0'447'0,"0"0"87"16,0 0-186-16,0 0-75 0,0 0-82 15,0 0-3-15,0 0-23 0,0 0 0 16,34 51-14-16,-34-43-31 0,0 1-18 16,0 2-9-16,0 0-13 0,0 6-16 15,2-2-13-15,2 3-19 0,0 3 7 16,2 1 2-16,0 3-6 0,3 0 6 16,-1 3 1-16,2 6 21 0,0-1-25 15,-1 6 3-15,5 9 0 0,-1 13 10 16,1 10-7-16,-2 4 3 0,1-6-6 15,-1-1-25-15,-3-3 3 0,-1 0 9 16,-4 5 0-16,2 3 10 0,-2 2 12 16,-2 4-14-16,0 5 20 0,0 1 3 15,-2 5 3-15,3 0-2 16,1 1-11-16,0 5-46 0,0 2 16 16,4 2 6-16,1 2-1 0,-1-2 1 15,0-2 3-15,-2 0 3 0,0-3-3 16,-3 2-28-16,-1 1-23 0,-2 2 10 15,0 0 13-15,-2 0 3 0,-1 2 9 16,-3-2-10-16,0 0-2 0,0 6-11 16,-4 1-32-16,-1 5 27 0,3 4 15 15,-2 0 1-15,1-1 22 0,3 1 18 16,0-1-9-16,6 1-31 0,-4 2-3 16,2 2 1-16,2 0-1 0,0-1 3 15,0-4 1-15,0 3-1 0,0 1-11 16,2 2-35-16,2 4 31 0,-4-4 15 15,2 0 11-15,4 2 8 16,-2 0-19-16,2 3-3 0,-3 1-13 16,1 4 16-16,0-2 0 0,0-2 19 15,-4 0-5-15,0 1-14 0,0-2-37 16,-2 6 34-16,-2-1 2 0,0 2 1 16,4-3 21-16,0 1-21 0,0-1-16 15,0 3 3-15,2-2 13 0,4-4 2 16,-4-6 13-16,6-6-15 0,-4-6-31 15,-2-2-3-15,-2-6-47 0,-6-4 0 16,-2-3 3-16,-7-4-25 0,-1-5-42 16,-1-7-15-16,-1-7-36 0,-3-5-55 15,3-16-130-15,3-10-119 0,1-11-67 16,3-16-126-16</inkml:trace>
  <inkml:trace contextRef="#ctx0" brushRef="#br0" timeOffset="90963.68">23474 6916 138 0,'0'0'170'16,"0"0"556"-16,0 0-351 0,0 0-79 15,0 68-85-15,0-49-49 0,-2 4-39 16,2 1-6-16,-2 4 6 0,0 3-4 16,2 2 4-16,-2 6-23 0,0 2-26 15,0 9-1-15,0 11-28 0,-2 12-9 16,2 1-4-16,-1-4-30 0,-1-1 11 15,2-7-13-15,2 2-3 0,-2 2-9 16,0 1 12-16,0 2 1 0,2 2 28 16,-2 2-1-16,2 0 4 0,-2 1 10 15,2-1-17-15,0 0 1 0,0 1-4 16,0 3-21-16,0 3-1 0,0 1-1 16,0-1 1-16,0 2 2 0,0 1 1 15,2-2-1-15,0 3 1 0,-2-5 16 16,0 0-16-16,0 0-2 15,-4 0-1-15,4 3 0 0,-2-3 2 0,0 2 21 16,2 4 5-16,-2-5 11 16,2 3-1-16,0-1-3 0,0-2-13 15,0 2-21-15,2 5 1 0,-2 2 14 16,0 5 3-16,0 6-3 0,0 2 6 16,4 1 10-16,0 3 12 0,2-2-3 15,3 1-3-15,1 2-35 0,0 8 45 16,5 0 2-16,-3 5 4 0,5-1-10 15,-7-2 0-15,2-3-32 0,1 2 1 16,-5 0-13-16,2 2 25 0,-3-2-10 16,1-2 7-16,0-6-6 0,-4 0-16 15,2-4-21-15,1-1 18 0,-1-2 1 16,-2-2 2-16,-2 4 2 0,0-3 11 16,0 2-13-16,-2-4-31 0,2 1 16 15,0-1 11-15,0-1-7 0,-2-1 11 16,5 0 2-16,-3-1 11 0,-2-6-12 15,2-4-1-15,0-2-22 16,-2-4 9-16,2-3 13 0,-2-4 1 0,0-1 0 16,0-2 1-16,0-4 11 15,0-1-11-15,0-1-2 0,0-3 0 16,0-3-25-16,0 0 9 0,4-15 4 16,-2-5 12-16,2-6 0 0,-4-5 0 15,2 8 0-15,2 3 2 16,0 5-2-16,1 0 2 0,1-2 1 0,0 0 10 15,-2 0-10-15,-2 2 9 0,2 2-9 16,0-3 10-16,3 3-13 0,-3-1-20 16,0-1 20-16,2-3 2 15,-2-1 17-15,-4-1-3 0,4-5-1 16,-2-6-2-16,1-2-13 0,-1-7 0 16,0-4-13-16,2-3-6 0,-2-3-21 15,0-4-45-15,0-2-22 0,2 1-7 16,-4-2-19-16,0 0 0 0,2 0-1 15,-2-3-10-15,0 0-45 0,0-3-124 16,0-3-10-16,0 2 35 0,0-2-14 16,2 0-95-16,0 1-4 0,-2 0 30 15,0-1 81-15,0 3 149 0,0 2 86 16,0 0 31-16,0 1 24 0,0 0 35 16,2 2 186-16,0-2-100 0,1 2 124 15,1-1 84-15,2-2-85 0,4 0-23 16,-2-2 1-16,5-2-8 0,5-2-58 15,-3 2-46-15,8-1-13 16,-1 3 33-16,1-3-11 0,2 6-2 0,4-1-24 16,0 3-32-16,4 1 7 0,0 0 6 15,2 0 9-15,6 0 14 16,3 0-21-16,8 0-9 0,10 0-9 0,10 0-17 16,4 0 4-16,-1 0-4 15,-3 1 10-15,-4-1-3 0,3 2-10 16,5-1 10-16,5 2-4 0,-3-2-3 15,11-1-16-15,-4 4-12 0,2-2 6 16,6 1-3-16,-4 0 9 0,6 0 0 16,6 0 0-16,-2-3 0 0,9 0 13 15,-1 0-9-15,-5-3-11 0,1 2-2 16,4-3 3-16,-1 1-17 0,1 3 1 16,-1 0-2-16,1 2 12 0,-3 3-1 15,-3 1 13-15,2 3-3 0,-10 1-6 16,6 0 4-16,-1 1 5 0,-1 0 6 15,-2 1 16-15,2 0 21 0,-4-3-9 16,-2 1-21-16,-2-3-17 0,2-2-8 16,-4-3-1-16,2-1-10 0,2-1-2 15,-5 0 0-15,-1-3 1 16,0-2-1-16,-5 0 1 0,-1-2-1 16,-5 4-1-16,1 0 1 0,-3 3 0 15,3 0-1-15,-3 0-1 0,-2 1-1 16,1 4 2-16,-3-2-2 0,0 1 2 15,-2 1 1-15,0 1 0 0,0 1 0 16,-4 0 0-16,0 1 0 0,5 0 1 16,-5 0-1-16,0 1 0 0,0 1-1 15,-2 1-1-15,2-3 1 16,-2 3-1-16,-1-3 0 0,-1-2-1 16,-4-2 0-16,2-4-50 0,-13-5-38 15,-5-2-14-15,-7-4-25 0,0 2-36 16,2-7-11-16,2-4-23 0,8-5-176 15,-8-5-255-15,-8 5-151 0,0-17-731 0</inkml:trace>
  <inkml:trace contextRef="#ctx0" brushRef="#br0" timeOffset="91798.69">25839 5842 24 0,'0'0'1396'16,"0"0"-1084"-16,0 0-46 0,0 0-20 16,0 0-26-16,0 0 13 0,0 0-37 15,0 0-77-15,0 0-42 0,0 0-33 16,-12-11 55-16,18 27 35 0,0 6 19 16,-2 9-4-16,2 16-7 0,3 17-23 15,-1 28-25-15,0 11-24 0,-4 4-26 16,0-4-4-16,3-12 4 0,1-8-13 15,-4-10-3-15,0-17-14 0,0-14-14 16,-4-11-53-16,0-4-13 0,0 4 7 16,0 3 6-16,0-1 2 0,0-2-3 15,0-8-15-15,0-4-28 0,-2-5-23 16,0-5-35-16,2-6-97 0,0-3-161 16,0-2-245-16,2-8-67 15,0 0-56-15,-2-17 93 0</inkml:trace>
  <inkml:trace contextRef="#ctx0" brushRef="#br0" timeOffset="92165.77">25808 5989 268 0,'0'0'128'0,"0"0"426"0,0 0-323 16,31-51-98-16,-17 36 11 0,9-1-31 15,2 1 11-15,-2 1-88 0,6 5 12 16,0 1 21-16,0 4 51 0,2 3 48 16,2 1 33-16,-2 4 35 0,0 5-17 15,-4 3-7-15,-3 5-58 0,-1 4-30 16,2 7 29-16,-13 3-29 0,1 2-10 16,-9 7-48-16,-4 2-12 15,-4 4-1-15,-13-1-18 0,-4 0 0 0,1-4-10 16,-9-4 9-16,0-1-18 15,-2-7 6-15,0-4 3 0,2-8 10 16,-2-3-13-16,8-6 9 0,-2-2-17 16,-1-2-14-16,11-4-44 0,-4 0-1 15,9-2-55-15,2-1-35 0,0-2-23 16,6-1-70-16,2 0-187 0,0-1-288 16,6 1-56-16,2 1-355 0</inkml:trace>
  <inkml:trace contextRef="#ctx0" brushRef="#br0" timeOffset="92683.75">26842 6128 852 0,'0'0'560'0,"0"0"48"0,0 0-178 16,0 0-36-16,-44-50-131 0,30 37-116 16,3 1-42-16,3-2-16 0,-6 3-19 15,-1 0-10-15,-3 4-3 0,3 3-16 16,-6 3-6-16,1 1-4 0,-5 9 4 15,-4 5 25-15,2 5 37 0,-2 6-25 16,2 5-37-16,-2 7-22 16,0 3-11-16,0 3 20 0,3 1 0 0,7 1 22 15,-2-1-16-15,5 0 3 16,5-1-12-16,7-3 0 0,4 0-4 16,0-3 1-16,9-5-13 0,3-2-3 15,0-5-24-15,7-4 8 0,-2-4-2 16,3-3 15-16,1-2-13 0,2-5-12 15,3-2 15-15,-1-3 10 0,0-2 2 16,2 0-1-16,4-6 2 0,0-2-1 16,0-4 0-16,-2-1-2 0,-2-2 2 15,-4-2 0-15,-3 0 0 16,-5 1-60-16,3 2-50 0,-9-2-5 0,-3 1-13 16,4 3-33-16,-8-1-57 0,0 1-126 15,-2 1-219-15,0 1-181 0,-14-2-582 16</inkml:trace>
  <inkml:trace contextRef="#ctx0" brushRef="#br0" timeOffset="93016.23">26606 6411 1004 0,'0'0'722'0,"0"0"-2"16,0 0-372-16,0 0-312 15,0 0-23-15,0 0 96 0,0 0 9 16,62 3-6-16,-39-6-54 0,1 1-7 15,3-4-6-15,0 3-44 0,2 0 27 16,-8 3-9-16,-1 0 13 0,-1 0 0 16,-7 0 44-16,-1 3 29 15,-7 1 15-15,2 1 31 0,-4-1 44 16,-2 0 5-16,0 1-64 0,0-2-59 0,0 2-33 16,0 1-10-16,0 1-1 15,0 3 4-15,0 4 22 0,-10 3 21 16,4 8 15-16,-3 2-12 0,-3 9-22 15,-5 2-28-15,5 2-33 0,-2-2-18 16,3-3-10-16,7-2-2 0,4-5-34 16,0-5-77-16,6-2-50 0,7-5-44 15,5-1-169-15,-1-5-130 0,-1-2-205 16,5-3-886-16</inkml:trace>
  <inkml:trace contextRef="#ctx0" brushRef="#br0" timeOffset="94644.35">21947 7785 86 0,'0'0'114'0,"0"0"186"0,0 0-72 16,0 0-49-16,0 0 7 0,0 0 22 16,0 0-9-16,0 0-27 0,60 14-16 15,-44-14 39-15,3 0-49 0,3 0-17 16,3 0-12-16,2 0 2 0,4-2-9 16,4-1 16-16,5 2-7 0,9-1-13 15,9-1 3-15,14-3-20 0,7 2-9 16,-1-2-20-16,-1 0-2 0,-7 0-7 15,5 0-16-15,3 1 9 0,1-1-22 16,1-4-3-16,3 6-17 16,0 0 14-16,-3-1-14 0,3 4 14 0,-2 0-13 15,-7 1 0-15,-2 0 10 16,-5 0-11-16,-3 2-1 0,-6 2 1 16,-11-1 1-16,-6-1 0 0,-14 1-1 15,-2-2 0-15,4 4-2 0,0-2 2 16,0 0 0-16,-2 0 0 0,-9-1 11 15,-3 0-10-15,-7-1-2 0,-4-1 21 16,-2 0 16-16,-2 0 79 0,-4 0 52 16,0 0-150-16,-2-2-19 0,-2-1-198 15,-3-3-73-15,3-2-147 0,2 4-559 16,-11-6-393-16</inkml:trace>
  <inkml:trace contextRef="#ctx0" brushRef="#br0" timeOffset="94967.05">24074 7542 197 0,'0'0'1463'16,"0"0"-1086"-16,0 0-47 0,0 0 3 15,0 0-95-15,0 0-222 0,0 0-16 16,0 0 0-16,0 0 10 0,0 0 111 15,2 35-12-15,8-24 3 0,-2 4-23 16,3 1 9-16,-1 0 20 0,-2 3-4 16,-4 1 5-16,-2 2 22 0,-2 0-2 15,-2 4-5-15,-6 2-10 0,-6 3-43 16,-5-2-35-16,-2 0-15 16,-1-2-9-16,-1-5-10 0,-2-4 1 15,4-3-13-15,1-3-41 0,-5-6-48 16,4-1-38-16,3-4-45 0,-1-1-63 15,3-10-118-15,-1-1-250 0,5-1-472 16,-7-15-429-16</inkml:trace>
  <inkml:trace contextRef="#ctx0" brushRef="#br0" timeOffset="95834.52">22329 6232 347 0,'0'0'1822'15,"0"0"-1453"-15,0 0-92 0,0 0-86 16,0 0-191-16,0 0 0 0,0 0 41 16,0 0-3-16,0 0 14 0,0 0 5 15,66 31-3-15,-41-30 7 0,-2 1-10 16,4-2-7-16,-1 1 1 0,3-1-7 15,-2 0 3-15,0 0-25 0,-2 0 13 16,0 3-7-16,-5 0 3 0,-1 1 19 16,-2 1-6-16,-7 1-9 0,-4 1 2 15,0 4-5-15,-6-1 11 16,0 3 11-16,-4 1-14 0,-4 2-12 16,-2 0 0-16,-5-2 0 0,-1 1-19 15,-1-1-1-15,-2-1 17 0,1-1-17 16,-7 1 0-16,2-2-2 0,-2 2 0 15,1-2-2-15,-3 3-1 0,4-2-10 16,2-1 12-16,1-1 1 0,3 0-3 16,3-2-12-16,3 0-7 0,5-3-3 15,4-1-16-15,2 1-13 0,0-2-31 16,0 2 12-16,8 0 32 0,3 2 16 16,3-2 12-16,1-2 4 0,7 0 9 15,-1-1 44-15,6-2-15 0,0 2-17 16,2-2 14-16,-2 0-1 0,4 0 3 15,-7 0 1-15,3 0-10 16,-2 0 3-16,-2 0 0 0,-5 1-4 16,-1-1 1-16,-5 0 3 0,-1 0-6 15,-5 0-3-15,-4 1 12 0,-2 0 89 16,-6 0 116-16,-2 4-115 0,-5 1-81 16,-1 1-34-16,-7 6-3 0,-2 0-9 15,-2 4-4-15,1 2 4 0,-3 1-4 16,2 1 14-16,4 0 1 0,3-4 0 15,3 1 1-15,5-2-12 0,6-2-10 16,2 0-9-16,2-3 0 0,0 0 6 16,4-2 6-16,4 0-9 0,4 1 25 15,-3-4-22-15,5 2 13 0,1-4 9 16,3-1-10-16,1-2 12 0,-1 0-2 16,1-1-16-16,2 0-40 0,-3 0-42 15,-1-1-50-15,-1 1-35 16,-1 0-62-16,-5 0-161 0,1 0-167 0,-5 0-109 15,-2 3-367-15</inkml:trace>
  <inkml:trace contextRef="#ctx0" brushRef="#br0" timeOffset="96091.71">22637 7103 773 0,'0'0'1082'0,"0"0"-71"15,0 0-684-15,0 0-238 0,0 0-47 16,0 0 72-16,0 0 16 16,0 0-54-16,64-14-31 0,-47 9-7 0,3 0-26 15,3 0-12-15,0 0-3 16,-3 2-13-16,5 3 16 0,-4 0-25 0,-5 0-48 16,1 4-34-16,-3 2-59 15,-1 2-3-15,-1 0-33 0,-8 3-68 16,-4 0-75-16,0 5-89 0,-2-4-223 15,-18 7-544-15</inkml:trace>
  <inkml:trace contextRef="#ctx0" brushRef="#br0" timeOffset="96293.49">22685 7345 96 0,'0'0'1137'0,"0"0"-584"0,0 0-199 0,0 0-115 16,0 0-116-16,0 0 74 0,0 0 66 15,0 0-13-15,0 0-20 16,0 0-53-16,33 36-22 0,-23-35-26 0,2-1-29 15,7 0-5-15,-7 0-39 0,7 0-37 16,-5 0-18-16,5-3 2 16,-2 0-3-16,-1-1-19 0,-3-1-43 0,1 1-61 15,-2 1-28-15,-1-4-22 16,1 3-37-16,-2 0-57 0,-1-2-89 16,1-1-151-16,-2-1-86 0,-6 1-146 15</inkml:trace>
  <inkml:trace contextRef="#ctx0" brushRef="#br0" timeOffset="96531.78">23003 6934 791 0,'0'0'472'0,"0"0"609"0,0 0-704 16,0 0-87-16,0 0-121 0,0 0-169 15,0 0-19-15,-15 51-13 0,20-41 13 16,1 1 0-16,0-1 16 0,0 0-23 16,0-4-106-16,3 1-93 0,-3-3-94 15,0 0-174-15,0-4-203 16,-2 0-115-16</inkml:trace>
  <inkml:trace contextRef="#ctx0" brushRef="#br0" timeOffset="96666.01">23057 6950 1842 0,'0'0'700'0,"0"0"-192"16,0 0-150-16,0 0-117 0,0 0-84 15,0 0-83-15,0 0-74 0,0 0-51 0,0 0 14 16,-2 52-1-16,8-41-44 16,2-2-130-16,4 1-117 0,-3-3-443 0,-1 1-950 15</inkml:trace>
  <inkml:trace contextRef="#ctx0" brushRef="#br0" timeOffset="111515.49">548 16246 190 0,'0'0'118'0,"0"0"-34"0,0 0 552 16,0 0-343-16,0 0-78 0,0 0 6 15,0 0-23-15,-54 52 0 0,50-49 44 16,2 0 26-16,0-3-39 0,2 0-56 16,0 0-80-16,0 0-93 0,2 0-69 15,2 0-69-15,4-2 99 16,5-1 38-16,-5 0-1 0,11-3-1 0,-5-3 3 15,7-1 2-15,-5-5 33 16,7-4 0-16,-7 0 10 0,5-7 16 16,0-1-3-16,-3-2-4 0,7-2-3 15,4-4-6-15,-2-4-4 0,4 1-9 16,4-5-10-16,0-1-19 0,5 0 12 16,-5-2-13-16,8 0 12 0,-4 3-14 15,7-3 0-15,-7 5 0 0,0 1 0 16,-1 2 4-16,-5 5-1 0,-2 4 0 15,-4 8-1-15,-5 3-2 0,-7 8 0 16,-1 4 1-16,-5 2 0 16,-7 4 1-16,2 0 14 0,-2 0-3 15,0 0 12-15,0 2-6 0,0 1 0 16,2 0-3-16,0 2 0 0,3 0-3 16,-1 1-10-16,-2 3 10 0,6 0-11 15,5 6 1-15,-5 0 16 0,11 5 0 16,-3 3-18-16,5 4-1 0,8 1 0 15,-2 0-10-15,0 1 10 0,4 1-12 16,0-4 11-16,2 4 1 0,-2-3 1 16,0 3 0-16,0-1 2 0,-4 2 13 15,-2 0-4-15,0 0 20 0,-4-2-3 16,-3 1-1-16,-3-4 10 0,0-1 31 16,-5-4-6-16,-8-4-10 0,2-5-12 15,-2-1-13-15,-2-5-3 0,-2-2-8 16,5-1-5-16,-5-2 1 0,0-1 3 15,0 0 2-15,0 0 4 0,0 0 3 16,0 0 0-16,0 0 12 16,-7 0-34-16,3 0-3 0,-6 0-1 15,4 0 1-15,-11 0 4 0,5 0 7 16,-9 0-10-16,5 0-1 0,-7 0 25 16,2 0 3-16,1 3-26 0,-7-3 1 15,4 1 8-15,0 0-11 0,-2-1-27 16,-4 1 27-16,0-1-3 0,-2 0 1 15,-2 0-10-15,-2 0 9 0,-4 2 1 16,2-1-11-16,-9 2 12 0,3-2-2 16,2 1-9-16,-9 2-1 0,4 1-18 15,1-2 9-15,-5 1 4 0,5 2-1 16,-5-2-19-16,5 2 4 0,1 0 2 16,1-1-3-16,2 0 10 0,6-2 0 15,-1 0 0-15,3 2-3 0,2-3 3 16,6 2 12-16,5-3-9 15,1 0 3-15,7 0 0 0,-1-1-19 0,3 0 7 16,8 0-13-16,-2 0 6 0,0-2-13 16,2-2-25-16,2-3-118 15,0-4-463-15,0-7 214 0,2 4-147 16,4-17-555-16</inkml:trace>
  <inkml:trace contextRef="#ctx0" brushRef="#br0" timeOffset="112665.63">254 14623 1467 0,'0'0'1376'0,"0"0"-1078"16,0 0 56-16,0 0 28 0,0 0-156 16,0 0-226-16,0 0-21 0,0 0 21 15,0 0 25-15,0 0 68 16,33 11-6-16,-6-16 28 0,2-2 34 0,0 0-32 15,4-3-43-15,2 2-31 0,0-3-7 16,-1 1-33-16,-1 0 1 16,-2-1-2-16,-5 2-2 0,-3 2-23 15,2 1-78-15,-8 0-29 0,1 2 0 16,-1 0-81-16,1 1-83 0,3 1-101 16,-9-2-237-16,1 2-355 0,-3-6-575 15</inkml:trace>
  <inkml:trace contextRef="#ctx0" brushRef="#br0" timeOffset="112940.3">496 14252 1224 0,'0'0'1903'0,"0"0"-1594"0,0 0-14 15,0 0 76-15,0 0-134 0,0 0-159 16,0 0-78-16,0 0-46 15,0 0 37-15,0 0 9 0,23 64 80 0,6-12 19 16,4 20 9-16,0 10-15 16,-6 1-32-16,-7-4-21 0,1-4-16 15,0-1-8-15,-5 1-16 0,5-9-34 16,-7-2-64-16,3-13 9 0,-7-13-10 16,1-10-34-16,-1-4-66 0,2-3-96 15,-1 2-118-15,3-2-184 0,-5-7-223 16,-5-1-672-16</inkml:trace>
  <inkml:trace contextRef="#ctx0" brushRef="#br0" timeOffset="113204.13">384 14986 631 0,'0'0'2399'15,"0"0"-1981"-15,0 0-329 0,0 0-89 16,0 0 28-16,0 0 99 0,0 0 71 16,58-35 4-16,-35 21-24 0,4-3-33 15,2-1-52-15,0-5-46 0,4 2-20 16,-2-2-14-16,2-1-11 0,0 2-2 16,-2-2-83-16,2 2-97 0,-2-1-54 15,-4 2-109-15,0-1-174 0,-8 6-467 16,-3-11-358-16</inkml:trace>
  <inkml:trace contextRef="#ctx0" brushRef="#br0" timeOffset="113601.09">773 14156 1816 0,'0'0'1281'0,"0"0"-987"15,0 0 105-15,0 0-88 0,0 0-255 16,0 0-56-16,-21 60-135 0,34-36 63 16,3 6 50-16,9 1 3 0,-2 2 0 15,2-2 4-15,2-5 15 0,2-1 0 16,-3-4 3-16,1-4 28 0,0-5-15 16,0-4 3-16,2-4 3 0,2-4-21 15,-4-1 0-15,-2-10-1 0,6-5-10 16,-4-4 10-16,-1-5 16 0,1-3-13 15,-8-3-3-15,-3-1 2 16,-5 0 14-16,-3-1 3 0,-4 4-7 0,-4 0 7 16,-6 2 29-16,-4 3 2 15,-5 0 9-15,-6 1-3 0,-3 3-12 16,-3 0-1-16,0 4-21 0,-6 1 3 16,-2 4-22-16,2 1-1 0,-5 5-2 15,5 3-3-15,4 2-22 0,0 7-28 16,3 4-49-16,3 4-33 0,6 1-25 15,3 0-36-15,4 2-50 0,5-2-156 16,1-3-200-16,2-3-519 0</inkml:trace>
  <inkml:trace contextRef="#ctx0" brushRef="#br0" timeOffset="113849.8">837 14307 829 0,'0'0'1803'0,"0"0"-1497"15,0 0-44-15,0 0 47 0,0 0-49 16,66 4-69-16,-47-12-36 0,4 1-49 16,-1-4-53-16,1 0-28 0,0-3-7 15,4 3-16-15,-7 3-2 0,1 0-1 16,2-1-61-16,-7 5-56 0,3 0-74 15,-5 0-63-15,-1 1-129 0,-3 3-303 16,-8 0-444-16</inkml:trace>
  <inkml:trace contextRef="#ctx0" brushRef="#br0" timeOffset="114201.06">761 14724 1990 0,'0'0'1457'0,"0"0"-1289"0,0 0-146 16,0 0 108-16,0 0 27 0,0 0-21 15,64 5 17-15,-44-7-23 0,5-1-24 16,0-2-11-16,2 0-5 0,2 0-13 15,2-2-10-15,0 0 1 0,2-2-28 16,0 0-19-16,0-2-5 0,-2 4-16 16,2-3 0-16,-4 0 0 0,-6 0-1 15,2 2-79-15,-3-1-31 0,-7 2-21 16,1 1-4-16,-7 0-25 0,1 3-20 16,-4 0-33-16,-2 1-85 15,-2 1-156-15,-2 1-208 0,0-1-72 16,-4 1-466-16</inkml:trace>
  <inkml:trace contextRef="#ctx0" brushRef="#br0" timeOffset="114383.14">1209 14674 1143 0,'0'0'1709'0,"0"0"-1171"16,0 0-149-16,0 0-150 0,0 0-150 15,6 60-55-15,3-35 9 16,3 3-21-16,-4 0-22 0,3 1-2 0,3-1-13 15,-6-3-4-15,5-2-43 0,-1-3-77 16,-1-3-56-16,1-6-36 16,0-2-65-16,-3-3-185 0,-3-3-191 15,-2-3-443-15,-4 0 136 0</inkml:trace>
  <inkml:trace contextRef="#ctx0" brushRef="#br0" timeOffset="114563.94">1265 14843 677 0,'0'0'1147'0,"0"0"-781"0,0 0 0 16,0 0-54-16,0 0-158 0,0 0-51 15,52-37-26-15,-36 28-14 0,-3 1-27 16,1-1-33-16,3 0-3 0,-7 3-30 16,2-1-204-16,-1 0-161 0,-5 2-181 15,-2 0-509-15</inkml:trace>
  <inkml:trace contextRef="#ctx0" brushRef="#br0" timeOffset="115048.98">1038 14819 1141 0,'0'0'2224'0,"0"0"-1856"0,0 0-15 15,0 0 17-15,0 0-173 0,8 55-114 16,-4-38-9-16,-2 1 0 0,0 4-19 16,0 2-28-16,-2 3-27 0,0-2 0 15,0 0-24-15,0-3-40 0,-2-1-38 16,2-6-8-16,0-1-35 0,0-6-19 16,0-1-26-16,0-2-36 15,0-2-33-15,0-3-29 0,-2 0-38 0,2 0 5 16,-2-5 57-16,0 1 157 0,-2-2 107 15,2 3 24-15,-2-1 27 16,0 3 50-16,-1-1 111 0,3 1 29 16,2 1 53-16,-2-2-11 0,2 2-65 15,0-2-101-15,0 2-58 0,4 0-59 16,1-1 13-16,3-1 43 0,0-2 114 16,11-2-3-16,-1 2-24 0,7-4-23 15,4 1-31-15,4 0-21 0,-2 0-7 16,2-1-12-16,0 3-9 15,0 0 0-15,2 2-3 0,-3 0-7 0,-1 2-15 16,0-3-13-16,-7 4 0 16,1 0-2-16,2 0 1 0,-10 0-1 15,-1 0-3-15,1-1-53 0,-1 1-41 16,-8-3-8-16,5 3-33 0,-5-2-66 16,-4-3-78-16,4-1-114 0,-3-2-185 15,-3-2-561-15,-2-6-594 0</inkml:trace>
  <inkml:trace contextRef="#ctx0" brushRef="#br0" timeOffset="115529.13">1435 14058 1080 0,'0'0'2196'0,"0"0"-1777"15,0 0 59-15,0 0-65 16,0 0-155-16,0 0-105 0,0 0-46 16,0 0-37-16,0 0-70 0,0 0-44 15,-38 58-29-15,38-31 30 0,2 2 28 16,5 1 0-16,-3 0 3 0,0-4 9 15,4-1 2-15,-4-1 1 0,5-4 1 16,-3 0 2-16,-4-3-3 0,2-5-3 16,2-1-18-16,0-3 0 0,3 0-4 15,-1-2 7-15,-4 0-4 16,8 0 4-16,3-2 3 0,-3-1 15 0,7 0 28 16,0-2 40-16,1 0-13 0,7-1-13 15,-6 0 1-15,4-1-9 0,-1-4 30 16,1 0-58-16,-2-2-6 0,-2 1-3 15,3-3 1-15,-3 0 2 0,0 1 26 16,1-1-23-16,-7 1-3 16,1 3-26-16,-5-3-78 0,-1 4-30 15,3 0-35-15,-5 0-44 0,-4 3-118 16,4 0-122-16,-4-1-201 0,-2 1-495 16,-2-1-511-16</inkml:trace>
  <inkml:trace contextRef="#ctx0" brushRef="#br0" timeOffset="115790.12">1724 14044 2358 0,'0'0'1093'0,"0"0"-732"15,0 0 59-15,0 0-153 0,0 0-156 16,0 0-111-16,0 0-3 0,0 0 3 15,33 65 16-15,-8-10 24 0,4 14-19 16,4 5-8-16,-4-11-13 0,-13-15 0 16,-3-16-3-16,-5-3-52 0,4 3-13 15,1 2-12-15,-3 1-10 0,0-6-34 16,3-5-69-16,-7-8-154 0,4-6-199 16,-5-5-245-16,1-5-589 0</inkml:trace>
  <inkml:trace contextRef="#ctx0" brushRef="#br0" timeOffset="116015.77">1906 14055 1232 0,'0'0'670'16,"0"0"733"-16,0 0-994 15,0 0-139-15,0 0-31 0,0 0-37 16,0 0-100-16,0 0-77 0,0 0-23 15,27 50 0-15,-21-21 13 0,6 6-15 16,1 0 0-16,-5 2-28 0,2-1-67 16,1 3-67-16,-3-2-107 0,-4 0-115 15,-2-4-263-15,-2-9-625 0</inkml:trace>
  <inkml:trace contextRef="#ctx0" brushRef="#br0" timeOffset="116474.53">1691 14666 1752 0,'0'0'1409'0,"0"0"-1125"16,0 0-88-16,0 0 47 0,6 58-146 15,-2-46-97-15,2 1-19 0,1-1 4 16,1-2-7-16,2-1-9 0,1-2 27 15,-1-1-15-15,4-1 19 0,-3-3 2 16,1-2-1-16,5 0 2 0,-5 0 22 16,7-4-9-16,-5-2 15 0,5-3 16 15,-3-1 3-15,3-2-14 0,4-1-15 16,-3-4-5-16,3 2-14 0,0-2 1 16,-5 0 0-16,5 1 10 15,-8 1-11-15,-1 3 13 0,-6 2-11 16,3 4 8-16,-3 1-10 0,-4 3 23 0,-2-1 16 15,-2 2 5-15,2 1 4 16,-2 0 21-16,0 0 31 0,0 0-6 16,0 0-10-16,0 2-9 0,2 1-9 15,-2 3-22-15,2 2-6 0,-2 2-19 16,7 3 3-16,-3 1 1 0,0 4-7 16,2 3-2-16,-4-5-13 0,2 3 8 15,0-3-11-15,-2-1-37 0,-2-3-12 16,5-2-46-16,-3-1-40 0,2-2-56 15,0-2-69-15,-2-1-138 0,4-4-223 16,-4 0-480-16,0-2-178 0</inkml:trace>
  <inkml:trace contextRef="#ctx0" brushRef="#br0" timeOffset="116840.8">2239 13762 829 0,'0'0'1177'16,"0"0"19"-16,0 0-729 0,0 0-33 16,0 0-30-16,0 0-108 0,0 0-176 15,0 0-104-15,2 56-16 0,4-23-2 16,0 3 2-16,2 3 12 16,-1 1-11-16,-1 0-1 0,0 0-12 15,-2-2-10-15,4 0-17 0,-1-1-53 16,-1 2-47-16,-4 0-62 0,2-2-72 15,0 3-145-15,0-4-243 0,0-8-465 16,-4 9-565-16</inkml:trace>
  <inkml:trace contextRef="#ctx0" brushRef="#br0" timeOffset="117024.8">2334 14719 1429 0,'0'0'1661'0,"0"0"-984"16,0 0-231-16,0 0-56 0,0 0-294 16,0 0-96-16,0 0-158 0,0 0-21 15,0 0-17-15,0 0-150 0,23 36-340 16,-17-33-753-16</inkml:trace>
  <inkml:trace contextRef="#ctx0" brushRef="#br0" timeOffset="128930.44">29407 15411 1312 0,'0'0'1208'0,"0"0"-908"0,0 0-111 15,0 0 7-15,0 0-11 0,0 0-27 16,0 0-59-16,-10 15-46 0,10-12-21 16,0 1-4-16,0 1 38 15,2 2 13-15,4 2-4 0,-2-1-6 0,2 3 1 16,-2-1-11-16,0 1 10 0,1 4 2 15,-3 3-21-15,6 3 46 16,-6 4 24-16,0 6-21 0,0 2-50 16,-2 3-12-16,0 3-37 0,0 1 2 15,0-1-1-15,2 1 1 0,-2 3 14 16,2 1-14-16,0 0 0 0,2 4 19 16,-2 6-8-16,5 9 5 0,3 8-3 15,-2 2-2-15,3-5 2 0,1-6 6 16,-2-8-18-16,1 0 16 0,1-1-16 15,-4-9-3-15,-1-4 0 0,-1 2-19 16,-2 10 18-16,6 5-2 0,-4 7 3 16,-4-14 1-16,3-13 0 0,-3-5 0 15,-2-2 12-15,2 5-12 0,0 7 0 16,0 2 14-16,0 1-15 16,6-4 1-16,-4-3-1 0,3-1-1 15,-1-4-33-15,-2-4 16 0,0-4 17 0,4-5-1 16,-6-3 0-16,5-4 0 0,-5-3 2 15,-2-4 3-15,2 0 21 0,0-1-2 16,-2-1-1-16,0-2 4 16,0 0-10-16,0 0-3 0,0-1-10 15,0-1 10-15,0 1-8 0,0 1-1 16,0 0 12-16,0-1 3 0,-4-1-2 16,4 3 5-16,-2-2 0 0,-3 2 1 15,1-2-4-15,-4 3-6 0,4-2 0 16,-2 2 3-16,-3-2-13 0,-5 3 14 15,8-1-14-15,-7 0 1 0,-1 2 0 16,-1-1 0-16,-1 1 12 0,-1 0-15 16,-1 2 0-16,1 0-3 0,-6 2-9 15,3-3 12-15,-5 4 1 0,0-1 1 16,-2-1 16-16,-2 3-18 0,2-2 1 16,-1 1-1-16,-1 0-1 0,2-4 1 15,0 4 1-15,-2-3 0 0,-4 1-1 16,-4 1 1-16,-3 1-1 15,1-1 0-15,-6-1 0 0,5-1 0 16,-3-1 3-16,2 0-1 0,-5 1 1 16,5-4 10-16,-5 1-12 0,1-1-1 15,1 0 0-15,-1-1 3 0,-1-2-1 16,1 1 10-16,-5 1-12 0,5-3-10 16,-11 2 9-16,-8-1-2 15,-4 2-10-15,-11-2 13 0,1 1 1 0,3-1 21 16,9-1-10-16,10 0-2 0,3 0-10 15,-1 0-12-15,4-2 12 16,-8-1 0-16,9 0-12 0,-7 0 10 0,-4-1-10 16,2 3 11-16,2-4-1 15,-8 5-29-15,2-1-2 0,-2 1 2 16,-2 0 28-16,0 3-9 0,-2 1-6 16,-3 3 17-16,-1 1-2 0,-2-1 3 15,-3 2 3-15,3-1 0 0,-7-1 15 16,5 1-18-16,-3-1-2 0,-4-1-1 15,7 2 3-15,-5-3 3 0,1 2 0 16,1-2 8-16,-6-3-11 0,5 3-2 16,-7-4 0-16,2 1 1 0,2-1-10 15,-5-1 10-15,3 0-1 0,-6 0-10 16,0 0 10-16,2-1-2 0,-2-1 3 16,-2-1 0-16,0 0 1 0,0 1-1 15,0-1-2-15,-4 1 3 0,4 0 1 16,-9 0 24-16,-3 2-22 0,0-2-3 15,-3 2 1-15,1 0-1 0,-3 0-14 16,1 0 13-16,1 0 1 16,1 2-12-16,-3-2 12 0,0 0 0 15,3-2-2-15,4-2 0 0,-3 2-8 16,1-4 8-16,-1 4 4 0,1-1 2 16,-1 0-1-16,-3 3-4 0,-3 0 1 15,5 0 0-15,-1 4 11 0,1 0-7 16,-5 4-3-16,1-4 1 0,-5 2-1 15,0 0 0-15,2-1 0 0,1 2-1 16,-3-1 3-16,4 0-3 0,-6 1 1 16,3 0-1-16,-3 2 0 0,2-1-3 15,0 2 3-15,3 0 15 0,-1 0-15 16,0-1 1-16,-1 3 0 0,-3-3 23 16,2 2-24-16,0 0 0 0,0-1 13 15,-3 0-13-15,-1 1-21 0,-2 0 18 16,-6 1-64-16,10 0 67 0,-4 0 0 15,4 1 43-15,-2-2-31 16,2 1-10-16,-4-1-2 0,-2-2-31 16,4 0 30-16,0 0 1 0,3 1-2 0,-1-2 2 15,-2 2-2-15,-2-3 1 16,0-1 1-16,4 1-3 0,-4-1 2 16,4 0-11-16,-4-1 11 0,0 0-1 15,0 1-1-15,1-3-14 0,-1 3 17 16,4-4 0-16,0 2-2 0,2 0 1 15,-4 0 1-15,0-1 2 0,5 0 0 16,-3 2 0-16,4-1-1 0,-2-1 2 16,3 3 15-16,-5-5-18 15,2 3-2-15,-4-2-10 0,9-2 12 0,-7 0 0 16,8-1 0-16,-4-4 0 0,-1-3 0 16,1 2-1-16,-4 0-2 15,7-1 1-15,-3 1-10 0,4 0 12 16,-1-1-1-16,-1-1-8 0,5 0 9 15,-9 3 0-15,4-3 22 0,5 2 4 16,-5-1-26-16,5-1-1 0,-1 0 0 16,-1 0-2-16,-7 0 3 0,4 1 0 15,-2-1-3-15,1 4 1 0,1-3-15 16,3 1 16-16,-3 0 0 0,-4 2 0 16,0 0 1-16,1 0-2 0,1-2 2 15,0 1-2-15,3-1-1 0,1 0-10 16,-6-2 10-16,1 2 2 0,-1-1 0 15,4-3 0-15,1 3 1 0,3-4-12 16,-1 2 9-16,-5-2 2 0,2 3-2 16,-1-3 2-16,-1 3 0 15,2-2-11-15,1 2 12 0,-3-1-1 0,0 4 0 16,-2 0-11-16,1 0 12 16,-3 2 2-16,4-1 0 0,3 1 0 15,-1 0-4-15,0-1-6 0,1-1 7 0,-5-1 0 16,4 1 1-16,3-3-1 15,1 1 14-15,1-2-15 0,-3 2 2 16,3 0-15-16,-5-1 15 0,0 1 12 16,5-1-12-16,-1 1 3 0,3 0 10 15,0 0-12-15,-3 1 2 0,1 0-3 16,-3 1 15-16,1-1-15 0,1 1 2 16,1 3-1-16,1-1 1 0,1-1-1 15,1 0-2-15,-1 2 0 0,-1-4 1 16,-1 0-1-16,6 0-11 0,4-1 1 15,4 0 11-15,-5-3 0 0,3 2-3 16,-4-3 2-16,-2 2 1 0,2 0 0 16,1-2-16-16,3 3 16 0,0 1 1 15,0 0-1-15,0 1 0 16,0 0-12-16,4-1 9 0,0 1-9 0,0 1 12 16,0-1 1-16,6 1-1 15,-1-1 0-15,1 1 0 0,0 1 2 16,-2-1 12-16,3 3-14 0,-3 0-18 15,4-1 18-15,-4 3 3 0,9 0 0 16,-3 0 12-16,7 0-15 0,-1 2-2 16,1-1 2-16,-1-1 0 0,5 2 0 15,-2-2-12-15,6 1 12 0,-1-1 3 16,1 0-3-16,2 0-2 0,4-1-10 16,-2-1-10-16,8 1 20 0,-3-1-50 15,11 2 52-15,7 0 0 0,-5 0 0 16,5-1-9-16,6-2 8 0,-12 1-17 15,7 1 18-15,-1-3 0 16,-4 0 0-16,1 1-1 0,1-1 1 16,2 1 0-16,2 1-1 0,1-2 0 15,3 1 1-15,4 0 12 0,0-1-12 16,5 1-22-16,1-1 22 0,-2-1-19 16,9 1 19-16,-5-1 0 0,9 1-6 15,-5 0 6-15,7-1-3 0,-5 1 3 16,5 0-1-16,4 0 1 0,-3 2 0 15,1-2 1-15,2 3 2 0,2-2-2 16,0 0-1-16,4 2-12 0,-5-2-4 16,1 0 13-16,0 0-12 0,0 0-1 15,0-2-5-15,0 3 6 0,0-4-4 16,0 1 1-16,4 1-4 0,-3-2-2 16,-1 0-4-16,2-1 12 0,0-1 13 15,-4 0 1-15,4-3 2 0,-2-2 2 16,2 0 1-16,-2-3 10 15,-1-1-11-15,3-2 10 0,0-2-11 16,-2 0 1-16,0-3-1 0,0 0 0 16,0 0 12-16,2-3-13 0,-2 0 3 15,-1-3 12-15,3 2 7 0,0-1-12 16,-2 0-10-16,0 2-1 0,-2-4-1 16,4 1 0-16,0 2 2 0,-2-3 3 15,-1 2 0-15,1-2 9 0,2 2-9 16,0-1 10-16,-2-1-1 0,0 1 3 15,0 1-14-15,0 2-1 0,0 2 0 16,-1 1 0-16,3 4-3 0,0-3 1 16,0 4 2-16,0-3 2 0,0 2 23 15,0-1-13-15,0 2-11 0,0-1-1 16,-2 0 2-16,4 3 20 0,-2 0-20 16,0 1 1-16,0 3 9 0,-1 1-9 15,1-1 15-15,0 3-2 16,-2-1-13-16,2 2 3 0,2-1-6 0,0 0-25 15,-2 1 13-15,2 1 0 0,-2-1-3 16,2 0 2-16,0-3 10 16,0 0-9-16,0 0 12 0,0-1 0 15,2-4 0-15,-2 3 1 0,2-2 2 16,-2 0-3-16,2 3 0 0,-2 1-2 16,4-1-9-16,-2 1 11 0,0 2 15 15,-2-1-13-15,3 1-1 0,-3 1 11 16,2 0-10-16,-2 2 11 0,0-1-12 15,0-2 14-15,0 1-13 16,0-3 14-16,0 0-16 0,0-2 0 16,0-2-19-16,0 2 17 0,0-3-10 0,2-1 12 15,0 1 12-15,-2-5 16 16,6 3-28-16,-4 1-52 0,2 2 28 16,-2 2 24-16,0 3 0 0,0-1 0 15,2 2-2-15,-1 0 2 0,1 1 1 16,-2 0-1-16,0-2 0 0,2 1 0 15,-2 3 0-15,0-2 17 0,0 0-17 16,0 2-6-16,0 1 3 0,-2 0 1 16,0 2-8-16,2 0 10 0,-2 2 2 15,0-1 10-15,0 2 0 0,2 0-10 16,-2-1 1-16,0 0-3 16,0 0 1-16,2-2-1 0,-2 1-3 0,3-2 0 15,-1-1-9-15,0-3 12 0,0 0 0 16,2-2 1-16,0 1 1 0,0-1 14 15,0-1-15-15,-2 1 0 16,0 2 0-16,-2 2 13 0,2 2-14 16,-2 3 0-16,3-1-1 0,-3 2 1 15,0-1-28-15,2 0-64 0,0-1-28 16,0-1-16-16,2-3 3 0,2 1-1 16,-2-3-20-16,2-1-15 0,3-2-71 15,-1 2-183-15,2 1-267 0,-1-6-491 0</inkml:trace>
  <inkml:trace contextRef="#ctx0" brushRef="#br0" timeOffset="169436.71">9647 494 1806 0,'0'0'574'15,"0"0"-170"-15,0 0 25 0,0 0-41 16,0 0-88-16,0 0-49 0,0 0-27 16,0 0-50-16,-16-39-70 0,16 39-45 15,0 0-53-15,0 1-6 0,0 10 0 16,2 10 40-16,4 15 40 0,4 20-25 15,5 22-21-15,-3 23-13 0,-1 4-21 16,-1 7 0-16,-4-12 1 16,-4-20 2-16,0-15 19 0,0-23-4 15,-2-13-6-15,0-8-12 0,2-5-26 16,0 3-88-16,3 2-39 0,-1-1-60 16,4 0-72-16,-4-8-108 0,2-5-123 15,0-5-145-15,1-4-80 0,-3-3-273 16</inkml:trace>
  <inkml:trace contextRef="#ctx0" brushRef="#br0" timeOffset="169875.35">9602 634 1217 0,'0'0'1031'0,"0"0"-261"15,0 0-431-15,0 0-114 0,0 0-16 16,0 0-112-16,0 0-12 0,0 0-29 15,0 0 2-15,0 0-21 0,62-48 1 16,-39 45 15-16,3 0 21 16,1 2 23-16,0 1-4 0,2 0-16 0,-2 2-25 15,0 5 4-15,-4 3 2 16,-5 3 7-16,-1 3 39 0,-5 6 24 16,-2 3-76-16,-7 6-27 0,-3 2-22 15,-3 4-1-15,-3 2 10 0,-2 3-12 16,-4-2-16-16,-3-3-15 0,1 0 1 15,-5 2-1-15,-4 0-18 0,1-4-12 16,1-5 0-16,-2-7 18 0,7-8 43 16,1-3 13-16,3 0 15 0,1-5 12 15,3-3 30-15,2-2 19 0,4-1-68 16,2-1-21-16,0 0-12 16,0 0-10-16,0 0-20 0,4 2 42 15,2 1 3-15,2 1 46 0,7 2-28 16,-1 3 0-16,5 4-8 0,2-1-11 15,3 2-2-15,1 3-19 0,0-3-75 16,2 2-29-16,-2-1-18 0,0-3-66 16,1-1-147-16,-1-3-178 0,-2-5-273 15,-2 1-472-15</inkml:trace>
  <inkml:trace contextRef="#ctx0" brushRef="#br0" timeOffset="170389.61">10028 564 1558 0,'0'0'2247'0,"0"0"-1860"0,0 0-306 0,0 0 6 15,0 0 9-15,0 0-93 16,0 0 83-16,0 0 1 0,0 0 11 16,62-9 13-16,-36 14-13 0,5-1-19 15,5-1-33-15,1 0-18 0,-4 0-10 16,6-1-16-16,-4 0 1 0,-4-2-3 16,-4 2-17-16,-6-2-63 0,0 1-5 15,-9 0-4-15,-2 1-28 0,-1 1-28 16,-7-1 16-16,-2-1 76 0,0 2-77 15,-9 1-115-15,1-2-57 0,-4-2-135 16,-5 1-141-16,-1-1-36 0,-7 0-97 16,0 0 138-16,-2-1 573 0,0-1 78 15,-4 0 391-15,2 0 93 16,0 1 60-16,9 1-21 0,-1 0-127 16,4 0-87-16,5 1-108 0,6 6-146 15,0 2-92-15,4 7 39 0,2 11 13 16,10 10-19-16,-2 19-73 0,9 12 20 15,-1 14-9-15,-3-13-9 0,-7-12-3 16,0-16-16-16,-4-11-52 0,0 6-36 16,2 0-42-16,-4 5-37 0,4-4-65 15,1-9-127-15,-3-3-202 0,-2-11-199 16,0-6-784-16</inkml:trace>
  <inkml:trace contextRef="#ctx0" brushRef="#br0" timeOffset="170572.61">10152 1013 454 0,'0'0'2802'0,"0"0"-2206"16,0 0-204-16,0 0-45 0,0 0-117 15,0 0-230-15,0 0-58 0,0 0 55 16,0 0 2-16,0 0 0 0,60-30-11 16,-36 29 10-16,3 1-63 0,6 0-68 15,0 0-96-15,5 0-146 0,-3 0-280 16,-4 0-340-16,23-4-226 0</inkml:trace>
  <inkml:trace contextRef="#ctx0" brushRef="#br0" timeOffset="170875.72">10644 483 2977 0,'0'0'727'0,"0"0"-368"15,0 0 45-15,0 0-25 0,0 0-174 16,0 0-205-16,0 0-27 0,0 0-22 16,0 0-13-16,0 0 62 0,-2 18 7 15,4 8 38-15,4 17-8 0,2 13-3 16,0 17-34-16,5 9-28 0,-1 1 7 15,-4-11-13-15,-1-19-52 16,-3-18-18-16,0-17-31 0,0 3-100 0,4-1-128 16,-2 0-217-16,3-2-237 0,-3-8-454 15</inkml:trace>
  <inkml:trace contextRef="#ctx0" brushRef="#br0" timeOffset="171185.78">10637 527 135 0,'0'0'3432'0,"0"0"-3125"15,0 0-109-15,0 0-20 0,0 0 11 16,0 0-114-16,0 0-5 0,0 0-8 16,42-56-13-16,-22 48 1 0,11-3 5 15,0 3-9-15,7-3-9 0,1 5-10 16,0 4-14-16,0 2-10 0,1 0 24 15,-7 5-5-15,-8 3-10 16,-3 3 18-16,-3 3 35 0,-11 4 53 0,-6 2-32 16,-2 0-32-16,-8 5-17 15,-6 2 2-15,-5 1-39 0,-2-2 0 0,-1 1-60 16,1-1-7-16,0-4-37 16,3-1-70-16,-3 0-46 0,2-6-129 15,5 1-169-15,1-3-252 0,1-3-367 16,-15 0-518-16</inkml:trace>
  <inkml:trace contextRef="#ctx0" brushRef="#br0" timeOffset="171825.01">9184 1702 925 0,'0'0'2311'0,"0"0"-1977"0,0 0-3 16,0 0 119-16,0 0-143 0,0 0-307 15,0 0-7-15,0 0-73 0,0 0 80 16,0 0 90-16,39 69-23 0,-3-31 7 16,11 13-16-16,5 5-15 15,2 2-27-15,-1-5-14 0,-9-4-2 0,-1-4-31 16,-4-3-33-16,1 0 5 0,-11-5 1 16,0-5-16-16,-7-2-25 15,-3-5-56-15,-5-2-65 0,-3-5-129 16,-3-5-171-16,-4-4-180 0,-2-3-363 15,-4-6-229-15</inkml:trace>
  <inkml:trace contextRef="#ctx0" brushRef="#br0" timeOffset="172043.1">9519 2117 707 0,'0'0'2495'15,"0"0"-1937"-15,0 0-319 0,0 0 37 16,0 0 67-16,0 0-167 0,0 0-109 15,0 0-50-15,0 0-17 0,-54 71-28 16,44-39 28-16,0 2 25 0,-3 4-4 16,5 1-21-16,-2-1 0 15,6-5-21-15,-3-2-56 0,5-1-89 0,2-7-91 16,4-4-137-16,5-5-337 16,-3-7-536-16,6-7-629 0</inkml:trace>
  <inkml:trace contextRef="#ctx0" brushRef="#br0" timeOffset="172663.77">10042 1498 1232 0,'0'0'1016'0,"0"0"-374"0,0 0-229 15,0 0-4-15,0 0 13 16,0 0-146-16,0 0-164 0,0 0-106 15,0 0-6-15,0 0-37 0,-12-8-28 16,12 12-28-16,0 4 93 0,4-1 0 16,0 5 12-16,0 1-11 0,2 3-1 15,0-2 0-15,1-1-1 0,-5 1-27 16,2-1-31-16,0-4 3 0,-4-1 9 16,4-2 4-16,-4-2-10 0,2 0-5 15,-2-2-17-15,0-2-26 0,0 0-15 16,0 0 71-16,0 0 45 15,0 0 70-15,0 0-1 0,0 0-18 16,0 0-29-16,0 0 0 0,-2 0 6 16,2-1 28-16,-2 1 7 0,2-1-9 15,0 1-13-15,0 0-13 0,0 0-3 16,0 0-13-16,0 0-10 0,0-2-1 16,0 2 1-16,0 0 14 0,0 0 12 15,0 0 9-15,0 0 7 0,0 0-7 16,0 0-9-16,0 0-17 0,0 0-11 15,0 0-18-15,0 0-7 0,0 0-12 16,0 0-10-16,0 0-6 0,0 0-25 16,0 0-22-16,0 0 2 0,0 0 17 15,0 0-14-15,0 0-75 0,0 0-97 16,0 0-184-16,0 0-117 0,0 0-733 16,0 0 279-16</inkml:trace>
  <inkml:trace contextRef="#ctx0" brushRef="#br0" timeOffset="173426.64">10052 1554 255 0,'0'0'268'0,"0"0"1610"16,0 0-1462-16,0 0-99 0,0 0 56 16,0 0-110-16,0 0-100 0,0 0-66 15,0 0-2-15,0 0 14 0,-8-12 9 16,6 18-15-16,0 0-17 0,0 5-76 15,-4 6-10-15,-3 9-16 0,1 4 1 16,-4 8 12-16,-3 2 1 0,1 1-1 16,1 0 2-16,-3-4 1 15,1-1-1-15,1 1-26 0,4-7-51 16,1-5-58-16,3-8-73 0,6-8-103 16,0-2-177-16,0-4-137 0,6-3-63 15,-1 0-283-15,1-4 158 0</inkml:trace>
  <inkml:trace contextRef="#ctx0" brushRef="#br0" timeOffset="173671.49">9986 1669 263 0,'0'0'1403'0,"0"0"-1017"16,0 0-85-16,0 0 61 0,0 0-47 16,0 0-168-16,0 0-61 0,0 0-6 15,0 0-13-15,0 0-13 0,48-17 25 16,-36 25 10-16,5-1-13 0,-3 2-10 15,5 2-16-15,-5 0-21 16,7-1-7-16,-2-2-11 0,1-1-11 0,-3 2 0 16,6-2-31-16,-5-1-92 0,-1-2-57 15,-1 2-43-15,-3-3-135 16,-1 2-80-16,-4-2-50 0,-2 0-182 16,-3-3-131-16,-3 2 234 0</inkml:trace>
  <inkml:trace contextRef="#ctx0" brushRef="#br0" timeOffset="173857.82">9986 1825 753 0,'0'0'134'0,"0"0"1401"0,0 0-1273 16,0 0-217-16,0 0 51 0,0 0 39 15,0 0 0-15,0 0-42 0,0 0-20 16,0 0-28-16,44 19-17 0,-28-18-15 15,1-1-13-15,-3 0-21 0,5 0-135 16,-7-1-159-16,1 1-113 0,1 0-234 16,-8 0-660-16</inkml:trace>
  <inkml:trace contextRef="#ctx0" brushRef="#br0" timeOffset="174155.99">9968 1960 353 0,'0'0'2478'0,"0"0"-1922"16,0 0-441-16,0 0 18 0,0 0 3 16,0 0 43-16,0 0-18 15,0 0-49-15,53-19-40 0,-30 10-29 0,-2 1-21 16,2 0-21-16,-1 0 2 16,1 2-3-16,-2-1-2 0,-5 3-11 15,-1 3-18-15,-5 1-31 0,-2 0 6 16,-1 6 56-16,-5 5-9 0,-2 7 9 15,0 3-91-15,-9 2-1 0,5-1-8 16,0-5-10-16,-4 0-16 0,6-3 12 16,-2-2-10-16,-1-5-6 0,-1-1 8 15,4-3-63-15,0 0-40 0,-2-3-82 16,-4 0-269-16,6 0-601 0,-13-4 465 0</inkml:trace>
  <inkml:trace contextRef="#ctx0" brushRef="#br0" timeOffset="174823.79">10028 2019 30 0,'0'0'2048'0,"0"0"-1084"16,0 0-817-16,0 0-77 0,0 0 115 15,0 0-11-15,0 0 31 0,0 0-70 16,0 0-53-16,51-2-12 16,-34-1-20-16,-5 3-1 0,1-1-21 15,3-1-15-15,1 2-10 0,-5-1-3 16,-2-1 0-16,-1 2-69 0,-1 0-33 15,-6 0-37-15,0 2-25 0,-2-2-16 16,0 1-4-16,0-1 25 0,-2 0 63 16,0 0-61-16,-8 0-193 0,1 0-41 15,-3-1 70-15,0-4 77 0,-3 1 56 16,-1-1 135-16,-1-2 53 16,3 3 241-16,-1-1 22 0,5 2 61 15,1 0 32-15,3 3 1 0,0 0-38 0,2 0-71 16,4 3-112-16,-2 3-136 0,2 5-19 15,0 6-46-15,0 5 65 0,0 4 41 16,0 3 16-16,0-1 0 16,0 0 12-16,0-3 13 0,0-3-4 15,0-3 8-15,0-2-18 0,2-2-8 16,2-4-14-16,0 1-44 0,0-4-2 16,0 1-18-16,5-3-4 0,-1 0 3 15,0-4-6-15,1 0 7 0,1-1-1 16,0-1 3-16,-2 0 1 0,5-3 13 15,-9 1-2-15,4-4-11 0,-2-1 13 16,-1-3 1-16,-3 3 1 0,4-5 24 16,-4 1 1-16,-2-3-25 0,0-4-22 15,0 0-9-15,-6-2-2 0,4 1-11 16,-2-1-15-16,-1 2 9 0,-1 5 18 16,2 2 32-16,0 4 14 0,2 4 27 15,0 2 15-15,2 1-3 16,0 0-5-16,0 0-1 0,0 4-47 15,0 2-22-15,2 3 22 0,2 2 13 16,0 6 74-16,9 1 0 0,-1-2 3 16,-4 6 16-16,9-4 8 0,-3 1 0 15,3-4-56-15,-3 1-24 0,1-2-19 16,-1-2-15-16,3 1-1 0,-1-2-2 16,-3-3-37-16,-1 3-52 0,5-5-50 15,-5-4-37-15,0 2-17 0,-1-4-172 16,1-4-264-16,-4 0-172 0,-6-12-717 0</inkml:trace>
  <inkml:trace contextRef="#ctx0" brushRef="#br0" timeOffset="175149.44">10412 1470 422 0,'0'0'2349'0,"0"0"-1833"16,0 0-183-16,0 0 61 0,0 0-69 15,0 0-155-15,0 0-114 0,0 0-44 16,0 0-10-16,0 0-2 0,0 6 0 15,2 4 3-15,0 5 41 0,-2 3-17 16,2 4-27-16,0 4 0 16,2 1-98-16,-1-1-66 0,-3-1-63 15,2-3-66-15,0-1-159 0,-2-2-204 16,0-6-333-16,-2 3-348 0</inkml:trace>
  <inkml:trace contextRef="#ctx0" brushRef="#br0" timeOffset="175332.39">10263 1751 79 0,'0'0'2613'0,"0"0"-2074"15,0 0-221-15,0 0-65 0,0 0-111 16,0 0-83-16,-12 70-18 0,12-41-39 16,4 5-2-16,4 3-25 0,-2 0-75 15,3-4-102-15,-1-8-108 16,2-4-154-16,-1-6-158 0,-1-3-390 0,-4-6-125 15</inkml:trace>
  <inkml:trace contextRef="#ctx0" brushRef="#br0" timeOffset="175588.2">10276 1871 461 0,'0'0'267'0,"0"0"1202"15,0 0-1017-15,0 0-56 0,22-60 31 16,-11 45-88-16,5-4-107 0,-1 2-103 15,5 1-14-15,5-2-28 0,2 2-28 16,2 1-22-16,4 1 0 0,-2 3-15 16,2 2-4-16,-4 4-2 0,2 1-15 15,-4 4 1-15,-4 0-1 0,-5 2 0 16,-1 4 2-16,-7 3 13 0,-4 3 17 16,1 5 11-16,-5 1-44 0,-2 2-10 15,-4 7-79-15,-1-2-44 0,-3 0-44 16,0-3-77-16,-2 1-73 15,1-1-140-15,1-4-192 0,-2-3-575 0</inkml:trace>
  <inkml:trace contextRef="#ctx0" brushRef="#br0" timeOffset="176478.8">10350 1942 700 0,'0'0'1631'0,"0"0"-874"15,0 0-598-15,0 0 77 0,0 0 90 16,0 0-126-16,0 0-105 0,0 0-45 16,52-42-18-16,-38 33-14 0,1 2-4 15,1 0-14-15,1 3-3 0,-1 0-13 16,-1 0-3-16,-1 2-3 16,3 1-37-16,-9 1-26 0,2-2-31 0,-3 2-4 15,1 0-6-15,-4 0 2 0,-2 0 10 16,-2 0 36-16,2 0 78 15,-2 2 63-15,0-2 17 0,-2 1-49 16,0 1-31-16,-2 0-28 0,-4 0 28 16,1 2 22-16,1-1 13 0,-2 3 22 15,2-4 13-15,-3 2-42 0,1 0 7 16,0 0-10-16,2 1 38 0,-3 0-28 16,3-2 12-16,-2 3-3 0,4 0 0 15,-2 0-7-15,4 2 5 0,-5 3 8 16,5 1-19-16,0 1-3 0,0 3-9 15,2-3-4-15,0 1 17 0,2 2-1 16,0-1 9-16,0 1-9 0,5 0-6 16,-5 1 3-16,2-4 0 15,-2 1-25-15,2-2-1 0,0-1-2 16,0-2 0-16,2-2-16 0,-3 2 13 16,3-1-25-16,-2-3-40 0,0 1-10 15,-4 0-21-15,4 0-27 0,-2-4-16 16,-2 3-6-16,2-2-22 0,-2-1 1 15,0-1 23-15,0-1 50 0,0 0 83 16,-4-1-45-16,0-3 33 0,0-2 13 16,0 0 12-16,-2-1 35 0,3 0-22 15,-1-4 29-15,0 3 15 0,2-3 20 16,2 3 38-16,0-1-23 0,0 1-13 16,0 0-6-16,4-2-3 0,0 2-1 15,5 1-9-15,-3-3-22 0,2 2 2 16,5-1-5-16,1 0 12 0,0 2-9 15,3 1-13-15,-3 0-13 0,1 4-8 16,-1 0 9-16,-3 2 6 0,3 0-1 16,-3 0 4-16,-3 3 0 15,0 0 3-15,-6 1 0 0,2-1 3 0,-2 1 9 16,-2 1 7-16,0 0 21 0,0 2 37 16,0 2-12-16,-6 1-35 0,-2 1-21 15,0 3-9-15,-3-3-23 16,1 3-2-16,-2-3-25 0,-1 0-15 15,-1 2-9-15,3-3 12 0,1-1-6 16,-2-1 43-16,3-2 12 0,1 0-11 16,4-2 18-16,0-1 15 0,2-1-7 15,2-2 13-15,0 2-21 0,0-2-19 16,0 0-11-16,0 0 11 0,0 0 15 16,2-2 7-16,-2 2-1 0,2-1-2 15,2 1 33-15,2-1-3 16,2 1-24-16,5-2-23 0,-5 2-1 0,7 0-1 15,-1 0-68-15,1 0-89 16,3 4-100-16,1-1-109 0,-7 0-403 16,7-3-1018-16</inkml:trace>
  <inkml:trace contextRef="#ctx0" brushRef="#br0" timeOffset="178178.47">10939 1444 334 0,'0'0'736'0,"0"0"606"16,0 0-1023-16,0 0 34 0,0 0 20 16,0 0-224-16,0 0-149 15,0 0-158-15,0 0-33 0,0 0 191 16,8 17 13-16,5-9 6 0,3-1 16 16,5 5 0-16,2-4 28 0,0 4-12 15,1-6-6-15,1 1-17 0,-2-4 26 16,0 0 0-16,-5-2-13 0,-3-1-3 15,-7 2 6-15,2-2 6 0,-8 0 20 16,0 0 55-16,1 0 73 0,-3 0-6 16,0 2-25-16,0-1-31 0,0-1-41 15,0 1-33-15,0 1-26 0,0-1-14 16,0 0-8-16,-3 3-14 0,1 6-28 16,0 7-67-16,-8 5 49 0,4 16 25 15,-7 14 5-15,-1 15-5 0,-1-5 18 16,7-3 1-16,-4-8 2 0,4-11 12 15,1 0 0-15,1-4 4 0,6-8 5 16,0-2-18-16,0-6-3 16,0-2-18-16,6-2-7 0,3-5 1 15,-1 0-16-15,4-2 3 0,1-4 0 16,5-2 6-16,-5-2 15 0,3-1 16 16,-3-4 3-16,1-3 18 0,3-6-9 15,-5 1 10-15,0-4 6 0,-3-3-7 16,-1 0 10-16,-4-5-15 0,0 2 8 15,-4 3-8-15,0-2-16 0,0 1 1 16,-2-2 10-16,-4-2 13 0,-4 1-5 16,-3 4 2-16,-1 2-5 0,-1 5 8 15,-7 3-24-15,5 5-27 0,0 2-35 16,1 1-42-16,1 1-41 0,7 0-78 16,6 1-84-16,2-1-367 0,0 0-456 15,4 0 315-15,17-11-482 0</inkml:trace>
  <inkml:trace contextRef="#ctx0" brushRef="#br0" timeOffset="178761.39">11411 1587 1407 0,'0'0'1653'0,"0"0"-1185"0,0 0-174 16,0 0 164-16,0 0-108 0,0 0-350 15,0 0-10-15,0 0-20 0,0 0 30 16,0 0 24-16,28-29-23 0,-13 25 0 15,1 1 0-15,3 2 12 0,-2-1-1 16,-1 2-10-16,-3 0 0 0,-3 0 14 16,0 3-13-16,-6 0 12 0,3 0-3 15,-5 2 7-15,0 0 8 0,-2 3-1 16,0 2-26-16,0 1-61 16,0 1-38-16,0 1-18 0,-4 3-1 15,-3-2-3-15,3-3 9 0,0 0 23 16,-4-2 33-16,2-2 56 0,-3-1 35 15,3-2 7-15,-4 0 17 0,4-2-24 16,-5 0 11-16,5-2 4 0,0 0-9 16,-4 0 5-16,1 0-24 0,5 0 6 15,-2 0-13-15,4 0 4 0,0 0 24 16,-4 1-9-16,6 4-34 0,-5-1-19 16,3 5-40-16,2 5 29 0,-2 4 30 15,0 4 22-15,2 6-7 0,-2 8 7 16,2 3 3-16,0-1-1 0,0 4 4 15,2-9 6-15,2-6-3 0,3-4-3 16,1-2-7-16,-2 0-2 0,4-7-1 16,5-1-2-16,-5-1 5 0,7-3-2 15,-1-1 5-15,1-3 1 0,3-2-4 16,3-3 7-16,-6 0-10 16,1 0 1-16,-1-3-1 0,-1-2 10 0,-1-1-1 15,-3 0 10-15,-6-2 3 16,-1 3-1-16,-3-3 16 0,0 0 28 15,-2-1 32-15,0-3-54 0,-4-3-61 16,2-1-26-16,-1 1-72 0,1-2-85 16,-2 3-43-16,0 3-79 0,2 0-300 15,2 2-813-15,-6-7-957 0</inkml:trace>
  <inkml:trace contextRef="#ctx0" brushRef="#br0" timeOffset="179089.39">11952 1344 405 0,'0'0'2799'0,"0"0"-2339"0,0 0-167 16,0 0 27-16,0 0-171 0,-56 34-121 15,40-5-28-15,-7 12 0 0,2 2-13 16,3-1 11-16,1-2-19 0,7-7-41 16,0 2-53-16,-5 1-10 0,7-3-17 15,4-9-53-15,2-5-185 16,2-7-225-16,2-8-190 0,2-2-359 15,10-16 336-15</inkml:trace>
  <inkml:trace contextRef="#ctx0" brushRef="#br0" timeOffset="179269.39">11880 1449 647 0,'0'0'1929'0,"0"0"-1168"16,0 0-289-16,0 0 1 0,0 0-129 15,0 0-202-15,0 0-142 0,0 0-107 16,0 0 51-16,0 0 56 0,37-19 11 15,-23 21-10-15,7-1 0 0,0-1 1 16,6 1-2-16,-3 1-46 0,3-2-68 16,-6 2-54-16,2-2-40 0,-3 4-284 15,-11 3-242-15,-1-1-308 0,-10 9-444 0</inkml:trace>
  <inkml:trace contextRef="#ctx0" brushRef="#br0" timeOffset="180156.75">11838 1705 1407 0,'0'0'1869'15,"0"0"-915"-15,0 0-755 0,0 0 36 16,0 0 81-16,0 0-255 0,0 0-61 16,0 0-16-16,0 0 16 0,0 0 0 15,60-4 0-15,-39 1 0 0,-4 0-51 16,1 0-63-16,-1 3-79 0,-3 0-73 15,-8 0-58-15,1 6-92 0,-7 5 61 16,0 3-116-16,-9 5-32 0,3 0 16 16,-8 2 6-16,-1-1 25 0,1-1 62 15,-3 4 394-15,3-5 163 0,1-4 192 16,3 0 153-16,4-2-69 16,-3-4-77-16,7-3-106 0,2-1-134 0,0-4-45 15,2 0 126-15,9 0 88 16,-3-4-5-16,2-2-46 0,7-1-58 0,-5-5-93 15,5-1-52-15,-5 0-21 16,3-2-16-16,1-2-42 0,-3 0-62 16,-3 1-41-16,-4 0 1 0,-2-1 26 15,-2 2-2-15,-2-2-7 0,0 3 41 16,-2 1 41-16,-2 1 16 0,2-1 7 16,-8 7 22-16,6 0 48 0,-3 3-7 15,1 3 96-15,2 0 6 0,2 0 3 16,0 0-45-16,0 4 0 0,-4 1-42 15,6 4-18-15,0 7 31 0,0 0 4 16,-2 7-13-16,0 2-14 0,-3 5-21 16,3 0 4-16,-4 3-20 0,2 4 7 15,2-3-7-15,-8-3 0 16,8-8-11-16,-3-8-1 0,3-2-12 16,0-3-16-16,0-1-43 0,2-4-39 15,0-2-25-15,0-2-10 0,0-1-12 16,0 0-1-16,0 0 37 0,0 0 64 15,0 0 57-15,0-2 48 0,0 0-6 16,0 0-10-16,-2-2-32 0,0 0-13 16,2-1-15-16,-2-1 28 0,0 0 19 15,0 0-18-15,-2 3 28 0,-2-1 22 16,6 3 25-16,-2-2 19 0,-3 3 12 16,1 0-25-16,-2 0-20 0,4 3-62 15,-2 4-25-15,-6 2-53 0,3 1-26 16,-3 3 6-16,6 0 19 0,-2 0 19 15,-1-2 39-15,1-2 21 16,4-2 19-16,-2-3 3 0,4 1 19 16,0-4 0-16,0-1-41 0,0 0-19 15,2 0-70-15,4 0 89 0,1-2 111 16,3-3 0-16,2-2 5 0,5 1 19 16,-5-6-15-16,9 1 14 0,-3 2 19 15,1-5-54-15,2 1-34 0,-5 1-19 16,1 1-6-16,-3 2-28 0,-1-3-9 15,1 2 10-15,-1-1-12 0,-1 1-1 16,-2 3-19-16,-6 1 7 0,-1 3 1 16,-1 1 11-16,-2-1 0 0,0 3-51 15,0 0-51-15,0-2-53 0,2-2-53 16,-2-2-110-16,4-1-240 0,-2 0-555 16,2-12-572-16</inkml:trace>
  <inkml:trace contextRef="#ctx0" brushRef="#br0" timeOffset="181477.94">12132 1469 656 0,'0'0'79'0,"0"0"1508"16,0 0-1183-16,0 0-183 0,0 0-41 15,0 0 2-15,0 0 41 0,0 0-27 16,0 0-26-16,0 0 0 0,45-39 54 16,-32 32-22-16,1 0-97 0,3 4-22 15,-1-2-3-15,-1 4-49 16,-3-1-19-16,1 2-10 0,-5 0-2 0,-2 2 0 16,0 2 0-16,-2 1 2 0,-1 2 13 15,-3 3 10-15,0 2-25 0,0 1-44 16,-3 0-57-16,-3 4-29 15,-2-3-6-15,4 0-22 0,-9 0-23 16,-1-2 11-16,4 0-3 0,-9-1 9 16,7-2 5-16,-7-1 3 0,5-2 47 15,-3 0 42-15,3-1 67 0,1-2 144 16,3-1 47-16,4 0 37 0,1-1-29 16,5-1-42-16,0 0-50 0,0 0-35 15,0 0-69-15,3-1 16 0,1-1 99 16,4-1 43-16,-2-2-16 0,7 0-28 15,1-1-13-15,0 1-24 0,-1-1-19 16,-1-1-15-16,5 2-25 16,-3-1-21-16,1 1-1 0,-7-1-11 0,2 3 0 15,-1 3-6-15,-3-1-47 0,-4 1-29 16,0 0-35-16,-2 1-16 0,0 2-3 16,0 6 17-16,0-1-21 15,0 1-78-15,-4 5-59 0,0-1-45 16,-7 2-27-16,1-2 49 0,2 0 108 15,-7 0 104-15,1 1 68 0,3-4 32 16,-5 1 42-16,1 0 23 0,-1-2 2 16,1-2 72-16,-1-1 35 0,4 0 54 15,-1-3 38-15,7 1-50 0,0-3-1 16,2-1 5-16,2 0-113 0,2 0-68 16,0 0-39-16,0-1 2 0,4-2 13 15,2 1 73-15,0 0 14 0,4-3 1 16,-3 1 2-16,7 0-9 0,1-2-28 15,-3 0-7-15,4 0-24 0,-1-1-6 16,1 1-7-16,-3 3-21 0,1 0 7 16,1 3-10-16,-3 0-19 0,1 1 7 15,-3 5 11-15,-2 6 1 0,3 0 18 16,-1 4 13-16,2 5-10 0,-3 0-2 16,3 5-4-16,-6-1-4 0,5 4-11 15,-5 1-15-15,4 3-6 16,-6-2 2-16,4-3-15 0,-1-6-5 15,-5-4-4-15,4-2-10 0,-2-1 4 16,-2-4-22-16,-2-1 0 0,0-2 28 16,0-2 12-16,0-2 3 0,0-1-3 15,-6-1 0-15,0-2-6 0,-3 0-13 16,1-6-22-16,0-3-3 0,-4-3-1 16,-1-4 7-16,5 1-6 15,-2-1 28-15,1-1 21 0,1-1 26 0,0-1 0 16,-5-3 38-16,3 3 97 0,4 1-30 15,-5 5-34-15,1 0-11 16,4 6 33-16,-2 3-6 0,-5 2-13 16,3 2 6-16,2 0-49 0,-5 4-30 15,1 3-1-15,4 1-21 0,-3 1 18 16,1 1-16-16,4-2 4 0,2-3-16 16,4 1-22-16,0-3-37 0,0 0 0 15,0-1 25-15,2-2-7 0,4 0 10 16,2 0 7-16,2 0 31 0,-1-5 24 15,1 1 2-15,4-4 23 0,-3-1 49 16,5-2 50-16,5 1-58 0,2-2 5 16,-3-2 25-16,5 0-37 0,0-1-25 15,4 1-19-15,-6 0-15 0,4 0 0 16,-5 6-2-16,1-2 1 0,-8 4-14 16,-3 2 3-16,-2 4 12 15,-6 0 46-15,-4 0 77 0,0 3 55 16,-8 3-83-16,-6 3-92 0,1 2-3 15,-5 5-1-15,3-2-14 0,-3-1-6 16,5 1-16-16,-1-1-6 0,8-3 9 16,-1 1-6-16,3-2-18 0,4 1 21 15,0-2 15-15,0 1 7 0,0-1 0 16,4 0 11-16,3-2-8 0,-1 2 12 16,2-2 21-16,-2-1 13 0,2 0 12 15,3-1 12-15,5-2-15 0,-3 1-28 16,3-3-2-16,-1 2-13 0,1-2 0 15,-1 0-111-15,3 0-74 0,-3-2-131 16,-5-1-405-16,7-3-772 0</inkml:trace>
  <inkml:trace contextRef="#ctx0" brushRef="#br0" timeOffset="182623.86">10088 2814 314 0,'0'0'2448'0,"0"0"-1967"15,0 0-90-15,0 0-45 0,0 0-76 16,0 0-140-16,0 0-130 0,0-16-25 16,8 12 25-16,4-2 31 0,9-2-13 15,0-1-15-15,5 2-2 0,3-1-1 16,4 0 0-16,1-1 0 0,1 3 0 15,-2-1-62-15,-4 4-56 0,-5 1-80 16,-3 2-91-16,-4 0-180 0,-7 6-173 16,-2 3-184-16,-8 9-404 0</inkml:trace>
  <inkml:trace contextRef="#ctx0" brushRef="#br0" timeOffset="182823.25">10212 2981 158 0,'0'0'2231'0,"0"0"-1289"16,0 0-940-16,0 0-2 0,0 0 248 16,0 0-46-16,51-18-60 0,-30 7-42 15,0-3-61-15,3 1-17 0,-1-2-22 16,6 1-12-16,-4 0-55 0,2 3-45 16,-7 5 1-16,3 4-28 0,-6 2-89 15,-3 0-107-15,-3 8-102 0,-5 6-126 16,-4-3-132-16,-4 12-351 0</inkml:trace>
  <inkml:trace contextRef="#ctx0" brushRef="#br0" timeOffset="183028.27">10317 3196 363 0,'0'0'2399'16,"0"0"-2206"-16,0 0-158 0,0 0 20 0,0 0 194 15,0 0-20-15,0 0-90 0,50-11-47 16,-34 4-7-16,-1-1-19 15,3-1-22-15,-1-1-6 0,1-2-13 16,7-1-10-16,-2-5-15 0,4 2 0 16,-2-3-72-16,1-3-91 0,-1 2-55 15,2-3-135-15,2 0-306 0,-12 5-415 16,3-9-414-16</inkml:trace>
  <inkml:trace contextRef="#ctx0" brushRef="#br0" timeOffset="183323.15">10646 2712 738 0,'0'0'2475'16,"0"0"-2382"-16,0 0-45 0,0 0-48 16,0 0 184-16,0 0-23 0,62-13-35 15,-38 6-28-15,3-2-36 0,-2 2-15 16,4 0 2-16,-2 0-15 0,-2 2-19 15,2 0 1-15,-7 5 0 0,-3 0-4 16,-5 8-9-16,-6 3 13 0,3 6 24 16,-9 8 69-16,0 8-16 0,-6 6-49 15,-1 4-23-15,-5 2-21 0,4 1-1 16,-7-3-11-16,5-3-19 0,0-7-28 16,-1-4-12-16,5-4-51 0,2-8-57 15,2-4-75-15,2-6-184 0,0-7-232 16,4 0-347-16,-2-12-183 0</inkml:trace>
  <inkml:trace contextRef="#ctx0" brushRef="#br0" timeOffset="183510.49">10908 2898 935 0,'0'0'1343'16,"0"0"-663"-16,0 0-449 0,0 0-196 15,0 0 26-15,0 0 34 0,0 0 4 16,0 0-17-16,50 23-15 0,-36-12-17 15,3-2-21-15,-3 2-27 0,5-1-2 16,-3-1-22-16,3 2-64 0,0-1-91 16,1-2-91-16,-1-2-101 0,2-5-161 15,-5-1-259-15</inkml:trace>
  <inkml:trace contextRef="#ctx0" brushRef="#br0" timeOffset="183768.59">11138 2513 2154 0,'0'0'1629'0,"0"0"-1342"16,0 0-287-16,0 0 41 0,0 0 2 15,0 0-11-15,0 0 11 0,55-3-12 16,-34 0 4-16,6-2-32 0,2-1-1 15,0 2-1-15,2 0 12 0,0 1-13 16,0 1-15-16,-2 1-4 16,-6 1-68-16,-3 0-99 0,1 6-37 0,-9 0 148 15,-3 2-347-15,-5 3-49 16,-4-3-220-16,-2 9-653 0</inkml:trace>
  <inkml:trace contextRef="#ctx0" brushRef="#br0" timeOffset="184133.76">11156 2813 1851 0,'0'0'1437'16,"0"0"-1405"-16,0 0 168 0,0 0 132 16,0 0-34-16,62-6-71 0,-39 0-81 15,2-4-60-15,4-3-46 0,4 2-16 16,-2 0-23-16,0 1-2 0,-2 1 0 15,-6 4-48-15,-5 0-38 0,-1 3-21 16,-5 2 15-16,-6 0-41 16,-2 0-86-16,-2 0 51 0,-2 0 65 15,0 1 69-15,-4 2 32 0,-4 1-359 16,2 2 93-16,-9 0 128 0,5-1 141 16,-4 1 61-16,5 1 106 0,-1-1 44 15,4 1 14-15,-2 2 6 0,1 2-83 16,3 3-133-16,2 2-15 15,2 4-15-15,0 3-4 0,2-2-6 0,4 0-1 16,-1-1 1-16,1-3-47 0,-2-1-42 16,2-2-44-16,2-3-65 0,1-4-113 15,1-3-186-15,-4-3-94 0,9-6-451 0</inkml:trace>
  <inkml:trace contextRef="#ctx0" brushRef="#br0" timeOffset="184553.76">11723 2519 1740 0,'0'0'1193'0,"0"0"-654"0,0 0-65 0,0 0-126 15,0 0-150-15,0 0-133 16,0 0-65-16,-25 51-84 0,14-13 41 16,-1 8 18-16,0 1 7 0,3 0 14 15,-5-3 4-15,6-6 16 0,-1-4 12 16,7-4 3-16,-2-5-10 0,4-7-21 15,0-3-38-15,2-4-8 16,4-4-7-16,3 0 0 0,-1-6-15 0,9-1 24 16,-1 0 16-16,1-8 25 0,5-5 1 15,-5 0-14-15,6-8-12 16,-5 0-26-16,1-2 16 0,-3 1 36 16,1-2 2-16,-5 1 25 0,-1 2 8 15,-5 3 4-15,-2 5-18 0,0 7 6 16,-4 3 65-16,2 3 35 0,-2 0-48 15,2 1-77-15,0 1-34 0,2 4 0 16,5 3 34-16,-3 2 28 0,0 6-10 16,2-2-15-16,5 1 11 0,-7 2-14 15,-2-5-40-15,4 1-47 0,1-1-25 16,-1-3-67-16,-2 0-107 0,4-1-38 16,-1-3-30-16,3-4-25 0,-4-2-90 15,1-1-313-15,1-12-587 0</inkml:trace>
  <inkml:trace contextRef="#ctx0" brushRef="#br0" timeOffset="184807.74">12198 2432 905 0,'0'0'2065'0,"0"0"-1611"16,0 0-68-16,0 0-115 0,0 0-134 15,-60 59-56-15,44-35-25 0,-3 5-22 16,0 5-32-16,-5 1-1 0,3-2-1 16,2 0-1-16,1-2-12 0,1-2 12 15,3-6-17-15,-1-3-4 0,11-6-31 16,-2-3-84-16,2-4-89 0,4-6-99 16,4-1-220-16,4-4-70 0,-2-4 0 15,9-15-563-15</inkml:trace>
  <inkml:trace contextRef="#ctx0" brushRef="#br0" timeOffset="184987.63">12084 2592 366 0,'0'0'1433'0,"0"0"-193"16,0 0-682-16,0 0-117 0,0 0-113 15,0 0-142-15,0 0-109 0,0 0-65 16,0 0-11-16,-14 75 18 16,14-46-4-16,2 2-15 0,6 6-2 15,-4-3 1-15,1-4-36 0,3 1 15 0,0-2-46 16,0-4-74-16,-1-5-41 15,1-1-21-15,2-2-60 0,3-5-116 16,-5-4-155-16,4-5-120 0,-4-1-457 16</inkml:trace>
  <inkml:trace contextRef="#ctx0" brushRef="#br0" timeOffset="185224.57">12415 2558 1411 0,'0'0'1608'0,"0"0"-936"16,0 0-191-16,0 0-44 0,0 0-139 15,0 0-212-15,0 0-86 0,0 0-153 16,0 0 58-16,0 0 76 0,31-8 7 16,-14 8 12-16,3-4-1 0,5 2 0 15,-8-1-2-15,1 2-25 0,-5 0-46 16,-3 0-52-16,-2 1-54 0,-4 0-102 15,-4 0-127-15,0 0-27 0,-2 0 112 16,-6 0-464-16,-2 0-940 0</inkml:trace>
  <inkml:trace contextRef="#ctx0" brushRef="#br0" timeOffset="185511.65">12368 2499 882 0,'0'0'1803'0,"0"0"-1223"0,0 0-192 0,0 0-67 15,-31 51-123-15,26-30-83 16,-1 4-19-16,0 2-18 0,4 4-10 16,0 0-13-16,2 0 4 0,0-3-7 15,0-2-12-15,0-4 0 0,4-4-9 16,4-2 3-16,1-2 3 0,1-3-16 16,-2 1-6-16,3-5 10 0,3-1-10 15,-4-3-14-15,3 0-1 0,3-2 0 16,1-1-3-16,-1 0-18 0,1-4-28 15,-1-2-22-15,3 2-21 0,0-5-25 16,-1 1-25-16,-5 1-26 0,1-3-12 16,1 1-107-16,-5 0-124 0,-2-1-242 15,0 4-609-15</inkml:trace>
  <inkml:trace contextRef="#ctx0" brushRef="#br0" timeOffset="185963.26">12961 2249 213 0,'0'0'2585'16,"0"0"-2022"-16,0 0-57 0,0 0-30 16,0 0-136-16,0 0-113 0,0 0-89 15,0 0-138-15,0 0-31 0,-19 55-14 16,19-27 45-16,0 4-1 0,0 2-15 16,0 1 4-16,0 1-37 0,0-3-95 15,0 0-84-15,0 1-157 0,0-2-268 16,-4-12-568-16,-8 9-826 0</inkml:trace>
  <inkml:trace contextRef="#ctx0" brushRef="#br0" timeOffset="186096.27">12870 2853 852 0,'0'0'2525'15,"0"0"-2110"-15,0 0-195 0,0 0-220 16,0 0-120-16,0 0 1 0,0 0-52 15,0 0-143-15,0 0-318 0,60 27-799 0</inkml:trace>
  <inkml:trace contextRef="#ctx0" brushRef="#br0" timeOffset="188625.34">9372 1064 1228 0,'0'0'344'15,"0"0"-161"-15,0 0 70 0,0 0 35 16,0 0-49-16,0 0-64 0,-53-3-11 15,40 0-14-15,1 2-28 0,-3-1 0 16,-1-1-36-16,-1 0-13 0,1 2 3 16,-5-1-19-16,-2 0-28 0,1 0-28 15,-5 2-1-15,-4 0-26 0,0 0 4 16,-2 0 21-16,-5 4-21 0,-1 2 6 16,-2 0 13-16,1 2-19 0,-3 2 18 15,2 0 3-15,-3-1 2 16,5 1 14-16,-2-2-14 0,1 0 15 15,7-2 13-15,0-2-1 0,11 1-9 16,1-5 0-16,2 2-17 0,7-2 0 16,2 0-2-16,5 1-38 0,1-1-60 15,4 0-7-15,0 1-3 0,0 1 41 16,0 2 67-16,4 1 3 0,1 2 0 16,-1 5 0-16,2 1 1 0,0 5-1 15,0 6 0-15,0 2 0 0,3 9 7 16,-1 11-10-16,0 18-15 0,5 22 15 15,1 21 2-15,1 23-2 0,-1 3-2 16,1 2-14-16,-1-8 14 0,-2-10-2 16,1-6 3-16,-3-7 1 0,1-9-3 15,-1-10-3-15,0-10 4 0,1-18-11 16,-3-14 11-16,0-15 1 0,-2-3 1 16,3 0 0-16,1 3 3 0,0-2 29 15,1-6-13-15,-1-2-17 0,-2-2-2 16,0-7-1-16,-1-1 0 15,-3-2-2-15,-2-3-13 0,2 0-3 16,-2 0 19-16,-2-3-1 0,0 0 0 16,0 1-1-16,0 0 1 0,0 1 1 15,2 1 0-15,-2-2 13 0,0 1 0 16,2 1-10-16,-2 0-3 0,0 1-1 16,2-1-12-16,0 0-9 0,0-2-13 15,5 3 6-15,-1 0 13 0,2-1 16 16,2 0 0-16,3-1 16 0,-1 0 3 15,7 0 0-15,1-2 26 0,1 0-13 16,4 1 0-16,2-1 16 0,4 2 12 16,2-1-15-16,0 0 6 0,6 2-48 15,0-1 10-15,3-1 6 0,-1 2-3 16,5-1-4-16,-1-1 14 0,3 2 5 16,-3 0-5-16,5 0-4 0,-3 1-3 15,-1 0-1-15,1 2-17 0,-1-1 14 16,1 1-13-16,5 1 17 0,-2-1 53 15,1 1-40-15,5-2-29 0,4 4-3 16,14 0 13-16,5 0-1 16,-9-4 20-16,-1-2-32 0,-5-1 12 15,-2 1 4-15,2-3-3 0,2 0-10 16,0 0-1-16,2 0 10 0,0 0-9 16,1 0 0-16,-1 0 9 0,0 0-12 15,-2 0 0-15,0-4 0 0,-4 2 1 16,5 0 1-16,-3 1 0 0,-2-2 14 15,4-2-4-15,0 3-8 0,4-3-3 16,0 2 0-16,5 1-2 16,-3 1 1-16,5 0-1 0,-7-1 1 15,2 1-2-15,-1-2-2 0,-3-1-8 16,0 0 9-16,-2-1 1 0,-2-1-14 16,0 3 14-16,-2-3 1 0,-2 0-12 15,2-1 12-15,-8-1 0 0,0 3 0 16,-7-1-1-16,-9 0-1 0,-9 2 2 15,-5-1-2-15,7 1 3 0,2-4-1 16,5 2 1-16,-5-1-1 0,-4 0 0 16,-5 1 1-16,-5 0 0 0,2-1 0 15,-9 2-1-15,1 1 0 0,-9 1-1 16,2 2 2-16,-4-1 0 0,0 2 0 16,-2-2-1-16,2 2 0 0,-2 0-2 15,0 0-13-15,2 0-2 0,0-1 2 16,-2 1 0-16,6-1 0 0,-4-1 1 15,5-1 2-15,-5 0 10 0,4-1 0 16,2-2 1-16,3-3 0 16,-3 1-2-16,0-3-11 0,4 3 14 15,-1-3-3-15,-3-1-8 0,0 2 9 16,3 0 3-16,-5 1 10 0,-4 0 6 16,2-3 15-16,0 2 10 0,-2-4-15 15,0-1-4-15,0 0-4 0,0-3-5 16,-2-1-10-16,5-3 10 0,-3-2-12 15,-2-2-1-15,2-7 1 0,-2-9 0 16,2-14 1-16,-2-16 1 0,0-8 16 16,2-2-17-16,0 6 10 0,0 3-12 15,-2 5-19-15,0 0 3 0,2 0 14 16,-2-3 2-16,0 0-2 0,0 3-20 16,-2-1-19-16,0 2 13 0,2 3-1 15,-4 2 10-15,0 3-3 0,-3 1 3 16,3 6-37-16,0-1 11 0,0 10 29 15,0 5 14-15,4 9-13 0,-2 8-8 16,2-1 20-16,0 2-9 16,-2 0 11-16,-2-3 1 0,2-4 1 0,-5-4-1 15,3-1 1-15,0 2 27 0,-2 4-6 16,2 4 23-16,-2 3-17 16,-3 3-15-16,3 4-11 0,0 1 10 15,0 1 1-15,2 3-10 0,-7 1 0 16,9 0-3-16,-4 0 3 0,0 2 13 15,4 1-13-15,0 0 13 0,-2 0-14 16,-1 2 11-16,-1-3-11 0,2 3-2 16,-2 0-2-16,0-1 2 0,4 1-1 15,-7-1 0-15,-3 1-24 16,2 0 22-16,-1 1 3 0,-5-4 0 16,1 4-10-16,-3-2 10 0,-1 1 0 15,-4 1 21-15,1 0-20 0,-3-4-1 16,-2 4 2-16,-2 0 1 0,-2-2 16 15,-2 1-17-15,-4-2-2 0,-3 1-3 16,1 1 0-16,-2-2-10 0,-7 2 1 16,-10 0 10-16,-6-1 2 0,-8-1-1 15,-7 3-2-15,-1 3-9 0,5 4-4 16,1 2 16-16,6 3-25 0,4 0 22 16,6-2 3-16,0 2 0 0,21-3 12 15,4-3-11-15,6-2 15 0,6 0-13 16,0 1-2-16,-8 1 1 0,-2-2-2 15,-2 3-2-15,0 1-26 0,2-3-7 16,6-1-69-16,7 0-36 16,1 0-102-16,7 1-359 0,6-2-822 0,2 4 270 15</inkml:trace>
  <inkml:trace contextRef="#ctx0" brushRef="#br0" timeOffset="199894.31">12992 1745 34 0,'0'0'120'0,"0"0"-84"15,0 0 362-15,0 0-196 0,0 0-68 16,0 0 45-16,0 0-3 15,0 0 12-15,0 0-15 0,-17 1-60 0,17-1-22 16,0 0-13-16,0-1-68 0,0 0-10 16,0 1-58-16,0-2 35 15,2 0 23-15,0 1 94 0,3-4-16 16,3 3 19-16,4-3 7 0,-1 1-13 16,1-3 15-16,7 0-2 0,-5 0-4 15,5-1 3-15,-1-3-10 0,5 1 4 16,2-1-24-16,2-1-9 0,4-2-15 15,2-1-24-15,4 0-12 0,6-4 3 16,19-3 29-16,9-3 2 0,18-3-21 16,6-4 12-16,-2 1 35 0,-4 3-44 15,-3 3 19-15,-9 8-48 0,6-1-13 16,1-1-8-16,7 1 21 0,0-1 1 16,-2 2 2-16,0-2-1 0,-4 6 14 15,-5-2-16-15,1 5 2 0,4 0-1 16,-7 2 13-16,7 3-14 15,-6 5-1-15,3 0-1 0,-3 0 0 16,-5 3 1-16,5 2 1 0,-9 2 0 0,-2-3-1 16,-2 2 0-16,1 0 2 15,-3-3 7-15,-4 0-8 0,-11-2 0 0,-10-1-1 16,-5 3-2-16,-12-3 3 16,1 0-1-16,-2 0-1 0,6 1 0 15,2 0 1-15,-1 0-2 0,-3-1 1 16,-8 2 1-16,1-1-1 0,-7 0 2 15,-3-1 1-15,-6 0 0 0,4 0 0 16,-4 0 34-16,-2 0 19 0,0 0-38 16,0 0-16-16,0 0-76 0,0 0-51 15,-2 0-164-15,-6 0-140 0,4 0-307 16,-11 0-667-16</inkml:trace>
  <inkml:trace contextRef="#ctx0" brushRef="#br0" timeOffset="200297.26">16033 927 859 0,'0'0'326'16,"0"0"94"-16,0 0-92 0,0 0-30 15,0 0-3-15,0 0-295 0,0 0-55 16,0 0 55-16,0 0 55 0,0 0 29 16,0 17-29-16,16-13 6 0,1 3-20 15,3 1-5-15,-1 0-14 0,6 5-22 16,2-1 0-16,-5 3 20 0,1 1-18 16,4 3 34-16,2 5-34 15,0 1 19-15,-4 1-21 0,-7-3 1 16,-3-5 23-16,-5 2-4 0,-4-2 41 15,-6 1 147-15,0 1 56 0,-8 2-87 16,-9 2-73-16,1-1-34 0,-9 4-20 16,-2 1 0-16,-2-5-28 0,7 0-12 15,-5-2-10-15,4-3-16 0,4-3-50 16,1-4-35-16,9-2-44 0,1-3-42 16,2-1-148-16,6-3-366 0,0 1 121 15,0-3-204-15</inkml:trace>
  <inkml:trace contextRef="#ctx0" brushRef="#br0" timeOffset="200998.71">18263 228 187 0,'0'0'1194'0,"0"0"-827"16,0 0 181-16,0 0-441 0,0 0 80 15,0 0 113-15,0 0-63 0,0 0-10 16,0 0-11-16,0 0-33 0,-33-36-38 15,29 33-48-15,4 3-85 16,-4 0-12-16,4 0-65 0,0 5 65 16,0 5 28-16,0 9 47 0,0 11-2 15,-2 16-33-15,0 18 4 0,-1 9-13 16,-3 10-6-16,2 0 0 0,4-8-9 16,0-8-1-16,0-9-15 0,0-14-10 15,2-8-27-15,0-10-23 0,0-7-14 16,2-2-5-16,-1-1-6 0,-1 2-19 15,0 2-12-15,6 2-27 0,-4 0-56 16,0-5-60-16,0-2-65 0,0-6 12 16,1-2-77-16,-5-3-166 0,2-4-50 15</inkml:trace>
  <inkml:trace contextRef="#ctx0" brushRef="#br0" timeOffset="201543.96">18474 392 109 0,'0'0'1550'0,"0"0"-1112"0,0 0-52 16,0 0-93-16,0 0-113 0,0 0-90 15,0 0 3-15,0 0-4 0,0 0-25 16,0 0 3-16,56-46-10 0,-38 42 4 15,3 0-30-15,0 2 17 0,5 2 2 16,-1 0-15-16,2 0-3 0,4 2 6 16,0 0-7-16,0 4-9 0,0-3-9 15,2 3 41-15,-4 0-29 0,-2-2-23 16,0 0 24-16,-6 1-26 16,-3-2-3-16,-5 0-16 0,-3 0 0 0,-4 0-25 15,-2-1 0-15,-4-2 22 0,0 0 11 16,0 2 9-16,-2 0-52 15,-2 0-127-15,-4 0-16 0,0 2-17 16,-3-1 21-16,1 2-13 0,-5 0-16 16,1-1 27-16,-1-2 66 0,-1-1 45 15,1-1 84-15,-3 0 11 0,3 0 132 16,-1 0 42-16,3-1 2 0,-3-3-74 16,6 1 54-16,-1-3 13 0,-1 3 44 15,8 0-24-15,-5-1-38 0,5 4-42 16,2-2-95-16,0 2-25 0,0 0-117 15,2 0 11-15,0 5 106 16,4 5 22-16,-2 4 0 0,2 5-6 0,5 10 0 16,-7 16 0-16,4 16-4 15,-2 19-12-15,-4 15-57 0,0 5-57 16,-4-14-67-16,-2-22-49 0,6-21-24 16,-2-21-75-16,-2 5-267 0,-1-7-136 15</inkml:trace>
  <inkml:trace contextRef="#ctx0" brushRef="#br0" timeOffset="203307.43">19317 1256 379 0,'0'0'1239'0,"0"0"-934"15,0 0-116-15,0 0-44 0,0 0-22 16,0 0-16-16,-60-8-10 0,46 6-29 16,-3 2-7-16,-1 0 0 15,-3 0 13-15,-2 0 9 0,-4 0-31 16,1 0 22-16,-5 0 31 0,-3 0-22 16,-1 0-3-16,0-1-32 0,-4 0-45 15,0-1 16-15,-3-1-19 0,-7 1-1 16,-9-2-21-16,-13 1 3 0,-11 0 19 15,-7 0 1-15,0 3-1 0,6-3 0 16,7 3 3-16,4 0 25 0,3 0-15 16,1 0-13-16,0 0 0 15,-2 0-53-15,3 0 53 0,-5 0 0 0,0 0-13 16,-3 0-6-16,1 0 16 16,2 3 2-16,1 2-18 0,-1-1-7 15,8 0 24-15,2 0-8 0,2-1 10 16,14 1 22-16,5-1-9 0,12-2-13 15,8 2-1-15,-1-2 1 0,-5 1 11 16,2 1 18-16,-2-1-4 0,-4 1 17 16,4-2-1-16,5 1 10 0,9-2-26 15,1 1 10-15,1 0-3 0,7 1-32 16,2-2-19-16,2 0-48 0,0 0-9 16,0 1 6-16,0-1 13 0,0 0 9 15,0 3 48-15,0-1 3 0,0-1 35 16,0 2-18-16,0 2 2 0,2-1 3 15,-2 2 13-15,0 2 1 0,0 6-14 16,0 2-3-16,0 6 13 0,0 6 3 16,0 10-9-16,2 15-4 0,-2 15-12 15,2 17 6-15,0 11-3 16,-2-1-16-16,0-3-2 0,0-9-13 16,3-10 14-16,-3 0 1 0,6-6 3 15,-4 3 13-15,4-1 9 0,-4 0 0 16,0 2-6-16,2-2-16 0,-4-5-3 15,2 6-15-15,-2-4-27 0,0-2-2 16,-2-2 9-16,-2-13 0 0,2-11 10 16,2-7 9-16,-2-5 13 0,0 3-13 15,0 3 0-15,0 1 0 0,2-6 1 16,-2-2-8-16,2-6 4 0,0-4 16 16,0-2 3-16,-6-4 0 0,6-2 1 15,0-2 12-15,-3-2-10 0,3-3 13 16,0 0 0-16,0 0-4 0,0 0-9 15,0 0-3-15,0 0-3 0,0 0-31 16,0 0-17-16,0 0-16 0,0 0 43 16,3 0 24-16,3 0 4 0,0 2-1 15,0 0 10-15,2-2-10 0,3 0 22 16,1 0-6-16,3 3-3 16,3-2 3-16,3-1 0 0,2 0 10 15,4 0-10-15,4 0-17 0,0-1 1 16,4-2 1-16,4 1-1 0,-2 0-2 15,9-1 2-15,3 0 0 0,15 3 0 16,7-4-2-16,3 0-1 0,-2 1-1 16,-3-1-1-16,-7 1 2 0,0-2 0 15,4 0 0-15,-4 2 11 0,4-1-10 16,4-1-1-16,-2 2 2 0,3-3 0 16,-1 2-1-16,-2 1 0 0,0 0 0 15,-1 1-1-15,-1 1 0 0,-2 1 0 16,-2 0 1-16,-2 0-1 0,-2 0-1 15,-3 0 0-15,1 0 0 16,-2 1 0-16,-2 0 0 0,-7 0 1 16,-10-1 3-16,-4 1-3 0,-2-1 3 15,2 0-3-15,9 0-1 0,-3 0 1 16,2 2-2-16,-6-2-1 0,-2 0 2 16,-4 0 0-16,-4 0 1 0,-3 0 0 15,-7 0 0-15,-1 0 0 0,-4 0 0 16,-1 0 2-16,-5 0 11 0,-2 0 22 15,0 0 69-15,0 0 16 0,0 0-16 16,0-3 22-16,-4 0-105 0,-1 0-21 16,-3-1-3-16,6-2-9 0,-4 0 9 15,2 0-10-15,0 0 13 0,2 0-3 16,-3 0-19-16,-1-1-9 0,2-5 9 16,4-2 6-16,-2-3-6 0,0-8 9 15,2-1 10-15,0-8-12 0,0-10 13 16,4-9-1-16,0-16 3 15,5-2 0-15,-1-1 0 0,0 4 0 16,0 10 13-16,1-6 0 0,-5-1-1 16,-2 0 4-16,-2-3 0 0,0-1-13 15,-2 0-3-15,-4-2-1 0,-5-4 1 16,1 4-1-16,-3-4 0 0,-1 9 1 16,0 5 0-16,-3 0-20 0,2 9-2 15,3 6 0-15,6 9-26 0,0 8 7 16,2 9-6-16,-1 3 12 0,3-4 19 15,-2-4 15-15,-2 0 1 0,2-2 0 16,2 4-3-16,2 1-13 0,-2 4 13 16,2 2 0-16,0 2-13 0,0 0 14 15,-2 1-14-15,2 4 4 0,-2-1-20 16,2 3-12-16,0 1-26 0,-2 1-45 16,2 2-83-16,-3 2-210 15,3 1-268-15,0 0-470 0</inkml:trace>
  <inkml:trace contextRef="#ctx0" brushRef="#br0" timeOffset="204533.06">16444 2615 40 0,'0'0'163'0,"0"0"-163"16,0 0 1001-16,0 0-728 16,0 0-91-16,0 0-58 0,0 0-24 15,0 0-15-15,0 0-7 0,0 0-10 16,-25 12-10-16,23-10 10 0,0-2-26 16,0 2 13-16,-2-1 10 0,-2-1 19 0,1 1 19 15,1 1 4-15,-2 0-14 16,0 0-16-16,-6 1-6 0,3 0-20 15,1-2-9-15,-6 5-29 0,3-4 12 16,-3 2 1-16,-3 1 0 0,3-2 2 16,-5 2-25-16,3 0 17 0,-5-2 2 15,-2 3-20-15,5-3 1 0,-7 3 26 16,-2-4-26-16,-2 4-1 0,-2-1 11 16,2 0-13-16,-2 0 2 15,-4 1 1-15,-2 0 1 0,-1 2 8 16,-1 0 1-16,2-1 6 0,-4 3-15 15,-5-2 12-15,3 0 3 0,1 2-18 16,-5-3 21-16,3 0-3 0,1 0-16 16,-5-1 10-16,3 0-13 0,-9 0 0 15,-8 1-1-15,-8-1 1 0,-4 0-1 16,7-4 0-16,5-1 0 0,4 3 1 16,5-3 2-16,-7 2-1 0,2 3 1 15,-2-5 9-15,2 2-10 0,0 1 1 16,-2-2-1-16,2 2 13 0,1-2-14 15,-6-1-17-15,4 1 17 0,-1-2 3 16,2 0 10-16,4 0 15 0,-4-4 4 16,4-1-10-16,9 1 0 0,10-2-9 15,2 0 6-15,2 1-5 0,-4-2-14 16,-3-3 0-16,-7 1 6 0,1-3-6 16,5 1-19-16,6 0 19 0,0 1-1 15,0 1 0-15,6-1 1 16,2 2 1-16,7 2-1 0,-3-1-2 15,6 4-1-15,-1-3-19 0,6 2 6 16,3 2 13-16,-3 0-16 0,8 2-7 16,2 0-9-16,-2-1-44 0,2 0-122 15,0-1-143-15,2 2-146 0,4-2 179 16,2-1-7-16,-3-1-167 0,3 2-134 16</inkml:trace>
  <inkml:trace contextRef="#ctx0" brushRef="#br0" timeOffset="205007.63">13784 2364 174 0,'0'0'1664'16,"0"0"-1401"-16,0 0-66 0,0 0 59 16,0 0-18-16,0 0-80 0,0 0-59 15,-58 19-41-15,45-10-10 0,1 0-4 16,-5 2-24-16,1 0-4 0,-5 1-4 16,0 1-9-16,5 2 17 0,-5-2 2 15,5-1-19-15,-5-1-1 0,7 0-1 16,-3 0 2-16,3 0 8 15,-1-2-10-15,1 2-1 0,7 0 0 16,-5-3 1-16,2 3 1 0,6-1 2 16,-5 2 8-16,1 0-11 0,4 1 3 15,0 2 12-15,2-1 3 0,2 2 3 16,0 1 0-16,0 0 0 0,2 0 7 16,4 3-13-16,4-1 9 0,-1 1-3 15,3 0-3-15,7 0 10 0,-5 0-26 16,7-4 0-16,-5 2 16 0,7 0-17 15,2 2 1-15,-7 1-3 0,5-1-2 16,0 4-77-16,-7-1-83 0,5 4-96 16,-4-1-86-16,-1 2-37 0,1-1-144 15,-5-7-197-15,-2 0-413 0</inkml:trace>
  <inkml:trace contextRef="#ctx0" brushRef="#br0" timeOffset="206726.62">14313 1902 60 0,'0'0'137'0,"0"0"-105"0,0 0 1321 15,0 0-1025-15,0 0-240 0,0 0-86 16,0 0 27-16,0 0 7 0,0 0 39 15,0 0 87-15,4 35-1 0,-2-12-22 16,-2 9 25-16,0 3 4 0,0 5-56 16,0 3-54-16,0 2-23 0,2 2-16 15,-2 2-6-15,0-1 3 0,6-1 0 16,-4 2 9-16,-2 0-12 0,2-4 9 16,0-2-19-16,3-1-3 0,-5-3-1 15,2-6-1-15,0-2 1 0,2-3-1 16,0-8-11-16,-2-3-5 0,6-3 17 15,-6-4 0-15,2-3-12 16,-1-3 11-16,-1-1 0 0,0-1 2 0,-2-2 0 16,0 0 16-16,0 0 6 15,0 0 13-15,0 0-3 0,0 0-6 16,0 0-10-16,0 0-14 0,0 0 1 16,0 0 10-16,0 0-1 0,0 0 4 15,0 0-12-15,0 0 5 0,0 0-9 16,0 0-29-16,2 0 29 0,2-2 0 15,2 0 42-15,4 0-29 0,1 0 2 16,-1-1-11-16,9 1 12 0,-3-3-1 16,5 3-11-16,2-2 15 0,-1 1-19 15,5 0 12-15,2 0-10 0,2 2 11 16,2-2-11-16,0 0-1 0,5 3-1 16,1-3-3-16,2 1 1 0,3-2 0 15,-5-2-1-15,2 3 2 0,1-2 1 16,-5-1 2-16,-2 1 0 0,-2 2-1 15,-4-1-1-15,-4 1 0 16,0 1 0-16,-3 2 0 0,-5-1 0 16,1 0 0-16,-3 1-1 0,-1-2 0 15,-3 1 0-15,-1-1 0 0,0 1-12 16,-1 1 13-16,-5-1-1 0,0-1 2 16,0 2-1-16,-2 0 1 0,0-2 12 15,-2 2 3-15,0-1 25 0,0 1 9 16,0 0 23-16,0-3 25 0,0 1-20 15,0-2-78-15,0 0-47 0,0-2 25 16,0-1-12-16,6 1-7 0,-4-2 12 16,5 1 14-16,-3 1 2 0,-2-2 13 15,2 1 0-15,0-1 16 0,-2 0 6 16,0-2-3-16,4 1 6 16,-6-1 3-16,2-1-3 0,-2-1-6 0,0 0 3 15,0-1-20-15,-2-1-1 16,2 1 0-16,-2-4-1 0,2 0-3 15,0-4 2-15,-4-1-21 0,4-3 20 16,0-1-1-16,0-5 1 0,-2 0-1 16,0-2 0-16,-2-1 2 0,0-1-2 15,2 2 0-15,-2-4 1 0,-3 1 0 16,-1 3-10-16,6 6 8 0,-2-1-21 16,0 3 0-16,0-2 3 0,2-3 19 15,0 4-13-15,-3 1 0 0,3 2 13 16,0 4-16-16,2-1 6 0,-2 3 11 15,-2 1-1-15,4 3 3 0,-2 1 14 16,2 1-1-16,-2 0 12 0,0 4-6 16,0 1-7-16,0 2 4 0,2 1 6 15,-2 0-9-15,2 1 2 0,-2 1 1 16,2 1-3-16,0 0 3 0,-2 0-13 16,2 0 12-16,-3 0-11 15,1 0-3-15,0 0-1 0,-2 0 0 16,-2 0-1-16,2 0 1 0,-4 0 2 15,3 1 0-15,-3 0-1 0,-4 1 1 16,1 0 0-16,1 0 0 0,-4 0 14 16,1 1 0-16,-5-2-4 0,3 1-10 15,-5 1-1-15,1-1-1 0,-4 0-1 16,-2 2 1-16,-2-2 0 0,5 4-3 16,-7-2 1-16,0 1-1 0,-2-1 2 15,0 2-1-15,0-1 1 0,-2 0-12 16,0 1 11-16,0 0 2 0,-3 2 1 15,3-1-1-15,0-2-3 0,2 2-10 16,0-2 13-16,2 1 0 0,5 0 0 16,-1 0 0-16,0-1 0 0,0-1 1 15,9-1 0-15,-5 0-1 16,4-1 3-16,1 0-3 0,3 2 0 0,-1-2-3 16,8-2-9-16,0 0-13 0,4 2-13 15,2 0-47-15,0-2-99 16,0 1-127-16,0 2 67 0,4 0 55 15,4 3-143-15,2 1-144 0,-1-2-129 16,3-1-375-16</inkml:trace>
  <inkml:trace contextRef="#ctx0" brushRef="#br0" timeOffset="207948.42">14519 2008 188 0,'0'0'675'0,"0"0"-330"0,0 0-55 15,0 0-24-15,0 0-32 0,0 0-39 16,0 0-47-16,0 0-69 0,0 0-79 16,0 0-90-16,-12 12 90 0,12 1 26 15,0 7 80-15,0 4-57 0,0 0-11 16,0 2-18-16,0-1-4 0,2-1-13 15,0-4 0-15,2 3-3 16,0-7 0-16,3-1-2 0,-1-2 1 16,-2-2-15-16,0 0 14 0,2-2-14 15,1-3 12-15,3 0-8 0,-4 0-8 16,-2-4 4-16,2 0-3 0,-1-2 15 16,-3 0 4-16,4 0 36 0,-4-2 35 15,-2-2 68-15,2-4 73 0,-2-3-84 16,2-3-86-16,0 0-42 0,0-5-2 15,0 1 1-15,0-2-19 0,2-2-5 16,1 1 9-16,-1-2 3 0,2 0 11 16,0 2-2-16,-2 3 1 0,-2 1 3 15,-2 4 1-15,2 2 15 0,0 4 7 16,-2 3 12-16,0 1 0 0,0 1-9 16,0 2-16-16,0 0-10 0,0 0-47 15,0 0-8-15,0 4-25 0,0 1-26 16,2 3 74-16,1 5 32 0,1 3 29 15,-2 7-26-15,4 1 20 16,0 2-23-16,-2-3 0 0,0 2 0 0,3-5-2 16,-1-1 1-16,4-4-2 15,-2 0 3-15,-3-3 12 0,3-2 4 16,-2-2-13-16,0-1 13 0,0-2 3 16,-3-2-3-16,1 2-13 0,0-2 0 15,-2-1 10-15,0-1-11 0,0-1 1 16,-2 0 23-16,0 0 15 0,0 0 49 15,0 0 54-15,0-3 34 0,0 0 34 16,0-3-29-16,0-4-174 16,0-2-9-16,0-4-3 0,0-3-22 0,6-2-4 15,0-3-2-15,1 0 9 0,-3 0-3 16,4 3-13-16,-2 4-19 0,0 3-13 16,-1 4-28-16,-3 3-16 0,-2 2-39 15,2 4-59-15,-2 1-99 0,0 0-77 16,0 1-277-16,2 4-32 15</inkml:trace>
  <inkml:trace contextRef="#ctx0" brushRef="#br0" timeOffset="208504.24">14865 2217 741 0,'0'0'1143'15,"0"0"-831"-15,0 0-47 0,0 0-158 16,0 0-107-16,0 0-246 0,0 0 107 16,0 0 126-16,0 0 13 0,0 0 36 15,37 15-4-15,-27-10-9 0,3-3-4 16,-3 1 23-16,0 0 3 16,3 0-3-16,-5-3 33 0,-2 0 12 15,2 0-3-15,-1 0-23 0,-1-2-13 16,-2 1-9-16,0-2-4 0,0-2-6 15,2 1 3-15,-4-2 0 0,5 0 4 16,-5 0-4-16,0-1 16 0,-2 1 10 16,0-1-1-16,0 0-12 0,-2-1-42 15,-7-1-3-15,3 1-45 0,0 0-6 16,2-1 13-16,-2 2-4 0,-5 0 4 16,5-1 20-16,0 3 18 0,0-1 17 15,-7 3-1-15,5 3-16 0,0 0-2 16,-2 3-26-16,-3 7-11 0,5 1-15 15,-5 4 34-15,3 1 20 0,0 3 42 16,4-1-10-16,-1 4-3 0,1-4-7 16,4-2 4-16,2 2-3 0,0-4-7 15,0-2 3-15,0 0 6 0,0-1-5 16,2-1-1-16,4-1-16 16,1-2 13-16,-1 0-3 0,-2-1-11 15,4-1 1-15,0-1-2 0,3-1 0 16,-5-2 0-16,2-1 1 0,7 0-1 15,-7-1 2-15,2-4 0 0,7-2-3 16,-7-3-29-16,7 0-96 0,-7-2-83 16,5-1-105-16,1-2-101 0,-3 0-122 15,-1 5-96-15</inkml:trace>
  <inkml:trace contextRef="#ctx0" brushRef="#br0" timeOffset="209294.24">15065 1819 184 0,'0'0'1732'0,"0"0"-1211"15,0 0-314-15,0 0-126 0,0 0-49 16,0 0 19-16,0 0 10 0,0 0-22 16,0 65 6-16,2-34-7 0,0 0 10 15,0 2 13-15,0-4 6 0,1-4 1 16,1 1-1-16,-4-1-13 0,2 0-3 16,2-1-4-16,-2-2-24 15,0 0-4-15,0-3-4 0,-2 1-12 0,0-4 0 16,0-3 9-16,0 0-8 0,0 0-3 15,2-2-1-15,-2-4-4 16,0 0-15-16,0-2 0 0,2-2 4 16,-2 0-1-16,2 2-3 0,-2-5-4 15,0 1 22-15,0-1 1 0,0 0 32 16,0 0 9-16,0 0 20 0,0-1-1 16,0-3-19-16,0 0-41 0,-2 0-57 15,-2-2 25-15,2-3 4 0,0 0-4 16,-4 0 3-16,6-2 7 0,-2-3 9 15,2 4 11-15,-2-2 0 0,0 0 1 16,-1 4 1-16,1-1 12 0,2 2 3 16,-2 1-15-16,2 2-4 0,0-1-24 15,0-1-26-15,0 2-23 0,4-2 23 16,1-1 35-16,-1 1 3 0,6-1 13 16,-2 1-10-16,-4 0 0 0,5 1 0 15,1 0-2-15,-2 3 2 16,-1 0 12-16,1 2 0 0,2-2-2 15,-2 2 3-15,-3 0 0 0,3 0 0 16,2 2 3-16,-4 1 0 0,1 2 16 16,-1 1 0-16,0 0 0 0,-4 1 7 15,6 1-4-15,-2 1-21 0,-1-1 2 16,-3 2 23-16,0 1-7 0,2-3 0 16,-2 0-6-16,0-2-12 0,-2 0 1 15,0 1 24-15,0-2 5 0,0 1 17 16,-2 0 44-16,-2 1-6 0,-2 3-42 15,-5-2-15-15,-1 4-4 0,-1-5-24 16,1 2-1-16,-2 0 0 0,3-1 0 16,-3 0-19-16,1-1-3 0,5-1-35 15,-4-2-32-15,6 1-3 0,1-2-19 16,3-1-36-16,2-2-109 16,0 1-192-16,0-1-337 0,0 0-195 15</inkml:trace>
  <inkml:trace contextRef="#ctx0" brushRef="#br0" timeOffset="-170916.33">20144 3241 75 0,'0'0'85'0,"0"0"-85"0,0 0-33 16,0 0 17-16,-62 22 13 16,48-16-20-16,-3-2 6 0,-2 0-9 15,-1 0 10-15,1 1-3 0,-1 0 12 16,-5 0 7-16</inkml:trace>
  <inkml:trace contextRef="#ctx0" brushRef="#br0" timeOffset="-169188.95">20648 2375 18 0,'0'0'40'0,"0"0"0"16,0 0-1-16,0 0 1 0,0 0-37 0,-20 52-3 16,20-40-29-16,2 0-4 15</inkml:trace>
  <inkml:trace contextRef="#ctx0" brushRef="#br0" timeOffset="-48669.61">17513 13753 43 0,'0'0'40'0,"0"0"-40"0,0 0-72 15</inkml:trace>
  <inkml:trace contextRef="#ctx0" brushRef="#br0" timeOffset="-48494.58">17513 13753 27 0,'51'24'96'0,"-55"-24"-96"16,4 1-2-16,-2 1 2 0,2-1-1 15,-2 1-26-15,2-1-12 0,0 1-15 16</inkml:trace>
  <inkml:trace contextRef="#ctx0" brushRef="#br0" timeOffset="-46958.42">17490 14755 206 0,'0'0'33'0,"0"0"-7"0,0 0 17 16,0 0-21-16,0 0-9 0,0 0-13 16,0 0 0-16,0 0 0 0,0 0-9 15,0 0 5-15,-50-19 4 0,46 17 17 16,0 0 12-16,-2-1 26 0,2 0-28 16,-3-1 57-16,3 1-84 0,-2-2 17 15,0 0-17-15,2 1 0 0,2-2-23 16,-2-2 0-16,4 0 22 0,-2-3-27 15,2-3 28-15,0-3 19 16,0-2-17-16,0-2 44 0,2-3 6 16,-2 1-19-16,0-2-33 0,0 4 26 15,0-3-26-15,-2 1 71 0,-3-4-48 16,3 2 39-16,-2-2-19 0,0 0-17 16,-2 2-4-16,2-3-20 0,2 6-1 15,0-1 2-15,0 0-3 0,-1-1 0 16,3 4-13-16,-4-1 0 0,4-1 11 15,0 2-11-15,-2-1 9 0,2 2-18 16,0 0-21-16,0-1 4 0,0 2-29 16,0-3-43-16,0 2 39 0,4-1 17 15,3 1 3-15,1 0-4 0,2-1-6 16,1 2-19-16,-3 1-37 0,8 2 27 16</inkml:trace>
  <inkml:trace contextRef="#ctx0" brushRef="#br0" timeOffset="-46273.77">17674 13612 50 0,'0'0'72'0,"0"0"-17"0,0 0 36 16,0 0-42-16,0 0 7 0,0 0 253 16,0 0-211-16,0 0-52 0,0 0-44 15,0 0-2-15,-19 0 0 0,17 0-13 16,2 0-20-16,0 0-2 16,-2 4 2-16,2 0 33 0,-2 1-3 15,0 0-1-15,2 1 4 0,0-1 0 16,-2 5 0-16,0-2 1 0,-2 1 2 15,0 1 17-15,-1 2-18 0,-1 1 12 16,2-1-13-16,-2 2-1 0,0 1 2 16,-5 0 1-16,5-1 0 0,0 2 10 15,0-2-3-15,0 1-3 0,1 0-7 16,-3 3-13-16,6-3 9 0,-2 2-93 16,0 2 18-16,0-2 4 0,2-1 4 15,-5 0 41-15,3-2 1 0,-2 1 16 16,4-1 11-16,-2 0-2 0,2-1 4 15,-2 2 14-15,2-2-14 0,0 2-3 16,0 1 0-16,-1 0 1 0,3 0-18 16,-2 2-6-16,2 0-3 0,0 3-30 15,0-1 17-15,0-1-14 0,0 2 55 16,0-1 1-16,2 3 43 0,3-4 9 16,-3 4-26-16,0-4 26 15,2 1 20-15,-2-1-17 0,0 0-25 16,2-1 2-16,0 0-6 0,0-4-16 15,1 3-10-15,-1-4-2 0,-2-1 0 16,0 1 2-16,4-1 12 0,-6-1 7 16,4 1-19-16,-2-2 2 0,2 1 19 15,3-1-8-15,-5-1 36 0,4-1-36 16,-4 0 9-16,2-2-22 0,-2 0-2 16,0-1-11-16,2-1-23 0,-4-2-85 15,4-1 66-15,-2-1-14 0,1 0 30 16,-3 0 7-16,0 0 30 0,0 0 0 15,0 0-40-15,0 0-56 0,0 0-45 16</inkml:trace>
  <inkml:trace contextRef="#ctx0" brushRef="#br0" timeOffset="-43444.96">14898 15036 76 0,'0'0'65'0,"0"0"-6"15,0 0-13-15,0 0-20 0,0 0-23 16,0 0 13-16,0 0-15 0,-4 3 0 15,4-3 19-15,0 0 0 0,0 0 6 16,-2 0 3-16,2 1 79 0,0-1 116 16,-3 1-123-16,3-1-65 0,0 0-19 15,-2 0-17-15,2 0-46 0,0 0-6 16,0 2 16-16,0-2 36 0,0 0-3 16,0 0 1-16,2 2 2 15,-2-2 10-15,0 0 39 0,3 0 43 0,-1 0 12 16,-2 0 16-16,4 0-25 0,-2-2-33 15,0 0-14-15,2-3-35 16,0 2-11-16,0 0-4 0,5-1 2 16,-5 0-13-16,-2 0-19 0,2 4 29 15,-2-2-20-15,-2 2 3 0,0-1 7 16,2 1 0-16,0-1 0 0,-2-1-55 16,2 2-59-16,0-1-49 0,0 1-130 15,-2-2-151-15</inkml:trace>
  <inkml:trace contextRef="#ctx0" brushRef="#br0" timeOffset="-43265.91">14898 15036 53 0</inkml:trace>
  <inkml:trace contextRef="#ctx0" brushRef="#br0" timeOffset="-42464.69">14898 15036 53 0,'-64'-4'43'15,"64"4"15"-15,0 0 4 0,2 0 49 0,0 1-26 16,0-1 218-16,0 0-208 0,0 0-37 16,0 0-15-16,0 0 9 0,0 0 6 15,-2 0 7-15,4 0 10 0,-2 0-26 16,3 0 13-16,-1 0-20 0,0-3 1 15,-2 0-21-15,4-2 14 0,-2 4-6 16,4-2-8-16,1-1 17 0,-5 0-26 16,0 2 39-16,4-2-9 15,-2 2-17-15,3-1 13 0,-3 1-4 16,0 0-15-16,7-2 12 0,-1 0-6 16,-4 1 4-16,9-1-27 0,-7 0 20 15,2-1 3-15,7 0-7 0,-6 0-6 16,1 2 16-16,-2-3-3 15,-1 1 7-15,5-1 2 0,-5 0-5 0,3 0-28 16,-4 0 30-16,1 1-19 0,1 1-10 16,-4 0 29-16,1 0-32 0,3 0-4 15,0 0-8-15,-1 0 12 0,3 1-2 16,-1-2-5-16,5-2 4 0,-3 0 3 16,1 1-13-16,1-1 13 0,-5 0 0 15,7 2 0-15,-9 1-4 0,5-1 3 16,-5 0 1-16,0 1 4 15,5 0 12-15,-7 0-13 0,4 1 10 0,5-3 0 16,-3 0-11-16,7-1 0 16,2-1-2-16,-2 0 0 0,3 0 20 15,3-1-14-15,0 2-4 0,-4-3 2 16,6 1-4-16,-2 1-1 0,0-2-1 16,-3 4 1-16,-3-1-1 0,4 0 2 15,-5 2 1-15,1-2-1 0,0 1 0 16,-5 2 0-16,7 1-3 0,0 0-2 15,-5-1 5-15,9 0 1 0,-2 0 0 16,2 0-1-16,2-2-14 0,0 1 12 16,2-1-7-16,2 1 9 0,-2-1 1 15,0 2 0-15,0-1-1 0,0 0 0 16,0 0-14-16,-2 2 14 0,0-1-13 16,-2 1-15-16,0-1 27 15,2 2 2-15,-1-2-1 0,1 3 0 0,2-2-29 16,-2 1-17-16,2 0-31 15,2-2 47-15,-2 1-9 0,5-2 23 16,-5 0-13-16,2 0 6 0,-2-1 20 16,-2 1-10-16,-5 1 13 0,3-1-16 15,-6 3-1-15,-7 0 17 0,5 0 4 16,-7 1 9-16,-1 0-13 0,1 1 2 16,-6 0-1-16,1 0 0 0,-1 0 15 15,2 0-13-15,-2 0-1 0,-2 0-2 16,3 0 0-16,-5 0-3 0,0 0-23 15,0 0-19-15,0 0 25 0,2 0-22 16,0 0 26-16,-2 0 0 0,0 0-4 16,0 0 7-16,2 2-10 15,-1-1-22-15,3 0-53 0,-4-1-61 16,2 0-17-16,4 0-36 0,-4 0-114 0,-2 0-32 16</inkml:trace>
  <inkml:trace contextRef="#ctx0" brushRef="#br0" timeOffset="-41870">17012 14252 79 0,'0'0'294'0,"0"0"714"0,0 0-813 16,0 0 68-16,0 0-153 0,0 0-25 15,0 0 12-15,0 0 26 0,0 0-32 16,0 34-36-16,5-24-26 0,-3-3-10 16,2 4 10-16,0-1-9 0,4-1 2 15,-2 1-9-15,3 0 23 0,-3 2-20 16,2 0-15-16,4 0-1 0,-1-1 0 16,-1 1-1-16,7 1-1 0,-5-1 0 15,5-2-15-15,-3 1-8 0,-4-3 22 16,3-1-10-16,-5-1 1 15,-4-2-11-15,0 0 10 0,1-2 13 16,-5-1 0-16,0-1 45 0,0 0 46 16,0 1 9-16,0-1-23 0,-5 0-77 15,-1 0-10-15,0 2-12 0,0-1 21 16,-5 3-25-16,1 2 23 0,-4 0-1 16,-3 2-15-16,5 1 19 0,-7 0 0 15,3 2 3-15,-5 2-3 0,4 0 1 16,-1 1-2-16,-1 1-17 0,5-2 15 15,-1 1-10-15,1-2 0 0,5 2-13 16,1-3-13-16,-2 3-80 0,6-3-78 16,0 2-95-16,4-6-322 0,-9-2-630 0</inkml:trace>
  <inkml:trace contextRef="#ctx0" brushRef="#br0" timeOffset="-39508.9">15590 14840 468 0,'0'0'232'0,"0"0"681"0,0 0-608 16,0 0-26-16,0 0-59 0,0 0-26 16,0 0-14-16,0 0-22 0,-12 29-24 15,10-14-22-15,-2 3-38 16,2 3-30-16,-3 8-25 0,3 2-19 0,-2 2-2 16,2 3 0-16,-2-1-11 0,2 0-3 15,2-3-9-15,-2-3-23 16,2-4-22-16,0-4-17 0,0-2-67 15,0-2-80-15,0-5-21 0,0-2-69 16,2-1-40-16,0-6-81 0,2-1-106 16,0-2-65-16</inkml:trace>
  <inkml:trace contextRef="#ctx0" brushRef="#br0" timeOffset="-39243.9">15774 14764 112 0,'0'0'137'0,"0"0"13"0,0 0 853 16,0 0-574-16,0 0-159 0,0 0-212 0,0 0-45 15,0 0 117-15,0 0 25 16,0 0 0-16,44 42-4 0,-32-30-35 16,0 3-10-16,9-2-45 0,-2-1-23 15,-1-1-2-15,5 1-24 0,-6 0-11 16,3-1 1-16,1-1-2 0,-5 0-3 15,1 4-38-15,-5-1-68 0,-1 2-4 16,-1 2-6-16,0 1-35 0,-5-1-50 16,-3 1-58-16,2-3-33 0,-4-1-60 15,0-3-208-15,-4 0-245 0</inkml:trace>
  <inkml:trace contextRef="#ctx0" brushRef="#br0" timeOffset="-38875.86">15623 15086 514 0,'0'0'479'0,"0"0"251"15,0 0-704-15,0 0-10 0,0 0 85 16,0 0-13-16,60-28-4 0,-41 17 4 15,6 3-1-15,-1 1 10 0,-1-3-26 16,4 4-22-16,0 1 6 0,-4 3 0 16,-3 2-13-16,1 0-10 0,-9 5-16 15,3 3-3-15,-7 6 26 0,-4 1 38 16,2 4-10-16,-3 1 1 0,-3 5-33 16,0-3-19-16,0 0-12 15,0 0-4-15,0-4-2 0,-3-1-26 0,1 0-24 16,-2-4-19-16,2-1-22 0,-2 2 0 15,2-3-1-15,-4-3-9 0,2 0-27 16,-3-3-100-16,5-1-104 16,-4-4-226-16,4 0-421 0</inkml:trace>
  <inkml:trace contextRef="#ctx0" brushRef="#br0" timeOffset="-38664.42">15791 15033 102 0,'0'0'157'0,"0"0"657"15,0 0-283-15,0 0-180 0,0 0-114 16,0 0-108-16,0 0-71 0,0 0 13 16,-37 63 17-16,37-44 12 0,2 4 3 15,2 1-23-15,0 2-19 0,0-1-9 16,2 0-8-16,2 1-11 0,-1-5-30 16,-1-2-3-16,2-3-29 15,-2-3 10-15,5-5-45 0,-3-1-175 16,-2-3-122-16,2-4-240 0,-1 0-581 15</inkml:trace>
  <inkml:trace contextRef="#ctx0" brushRef="#br0" timeOffset="-38363.4">16173 14831 735 0,'0'0'1426'16,"0"0"-918"-16,0 0-84 0,0 0-131 15,0 0-245-15,0 0-19 16,0 0-29-16,0 0 60 0,0 0 0 16,0 0-3-16,46 35-25 0,-28-32-31 0,7-1 2 15,2-1 0-15,0-1 0 16,0 0-3-16,-3 0 0 0,3 0-2 15,0 0-86-15,-2 0-42 0,-4 0-52 16,1-1-61-16,-1-4-81 0,-4 1-128 16,-7-2-54-16,4 2-113 0,-9-5-400 0</inkml:trace>
  <inkml:trace contextRef="#ctx0" brushRef="#br0" timeOffset="-38095.71">16398 14647 1206 0,'0'0'1038'15,"0"0"-569"-15,0 0-103 0,0 0-139 16,0 0-90-16,-28 58-61 0,28-39-16 16,0 6 10-16,0 3-13 0,0 5-13 15,6 3-16-15,0 1-3 16,0 2-25-16,-2 1 1 0,2 2-2 15,-1-3-10-15,3-2 11 0,-2-2-25 16,-2-4-42-16,-2 0-50 0,2-4-19 16,-4-2-17-16,0-2-48 0,0-2-62 15,0-5-63-15,0-3-46 0,0-1-63 16,-2-5-128-16,0-5-251 0</inkml:trace>
  <inkml:trace contextRef="#ctx0" brushRef="#br0" timeOffset="-37705.63">16411 14996 252 0,'0'0'1228'0,"0"0"-773"0,0 0-53 16,0 0-24-16,-58 9-95 0,41 2-110 15,9 5-81-15,-4-1-73 0,-5 4-18 16,7 2 15-16,-2 1 0 0,-3-1-12 15,7-2-1-15,-7-3 9 0,7-2-12 16,4-6 0-16,0-2-2 0,2-1-14 16,0-5-6-16,2 0-83 0,0 0-87 15,4-2 131-15,0-1 45 0,2-4 16 16,6-2 3-16,1-3 32 16,-1-1-16-16,5-2-19 0,-3-1 0 15,7 0 13-15,-7 2-13 0,5 3-19 16,-4-1 19-16,5 2 2 0,1 3-2 15,-3 1 0-15,5-1-16 0,-4 2 16 16,8 1 0-16,0-3 19 0,2 6-19 16,-3-2-8-16,1 1 8 0,-2 2 0 15,2 0-15-15,-4 0-65 0,-7 0-39 16,3 0-49-16,-7 2-113 0,1-2-137 16,-7 0-184-16,-4 0-436 0</inkml:trace>
  <inkml:trace contextRef="#ctx0" brushRef="#br0" timeOffset="-37209.7">16899 14641 223 0,'0'0'1504'0,"0"0"-1150"0,0 0-56 16,0 0-72-16,0 0-52 0,0 0-55 15,0 0-58-15,-54 43-16 0,35-23-3 16,-1-2-4-16,-1 6-12 0,-4-1-4 16,-2 1-6-16,5-2-13 0,-1-1 18 15,0-3-21-15,5-3-19 0,-3 0 16 16,8-5 3-16,-1-2 0 0,8-2-3 15,0-2-16-15,6-1-29 16,0-2-48-16,0 1-68 0,0 1 84 16,2-1 47-16,2 2 21 0,2-1 12 15,-2 0 3-15,9 0 16 0,-7 1-16 16,2-1 10-16,-2 2 19 0,7 1 13 16,-7 1 0-16,0 2 0 0,-2 3 10 15,-2-1 6-15,0 5-13 0,-2 2 0 16,0 2 3-16,0 2-6 0,0 0-4 15,-2-1 4-15,-2 1-7 0,2-2-3 16,0-3-12-16,2-3-23 0,-4-3 0 16,4-2-4-16,0-2-18 0,0-1-26 15,0-1-63-15,0-3-65 0,0 0-68 16,0-2-124-16,0-2-170 0,0-5-148 16,0 0 83-16,0-11 13 0</inkml:trace>
  <inkml:trace contextRef="#ctx0" brushRef="#br0" timeOffset="-36779.46">16642 14961 96 0,'0'0'91'0,"0"0"352"16,0 0 537-16,0 0-629 15,0 0-111-15,0 0-143 0,0 0-48 16,0 0 38-16,0 0 0 0,0 0 13 0,44-41-3 16,-30 37-45-16,7 2 9 15,0-1 6-15,-3 2 4 0,5 0-17 16,-4 1-9-16,3 0-16 0,-1 0-3 15,-7 1-14-15,5 3-8 0,-7-2-1 16,-3 3 16-16,3-2-18 0,-6 2-1 16,-4-1-41-16,3-3-14 0,-3 1 4 15,-2-1 19-15,0 0 32 0,0 0 13 16,0-1-13-16,0 0 0 0,0 0-77 16,-7 0-42-16,3 0-33 0,-4 0-28 15,-2 0 21-15,1 0 20 0,1-1 45 16,-6-1 42-16,5-1 29 0,-1 0 20 15,-4 0 1-15,5 0 2 0,-1 2 13 16,-5 1 52-16,9 0 81 16,-2 3 6-16,2 4-10 0,0 1 0 15,-1 5-36-15,5 3-9 0,2 3-11 0,0 1 1 16,0 4-13-16,0-2-10 16,2 3-17-16,5 0-18 0,-1 0-6 15,0-1-21-15,0 1-2 0,0-5-3 16,-1 2-20-16,5-6-28 0,-4 1-67 15,-2-1-68-15,0-5-175 0,-4-3-323 16,0 1-797-16</inkml:trace>
  <inkml:trace contextRef="#ctx0" brushRef="#br0" timeOffset="-21112.17">5480 17261 177 0,'0'0'69'0,"0"0"-14"0,0 0-26 0,0 0 10 16,0 0 493-16,0 0 51 15,0 0-323-15,-8 9-82 0,1-9-51 16,5 0 22-16,-2 1-26 0,2-1-55 16,2 0-68-16,0 0-65 0,0 0-42 15,0 0 17-15,0 0 44 0,0 0 46 16,0 0 20-16,0 0 19 0,0 0 16 15,0 0-3-15,0 0-1 0,0 0-5 16,0 0-11-16,0 0-22 0,0 0-13 16,0 0-39-16,0 0-16 0,0 0-6 15,0 0 60-15,2 0 1 0,7 0 2 16,-1 0 10-16,0 0-12 0,-2 0-10 16,5 0 10-16,-1 0 19 15,0-1-16-15,5-1 10 0,-1-1 3 0,3-1 10 16,-3 1-26-16,1-1-6 0,1-1 6 15,1 1 11-15,1 1-11 16,-1-2-1-16,-3 4-1 0,3-2 1 16,-1 0 0-16,1 2-25 0,2-1 26 15,-3 2 32-15,1-1-9 0,1-1 6 16,3 1-26-16,-2-2 17 0,-3 1-20 16,5-2-5-16,-1 2 3 0,-3 1-9 15,0-1 10-15,-1 2 0 0,1 0 1 16,1 0 2-16,-1 0 21 0,-1 0-7 15,1 0 0-15,1 0-14 0,3 0 24 16,-6 2-15-16,5-2-9 0,-3 0 12 16,3 0 6-16,1 0-11 15,-4 0-9-15,3 0-19 0,-3 0 17 16,1 0 2-16,-3 0 19 0,4 0-19 16,-5 0-1-16,3 0-11 0,-1 0 12 15,-1 0 2-15,-1 0-2 0,3 0 29 16,-1 0 4-16,1 0-14 0,-1 0-6 15,5 0 19-15,-5 0-30 0,5 0 18 16,-4 0-18-16,3-2 24 0,-1 2 4 16,-1 0-30-16,3 0 0 0,-2 0 0 15,3 0 3-15,-1 0 30 0,2 0-31 16,0 0-1-16,-1 0 19 0,1 0-11 16,4 0-9-16,-2 0 0 0,0 0 15 15,-3-1-14-15,7 1 1 0,-6 0 0 16,2 0 0-16,-2 0 1 0,3 0-1 15,-1 0 21-15,-2 3-22 0,0-2 18 16,4 1-6-16,-1 1-13 0,3-2 13 16,-2-1-10-16,-2 2 20 0,6-2-23 15,2 0 16-15,-2 0-14 0,2 0 23 16,-2-2-25-16,2 1 0 16,-2-4 0-16,2 4-1 0,-2-2 1 15,-2 0-1-15,2 0 1 0,-2 0 0 16,-2 2 1-16,0 0-1 0,2 0 0 15,-2 0-1-15,0-1 1 0,0 2 0 16,1 0 0-16,-1-1 0 0,4 0 1 16,-4 0 19-16,2 0-1 0,0 1 6 15,0 0-2-15,-2 0 9 0,0 0-3 16,2 0 6-16,-4 0-3 0,1 2 3 16,-1 2 0-16,-2 0-3 0,2 1-3 15,-2-1-10-15,-1 1 0 0,1 0-6 16,4 0 3-16,-4-1-14 0,1-1-2 15,3 0 2-15,-2 0-2 0,2-2 0 16,0 0 1-16,0 1 2 0,0 0-2 16,-3-2 1-16,5 1-1 0,-4 0-1 15,2 0 0-15,0-1-1 16,-2 0 1-16,4 0 0 0,0-1 0 16,-3-1 0-16,3-2-2 0,-2 0 0 15,0 1-1-15,2-1-26 0,-2 1 13 16,0-1 4-16,0 1 9 0,0-3 0 15,-1 3 2-15,-1-1-2 0,2 1 2 16,0 1 1-16,0 0 0 0,-2 1 0 16,2 0 0-16,-3-1 0 0,1 2 0 15,0 0 0-15,0 0 1 0,0 0 1 16,1-1 1-16,3-1 0 0,0-1-1 16,2-3 1-16,2 2-1 0,0-1-2 15,3-2-2-15,-1 0 2 16,2 0-1-16,-2 1-1 0,-2-2-1 0,2 2-13 15,0 1 0-15,-1 1 12 16,-3-2-15-16,2 2 16 0,-2 2 1 16,-2-2 0-16,-3 4-1 0,5-1-1 15,-4 1 1-15,-2 0 3 0,4 0-1 16,-4 0 1-16,0 1 2 0,-1 2-2 16,-3 0 3-16,2 1 0 0,0-2-1 15,-3 3 17-15,3-2 0 0,0 0-16 16,-3-2 10-16,3 0-10 0,0-1-1 15,-5 0-2-15,3 0 0 0,0 0 1 16,-5-1-1-16,1 0 0 0,-1-1-1 16,-3 2-1-16,-1-1 2 0,-3 1 0 15,-1 0 0-15,-2 0 2 0,-4 0-1 16,4 0 3-16,-4 0 8 16,-2 0 4-16,0 0 7 0,0 0 2 0,0 0-6 15,0 0-17-15,0 0-1 16,0 0-1-1,0 0 0-15,0 0-1 0,0 0 0 0,0 0 0 0,0 0-1 16,0 0-14-16,0 0 3 0,0 0-6 16,0 0 0-16,0 0-13 0,0 0 4 15,0 0-8-15,0 0 4 0,0 0 0 16,0 0 4-16,0 0-1 0,0 0-6 16,0 0-1-16,0 0-18 0,0 0-29 15,0 0-30-15,0 0-12 0,0 0-11 16,0 0-13-16,2 0-25 0,3 0-15 15,-3 0-2-15,2 0 16 0,0 0-1 16,0 0-32-16,0 0 19 0,2 0 0 16,-2-2-7-16,3 1-25 0,-3-2-11 15,2 1-8-15</inkml:trace>
  <inkml:trace contextRef="#ctx0" brushRef="#br0" timeOffset="-19619.16">10668 17171 53 0,'0'0'62'0,"0"0"49"15,0 0-108-15,0 0 69 0,0 0-13 16,0 0-17-16,0 0 36 0,0 0 528 16,0 0-355-16,0 0-130 0,-35 3-56 15,33-3-10-15,-2 0 3 0,2 0-9 16,0 0-10-16,-4 0 10 0,4 0 6 15,-2 0-9-15,-1 0-27 0,1 0-6 16,2 0-10-16,-4 0 0 0,4 0 16 16,-6 0 0-16,-1 0 1 0,1 0-1 15,0 0 1-15,-2 0-1 0,-3 0 33 16,3 3 3-16,-5-1 0 0,3-2-9 16,-3 2-4-16,-1 1 0 0,-1-1 13 15,3 1-7-15,1-1 7 0,-7 0 10 16,1 1 3-16,1-1 3 0,-1-1-4 15,-2 2-9-15,1-1-26 16,-3-1-3-16,2-1 3 0,1 0-12 16,-3 0-19-16,6 0 2 0,-1 0 23 15,-1 0-1-15,3 0-22 0,-3-3-1 16,0 3 17-16,3-1-19 0,-1-1 16 16,1 1 6-16,-1 0-22 0,1-1 0 15,-5 0 0-15,7 0 1 0,-7 0 13 16,4 0-14-16,-5 0-2 0,1 1-11 15,-2-2 11-15,0 3 2 0,-1-1-2 16,1 0 1-16,-2-1 0 0,-2 1 1 16,0-1 1-16,0 2 0 15,-1-1 1-15,-1 1-2 0,-2 0 16 0,2 0 23 16,-2-1-17-16,0 0 0 0,0 0 1 16,0-1 2-16,-2 2-2 0,-1 0-4 15,1 0 16-15,0 0-16 0,0 0 10 16,0 0-10-16,0 0-3 0,2-1-14 15,-2 1-1-15,0 0 12 16,2 0-12-16,-4 0 0 0,4 0 0 0,-2 0 1 16,0 0-2-16,2 0 3 0,-2-1-1 15,2 0 2-15,0-2-3 16,0 1-1-16,-3-2-12 0,1 2 12 16,0-1-2-16,-2 0-11 0,-2 0-3 15,0 1 14-15,-3 1-11 0,-1 1 13 16,0 0 0-16,2 0 0 0,-5 0 1 15,5 0-1-15,-5 0 3 0,5 0-3 16,-4 0 0-16,3-1 0 0,-3 0 0 16,4 0-4-16,-3-1-12 15,-1 2 4-15,4 0 11 0,-3 0-3 0,3 0 3 16,-2 0-2-16,-1 0 3 16,1 2 0-16,2 1 0 0,-5 0 0 15,7 0 2-15,-4 0 0 0,4-2 2 16,-1 1 12-16,5-1-4 0,-4 0-10 15,4-1 1-15,0 0-3 0,0 0-1 16,-2 0-2-16,0 0 3 0,2 2 1 16,0-1 1-16,-1-1 0 0,1 2 1 15,0-1-1-15,2-1 23 0,0 3-22 16,0-3 19-16,2 1 0 0,0 0-22 16,3-1 2-16,-3 0 11 0,4 0-10 15,0 0 13-15,0-2-16 0,-2-1 0 16,5 2-2-16,-1 0 1 0,-2 0 2 15,-2 1-1-15,2 0 0 0,1 0 0 16,-1 0-2-16,-2 0 1 0,4 2 1 16,-4 1 1-16,0 0-1 15,1 2-15-15,-3-1-1 0,4 0 16 16,-2 0 22-16,0-1 0 0,0 2 2 16,0-2-24-16,5 0-1 0,-1 0-2 15,0 0 1-15,0-1-1 0,1 1 3 16,-1 1-2-16,0 0 1 0,2-1 0 15,-3 1-15-15,3-1 3 0,-2 0 4 16,0 0 9-16,3 1 13 0,-1-1-12 16,-4 1 0-16,7 0-1 0,-5 0-2 15,2-1 0-15,1 0 2 0,-1 1-12 16,-2 1 11-16,7-1 2 0,-7-1 18 16,6-1 6-16,-3 1-24 0,-1-1-1 15,5 1-10-15,-5 0-1 0,6 0 11 16,-3-1 3-16,1 0-3 0,-3 0 1 15,3 0-1-15,1-1 0 0,-1 1-10 16,0-1 9-16,1 1-1 0,3-1-10 16,-1-1 11-16,0 1-1 15,5-1-1-15,1 0 1 0,-2 2-11 0,-1-2-6 16,5 1-10-16,0-1 26 16,0 0-19-16,2 3-10 0,-5-3-3 15,7 0 0-15,-2 0-13 0,0 1 0 16,0-1-26-16,0 2 20 0,-2-2-20 15,-3 2 29-15,3-1-13 0,0 1-6 16,0-1-27-16,-3 1-12 0,-1 0-42 16,4 0-66-16,-2-2-119 0,-1 0-70 15,3 0-255-15</inkml:trace>
  <inkml:trace contextRef="#ctx0" brushRef="#br0" timeOffset="-13637.2">3894 13228 47 0,'0'0'114'16,"0"0"-23"-16,-59-6-3 0,38 5 7 15,2 0-14-15,-1 1-12 0,5 0-53 16,-4 0 3-16,3 0 464 0,-5 0-360 16,5 0-87-16,-5 0 7 0,5 0-1 15,-5 2-10-15,6 3-32 0,-3 0-22 16,7 2 2-16,-3 0-6 15,2 2 3-15,-1 5-9 0,-1 1-14 16,3 2-3-16,-5 3 7 0,3 5-4 16,-3 2-22-16,3 0-10 0,3 6 0 15,-2 2 6-15,1 0 10 0,3 3 26 16,0 1 0-16,0 3 7 0,-1 0-10 16,7 0 16-16,-4 1 21 0,0 10-1 15,-4 9-17-15,3 8 17 0,5 1 0 16,0-5-27-16,0-15 4 0,2-14 24 15,0-6-21-15,2 0 23 0,0 5 0 16,4 6 0-16,5 5 1 0,-3-2-1 16,0-2 33-16,5-2-33 0,1-4 15 15,1-2-14-15,3-2 13 0,-1-1-14 16,6-3-2-16,-1 0 2 0,1-2 0 16,2-3-16-16,4-2 6 15,4-4 10-15,-2-4 16 0,2-3-12 0,2-3 9 16,0-4 3-16,5-3-14 15,3-1 24-15,0-1-10 0,-1-4 7 16,5-4 3-16,-1 2-9 0,-3-2-14 16,5 0 0-16,-5-1 36 0,-2-2-26 15,7-1-12-15,-3 0-2 0,-3-3 2 16,7-2-1-16,-5 1 0 0,3-2-16 16,-1 0-3-16,-5 1-27 0,-4 1 33 15,5 0-23-15,-7 0 23 16,0 1-16-16,-4 0-7 0,0-1 16 0,-6 0 8 15,2 1 12-15,-5 1 2 16,-5-2 2-16,2 1 38 0,-7-2 7 16,2 0 10-16,-1-4-7 0,-7-3 16 15,4-4 36-15,-1-3-71 0,-1-3-30 16,-4-5 14-16,0 0-17 0,2-2-1 16,-4-9-3-16,-2-8-22 0,-8-9-4 15,-2-4 28-15,-7 8 4 0,-1 12 40 16,1 14 14-16,-1 7 18 0,-3 3-5 15,-4-4 16-15,-8-5-33 0,-8-3 3 16,1 1-26-16,-1 1-25 0,-2 5-2 16,-3 1-3-16,3-3 1 0,-7 3-13 15,5 3 10-15,-13-3-58 0,-6-1 44 16,-9 4-18-16,1 2 21 0,4 12 14 16,4 3-19-16,6 7 17 0,6 4-1 15,3 1-20-15,13 0 22 16,3 3-19-16,6 2-3 0,-4 2-35 15,-2 3-4-15,-2 2-111 0,4 1 13 16,11 4-55-16,3-6-68 0</inkml:trace>
  <inkml:trace contextRef="#ctx0" brushRef="#br0" timeOffset="-8790.54">10418 13774 200 0,'0'0'49'0,"0"0"-50"16,-25 62 2-16,15-44-1 0,2 4 0 15,4-4 17-15,2-1-15 0,2-1-4 16,0 2 2-16,0 1-2 0,6 1 2 16,0 3 1-16,0 3 15 0,5 0 14 15,-3 5-7-15,4-2 6 0,3 4-3 16,-1-1 23-16,3 2 6 0,-1-4-35 15,3 4-1-15,0-5-17 16,3 1 8-16,1-1-7 0,0-3-6 0,4-1 5 16,-3-3-4-16,3 0 2 0,2-3 0 15,2-3 0-15,0 0 10 16,2-3-10-16,2-1-2 0,1-1-8 16,-1-4 10-16,2-2 2 0,-2-1 0 15,2-4 8-15,0 0-10 0,-1-3 0 16,-1-6 57-16,-2-4 54 0,-2-5-30 15,0-4-42-15,-4-7-3 0,-2-4 3 16,-5-3-6-16,-3-3 16 0,-1-3-10 16,-3-2-13-16,-7-1 3 0,0-1-26 15,-4 0 17-15,-2-1-1 0,0 3 1 16,-2 1-18-16,-2 2 11 0,-2 5-10 16,2-2 13-16,-5 5-15 0,3 0 1 15,-2 3-1-15,2 0 19 0,-3 1-18 16,-3-2 1-16,0 0 0 0,-3 1 10 15,-3 1-10-15,-3 2 27 0,-4 4-6 16,0 1-24-16,-8 3-62 0,0 4 46 16,0 1 16-16,-4 3-62 0,-2 5 16 15,-1 2 14-15,1 4 2 0,0 0-35 16,2 0 3-16,-5 4 17 16,5 2 15-16,-4 2 4 0,1 0-23 15,-1 3 0-15,0 0-29 0,-3 3 23 16,3 0-63-16,2 3 4 0,-3 0-45 15,5 3-14-15</inkml:trace>
  <inkml:trace contextRef="#ctx0" brushRef="#br0" timeOffset="-6196.53">25552 13633 17 0,'0'0'36'0,"0"0"46"0,0 0-27 16,0 0-9-16,-62-18 176 0,51 12 35 16,-1-1-205-16,-3 0-6 0,7 1-7 15,-2 0 20-15,-3 0 9 0,5 1-26 16,2 2 4-16,-2-1-7 0,2 0 3 15,-3 1-29-15,5 0 7 0,-2 0-8 16,-4 1-11-16,1-2 0 0,1 2-1 16,0-1-1-16,-7 2-19 0,5 1 18 15,-7 0-17-15,3 0 16 0,-5 1-19 16,-1 5 9-16,-5 2 13 0,-4 2 15 16,0 2 14-16,-2 2-3 15,-4 6-3-15,-2 1-20 0,-1 4-2 0,-1 1 2 16,0 3-3-16,0 2-2 0,1 0-14 15,-1 3 13-15,4 1-20 0,2-1-13 16,2 1-16-16,4 0-10 0,4 2 7 16,1-2 0-16,9 2-27 0,-1 0 10 15,7-1 10-15,5 1 14 0,2 1 35 16,11 2 11-16,3-1-8 16,3 0 7-16,5 0-7 0,5-3 8 0,0 1 2 15,2-3 0-15,4-4 33 16,-2-1 35-16,2-3-9 0,0-2 3 15,0-3-20-15,3-1 1 0,-1-2-7 16,4-2-4-16,0 0 4 0,-1-1 6 16,1-1-12-16,0-2 2 0,0-1 20 15,1-2-19-15,1-4-1 0,-6 2-12 16,6-5-7-16,-1 0-11 16,1-2 21-16,0 0-2 0,3-2-19 0,-1-4 9 15,1 1-10-15,-9-3 2 16,2-2-1-16,-6 0 21 0,0-4 6 15,-6-2-3-15,-5 0 23 0,1-3 13 16,-6-2 3-16,1-2-26 0,-3 1 0 16,-1 1-16-16,-2-3-10 0,-6 4-11 15,5-3 24-15,-5 2-13 0,4 0-10 16,-6 0-1-16,2-1 21 0,-2 0-22 16,-2-3 15-16,2-1-3 0,-2-4-13 15,2-1 2-15,-2-1-4 0,0-4-9 16,-2-3-5-16,0-1-16 0,-6-2-4 15,-2-2-22-15,-3-2 45 0,1 0 13 16,-9 1-3-16,1 1-13 0,-3 0 15 16,-2 4-15-16,-4 0-20 0,2 2 16 15,0 1-6-15,1 2-3 0,1 1-33 16,-4 2-16-16,4-1-32 16,-2 1-47-16,8 3-77 0,-5-4-21 0,11 12-61 15</inkml:trace>
  <inkml:trace contextRef="#ctx0" brushRef="#br0" timeOffset="145793.16">19040 3470 1326 0,'0'0'0'0,"0"0"0"16,0 0 235-16,0 0 103 0,0 0-50 16,0 0-64-16,0 0-95 0,0 0-39 15,0 0-19-15,0 0 0 0,0 0-4 16,0 1-28-16,0-1-13 0,-6 3-26 15,0 5-13-15,-9 3 12 0,1 5 1 16,-5 7 0-16,-6 2 15 0,1 0-14 16,-3 0 0-16,4-5 0 0,0-1 15 15,1-3 6-15,1-5 49 16,-2 0 35-16,-2-4 44 0,-4-2 15 16,-2 0-31-16,-4 0-33 0,-2-2-22 15,-4 1-4-15,-13-2-12 0,-6 0-6 16,-14 4-13-16,-5 2-10 0,3-1-9 15,-1 5-2-15,3-3-22 0,-7 1 1 16,0 0-1-16,-3 3-1 0,-5-1-1 16,0-3 0-16,-4 1-2 0,-2 1 0 15,-4-2-10-15,-3 2 13 0,-3-1 0 16,-7 0 2-16,1 2 1 0,1-3 12 16,-4-1-12-16,1 0 13 0,1-2-14 15,-4-2 17-15,-1 1-17 0,-1-2 20 16,-2 0 3-16,6-1 0 0,-8-1-13 15,2 3-11-15,-2 0 2 0,-4-1-1 16,4 3-2-16,0-4 0 16,-4 1-2-16,0-3-10 0,0 0-7 0,-2 0 18 15,4-3 1-15,-2-3-1 16,-2 0-1-16,-5-1 0 0,-1 0 1 16,0 0-14-16,-3 1 13 0,-6 0-1 15,5 1-12-15,-1 0 2 0,-1 1-3 16,-5 1 14-16,5-3-10 0,-3 4-4 15,2-2 4-15,-5 0 9 0,1 2-14 16,-4-1 14-16,0-1 0 0,5-2 2 16,-1 1 0-16,0-5 1 0,-2 3 11 15,5-3-9-15,3-2 21 0,5 2 4 16,0-4-26-16,-3-2 0 0,9 1 0 16,-2-5 2-16,2 3 16 15,-1-1-6-15,7-5-1 0,-4 3 1 16,2-3-1-16,-2-1 0 0,0 0-8 15,2-2-3-15,2-1 14 0,-4 1-15 16,4-1-3-16,6-1 0 0,-1 0 3 16,5-5 0-16,7 4 10 0,3-3-9 15,5-3-1-15,6 2 19 0,8-4 3 16,3-1 3-16,5-2-10 0,7 2 1 16,2-1-15-16,16 4 0 0,9 6 2 15,12 4 13-15,0 0 24 0,-2-6-15 16,-2-5-4-16,-2-6-2 0,2-1 3 15,4-2-10-15,4-2-12 0,0-6 2 16,5 6 20-16,3-3-19 0,5-6 15 16,8-6-14-16,-1-12-1 0,5-1-3 15,9 6-1-15,3 9-18 0,9 3-3 16,2 3 4-16,-1-4 15 0,11-2 1 16,0-1-11-16,9-3 13 15,-1 0-3-15,3-3 2 0,-1 3 0 0,0 3 0 16,-1 0-1-16,-1 5 2 15,-6 8-12-15,-6 9-29 0,-6 9 23 16,-2 7-16-16,-3 2 12 0,5-1 19 16,12-11-13-16,13-10 4 0,18-11-1 15,14-13 1-15,7 2 10 0,-6 5 1 16,-11 7 0-16,-6 5 1 0,-8 6 2 16,0 2 17-16,-3 2-16 0,7 1 9 15,2 5-9-15,3-2 19 0,5-3-22 16,0 2 0-16,2 0-12 0,3 0 9 15,-3 2 2-15,5 0-1 0,-5 0 0 16,5 1-1-16,1 1 2 0,5-4 1 16,4 5-1-16,-1-1 0 0,7 1 0 15,-2-3-1-15,2 2-1 16,0-4 0-16,-6 3-13 0,2-1 1 0,4 10-4 16,-23 23 0-16</inkml:trace>
  <inkml:trace contextRef="#ctx0" brushRef="#br0" timeOffset="146913.21">14474 0 4009 0,'29'0'0'0,"97"0"-1"0,-37 0 1 0,74 0-2 0,19 0 4 0,-64 0 2 16,4 1 8-16,-2 9-10 0,-2 2 0 0,4-1 11 16,0 3-12-16,-3-3 0 0,3 4-1 15,-2-2-1-15,-4 1 1 0,6-2 0 16,-2 2 1-16,2 1-1 0,2-5-1 15,-6 1 0-15,4 2-1 0,-5-1 1 16,-1-1 1-16,4 0 1 0,-4 2 0 16,4-3 1-16,-7 1 11 0,3-3-13 15,-4 3 4-15,-5-1-2 0,3 0 20 16,-9 4-22-16,0 0-1 0,-3 2 1 16,-7-1-1-16,-5 4 1 0,-1 0 0 15,-2 0 0-15,-5 3 0 0,1 2 1 16,-3 2-2-16,3 4 1 0,-5-1-2 15,-3 1 2-15,-5 1 0 16,-4 4 2-16,0 0-2 0,-6 5 0 16,-1 3-4-16,-11-10-8 0,-5 3-2 15,-10-9 14-15,-6-3 3 0,0 0 13 16,-1-1-13-16,11 11 10 0,9 13-11 16,5 5 13-16,3 4 1 0,-7-4-4 15,-3-2 4-15,-7-1 3 0,4-2-4 16,0 7 10-16,-2 2-6 0,0-1 0 15,-6-5 3-15,-4-5-19 0,0-1-3 16,4 12-1-16,4 14-1 0,0 9-11 16,-8-17 11-16,-7-10 0 0,-1-2 2 15,-9-10 11-15,3 6-8 0,3 10 19 16,-6-12-20-16,3 7 11 0,-5-1-10 16,0-6 0-16,-2 4 0 0,0 0 9 15,-4-1-12-15,0 0-20 0,0-1 7 16,-4-1 13-16,-4 1 1 15,-2-1 2-15,-5 1 16 0,1 0 6 16,-5-2-13-16,0-1 4 0,-1 0-13 0,-5-1 16 16,2 2 5-16,-6-3-11 15,0 0 2-15,0 2 1 0,-2-2 2 16,-2 2-15-16,-4-2 10 0,-2 2-13 16,4-1-10-16,-9 0 8 15,3-1-10-15,-5-2 12 0,7-2-2 0,-2-2 1 16,2-4 1-16,-1-5 12 0,1 1-10 15,4-2 1-15,0-5 0 16,-2 0 12-16,-1-3-13 0,5 1 17 16,-2-4-17-16,0-2 13 0,-2-1-12 15,0-1 10-15,-5 0-10 0,3 1 12 0,-5-4-12 16,-1 0-1-16,-7 4 11 0,-10-3-11 16,-10 5-1-16,-5-4 0 15,5 1 1-15,6-2-1 0,12-2 2 16,-6 1 9-16,2 0-11 0,-2 3 0 15,7-3 2-15,5 0-2 0,9-1 1 16,10-2 1-16,0 1 10 0,0-1-10 16,-4 0 9-16,0 0-9 0,0 0 0 15,0-2 10-15,4 0 5 0,0-1 7 16,2-1 9-16,4 0-7 0,7 0 4 16,-1 0-6-16,5 0-4 0,1 0-9 15,3 0 7-15,6 0-16 0,-2-1 12 16,2 1-13-16,0 0-2 0,2-1 0 15,0 1-2-15,0 0-10 0,0 0-10 16,0 0-14-16,0 0-20 16,0 0-14-16,0 0-26 0,0 0-37 15,0 0-19-15,0 0-28 0,0 2-47 16,-2 5-12-16,0 4-123 0,0 1-105 16,2 1-296-16,-7-1-649 0,20-69 743 0</inkml:trace>
  <inkml:trace contextRef="#ctx0" brushRef="#br0" timeOffset="149724.88">20045 3232 76 0,'0'0'470'16,"0"0"214"-16,0 0-213 0,0 0-175 15,0 0-157-15,0 0-139 0,0 0-74 16,0 0 2-16,4 13 56 0,-2-6 15 16,2 0 1-16,-2-1 20 0,2 2 6 15,1-4-13-15,-3 1 0 0,0-2-12 16,0 0 18-16,-2-3 26 0,0 1 95 16,0-1 57-16,0 0-10 15,0 1-13-15,0-1-29 0,0 0-27 0,-2 0-28 16,0 1-55-16,-3 2-35 0,-1 3-41 15,-6 3 12-15,-5 3 29 16,1 2 2-16,-3 2-1 0,1-1 15 16,-1 0 3-16,0-1 4 0,3 1-1 15,-1-1 13-15,1-3-6 0,1 0 12 16,1 0 4-16,-3-4-1 0,9 0 1 16,-4-1 6-16,-1 1-13 0,1-2-7 15,-5 2-15-15,-3 2-13 0,1 0 1 16,-4 0-3-16,-2 2-1 0,1-2 1 15,-3 3 0-15,-4 0-1 0,2-2 2 16,-2 1 14-16,-4 0-13 0,-3-1 0 16,5 0 0-16,-4-2 23 0,0-1-4 15,0-2 0-15,4 0 3 0,-2-3 0 16,-1 4-22-16,1-2 23 0,-6-1-14 16,-7 5 13-16,3-4-18 0,-3 4-5 15,1 0-2-15,5-3 31 0,-1 1-28 16,-2-2 16-16,1 3-17 0,1-3 1 15,-1 2 0-15,1 0 9 16,0 0-11-16,1 0 1 0,3-1 11 16,0-1-10-16,4 2 10 0,1-2-11 15,1 0 10-15,2-1-12 0,2 0 2 16,0 1 2-16,1 0-3 0,-3-1 0 16,0 2-2-16,-3 1-1 0,1-2-1 15,-2 0 1-15,-2 3 2 0,0-3 0 16,2 0 0-16,-3 1 0 0,1-2 1 15,-4-1-1-15,6 2 1 0,0-1 14 16,0-2-14-16,-3 1-1 0,3-2 13 16,2 1-11-16,-2-1 1 0,2 2 0 15,0-1-3-15,-2 1 1 0,4 0-1 16,-2 0 0-16,-1-1 0 0,3 0 0 16,-2 1 0-16,0-2 0 0,-2 1-1 15,0 2 1-15,-2-1 1 0,-4 0 1 16,1 0-2-16,1 2-1 0,-2-3-1 15,-3 5 1-15,1-2-1 16,1 2 1-16,-1 2 0 0,-4 0-12 0,3 1 12 16,-1-1-1-16,-1-1 0 15,3 0-1-15,-5-1 3 0,5-3 0 16,-3 0 0-16,-7 1 2 0,5-2 1 16,-4-1-3-16,3 0 1 0,1 1-2 15,1-1 1-15,-5 1-1 0,9-1 1 16,-7 1-1-16,7-1 1 0,1 0 0 15,-3-1 1-15,5 0 1 0,3 0-2 16,-4 0-1-16,2 0-2 16,-5 0-19-16,7 0 6 0,-2 0 4 0,-1 0-13 15,-1 0-1-15,-2 0 1 16,1 0-3-16,1 2-4 0,-7 0 10 16,5 1-12-16,0 0-1 0,-5 1-19 15,3 0-6-15,-1 5-3 0,1-1-36 16,3-1-22-16,-1 2-32 0,0 2-49 15,1 2-65-15,5 0-118 0,6-3-257 16,-10 5-338-16</inkml:trace>
  <inkml:trace contextRef="#ctx0" brushRef="#br0" timeOffset="151851.36">20192 2453 2110 0,'0'0'353'15,"0"0"-149"-15,0 0-95 0,0 0-109 16,0 0-29-16,0 0-46 0,0 0 75 15,27 4 71-15,-13-4 19 0,5-6 38 16,3 0 10-16,5-1-20 0,4-3 20 16,4-1-27-16,13-3-13 0,10 0-38 15,12-4-3-15,7 2-19 0,-3 0-25 16,-4 2-10-16,-8 3 0 0,0-1-3 16,0 6-1-16,0 1-15 0,-12 2-6 15,-9 2-3-15,-8 1-13 0,-4 0-9 16,8 1-77-16,1 2-70 0,3 1-72 15,2 1-129-15,-3-1-168 16,-11 0-431-16</inkml:trace>
  <inkml:trace contextRef="#ctx0" brushRef="#br0" timeOffset="152401.41">22207 1882 1441 0,'0'0'754'15,"0"0"-473"-15,0 0-281 0,0 0-32 16,0 0 32-16,0 0 177 16,0 0-12-16,0 0-24 0,66 6-19 0,-41-7-29 15,6-3-13-15,-4 3-16 0,4-4-29 16,0 3-13-16,0-2-12 15,-2 2-10-15,2 0-32 0,-4 1-3 16,-2 0 3-16,-1 0-71 0,-7 1-37 16,-1 0-47-16,-3 1-35 0,-7 3-121 15,-2 3-166-15,-4 0 5 0,-8 14-568 0</inkml:trace>
  <inkml:trace contextRef="#ctx0" brushRef="#br0" timeOffset="152607.5">22304 2110 1289 0,'0'0'1231'0,"0"0"-937"0,0 0-153 16,0 0-141-16,0 0 0 0,0 0 38 15,0 0 75-15,0 0-8 0,66-3-19 16,-41-2-22-16,2 1-16 0,2-2-10 16,0 2-37-16,0-1-1 0,0 2-48 15,-2 2 13-15,0 1-25 0,-7 0-74 16,1 5-39-16,-7 5-49 15,-1 1-29-15,-9 7-125 0,-2-5-195 16,-8 11-256-16</inkml:trace>
  <inkml:trace contextRef="#ctx0" brushRef="#br0" timeOffset="152799.71">22329 2491 788 0,'0'0'1665'0,"0"0"-1346"16,0 0-207-16,0 0-111 0,0 0-1 15,0 0 93-15,0 0 0 0,0 0 13 16,70-27 44-16,-43 11-61 0,-2 0-32 16,2 0-42-16,4-2-15 0,-2 1-19 15,2 2-10-15,2-1-44 0,0 4-89 16,0-1-46-16,0 2-72 16,0-1-192-16,-8 4-238 0,6-7-354 0</inkml:trace>
  <inkml:trace contextRef="#ctx0" brushRef="#br0" timeOffset="153140.71">22935 1941 1990 0,'0'0'567'0,"0"0"-280"0,0 0-69 15,0 0-218-15,0 0 0 0,0 0-90 16,0 0 90-16,0 0 74 0,0 0-10 15,64-39-13-15,-35 31 7 0,2 1 5 16,2-2 4-16,0 4-13 16,0 1-9-16,0 1-4 0,-2 2-9 15,0 1-4-15,-8 0 10 0,-3 1-35 16,-5 2-2-16,-5 1 14 0,-4-1 8 16,-3 3 90-16,-3 0 209 0,-3 8-42 15,-13 16-119-15,-5 7-127 16,-8 11-32-16,-4 2-2 0,2-6-3 0,4-3-28 15,0-4-6-15,7-5-19 0,-3-4 4 16,7-3-32-16,3-3-56 0,3-2-96 16,4-7-127-16,-1 0-147 0,5-4-138 15,2-5-374-15,0-4-54 0</inkml:trace>
  <inkml:trace contextRef="#ctx0" brushRef="#br0" timeOffset="153339.65">23071 2271 308 0,'0'0'130'0,"0"0"1412"0,0 0-1144 15,0 0-191-15,0 0-49 0,0 0-62 16,0 0-6-16,0 0-6 16,0 0 2-16,0 0 29 0,17 0-6 15,-15 0-14-15,2 3-22 0,0 0-19 0,0 2-9 16,4 0-14-16,-1 0-15 16,1 3-16-16,4 0 0 0,1 3-3 15,3-1-67-15,5 2-92 0,-5-1-61 16,9 1-75-16,2-3-66 0,-2 0-96 15,0-2-209-15,-7-1-41 0</inkml:trace>
  <inkml:trace contextRef="#ctx0" brushRef="#br0" timeOffset="153821.77">23520 1809 1262 0,'0'0'826'16,"0"0"-305"-16,0 0-68 0,0 0-157 15,0 0-296-15,0 0-89 0,0 0 89 16,0 0 98-16,0 0 1 0,0 0-7 15,66-15 12-15,-41 9-31 0,6-4 9 16,0 3-29-16,2-1-21 0,0-2-29 16,0 3 15-16,0-3-18 0,-2 3-1 15,-2 4-15-15,-2-2-41 0,-2 4-59 16,-9 1-49-16,1 0-92 0,-9 3-5 16,-2 7-37-16,-6 3-56 0,0-2-267 15,-23 20-765-15</inkml:trace>
  <inkml:trace contextRef="#ctx0" brushRef="#br0" timeOffset="154226.57">23511 2052 171 0,'0'0'2223'16,"0"0"-1640"-16,0 0-250 0,0 0-333 15,0 0 45-15,0 0 2 0,0 0 74 16,65-1 3-16,-41-2-20 0,3-3-35 15,2 2-25-15,4-1-3 0,-2-1-28 16,0 2-11-16,-4 0 12 0,0 1-14 16,-4 1-2-16,-1 1-20 0,-5 1-28 15,0 0-35-15,-7 1-38 0,-2 4-48 16,-2-1-17-16,1-1-16 0,-5-2 2 16,-2 2-1-16,0 0 164 0,-9 1-35 15,1 1-162-15,-2 1-107 0,-5-1-47 16,-1 0 84-16,-1-2 225 0,1-1 81 15,-1-1 136-15,1-1 203 0,1 0 57 16,1 0 8-16,5 2-27 0,-3-1-50 16,2 1-63-16,3 2-58 0,3 2-76 15,-2 5-64-15,-4 6-35 16,1 6 1-16,1 6-7 0,2 4 12 16,-2 1-5-16,2-3-29 0,3 1-3 15,3-2-1-15,0-5-18 0,0 0-6 16,9-5-41-16,-5-2-82 0,6-4-22 15,-4 0-43-15,3-4-132 0,3-2-173 16,-6-4-208-16,5-4-410 0</inkml:trace>
  <inkml:trace contextRef="#ctx0" brushRef="#br0" timeOffset="154884.77">24384 1811 43 0,'0'0'134'16,"0"0"1169"-16,0 0-880 0,0 0-83 16,0 0 6-16,0 0-17 0,0 0-28 15,0 0-2-15,0 0-68 0,0 0-99 16,-13-33-54-16,7 41 4 0,-2 5 28 16,-5 9-79-16,-13 19-12 15,-3 6 3-15,-4 7 3 0,2-3 6 0,8-12 3 16,6-4-3-16,-1-10-9 15,7-2 0-15,5-4-22 0,4-3-17 16,2-1-2-16,0-1-18 0,4 1-3 16,0-3-1-16,9-1 10 0,-1-4 0 15,3 0-10-15,3-3-2 0,-3-3 40 16,7-1-7-16,-1-5 10 0,-2-2 16 16,3-3-16-16,-3-2 2 0,2-4 1 15,-3 0 13-15,-3-1-13 0,-1-2 9 16,-1 0-10-16,-5-2 2 0,2 2-2 15,-4-1 1-15,3 1 0 0,-7 1 12 16,0 4-2-16,-2 2-10 0,0 4 22 16,0 4 19-16,0 3-4 0,0 1-40 15,0 0-35-15,0 1-34 0,0 3-6 16,2 2 66-16,-2 7 9 0,2 2 65 16,2 5-8-16,2 4 11 15,1 1-12-15,1 1-38 0,0-2-18 16,5 0-1-16,-1-4 0 0,2 2-2 15,5-4-28-15,0 3-6 0,1-2-63 0,-1-1-31 16,4 1-4-16,1-3-67 16,-3-2-105-16,4 0-96 0,0-6-121 15,-9-2-287-15,7-6-724 0</inkml:trace>
  <inkml:trace contextRef="#ctx0" brushRef="#br0" timeOffset="155454.77">25167 1710 70 0,'0'0'1997'0,"0"0"-1492"15,0 0-7-15,0 0-4 0,0 0-188 16,0 0-107-16,0 0-49 0,0 0-23 16,0 0-31-16,0 0-43 0,-23-16 15 15,7 33-31-15,-13 18-37 0,-2 1 0 16,-12 15 2-16,-1 0 35 0,3-3 0 16,-9 2-9-16,9-9-26 0,2-5 11 15,3-1-13-15,3-6-3 16,6-6-59-16,5 0-9 0,5-8-27 15,5-3-23-15,4-2-75 0,5-1-90 0,3-3-112 16,5-2-26-16,7-4-91 16,2-1 114-16,7-10-11 0,0-3-21 15,4-3 140-15,-1-5 146 0,-3 1 141 16,0-2 6-16,-3 2 166 0,-1-1 124 16,-5 2 100-16,-1 6 16 0,-5 2-21 15,-4 5-21-15,-2 3 2 0,2 2-7 16,-2 2-65-16,0 0-65 0,0 0-113 15,0 0-116-15,0 2-39 0,0 3-3 16,0 7 42-16,0 4 93 0,0 8 4 16,0 4-38-16,-2 3-7 0,2 3-39 15,0 0-13-15,0-2-22 0,0-1-12 16,4-5-16-16,4-1-40 0,-1-4-25 16,5-2-49-16,-6-2-72 0,4-3-93 15,3-4-25-15,-3-2-74 0,3-1-44 16,-1-6-155-16,-4-1-122 0</inkml:trace>
  <inkml:trace contextRef="#ctx0" brushRef="#br0" timeOffset="155747.79">25122 2079 951 0,'0'0'1119'15,"0"0"-556"-15,0 0-180 0,0 0 6 16,0 0-128-16,0 0-123 0,0 0-43 15,0 0-93-15,0 0 1 0,0 0 25 16,51-42-9-16,-36 35-19 0,6 1 0 16,-3-1 0-16,3 1 3 0,4 2 12 15,-1-1-15-15,-1 1-2 16,2 0 1-16,-4 1 1 0,-1 0-13 16,5 0-28-16,-8 3 4 0,1-2-52 15,-1 2-34-15,-3 0-44 0,-5 0-11 16,1 2-43-16,-2 1-13 0,0 0-59 15,-8 0-66-15,2-1-73 0,-2 2-26 16,0-2 100-16,-2 1-30 0,-2 0-187 0</inkml:trace>
  <inkml:trace contextRef="#ctx0" brushRef="#br0" timeOffset="156106.77">25320 1852 197 0,'0'0'1345'0,"0"0"-893"16,0 0-109-16,0 0-42 0,0 0-28 15,0 0-77-15,0 0-91 16,-58 36-44-16,46-15-13 0,2 5-7 16,-5 2 0-16,5-2 1 0,1-4-4 15,3 0 9-15,2-3-2 0,2-1 5 16,2 0 1-16,0-2-4 0,0 1-2 15,6 0-23-15,5-2 0 0,-5 3 15 16,4-1-8-16,7-3-7 0,-7 4 12 16,9-4-33-16,-5-2 21 0,7 0 0 15,-3 1 0-15,3-3 9 0,2-2 8 16,-3-1 5-16,3 1-13 0,2-4-9 16,0 1-20-16,-5-2 14 0,5-3-15 15,-4 0 8-15,-2 0-9 0,-1 0-28 16,-3 0-34-16,-1-3-46 0,3-3-24 15,-7 1-44-15,4-3-119 0,-3-1-133 16,-1 3-272-16,3-10-753 0</inkml:trace>
  <inkml:trace contextRef="#ctx0" brushRef="#br0" timeOffset="156993.42">25725 1780 389 0,'0'0'2151'16,"0"0"-1726"-16,0 0-74 0,0 0-262 15,0 0-89-15,0 0-44 0,0 0 44 16,0 0 19-16,58-14 32 0,-25 11-13 15,2 1-12-15,5-1-1 0,-1 0 3 16,2 1-24-16,-3 0-2 0,-1-3 14 16,-4 3-16-16,-2-2-3 0,-2-2-12 15,-11 4-4-15,1-1-10 0,-9 1-12 16,-1 1-8-16,-5-2 49 16,-2 3 67-16,-2 0-7 0,0 0 3 0,0 0-63 15,-2 0-53-15,0-2 24 16,0 1 29-16,-5 1 1 0,7 0 21 15,-2 0-22-15,2 0-25 0,0 0-26 16,0 1-38-16,0 6 89 0,0 5 51 16,2 3-26-16,5 4 4 0,-3 5 0 15,0-1-7-15,0 5 19 0,0 1-9 16,4 3 2-16,1-1 27 0,-5-2-21 16,2-4-8-16,-4-4-4 0,0-1-3 15,0-3-6-15,-2-1 0 0,0-2-17 16,0-2 14-16,0-4 6 0,-2 0 13 15,0 2 12-15,-6-4-10 0,-5 2-12 16,1-1-8-16,2-3-17 0,-7 2-20 16,3-5 17-16,-5 1-35 0,7-2-12 15,-7-3-9-15,7-3-1 0,-3-2-3 16,1-3 9-16,3-3 7 0,-1 0 18 16,2-2 29-16,5-1-2 0,-1-1-30 15,4 1 0-15,2 0 7 0,0 3 23 16,0 5-1-16,4 0-16 0,3 0-12 15,-1 0 12-15,4 1 19 16,7-2 1-16,-3 5 21 0,5-1 3 16,-3 1-9-16,3 4 3 0,1 1-5 15,-3 6-12-15,6 5 28 0,-5 6 1 16,-1 3 10-16,-7 1 10 0,-4 2 15 16,-4 1 19-16,5 2 0 0,-7 1-19 15,-7 1 25-15,-1 0-10 16,2 2-34-16,-4-1-28 0,-1-3-19 15,-1 0 0-15,4-3-59 0,-3 0-32 0,1-2-26 16,6-4-62-16,-4-1-108 0,-3-1-159 16,5-6-217-16,-2-3-759 0</inkml:trace>
  <inkml:trace contextRef="#ctx0" brushRef="#br0" timeOffset="157911.91">26484 1705 1886 0,'0'0'395'0,"0"0"-265"15,0 0-114-15,0 0 52 0,0 0 41 16,0 0-15-16,60-24-4 0,-33 19 3 16,-4 5 7-16,1 0 15 0,5 0-6 15,-2 0-10-15,2 6-29 0,-4 4-32 16,-2-1-19-16,-3 3 0 0,-5 1-6 16,1 1-11-16,-5 3 26 0,-7 0 4 15,2 3 22-15,-6-1 12 0,-4 2-12 16,-2 1-22-16,-5-2-29 15,-7 4-3-15,3-3-13 0,-10 2-6 16,5-4-28-16,-3-5-32 0,-2-4-10 16,7-3-6-16,-5 0-29 0,0-1-23 15,5-2 9-15,-3-2 16 0,0-1 0 16,9-1 112-16,1 0 10 0,1 0 55 16,6 0 44-16,2 0 23 0,2 0-122 15,0 0-131-15,6 0-33 0,4 0 164 16,-1 3 38-16,5 1 23 0,5 4 10 15,-3 0-4-15,5 1-2 0,0 2 2 16,-3 2-9-16,5 0 15 16,-9 2-12-16,5 0-1 0,-7 0-2 15,3 3-20-15,-7-1 3 0,0 0 10 16,-3-1 0-16,-5 1 15 0,0 3 19 16,0 0 32-16,-7 3-20 0,-1 0-37 15,-2-1-26-15,-7-1-15 0,7 0-17 16,-9-3-2-16,7-3-3 0,-5 0-13 15,3-3 4-15,-3-3-4 0,3-2 4 16,-1-1-10-16,-3-5-6 0,-1-1-1 16,3-1 4-16,-5-8-9 0,4 0-29 15,-1-4 31-15,1 0 30 0,1-3 2 16,5 0 0-16,3-2 2 0,-2 0-2 16,10 2-2-16,-2-2-33 0,2 1 13 15,2 2-19-15,4 0 13 0,0 5-1 16,3 1-18-16,-1 3 31 0,6 0 16 15,-1-2-2-15,5 3 1 0,-1-1 1 16,6 3 19-16,-3-1 19 16,3 0-35-16,4 1 16 0,-4-1-18 0,-1 2-1 15,-1 0-19-15,2 2-35 16,-7 0-98-16,3 3-289 0,-9 2-214 16,-2 1-474-16</inkml:trace>
  <inkml:trace contextRef="#ctx0" brushRef="#br0" timeOffset="158370.66">27125 1946 444 0,'0'0'2041'0,"0"0"-1626"15,0 0-360-15,0 0-26 0,0 0 35 16,0 0 35-16,0 0-13 0,53 11 23 16,-32-11-1-16,4 0-44 0,-2 1-33 15,10 1-31-15,0 0-11 16,0 2-8-16,-4 1-26 0,-6 6-25 15,-9 1-73-15,-2 2-110 0,-5 4 15 16,-7 4-68-16,-9 4-147 0,-3-6-324 16,-19 12-453-16</inkml:trace>
  <inkml:trace contextRef="#ctx0" brushRef="#br0" timeOffset="158587.44">27110 2332 464 0,'0'0'981'0,"0"0"-471"15,0 0-40-15,0 0-35 0,0 0-147 16,0 0-208-16,0 0-54 0,0 0-7 15,0 0-19-15,0 0 130 0,-10 18 42 16,16-16-36-16,9 0-54 0,-1-1 3 16,5 2-10-16,-3-3 22 0,9 2-27 15,-4-2-48-15,6 0-10 0,-1 0-12 16,3 0 0-16,-4 0-3 0,-2 0-34 16,-2-2-27-16,-1-1-24 15,-3 2-21-15,1-1-36 0,-5-1-39 16,3-1-118-16,1-2-141 0,-5-1-119 15,5 0-522-15</inkml:trace>
  <inkml:trace contextRef="#ctx0" brushRef="#br0" timeOffset="159326.66">27786 1808 63 0,'0'0'2025'0,"0"0"-1579"16,0 0-104-16,0 0-73 0,0 0-119 16,0 0-150-16,0 0-99 0,0 0 45 15,0 0 54-15,0 0 16 16,-10 61 0-16,10-30-13 0,6 1 13 0,0-2-14 15,0-4 1-15,3-6-3 16,3-1-1-16,1-4-34 0,-5-2-6 16,6-2-62-16,-3-1-22 0,1-4 9 15,0 0 29-15,3-4 13 0,-1 0 13 16,-1-2 6-16,-1 0 19 0,1-2 14 16,-1-2-1-16,-2 0-9 0,1-2 32 15,-1-1 16-15,-2 1 16 0,3 0-12 16,-5 0-7-16,0 0 3 0,-2 0 10 15,-2 2-4-15,2 0-2 0,-2 0-4 16,0 2 22-16,-2 0 33 16,0-1 26-16,0 3 9 0,0 0-13 15,0 0-9-15,0 0-8 0,0 0-9 16,0 0-15-16,-2 0-21 0,-2 0 14 16,2 0-4-16,0 0 4 0,-2 0 6 15,-2 0-7-15,2 3-18 0,-5-1-10 16,1 0-16-16,2 3-3 0,-2 1-11 15,-3 1 14-15,3 1 22 0,-2 1-10 16,-5 2 14-16,7 0 5 0,-4 1-5 16,-1 2-7-16,3 2-16 0,-3-1 16 15,3 1-16-15,2-2 13 0,2-1-14 16,-3-1-2-16,5-1 1 0,-4 2 1 16,2-2-1-16,4 0-1 15,-2-1 0-15,-3 1 1 0,3-3 1 16,2 3 1-16,-4-3 13 0,6 0-16 0,-2-2 1 15,2 2-1-15,0-3-12 16,0 1 9-16,2-2-13 0,0 4 0 16,6-2 14-16,-1-2-11 0,-1 2 10 15,0-2-10-15,4 2 1 0,-1-1 12 16,1-2 1-16,-2 1 1 0,9-1 0 16,-9-2-1-16,8 1-1 0,-1-2-19 15,-5 0-70-15,9 0-63 0,-7-2-100 16,5-1-140-16,-7 0-186 0,-2-4-590 0</inkml:trace>
  <inkml:trace contextRef="#ctx0" brushRef="#br0" timeOffset="160084.57">28632 1907 337 0,'0'0'332'0,"0"0"757"0,0 0-628 15,0 0-38-15,0 0-28 0,0 0-21 16,0 0-48-16,0 0-99 0,0 0-98 16,0 0-73-16,-19-19-38 15,19 19-18-15,0 0-66 0,6 4 66 0,-4 0 63 16,5 4 5-16,7 1-9 16,-2 7 0-16,5 1 13 0,4 6 14 15,-5 2-8-15,1-2-8 0,1 4-8 16,3-1-7-16,2 3-9 0,-1 0-18 15,-1 1-10-15,6 0 1 0,-4-5-16 16,-3 1 12-16,3-2-13 0,-2-4-2 16,-5-1 2-16,-1-2-1 0,-5-4-1 15,-2-1-29-15,-1-4-14 0,1-2-3 16,-4 0-13-16,0-4-8 0,-4-1-10 16,0-1-22-16,0 0-4 0,0 0-5 15,0 0-7-15,0 0-37 0,0-3-58 16,0 0-97-16,0-6-351 0,0 3-710 15</inkml:trace>
  <inkml:trace contextRef="#ctx0" brushRef="#br0" timeOffset="160504.82">29128 1902 135 0,'0'0'567'0,"0"0"920"16,0 0-1121-16,0 0 43 16,0 0-99-16,0 0-91 0,0 0-60 0,0 0-46 15,0 0-50-15,0 0-22 16,-62 33-3-16,39-11 12 0,-8 6 7 15,-2-2 3-15,4 2 12 0,-2-1 25 16,-2 1-20-16,4 1-24 0,-2-1-19 16,0 1-6-16,2-3-6 0,0 0-7 15,8-2-2-15,-1-1-10 0,3-2 12 16,-2-1-14-16,9-2 0 0,-2-2 1 16,7-3-2-16,-1-3-10 0,4-1-15 15,-2-3-3-15,6-2-9 0,0-1 9 16,-2-1 4-16,2-1-1 0,0 0-3 15,0-1 0-15,0 0-6 0,0 0-26 16,0 0-61-16,0 0-69 0,0 0-128 16,0-1-193-16,0-2-204 0,0 0-414 15</inkml:trace>
  <inkml:trace contextRef="#ctx0" brushRef="#br0" timeOffset="160974.39">28489 1809 1004 0,'0'0'771'0,"0"0"-486"15,0 0-284-15,0 0 189 0,0 0 52 16,0 0-87-16,0 0-42 0,0 0-10 16,0 0 9-16,58 40-15 0,-50-29 5 15,5 4 16-15,3 5 25 0,1 6 3 16,3 3-29-16,-3 1-32 0,6-2-3 16,-3-3-25-16,-1 0-16 15,2 0-10-15,1-1-19 0,-3-3-10 16,6 2 2-16,-9-3-1 0,5-1 12 0,-2-2-14 15,-3 1 2-15,-6-4 0 16,7 1 9-16,-9 0-8 0,5-2 9 16,-1 0-12-16,-4-1 0 0,7 1 1 15,-5-1 0-15,-2-3 0 0,-1 1-1 16,3-1 1-16,-2-3 1 0,-4-2-3 16,0-1-2-16,-4-1-39 0,2-1-13 15,-2-1 7-15,0 0 13 0,0 0-20 16,0 0-46-16,0 0-115 15,0 0-116-15,0 0-131 0,3-3-107 16,-1 0-417-16</inkml:trace>
  <inkml:trace contextRef="#ctx0" brushRef="#br0" timeOffset="161376.24">29109 1898 1039 0,'0'0'1232'15,"0"0"-828"-15,0 0-70 0,0 0 31 0,0 0-134 16,0 0-92-16,0 0-22 15,0 0-17-15,0 0-21 0,0 0-19 16,-12 10 0-16,4-3-36 0,-13 10-20 16,-2 5 11-16,-8 7 7 0,-6 2 6 15,0 3 3-15,-3-2 10 0,1 2-4 16,-2 1-6-16,-1-1-10 0,-1 2 7 16,6-3-3-16,0 0-3 0,4-2-19 15,6-3-1-15,-2-2-2 0,12-4-15 16,-3-1-4-16,7-6-15 0,5 1-19 15,4-6-28-15,-2 0-21 0,6-1-29 16,0 0-46-16,0-2-88 0,10 0-155 16,-2-1-135-16,-2-4-219 0,9-3-547 15</inkml:trace>
  <inkml:trace contextRef="#ctx0" brushRef="#br0" timeOffset="164287.44">22341 487 12 0,'0'0'29'0,"0"0"10"15,0 0-39-15,0 0 294 0,0 0-294 16,0 0-29-16,0 0-203 16</inkml:trace>
  <inkml:trace contextRef="#ctx0" brushRef="#br0" timeOffset="164597.48">22091 489 870 0,'0'0'1090'0,"0"0"-694"0,0 0-9 16,0 0 46-16,0 0-57 0,0 0-92 15,0 0-74-15,0 0-103 0,0 0-72 16,0 0-7-16,-45-1 22 0,49-2 123 16,2 1 3-16,5-2-46 0,-1 1-26 15,4 0-15-15,5 0-37 0,2 0-34 16,3-1-15-16,1-1 16 16,4 2-1-16,2-1-18 0,0 1-3 0,0-1-46 15,0 2-49-15,-2-1-15 0,-4 1-69 16,-2 1-38-16,-5-2-56 0,-5 3-200 15,-3 0-139-15,-6 0-13 16,-10 11-748-16</inkml:trace>
  <inkml:trace contextRef="#ctx0" brushRef="#br0" timeOffset="164874.48">22095 623 1224 0,'0'0'2304'0,"0"0"-1894"0,0 0-297 16,0 0 110-16,0 0 15 0,0 0-86 16,0 0-8-16,0 0-30 15,0 0-41-15,50-6-30 0,-31 3-26 16,-3 1-17-16,5 0-1 0,0-2 0 16,1 4-14-16,3-2-59 0,2 2-5 15,-2 0-16-15,2 0-41 0,-3 0-27 16,1 0-48-16,-2 0-77 0,-4 0-27 15,-3 0-53-15,-3 0 0 0,-5 0 1 16,-2 2 41-16,-4-2 76 0,-2 2-429 16,-14 10-614-16</inkml:trace>
  <inkml:trace contextRef="#ctx0" brushRef="#br0" timeOffset="165155.48">21940 877 978 0,'0'0'2232'16,"0"0"-1724"-16,0 0-228 0,0 0-95 15,0 0-4-15,0 0-79 0,0 0 99 16,0 0 32-16,0 0-71 0,0 0-55 16,67-20-37-16,-43 13-15 0,-1 1-25 15,6-1-8-15,-2 0-20 0,2 2-2 16,2 0-3-16,0 4 0 0,-2-1-1 15,4 2-11-15,-2 0-43 0,2 0 4 16,-6 0-10-16,4 0-19 0,0 0-54 16,-4 0-23-16,-2 0-37 0,1 0-38 15,-9 0-53-15,-1-3-127 16,-5 2-104-16,-1-1-8 0,-6-1 51 16,-6-4-962-16</inkml:trace>
  <inkml:trace contextRef="#ctx0" brushRef="#br0" timeOffset="165448.55">22288 467 1684 0,'0'0'1782'16,"0"0"-1403"-16,0 0 35 0,0 0-24 15,0 0-187-15,0 0-135 0,0 0-68 16,0 0-4-16,0 0-48 0,0 0-21 15,-13-16 73-15,13 21 58 0,2 3 34 16,-2 7-19-16,4 2 13 16,-1 8 33-16,-1 14-1 0,-2 12-60 15,2 15-58-15,0-1-9 0,2-12-9 16,-2-11-3-16,0-12-68 0,4 9-8 16,0 0-34-16,7 11-47 0,1-1-71 15,3-9-73-15,-1-3-92 0,1-12-172 16,-3-9-171-16,-5-4-364 0</inkml:trace>
  <inkml:trace contextRef="#ctx0" brushRef="#br0" timeOffset="165874.22">22612 483 1084 0,'0'0'2137'0,"0"0"-1677"15,0 0-271-15,0 0 1 0,0 0 9 16,0 0-96-16,0 0 27 0,0 0-4 15,0 0-21-15,58-32-37 0,-35 25-10 16,2 0 0-16,6-3-21 0,2 3-13 16,0 0-11-16,2 0 4 0,-2 1-17 15,0 2-2-15,-4 2 2 0,-4 2-2 16,-2 0-13-16,-5 0 12 0,-3 2-14 16,-5 4 17-16,-2 5 16 0,-4 1 8 15,-2 2 1-15,-2 3-1 0,0 2-6 16,0 1-18-16,-4 1-14 15,0 1-44-15,-2-2-49 0,2-3-28 16,2 0-31-16,-2 1-88 0,4-4-119 16,-2 1-186-16,2-2-126 0,0-4-434 15,-9 7-447-15</inkml:trace>
  <inkml:trace contextRef="#ctx0" brushRef="#br0" timeOffset="166144.81">22716 539 735 0,'0'0'1951'0,"0"0"-908"0,0 0-829 15,0 0-66-15,0 0-17 0,0 0-7 16,0 0 68-16,0 0 12 16,0 0-79-16,0 0-45 0,64-31-19 0,-46 27-21 15,3 1-12-15,0-2-13 16,3 3-15-16,1 2 0 0,-2-2-1 15,0 2-15-15,2 0-32 0,-1 0-41 16,1 0-40-16,-2 0-59 0,0 2-40 16,-7-1-37-16,3 0-144 0,-7 2-182 15,-4-1-201-15,-10 5-527 0</inkml:trace>
  <inkml:trace contextRef="#ctx0" brushRef="#br0" timeOffset="166373.04">22716 658 871 0,'0'0'2088'0,"0"0"-1463"0,0 0-404 15,0 0 47-15,0 0 78 0,0 0-90 16,0 0-81-16,0 0-83 16,57-17-46-16,-38 11-46 0,0-1-12 0,3 2 9 15,3 1-49-15,-2-1-59 16,0 2-33-16,-1 0-41 0,-1 3-17 15,-4 0-49-15,-3 0-69 0,-1 0-99 16,-5 5-52-16,-4-1 52 0,-2-1-266 16,-8 4-576-16</inkml:trace>
  <inkml:trace contextRef="#ctx0" brushRef="#br0" timeOffset="166564.04">22831 692 53 0,'0'0'1695'0,"0"0"-985"0,0 0-481 15,0 0-84-15,0 0 115 0,0 0 14 16,0 0-74-16,0 0-60 0,0 0-62 16,0 0-30-16,60-10-17 0,-45 5-15 15,5 4-16-15,-1-4 0 16,0 3-13-16,-3-2-78 0,3 3-54 0,-5 1-71 16,-1 0-74-16,-7 0-41 15,-2 3-7-15,-2 1-385 0,-12 13-1007 0</inkml:trace>
  <inkml:trace contextRef="#ctx0" brushRef="#br0" timeOffset="166799.3">22680 883 1046 0,'0'0'2368'0,"0"0"-1695"0,0 0-486 0,0 0-4 16,0 0 39-16,0 0 11 15,0 0-46-15,0 0-83 0,67-22-59 16,-47 15-33-16,5-3-12 0,2-1 0 16,4-1-45-16,-2 2-56 0,2-1-46 15,-2-1-36-15,-2 1-36 0,0 4-41 16,-5-1-110-16,-5 2-196 0,-5 0-161 16,3-6-541-16</inkml:trace>
  <inkml:trace contextRef="#ctx0" brushRef="#br0" timeOffset="167029.36">22939 299 1912 0,'0'0'1032'0,"0"0"-712"16,0 0-49-16,0 0 98 0,0 0-68 15,0 0-155-15,0 0-142 0,0 0-4 16,0 0-81-16,0 0 63 0,-17 4 18 15,17 17 1-15,-4 4 2 16,2 3-3-16,2 3 0 0,-2 0 0 16,0 1-18-16,2 1-91 0,-2-2-68 15,0-2-33-15,2-1-142 0,-2-1-192 16,2-8-228-16,-2 14-439 0</inkml:trace>
  <inkml:trace contextRef="#ctx0" brushRef="#br0" timeOffset="167315.03">22852 817 821 0,'0'0'1242'0,"0"0"-589"16,0 0-312-16,0 0-57 0,0 0-59 15,-19 60-95-15,19-46-32 0,-2 1-23 16,2 2-18-16,0 1-19 0,0-1-17 16,0-2-2-16,4 2-3 0,1-4-13 15,3-1 0-15,2 1-1 16,-4-3-2-16,5-2 0 0,-1-1 0 15,2-2 2-15,3 0 2 0,-1-4 22 16,-1-1-8-16,3 0 1 0,-3-3 15 0,-1-3-15 16,1-1 3-16,-1-2 3 15,-2-2 3-15,-1-2-12 0,-5 0-16 16,0-1-22-16,-2-3-22 0,-2 3-18 16,0-2-33-16,0-1-40 0,-6 3-19 15,0-1-125-15,-5 3-309 0,3 3-620 16</inkml:trace>
  <inkml:trace contextRef="#ctx0" brushRef="#br0" timeOffset="167537.2">22842 894 1282 0,'0'0'1557'15,"0"0"-936"-15,0 0-204 0,0 0-103 16,0 0-180-16,0 0-94 0,0 0-40 15,0 0 0-15,0 0 69 0,0 0-1 16,22 11-12-16,-9-12-19 0,1-1-16 16,-1-1-20-16,5 3-1 0,-5 0-43 15,1 0-105-15,3 0-98 0,-3 0-99 16,-3 3-325-16,5 6-670 0</inkml:trace>
  <inkml:trace contextRef="#ctx0" brushRef="#br0" timeOffset="168098.85">23325 539 867 0,'0'0'1961'0,"0"0"-1529"16,0 0-231-16,0 0-132 0,0 0-8 15,0 0 100-15,0 0 31 16,0 0-47-16,0 0-86 0,56-12-28 16,-35 9-6-16,6 0-24 0,-2 1 2 15,-1 0-3-15,3 1-31 0,-4 1-107 16,2 0-79-16,-7 0-105 0,1 4-128 15,-9 1-81-15,-1 0-464 0</inkml:trace>
  <inkml:trace contextRef="#ctx0" brushRef="#br0" timeOffset="168295.89">23323 696 34 0,'0'0'2906'0,"0"0"-2243"0,0 0-417 0,0 0-64 16,0 0-6-16,0 0 29 0,0 0 104 15,0 0-79-15,0 0-71 0,0 0-52 16,64-20-28-16,-41 14-52 0,2 0-27 16,2-1-12-16,2 2 0 0,0 1-67 15,-2 0-55-15,-3 0-77 16,1 3-48-16,-2 1-47 0,-9 0-101 0,3 0-159 16,-11 0-185-16,-2 5-571 0</inkml:trace>
  <inkml:trace contextRef="#ctx0" brushRef="#br0" timeOffset="168503.14">23493 475 1209 0,'0'0'1866'0,"0"0"-1369"16,0 0-116-16,0 0-164 0,0 0-133 16,0 0-75-16,0 0-5 0,0 0 61 15,0 0 25-15,0 0-13 0,8 31-12 16,2-13-31-16,1 4-13 0,-3 3-21 15,2 2-17-15,1-1-60 0,-5 2-87 16,0 0-54-16,-2 0-34 0,0-2-101 16,-4 2-231-16,0-7-29 0,-16 16-892 15</inkml:trace>
  <inkml:trace contextRef="#ctx0" brushRef="#br0" timeOffset="168703.42">23394 938 1585 0,'0'0'1985'0,"0"0"-1519"0,0 0-182 16,0 0-14-16,0 0-123 0,0 0-143 15,0 0 23-15,0 0 28 0,0 0-33 16,0 0-19-16,57 14-3 0,-40-9-13 16,4 1-67-16,1 1-65 15,5 0-62-15,-2 0-35 0,6-1-120 16,-2-1-270-16,-8-2-420 0,22-3-816 0</inkml:trace>
  <inkml:trace contextRef="#ctx0" brushRef="#br0" timeOffset="169561.23">23896 603 2184 0,'0'0'527'0,"0"0"-21"15,0 0-99-15,0 0-324 0,0 0-42 16,0 0-26-16,0 0 127 0,0 0 16 15,0 0-12-15,58-2-37 16,-38 2-44-16,9 0-6 0,4-2 0 0,1 2-6 16,1 0-10-16,-4 0-3 15,0 0-3-15,-4 0-9 0,-5 0-26 16,-7 0-1-16,-1 0 63 0,-8 2 187 16,-6 1-34-16,-2 7-110 0,-8 2-105 15,-4 7-2-15,-3 1-1 0,1 7-42 16,-3 2 19-16,0 2 8 0,3 0 13 15,1-3-9-15,7-1 9 0,0-7-15 16,4-1 17-16,4-4-2 0,0-3 2 16,2-2-1-16,2-4 2 0,6 1 0 15,-4-1-2-15,5-3-1 0,3-1-43 16,-1 1-61-16,5-3-40 0,1 0-21 16,-1 0-45-16,3-5-119 0,2-1-202 15,2-3-199-15,-9 5-616 0</inkml:trace>
  <inkml:trace contextRef="#ctx0" brushRef="#br0" timeOffset="169767.51">24400 494 1566 0,'0'0'1703'0,"0"0"-1341"15,0 0-138-15,0 0-4 0,0 0-126 16,0 0-63-16,0 0-20 0,0 0-11 15,-22 58-12-15,22-39-22 0,0 1-99 16,0 1-52-16,2-3-45 0,4 1-72 16,-2-4-114-16,4-2-93 0,-2-4-211 15,7-1-409-15</inkml:trace>
  <inkml:trace contextRef="#ctx0" brushRef="#br0" timeOffset="169925.43">24495 567 1269 0,'0'0'533'0,"0"0"22"0,0 0 2 15,0 0-20-15,0 0-66 16,0 0-120-16,0 0-184 0,0 0-145 0,0 0-22 16,0 0-43-16,7-11 43 0,-5 22-1 15,-2 1 0-15,0 3-161 16,2 3-176-16,2-4-315 0,2 19-629 0</inkml:trace>
  <inkml:trace contextRef="#ctx0" brushRef="#br0" timeOffset="170620.61">24845 746 318 0,'0'0'310'16,"0"0"1392"-16,0 0-1193 0,0 0 3 16,0 0-103-16,0 0-173 0,0 0-91 15,0 0-55-15,0 0 22 0,0 0-10 16,8-31 0-16,6 25 16 0,1-1-29 15,-1 0-19-15,5 0-23 0,2-1-14 16,1 5-11-16,3 0 5 0,0 2-15 16,-2 1-11-16,-1 0-1 15,3 1 0-15,-6 2-1 0,0 2 0 0,-5 1 1 16,-2 1 1-16,-5 0 21 16,-1-1 2-16,-2 3 22 0,-4 1 9 15,0 1-15-15,-4 3-38 0,0-2-2 16,0 5-67-16,-5-2-49 0,-1 0-53 15,2-1-31-15,1-1-32 0,1-3-48 16,0 0-73-16,2-4-85 0,0 0-113 16,0-5-274-16,-3-1-759 0</inkml:trace>
  <inkml:trace contextRef="#ctx0" brushRef="#br0" timeOffset="170865.81">25033 470 677 0,'0'0'1018'0,"0"0"-282"0,0 0-221 16,0 0-29-16,0 0-201 0,0 0-149 15,0 0-45-15,0 0 3 0,0 0 19 16,0 0 31-16,-17 46 4 0,11-20-5 16,-4 6-11-16,4 4-31 0,-3 2-38 15,5-2-63-15,-2 3-16 0,0-3-5 16,4-1-10-16,2-6-73 0,0-1-60 15,6-3-37-15,0-5-23 0,0-2-43 16,7-3-148-16,-1-6-141 0,-6-3-219 16,17-8-682-16</inkml:trace>
  <inkml:trace contextRef="#ctx0" brushRef="#br0" timeOffset="171088.74">25289 369 2351 0,'0'0'1135'0,"0"0"-894"16,0 0-71-16,0 0 72 15,0 0 143-15,0 0-102 0,0 0-108 16,8 51-84-16,-6-32-39 0,5 5-27 16,-3 1-25-16,0 0-12 0,2 1 9 15,0 2-76-15,5-3-58 0,-1 0-54 16,-4 0-31-16,5-2-79 0,1 1-164 15,-8-6-340-15,6 13-638 0</inkml:trace>
  <inkml:trace contextRef="#ctx0" brushRef="#br0" timeOffset="171416.99">25409 723 2335 0,'0'0'990'0,"0"0"-701"16,0 0 79-16,0 0-179 0,0 0-167 15,0 0 15-15,0 0 38 0,0 0-13 16,0 0 0-16,0 0-19 0,54-37-6 16,-36 31 4-16,5 0-17 0,0 1 4 15,2 1 6-15,-1 2-19 0,-5 0 1 16,2 2-13-16,-1 0 0 0,-7 2 0 15,-1 4-2-15,1 1 1 0,-9 1 29 16,0 7 0-16,-2 0 5 16,-2 4-36-16,-2 0 0 15,-2 3-64-15,0 0-22 0,-9-1-44 0,5 0-19 16,0-5-31-16,-1-1-43 0,-3-2-99 16,2-6-123-16,3-2-201 0,-9-5-752 0</inkml:trace>
  <inkml:trace contextRef="#ctx0" brushRef="#br0" timeOffset="171653.1">25576 504 1300 0,'0'0'1264'0,"0"0"-682"0,0 0-174 16,0 0 2-16,0 0-212 0,0 0-127 15,0 0-27-15,0 0 12 0,0 0 24 16,0 0 4-16,-22 51-4 0,16-26-3 15,1 5-27-15,-3 1-47 16,2 2-3-16,0 1-16 0,2-4 4 16,2 1-16-16,-1-4-73 0,3-3-91 15,0 0-54-15,5-5-104 0,3-5-202 16,-2-3-194-16,11-5-625 0</inkml:trace>
  <inkml:trace contextRef="#ctx0" brushRef="#br0" timeOffset="171882.45">25798 353 1801 0,'0'0'1494'0,"0"0"-1059"16,0 0-51-16,0 0-101 0,0 0-104 16,0 0-58-16,0 0 109 0,0 0-35 15,0 0-106-15,0 0-50 0,0 61-14 16,-4-38-25-16,4 2 0 0,0 1 0 15,0 0-13-15,4-1-84 0,0 0-83 16,0 0-56-16,0 0-63 16,0-1-167-16,0 1-268 0,3-8-279 15,-5 20-474-15</inkml:trace>
  <inkml:trace contextRef="#ctx0" brushRef="#br0" timeOffset="172168.67">25856 775 1399 0,'0'0'2067'15,"0"0"-1578"-15,0 0-172 0,0 0-57 0,0 0-143 16,0 0-34-16,0 0-9 16,0 0-34-16,0 0-37 0,59-48-3 15,-42 44-1-15,-3 1 0 0,5 2 0 16,-4 1 1-16,3 0 0 0,-5 0 0 15,-1 5 0-15,2-1 1 0,-7 2 17 16,1 4 1-16,-4-2 14 0,-2 1 10 16,2 1-3-16,-4 2-12 0,0 1-10 15,-6 2-18-15,4-3-42 0,-4 4-89 16,0-1-97-16,-3-2-72 0,-1-3-176 16,2-4-553-16,-1-6-908 0</inkml:trace>
  <inkml:trace contextRef="#ctx0" brushRef="#br0" timeOffset="172686.59">26106 488 1244 0,'0'0'1540'0,"0"0"-1159"0,0 0 65 15,0 0 33-15,0 0-386 0,0 0-46 16,0 0-44-16,0 0 125 0,0 0 30 15,0 0-4-15,39-9-22 0,-10 9-37 16,4 0-31-16,2 2-30 0,4-2-17 16,1 0-16-16,3 0-2 0,-2 0-13 15,-5 0-50-15,-1 2-37 0,-4-2-65 16,-2 2-56-16,-7 0-8 0,-7-1-56 16,-3 2-181-16,-1 0-144 15,-5-3-193-15,-6 1-509 0</inkml:trace>
  <inkml:trace contextRef="#ctx0" brushRef="#br0" timeOffset="172907.6">26412 371 1445 0,'0'0'1097'0,"0"0"-650"16,0 0-12-16,0 0-71 0,0 0-123 15,0 0-121-15,0 0-51 0,0 0 24 16,0 0 28-16,-40 56 21 0,34-31-3 15,0 8-16-15,-2 3-28 0,1 1-34 16,3 4-27-16,2 2-34 0,-2-1-13 16,2 0-17-16,0-4-41 0,2 0-88 15,0-2-69-15,4-4-39 16,0-3-100-16,0-4-221 0,1-5-167 0,9 0-585 16</inkml:trace>
  <inkml:trace contextRef="#ctx0" brushRef="#br0" timeOffset="173108.23">26486 714 902 0,'0'0'1180'0,"0"0"-765"0,0 0-145 16,0 0 61-16,0 0-120 0,0 0-68 16,0 0-44-16,54-22-39 0,-42 22-26 15,5 0-15-15,-3 0-19 0,5 0-3 16,-5 0-79-16,3 0-112 0,-7 0-70 15,5 3-67-15,-5 0-147 0,-8 1-131 16,0 1-3-16</inkml:trace>
  <inkml:trace contextRef="#ctx0" brushRef="#br0" timeOffset="173311.74">26542 794 220 0,'0'0'1792'0,"0"0"-1148"0,0 0-63 0,0 0-114 16,0 0-247-16,0 0-154 0,0 0-29 15,0 0 67-15,0 0 18 16,0 0 33-16,-4 29-40 0,8-23-78 15,6-2-22-15,5 1-13 0,-5-3-1 16,7 2-1-16,-5-2-95 0,7 0-57 16,-5 0-76-16,0-1-99 0,3 0-235 15,-7 1-248-15,11 1-984 0</inkml:trace>
  <inkml:trace contextRef="#ctx0" brushRef="#br0" timeOffset="174366.21">26959 476 1976 0,'0'0'583'0,"0"0"-254"0,0 0 112 16,0 0-161-16,0 0-119 0,0 0-48 15,0 0-97-15,0 0-16 0,0 0-54 16,0 0 45-16,-45 40 9 0,33-23 56 16,-7 6 20-16,6 2 12 0,3 4 3 15,-4-1 6-15,3 3-23 0,5-4-12 16,2-2-24-16,-2 0-17 15,6-1-9-15,0-2-12 0,8-3-1 16,0-4-1-16,-1-1 2 0,7-3 15 0,-2-2-3 16,1-5 4-16,3-1 9 15,-3-1 2-15,3-2 10 0,-5-2 13 16,1-7 21-16,3-1 5 0,-7-2-11 16,0-5-25-16,2-2-10 0,-3-4-17 15,-3-1-13-15,-2-2-16 0,-2 1-30 16,0-3-12-16,0 3 0 0,0-1-41 15,-2 4-21-15,-2 1 15 0,-3 5-32 16,-1 3-31-16,-2 1-87 0,6 4-245 16,-5 4-202-16,-7 4-710 0</inkml:trace>
  <inkml:trace contextRef="#ctx0" brushRef="#br0" timeOffset="174596.27">26837 654 955 0,'0'0'540'0,"0"0"667"0,0 0-892 15,0 0-88-15,0 0-29 0,0 0-5 0,0 0 12 16,0 0-67-16,0 0-58 16,0 0-37-16,40 5-15 0,-28-3 0 0,3 0-15 15,-3-2-13-15,7 1-10 16,-5-1-53-16,5 0-104 0,1 0-116 15,-5 0-169-15,-3 0-239 0,9-5-733 0</inkml:trace>
  <inkml:trace contextRef="#ctx0" brushRef="#br0" timeOffset="175008.22">27090 400 1756 0,'0'0'1398'0,"0"0"-1045"16,0 0-90-16,0 0-62 0,0 0-109 16,0 0-77-16,0 0 85 0,0 0 16 15,0 0-20-15,0 0-28 0,43-10-25 16,-29 8-12-16,9 2-19 0,2 0-9 15,-4 0-2-15,6 0 1 0,-5 0-2 16,1 0-4-16,-8 0-36 0,3 0-18 16,-8 0 33-16,-3 2 25 0,-3 0 49 15,-2 0 4-15,-2 0 18 0,-4 1-71 16,0 0-40-16,-5 4 18 0,-3 1 4 16,2-1-7-16,-1 0 13 0,-3 4-1 15,6-3 12-15,1 3 0 0,-1-3 1 16,4-1-15-16,-2 2-4 15,6-2-6-15,0-3-6 0,0 4 9 16,0-4-12-16,0 1-40 0,0 1-51 16,0-2-61-16,0 0-129 0,0 2-191 15,0-1-212-15,-9 6-818 0</inkml:trace>
  <inkml:trace contextRef="#ctx0" brushRef="#br0" timeOffset="175234.34">27121 596 210 0,'0'0'2283'0,"0"0"-1206"16,0 0-724-16,0 0-43 0,0 0-114 15,0 0-94-15,0 0-46 0,0 0 42 16,0 0-24-16,0 0-37 0,39-15-22 16,-27 14-15-16,11-2-3 0,-4 3-15 15,3 0-56-15,-1 0-62 0,-4 0-58 16,3 2-58-16,-9 2-72 15,3 2-66-15,-10 1-2 0,0-2-133 16,-18 10-812-16</inkml:trace>
  <inkml:trace contextRef="#ctx0" brushRef="#br0" timeOffset="175469.22">27038 742 1419 0,'0'0'1574'16,"0"0"-1266"-16,0 0-54 0,0 0 46 15,0 0 20-15,0 0-3 0,0 0-46 16,0 0-47-16,52-4-81 0,-38 0-54 16,7 3-13-16,1-2-34 15,3 0-23-15,2 0-19 0,2 0 0 16,0 1-3-16,2 0-28 0,-6 2-51 16,2 0-12-16,-2 0-41 0,-3 0-39 15,-5 0-32-15,-3 3-32 0,-3 0-61 16,-5-1-73-16,-4 0 5 0,-2-1 70 15,0 1-205-15,0-2-800 0</inkml:trace>
  <inkml:trace contextRef="#ctx0" brushRef="#br0" timeOffset="175720.36">27309 580 213 0,'0'0'140'0,"0"0"1486"16,0 0-1037-16,0 0-78 0,0 0-100 15,0 0-186-15,0 0-93 0,0 0-34 16,0 0-36-16,0 0-27 15,-11-10 88-15,11 17 88 0,5 2 12 0,-5 6-20 16,2 3-50-16,0 3-49 0,0 4-37 16,0 4-48-16,0 0-7 15,-2 1-11-15,0 5 0 0,0-2-1 16,0 0 0-16,0 1 0 0,0-5-37 16,0-2-30-16,0-1-12 0,0-4-35 15,0-3-42-15,0-3-39 0,0-3-31 16,0-2-43-16,-2-4-20 0,0-2-35 15,-2-3-245-15,2-2-477 0,-15-4-288 0</inkml:trace>
  <inkml:trace contextRef="#ctx0" brushRef="#br0" timeOffset="175904.41">27104 783 324 0,'0'0'1652'0,"0"0"-403"0,0 0-782 16,0 0-265-16,0 0 58 0,0 0-172 15,0 0-39-15,0 0-49 0,0 0 44 16,0 0-4-16,10-2-12 0,1 8-28 16,-3 1 0-16,6 1-2 0,3 1-57 15,0 0-72-15,5 0-101 16,1 0-117-16,-6-3-276 0,22-4-778 0</inkml:trace>
  <inkml:trace contextRef="#ctx0" brushRef="#br0" timeOffset="176268.62">27642 406 1837 0,'0'0'603'15,"0"0"-117"-15,0 0 63 0,0 0-128 16,0 0-133-16,0 0-95 0,0 0-72 16,0 0-62-16,0 0-59 0,0 0 2 15,-21 13 35-15,17 1 18 0,-2 8 1 16,-3 4-7-16,3 6-18 15,-2 4-10-15,-3 3-9 0,3 0-12 0,2 4-10 16,2-2-24-16,2 0-27 16,2-3-50-16,0-3-50 0,2-2-34 0,2-3-69 15,2-4-174-15,2-4-264 16,1-7-572-16</inkml:trace>
  <inkml:trace contextRef="#ctx0" brushRef="#br0" timeOffset="176638.28">27563 533 1665 0,'0'0'1700'16,"0"0"-1329"-16,0 0-9 0,0 0-110 16,0 0-84-16,0 0-36 0,0 0-15 15,62-56-25-15,-43 46-24 0,5 1-32 16,3 0-11-16,2 2-14 0,0 2-11 15,0-1-1-15,-4 2-11 0,2 4 10 16,-2 0-17-16,-9 0 4 0,7 3 0 16,-7 0-4-16,-3 2 19 15,-7 1 0-15,2 1 25 0,3 4-1 16,-5-2 7-16,-4 5-7 0,4 3-5 16,-6 2 2-16,6 1-3 0,-4 2-17 15,7-2 1-15,-3 3 16 0,-2-1-16 16,2 2-2-16,-2-2-17 0,0 3-2 15,5-3-39-15,-5 3-21 0,0 0-26 16,-2-1-33-16,4-4-13 0,-6 3 3 16,0-5-14-16,0-3-39 0,0 1-116 15,0-5-128-15,0-3-135 0,-6-3-642 16</inkml:trace>
  <inkml:trace contextRef="#ctx0" brushRef="#br0" timeOffset="177053.66">27799 376 970 0,'0'0'1791'0,"0"0"-838"16,0 0-664-16,0 0-72 0,0 0-65 16,0 0-78-16,0 0-40 0,0 0-33 15,0 0 41-15,0 0 32 0,-7 37-22 16,1-13-12-16,-4 6-12 0,2 2-7 15,-1 6-5-15,-5 0 2 0,4 3-15 16,1-3-3-16,-1 2-1 0,2-6 1 16,1 1 1-16,7-2 0 15,0-4-1-15,0-3-21 0,5-1-34 0,5-3-38 16,0-6 4-16,-1 2 2 0,9-6 19 16,-5-3 21-16,3-4 47 0,1 0 10 15,-7-5 11-15,9 0 4 16,-9-5 31-16,2-2 9 0,-3-6-13 15,-3-2-24-15,-4-2 0 0,0-2-13 16,0-4-15-16,-2 1-26 0,-4-1-11 16,2 0-13-16,-6 2-12 0,-5 2-28 15,3 1-31-15,-1 1 0 0,-3 5-24 16,2 2 0-16,1-1 13 0,-3 3 21 16,5 4-3-16,3-1-160 0,-2 3-153 15,2 0-352-15,2 2-927 0</inkml:trace>
  <inkml:trace contextRef="#ctx0" brushRef="#br0" timeOffset="177268.66">27712 792 2252 0,'0'0'1229'0,"0"0"-703"0,0 0-244 0,0 0-188 15,0 0-94-15,0 0 0 16,0 0 4-16,0 0 42 0,0 0-24 0,0 0-21 15,43 25 2-15,-32-19-3 16,5 2-27-16,-4-1-75 0,1 1-85 16,6 0-102-16,-9-2-211 0,2 1-277 15,7-3-749-15</inkml:trace>
  <inkml:trace contextRef="#ctx0" brushRef="#br0" timeOffset="177506.79">28330 652 3436 0,'0'0'1275'15,"0"0"-807"-15,0 0 45 0,0 0-250 16,0 0-181-16,0 0-82 0,0 0-39 15,0 0-82-15,0 0-106 0,0 0 42 16,-29 18-76-16,29-8-198 0,0 4-148 16,0-6-338-16,0 13-304 0</inkml:trace>
  <inkml:trace contextRef="#ctx0" brushRef="#br0" timeOffset="178221.98">28876 336 366 0,'0'0'1133'16,"0"0"208"-16,0 0-927 0,0 0-55 15,0 0-94-15,0 0-96 0,0 0-18 16,0 0 8-16,0 0-14 0,0 0 9 16,-11 19 9-16,-1-5-89 0,-7 3-25 15,3 3-6-15,-9 4-16 0,-6 2-11 16,2 3-14-16,-2-1 9 0,0-3-11 16,4 0-19-16,2-5-39 0,0 1-24 15,3-4-47-15,9-3-65 0,1 2-60 16,2-8-131-16,5 2-204 0,5-2-52 15,0-5-103-15,5 1-66 16,19-4-17-16</inkml:trace>
  <inkml:trace contextRef="#ctx0" brushRef="#br0" timeOffset="178427.05">28729 563 691 0,'0'0'573'0,"0"0"97"0,0 0-35 16,0 0-60-16,0 0-98 0,0 0-102 15,0 0-140-15,0 0-132 0,29-53-91 16,-29 53-12-16,0 0-56 0,2 3 56 15,-2 5 63-15,2 4 30 0,-2 7 16 16,2 2-17-16,0 7-30 0,-2 1-31 16,2 5-31-16,-2 1-20 0,0 0 2 15,2 1-47 1,2-3-43-16,-2 1-38 0,0-7-31 0,5 0-64 0,-3-5-77 16,2-3-147-16,0-7-87 0,2-3-267 15,3-9-583-15</inkml:trace>
  <inkml:trace contextRef="#ctx0" brushRef="#br0" timeOffset="178686.98">29080 317 3075 0,'0'0'740'0,"0"0"-264"0,0 0-24 16,0 0-259-16,0 0-147 0,0 0-46 15,0 0-9-15,0 0 9 0,0 0 18 16,0 0-16-16,0 38 0 0,-6-13-2 16,-2 1-46-16,0 1 0 0,-1 2 13 15,-7-2-7-15,10 0-34 0,-5-4-24 16,-5 1-29-16,9-7-28 0,-1 1-94 16,4-3-229-16,0-2-291 15,2-6-446-15,2 1-450 0</inkml:trace>
  <inkml:trace contextRef="#ctx0" brushRef="#br0" timeOffset="179086.15">28981 488 821 0,'0'0'2370'0,"0"0"-1897"16,0 0-290-16,0 0-107 0,0 0-57 15,0 0 126-15,0 0 60 0,0 0-15 16,0 0-55-16,48-7-42 0,-28 9-29 15,-1-2-18-15,6 2-24 0,-1 0-21 16,1-1-1-16,-6 0-1 0,4 1-30 16,-9-1-52-16,1-1-31 0,-7 2-25 15,-4-1 19-15,0 0 29 0,-2-1 17 16,-2 0 18-16,0 0 18 0,0 0-3 16,-2 0-57-16,0 0-27 15,0 0 21-15,-2 0 40 0,0 0 49 0,2 0 15 16,-5 0 40-16,3 0 67 0,-2 0-3 15,4 2-23-15,-2 1-46 16,4 2 22-16,-4 2 52 0,0 1 13 16,2 6-4-16,-5 3 5 0,-1 2 7 15,4 5 2-15,0 2-37 0,-2 4-40 16,1-1-53-16,-1 2-2 0,2 2-18 16,-2 0 6-16,6-2-4 0,0 1-66 15,0-2-57-15,0-1-27 0,0-4-29 16,0-1-39-16,0-5-125 0,0-1-193 15,0-8-149-15,0-2-568 0</inkml:trace>
  <inkml:trace contextRef="#ctx0" brushRef="#br0" timeOffset="179278.83">29188 688 2436 0,'0'0'993'0,"0"0"-727"0,0 0-64 15,0 0-108-15,0 0-48 0,0 0-46 16,0 0-16-16,53-25-12 0,-38 20-63 16,4 4-123-16,-3-2-123 0,-1 2-136 15,-5 1-205-15,0 4-593 0</inkml:trace>
  <inkml:trace contextRef="#ctx0" brushRef="#br0" timeOffset="179502.08">29132 794 1361 0,'0'0'400'0,"0"0"863"0,0 0-968 16,0 0-206-16,0 0 73 0,0 0 90 0,0 0-23 15,0 0-50-15,0 0-73 16,0 0-60-16,56 7-25 0,-36-7-21 16,1 0-102-16,4-3-95 0,0-1-86 15,-1-2-138-15,-1 1-222 0,-2-1-381 16,10-2-333-16</inkml:trace>
  <inkml:trace contextRef="#ctx0" brushRef="#br0" timeOffset="179779.27">29609 302 882 0,'0'0'2401'0,"0"0"-1903"16,0 0-18-16,0 0-127 15,0 0-190-15,0 0-95 0,0 0-68 16,0 0-43-16,0 0 21 0,0 0 22 15,-4 13 22-15,4 0-7 0,0 3-15 16,0 1 0-16,0 2-52 0,0-3-31 16,0 5-59-16,4-5-31 0,-2 0-32 15,1-2-94-15,-1-2-169 0,2-2-185 16,-4-3-477-16,2-1-464 0</inkml:trace>
  <inkml:trace contextRef="#ctx0" brushRef="#br0" timeOffset="179974.84">29694 334 1206 0,'0'0'1528'0,"0"0"-932"16,0 0 8-16,0 0-169 15,0 0-200-15,0 0-99 0,0 0-136 16,0 0-4-16,0 0-131 0,0 0 135 16,11 4 16-16,-9 10-1 0,0 3-15 15,-2 2-96-15,0 1-59 0,2 2-40 16,-2-1-50-16,0-1-124 0,-2 1-183 15,0-7-173-15,-13 6-617 0</inkml:trace>
  <inkml:trace contextRef="#ctx0" brushRef="#br0" timeOffset="180248.39">29442 396 951 0,'0'0'983'0,"0"0"-581"16,0 0 127-16,0 0-97 0,0 0-362 15,0 0-70-15,0 0-233 0,0 0 201 16,0 0 32-16,0 0 20 0,14-8 2 16,3 16 16-16,0-1 33 0,5 3 27 15,3-4 17-15,-2 0-7 0,4-1 6 16,0-2-1-16,-5 2-12 0,-1-4-16 16,2 2-9-16,-9-3-11 0,1 0 16 15,-7 0 59-15,-2 0 105 0,-4 0-61 16,-2 0-67-16,0 0-117 0,0 2-43 15,-2 0-132-15,-2 4-140 0,-2 0-57 16,-5 3-22-16,-3 1-144 0,6 0-132 16,-21 9-558-16</inkml:trace>
  <inkml:trace contextRef="#ctx0" brushRef="#br0" timeOffset="180726.53">29353 561 2006 0,'0'0'469'0,"0"0"40"0,0 0 106 15,0 0-202-15,0 0-116 0,0 0-3 16,66-23-97-16,-45 18-96 0,4-2-64 16,4 0-35-16,2 0-2 0,0-1-3 15,-2 2-19-15,-3 2-2 0,-3 1-40 16,-6 0-13-16,-7 3-19 0,0 0 96 15,-3 0 13-15,-7 0 57 0,0 3-70 16,-7 1-33-16,-3 2-41 0,4-1 18 16,-2 5 4-16,-5 0 18 15,3 0 3-15,0 0 9 0,-1 2 4 0,1-3 2 16,6 1-15-16,0-1-9 16,2-3-10-16,-1 1-15 0,3-2-13 15,0-3-17-15,3 2 23 0,1-1 12 16,0-2 10-16,0-1 15 0,6 0-15 15,-1 0-29-15,-1-2-28 0,4-4-36 16,1 3 25-16,-1-4 54 0,7 0 45 16,-7-2 19-16,5 2 23 0,-3 1 56 15,-4 0 118-15,1 0-13 0,-5 3-14 16,0 0-6-16,-4 2-36 16,-2 1-29-16,0 0-33 0,0 0-35 0,0 1-10 15,-2 4-21-15,-2 1-2 0,-2 1-32 16,-2 3-40-16,-3 1-70 15,1 2-117-15,-3 0-213 0,-1 1-249 16,4-2-647-16</inkml:trace>
  <inkml:trace contextRef="#ctx0" brushRef="#br0" timeOffset="181731.5">29417 707 2086 0,'0'0'1236'16,"0"0"-878"-16,0 0-159 0,0 0-105 16,0 0 1-16,0 0 117 0,0 0 20 15,0 0-68-15,0 0-35 0,60-21-28 16,-41 17-24-16,6-1-28 0,1 2-25 16,-1-2-22-16,6 0-2 0,-4 0 0 15,4 3-1-15,-2-1 0 16,2 1 1-16,-6 1-2 0,-2-1-16 15,-3 2-13-15,-3 0-61 0,-5 0-12 0,-6 0-13 16,3 0 31-16,-7 0 37 16,0 0-4-16,-2 0 44 0,-2 0 6 15,-7 2-133-15,5-2-14 0,0 2 41 16,-4-1 61-16,-2 2 45 0,-1 1 3 16,1-1 25-16,-2 2 6 0,1-3 63 15,3 1-19-15,0 0 2 0,-1 0-2 16,3-3-13-16,2 0-10 0,0 2-12 15,0-2-26-15,4 0-14 0,0 0-25 16,0 0-3-16,0 0 10 0,0 0 6 16,0 0 12-16,0 0 3 0,0 0 19 15,0 0-3-15,0 0 18 0,0 0-16 16,0 0-21-16,0 1-1 0,0-1-1 16,0 0 1-16,0 1-1 0,0-1 2 15,0 2 61-15,0 1-21 16,0 0-13-16,2 0 1 0,0 1 6 15,-2 0 9-15,0 1 3 0,2 2-3 16,-2-1-7-16,0 3-2 0,0 3-16 16,0-2-2-16,0 2-14 0,0 5 1 15,0-2-1-15,0 2 0 0,0 2 1 16,0 0-2-16,0 1 0 0,0 0 1 16,0 0 0-16,0-1-2 0,0-1 0 15,0 0-3-15,2-2-22 0,-2-2-8 16,2-1-16-16,2-1-12 0,-4-1-16 15,6-3-24-15,-3 0-10 0,-1-3-4 16,2 0-2-16,-2-2-14 16,-2-1-22-16,2-1-1 0,-2-1 28 15,0 0 44-15,0-3-86 0,0-1-313 16,0-4-11-16,-2-2 45 0,0-2 71 16,-2-2 80-16,2-1 237 0,-3-3 59 15,-1 0 140-15,2 0 163 0,-2 0-5 16,2 2-3-16,-5 0-18 0,1 2 9 15,2 3 53-15,-2 2-82 0,2 3-108 16,-1 2-23-16,1 2-126 0,0 2-3 16,-2 3-92-16,-1 7-15 0,-5 3-42 15,4 4-4-15,-11-1 19 0,6 1 19 16,-5 3 118-16,3-2 6 0,-1-3 71 16,5-1 51-16,-1-6-8 0,5 0-5 15,3-2-115-15,2-4-48 16,4-2-146-16,0 0 153 0,2 0 41 0,4 0 63 15,1-4 30-15,5 0 18 16,-2-2-3-16,3 0 12 0,3 0 9 16,-3 0-1-16,3 0-2 0,-1-1-1 15,1 4-4-15,1 2-3 0,-1-1-10 16,1 2-25-16,1 0-37 0,1 3-18 16,2 0-26-16,-5 5 15 0,5 0-17 15,-2 0-12-15,-1-1 9 0,-3 1 1 16,-3 2-13-16,-2-2-41 0,1 0-18 15,-3-1-31-15,-4 0-59 0,0 2-69 16,0-2-170-16,-2-1-365 0,0 3-932 16</inkml:trace>
  <inkml:trace contextRef="#ctx0" brushRef="#br0" timeOffset="182462.1">30188 361 2100 0,'0'0'553'0,"0"0"-91"0,0 0 22 0,0 0-169 16,0 0-163-16,0 0-152 15,0 0 0-15,0 0-39 0,0 0 39 16,0 0 2-16,-18 52 14 0,16-34 1 16,2 2 5-16,0-1 9 0,2 2 12 15,4-4-5-15,4-1 9 0,3-2 2 16,1-1 4-16,3-3 9 0,1-4 25 15,1-2-7-15,1-2 4 0,3-2-20 16,0-2-9-16,-4-5-12 0,1-2 3 16,-5-2 7-16,3-3-5 0,-5-2-8 15,-3-2-12-15,-2-1-4 16,-2 0-9-16,-3-2-2 0,-3 3 14 0,0-5-27 16,-5 7-6-16,-3 1-61 0,-4 1-52 15,-1 3 2-15,-1 4-30 0,-5 2-60 16,-1 4-51-16,1 1-116 0,-2 1-245 15,5 5-162-15,-17 9-671 0</inkml:trace>
  <inkml:trace contextRef="#ctx0" brushRef="#br0" timeOffset="182688.1">30153 489 2540 0,'0'0'626'0,"0"0"-209"0,0 0-123 15,0 0-197-15,0 0-95 0,0 0 26 16,0 0 52-16,0 0-30 0,0 0-33 16,60-6-17-16,-41 4-1 0,-1 2-1 15,3-2-17-15,-5 0-37 0,3 2-51 16,-7 0-50-16,1 0-84 0,-5 0-38 16,-6 4 106-16,-2 0-38 0,0 0-457 15,-23 11-850-15</inkml:trace>
  <inkml:trace contextRef="#ctx0" brushRef="#br0" timeOffset="183725.39">29990 714 474 0,'0'0'2266'15,"0"0"-1833"-15,0 0-245 0,0 0-124 16,0 0 132-16,0 0 41 0,0 0-17 15,0 0-57-15,66-15-45 0,-41 10-16 16,2-1-6-16,2 0-16 0,-1 1-46 16,6-1-16-16,-3 0-2 0,-5 4-1 15,8-4-13-15,-6 3 0 0,1 2-1 16,-2-1 1-16,-2 2-1 0,-4-2 0 16,-1 2 0-16,-5-1-1 15,1 1 0-15,-7-2 0 0,-3 2 27 16,-4 0 34-16,2 0 7 0,-4-1 21 0,-4 0-89 15,0-1-151-15,-7 2 19 16,-1 0-25-16,-4 0-16 0,-1 3-5 16,-4 1 12-16,1 4 37 0,-1 4 73 15,-2-1 52-15,1 3 4 0,7 0 50 16,-4-1 38-16,7 0 7 0,2 2-30 16,-1-3-37-16,9-3-15 0,0 1 6 15,2-2-16-15,0 0 12 0,2-1-13 16,2 2 0-16,7-2 14 0,-3 0-4 15,2-1 10-15,3 0 6 0,-1-4-3 16,-1 2-6-16,5-4-1 0,-4 0-2 16,1 0 2-16,1 0 1 0,-3-5 9 15,-1-1 6-15,0 0 9 0,-1-4 7 16,-5 1-7-16,2-4-15 0,-2-1-28 16,-2-3-26-16,-2 3-14 0,0-3-22 15,0 3-9-15,-2 0 9 16,-6 1 0-16,4 1-16 0,-3 6-19 15,-1 1 32-15,0-1 20 0,-2 4 1 16,3 0 6-16,1 1 10 0,0 1-6 16,0 0 8-16,0 0 1 0,4 3-6 15,2-1-4-15,-3 0 4 0,3 0 28 16,0 0-17-16,0 0 20 16,0 0 31-16,0-1 7 0,3 2 0 0,-3-3-1 15,2 3 8-15,0-1-14 0,2-1 6 16,0 0-5-16,0 3-7 0,-2-3 3 15,0 4-8-15,0-3 5 0,0 4 22 16,0 3 46-16,-2 1 13 16,0 3-19-16,0 5-16 0,-2 0-22 15,0 2-8-15,0 1-14 0,0 1-5 16,0-1-19-16,2 0 0 0,0-1 9 16,0-1-10-16,0-1-2 0,0-2-11 15,4-1-1-15,-2-1-1 0,4-1 11 16,-1-2-19-16,-3 1-1 0,4-4-18 15,0 1 9-15,-4-3 10 0,2-2-7 16,-2 1 28-16,0-2 3 0,-2-2 37 16,0-1 16-16,0 0-1 0,0 0-55 15,0 0 0-15,0-3-167 0,-2-1 12 16,0 0 3-16,-4-2 3 0,2-2-11 16,-4-1-23-16,4 1 25 0,-5-1 88 15,3 0 70-15,-2-2 22 16,0 0 64-16,3 2 22 0,-1 0-13 0,2 1-17 15,2-3-8-15,0 2 2 0,0 2-19 16,2 1-29-16,0 2-24 0,0-1 0 16,4 2 18-16,2 1 14 15,2-1 18-15,-1 0-3 0,7 1-13 16,-1-1-12-16,-1 2-10 0,2-1-11 16,-1 2-1-16,1 0 0 0,-3 0-15 15,-3 0-54-15,0 2-50 0,-6 2 43 16,-2-1 36-16,-2 4-93 0,-8 1-186 15,-5 2-176-15,-3 0-107 0,7 2-213 16,-26 8-348-16</inkml:trace>
  <inkml:trace contextRef="#ctx0" brushRef="#br0" timeOffset="183898.39">30223 1027 1789 0,'0'0'568'0,"0"0"-136"0,0 0-191 16,0 0-84-16,0 0 21 0,0 0 146 15,0 0 28-15,0 0-49 0,0 0-46 16,0 0-45-16,46-6-62 0,-30 4-70 15,5-3-46-15,4 0-31 0,-2-1-3 16,10 2-29-16,-2 0-87 0,4-1-87 16,-2 1-77-16,2 0-132 15,4 0-257-15,-14 3-370 0,27-6-513 0</inkml:trace>
  <inkml:trace contextRef="#ctx0" brushRef="#br0" timeOffset="184434.78">30744 579 1399 0,'0'0'2144'0,"0"0"-1728"16,0 0-105-16,0 0-296 0,0 0 35 15,0 0-50-15,0 0 102 0,0 0-24 16,0 0-26-16,68-30-12 0,-45 25 0 16,4-1-9-16,2 1 3 0,-4 1-3 15,2 0-10-15,-2 0-6 0,-9 2-14 16,3 2 2-16,-7-3 9 0,-2 3 0 16,-3 0 10-16,-3-2-7 0,-2 2-3 15,-2-1-9-15,0 1-3 0,0 0-19 16,0 0-46-16,0 0-45 0,-4 6-20 15,-3 1 56-15,-3 5 15 0,2 2-31 16,-7 4 19-16,1 1 44 0,-3 0 27 16,1 0 15-16,1 0 23 15,-1-2 30-15,8-6 12 0,1-1 1 16,1-2-47-16,2-2-34 0,2-2 0 16,2-1-3-16,0-3 3 0,2 3 37 15,0-3 25-15,4 3 15 0,-2-3 3 16,5 3-10-16,-3 0-12 0,6 0 4 15,-1 0-17-15,-1 0-17 0,7 1-10 16,-5-1-16-16,2 2-2 0,1 1-1 16,-1 1-2-16,1 0-9 0,-3-1 0 15,5 4-25-15,-5-1-58 0,-2 2-34 16,1-3-37-16,-3 1-13 0,-2-1-38 16,3-1-103-16,-1 0-113 0,-4-2-110 15,0-1-132-15,-2-1-401 0,-2-2-69 0</inkml:trace>
  <inkml:trace contextRef="#ctx0" brushRef="#br0" timeOffset="184700.5">31104 744 1251 0,'0'0'1005'16,"0"0"-520"-16,0 0-81 0,0 0-238 0,0 0-140 16,0 0-14-16,-54-8 33 0,38 16 12 15,-3 4 32-15,0 1 41 16,1 1 65-16,-1 2 29 0,1-1-34 15,3 2-10-15,5-2-26 0,0-1-55 16,3-1-25-16,5 0-25 0,0-3-25 16,2 1 1-16,0-1-4 0,4-3 7 15,0 2 8-15,7 0-17 0,-3 0-7 16,4-3-11-16,3 0-1 16,4-2-22-16,-5-1-79 0,7 1-74 0,-1-2-109 15,1-2-169-15,-7 0-585 16,9 0-750-16</inkml:trace>
  <inkml:trace contextRef="#ctx0" brushRef="#br0" timeOffset="185637.25">29215 1679 141 0,'0'0'59'0,"0"0"39"16,0 0 1148-16,0 0-635 0,0 0-197 15,0 0-44-15,0 0-69 0,0 0-46 16,0 0-12-16,0 0-35 0,0 0-54 15,0 0-45-15,0 0-18 16,0 0-11-16,0 0-21 0,0 0-15 16,0 0-10-16,2-5-16 0,2-3 7 15,2-6 3-15,4-1-16 0,1-6-10 16,-1-1 0-16,7-2-2 0,-1-1-15 16,1 0 15-16,-1-1 0 0,1-2 3 15,-1 3 15-15,1 0 1 0,-3 3-16 16,-3-1 18-16,3 5 10 0,-8 6 12 15,-2 3 16-15,1 1 36 0,-3 5 76 16,-2 2-40-16,2 1-49 0,-2 0-39 16,0 0-43-16,0 0 0 0,0 3-24 15,0 0-10-15,0 0-8 0,4 3 42 16,-2 3 61-16,0 2-10 0,2 4-14 16,0 1-13-16,2 1 0 15,1 3 1-15,1-3-13 0,0 2-9 0,2-2 0 16,-1 2 9-16,1-1-10 15,2 2 0-15,-1-2-2 0,3 0-43 16,-1 1-54-16,3 0-28 0,1-5-58 0,-1 3-40 16,3-4-70-16,2-3-86 15,-5-1-207-15,3-3-443 0,6-5-582 0</inkml:trace>
  <inkml:trace contextRef="#ctx0" brushRef="#br0" timeOffset="185898.26">29946 1326 1164 0,'0'0'2398'0,"0"0"-1874"16,0 0-226-16,0 0-84 0,0 0-208 15,0 0-6-15,0 0-52 0,0 0 52 16,0 0 30-16,0 0-14 0,42 38-1 15,-30-24-2-15,1 2-10 16,-3-2-3-16,4-1-42 0,-3-1-51 16,-3 0-50-16,0-2-43 0,0 1-62 15,-5-3-125-15,-1-1-166 0,-2-4-108 16,-2 0-741-16</inkml:trace>
  <inkml:trace contextRef="#ctx0" brushRef="#br0" timeOffset="186283.2">29872 1330 2165 0,'0'0'645'0,"0"0"-228"0,0 0-4 15,0 0-227-15,0 0-104 0,-56 31 31 16,44-21-9-16,1 2-29 0,5 0-31 16,-2 1-10-16,2-2 6 15,2-2-9-15,2 1-12 0,-1-2-18 16,3 1 2-16,0-1 9 0,7-1 7 15,-1 0 3-15,2-1 15 0,0 1 3 16,7-1 16-16,-3 0 15 0,5 0 6 16,-3 0-10-16,5 0-5 0,-3-1-13 15,1 3-12-15,0-2-10 0,-1 3-12 16,1 0-13-16,-3-1 1 0,1 2 0 16,-5 0 9-16,4-1-10 0,-5 1-2 15,-3-1-1-15,2-2 1 0,-2 0 0 16,-4-2 1-16,-2 1 26 0,0-3 44 15,-4 2 105-15,-8-1-54 0,1 2-76 16,-7-1-19-16,-1 1-27 0,-3 0-37 16,-5 0-20-16,4-3-59 15,-2-2-58-15,2 3-49 0,3-3-82 0,-1-1-170 16,2 0-281-16,11 0-510 16,-6-7-588-16</inkml:trace>
  <inkml:trace contextRef="#ctx0" brushRef="#br0" timeOffset="186836.87">30393 1249 1659 0,'0'0'597'0,"0"0"-157"0,0 0 41 0,0 0-99 16,0 0-151-16,0 0-30 15,0 0-31-15,0 0-68 0,0 0-39 0,0 0 5 16,-23 31-9-16,13-11 30 15,-1 6 7-15,1 3 2 0,-2 4-18 16,3-2-18-16,3 0-10 0,0-1-16 16,6-2 4-16,0-3-18 0,0-4-7 15,6 0 6-15,0-4-5 0,7-1-14 16,-3-3-2-16,3 2-2 0,5-5-1 16,-1 0-10-16,5-2-14 0,3-3-31 15,2-1-7-15,2-4-42 0,4 0-50 16,0 0-71-16,0-2-80 0,0-2-219 15,-8 1-548-15,10-9-828 0</inkml:trace>
  <inkml:trace contextRef="#ctx0" brushRef="#br0" timeOffset="187280.74">30626 1317 674 0,'0'0'2252'0,"0"0"-1623"16,0 0-373-16,0 0-90 0,0 0 20 15,0 0 93-15,0 0-29 0,54-12-71 16,-31 8-91-16,6 1-48 15,0 0-26-15,4 0-14 0,2 0-3 16,-2 3-15-16,0 0-46 0,-4 0-59 16,-4 0-77-16,2 0-57 0,-9 2-68 15,-3-1-132-15,-7 2-123 0,0 0-116 16,-3-2-419-16,-8-1-60 0</inkml:trace>
  <inkml:trace contextRef="#ctx0" brushRef="#br0" timeOffset="187500.45">30881 1232 386 0,'0'0'973'0,"0"0"54"0,0 0-476 16,0 0 46-16,0 0-159 0,0 0-175 15,0 0-104-15,0 0-60 0,0 0-59 16,0 0-6-16,-31 25 22 0,20-3 18 16,1 4 27-16,-2 5 3 0,-1 3-27 15,3 1-25-15,-3-2-16 0,5 0-20 16,0-2-16-16,4 0-3 0,0-4-13 15,4-4-100-15,0 1-92 0,6-7-64 16,2 0-51-16,2-3-124 0,5-5-212 16,-5-4-98-16,9-5-833 0</inkml:trace>
  <inkml:trace contextRef="#ctx0" brushRef="#br0" timeOffset="187686.34">30934 1471 1631 0,'0'0'429'0,"0"0"651"0,0 0-527 16,0 0-311-16,0 0-53 0,0 0-39 0,0 0-63 16,56-35-38-16,-39 29-22 15,1 0-27-15,5 3-15 0,-2 1-10 16,2 0-59-16,-3 2-112 0,1 2-144 16,-7 3-231-16,-3 1-249 0,-11 8-720 0</inkml:trace>
  <inkml:trace contextRef="#ctx0" brushRef="#br0" timeOffset="187877.43">31009 1562 2290 0,'0'0'718'0,"0"0"-115"0,0 0-241 15,0 0-245-15,0 0-61 0,0 0-9 16,0 0-4-16,0 0 88 0,0 0 8 16,0 0-28-16,37 20-40 0,-22-14-22 15,1-3-12-15,5 2-15 0,-5-1-21 16,9 0 0-16,-2-2-1 15,-5-1-57-15,7 0-79 0,-2-1-56 0,-4 0-34 16,1-2-95-16,-1-3-83 0,-1-4-242 16,-7 4-499-16,9-15-417 15</inkml:trace>
  <inkml:trace contextRef="#ctx0" brushRef="#br0" timeOffset="188101.42">31443 1348 1088 0,'0'0'1766'0,"0"0"-1082"0,0 0-29 16,0 0-231-16,0 0-193 0,0 0-38 16,0 0-83-16,0 0-92 0,0 0-18 15,0 0-6-15,4 15 6 0,-4-7 43 16,0 5-16-16,0 2-15 0,0 2 0 16,0 3-9-16,0-1-3 0,0 1-9 15,0 0-58-15,0-1-43 16,4 0-49-16,-2-1-58 0,0-3-43 15,5-1-91-15,-1-3-230 0,2 0-203 16,-4-5-475-16</inkml:trace>
  <inkml:trace contextRef="#ctx0" brushRef="#br0" timeOffset="188302.65">31679 1461 1998 0,'0'0'1189'0,"0"0"-542"16,0 0-13-16,0 0-212 0,0 0-174 15,0 0-78-15,0 0-51 0,0 0-56 16,0 0-32-16,0 0-31 0,4-8-17 16,-4 13-22-16,-4 0 21 0,2 3 18 15,-3 5 2-15,-3 5-2 0,2 1-103 16,-2 4-141-16,-1 2-219 16,3-7-547-16,-8 8-894 0</inkml:trace>
  <inkml:trace contextRef="#ctx0" brushRef="#br0" timeOffset="190996.04">32357 1238 660 0,'0'0'1880'0,"0"0"-1520"0,0 0-17 16,0 0-91-16,0 0-157 0,0 0-61 15,0 0-34-15,-7-37-14 0,5 32 10 16,2 0 4-16,0 1 48 16,-2 0 34-16,0 0-9 0,-2 1 27 15,0 0 19-15,-4 1-97 0,-3 2-22 16,-1 4-50-16,-5 5 3 0,-1 3 16 15,-5 8 28-15,0-1 3 0,3 2 12 16,-1 3 13-16,2-2 0 0,5 2 7 16,2-2-17-16,3-1 7 0,5 0-2 15,2 2-1-15,2 0 3 0,0-1-10 16,2 1 4-16,6-2 2 0,1 1 1 16,5-1-3-16,-1-2-15 0,1-1 0 15,3-2-1-15,1-2 3 0,5-5 28 16,-2 3-3-16,3-4-12 0,1 0 12 15,4-5-13-15,0 1 4 0,2-4 3 16,0 0-10-16,0-5-9 0,2-2 13 16,-4-4-14-16,0-1 0 0,-2-1 16 15,-4-1 1-15,-3-3 6 0,1 0 0 16,-5-4-10-16,1-2 7 16,-5-1 2-16,1-2-2 0,-3-2-1 15,-2-1 13-15,3-1-18 0,-3-1-16 16,-2-1 0-16,0-2-10 0,-1 4 8 15,-5 8 4-15,0-1 10 0,0 2-12 16,-2-3-2-16,-7-2-44 0,1 3 12 16,-6 4 30-16,-3 2-26 0,-2 1 17 15,1 4 10-15,-7 3-12 0,0 2 2 16,-2 4 12-16,0 1 1 0,-4 2 1 16,2 4-1-16,-4 2 0 0,-4 7 0 15,-6 5 1-15,1 4 3 0,1 6 23 16,6-2 4-16,8 0 9 15,0 1-9-15,7 2-3 0,1-1 0 16,4 0-10-16,3 2-16 0,4-2 14 16,2 1-13-16,1 0 12 0,5-1-3 15,0 0-11-15,5 0 0 0,3-3 0 16,2 0-1-16,1-1-2 0,1-5 0 16,2 1-13-16,1-3 15 0,-1-3 1 15,3 0 27-15,1-3-7 0,1-2 7 16,0-1-1-16,1-3 1 0,3-2 6 15,-2 0-13-15,2-3 1 0,1 0 2 16,1-4-6-16,0-2 7 0,0-2-4 16,0-2-2-16,-1-3 8 0,-1 1-8 15,0-2 8-15,0-3 0 0,-3 1-8 16,-1-1-9-16,-1-4-8 0,-1 0-1 16,-3 2 17-16,1-3 0 15,-5-3-2-15,1 2 2 0,-3-2 3 16,-2-4-9-16,0-1-12 0,-2 2-1 15,-2-3-29-15,-2 3-28 0,0 0-39 16,0 6-56-16,-2 5-68 0,-4 2-88 16,0 0-198-16,0 7-802 0,-19-10-1248 0</inkml:trace>
  <inkml:trace contextRef="#ctx0" brushRef="#br0" timeOffset="194894.96">21395 833 264 0,'0'0'456'0,"0"0"-456"0,0 0 1174 16,0 0-947-16,0 0-227 0,0 0-19 15,0 0 16-15,-4-3-4 0,4 2 7 16,2-1 55-16,-2 1 13 0,0-2-9 15,2 3 18-15,-2-2 17 0,0 1-13 16,0 1-62-16,0 0-19 0,0 0-32 16,0 0 0-16,0 0-59 0,0 1-3 15,0 4 94-15,0-1 23 0,2 2-20 16,-2-2-1-16,4 4-2 0,-4-2-1 16,4 3-12-16,0-2 11 0,0 0-14 15,3-1-10-15,1 2 24 0,-2-4-18 16,4 0 7-16,1-1-45 15,1-1-23-15,0-2 0 0,-1 0-29 0,-1-2 71 16,3-2 39-16,-1-2 39 0,-4 0 29 16,0-3-3-16,-3-1 3 15,-1 0 19-15,0 1-9 0,-4-2-13 16,0-3-33-16,0 3-16 0,0-1 7 16,-4 0-7-16,0-1 23 0,-3 5 0 15,1-1 25-15,0 1 17 0,-4 2-7 16,1 0-29-16,1 1 3 0,-4 2-15 15,-1 0-1-15,1 2 61 0,-3 0-16 16,1 1 3-16,2 0-71 0,1 1-9 16,1 3-51-16,0 6-42 0,1 2-77 15,5 0-85-15,2 5-178 0,2-2-301 16,8 15-457-16</inkml:trace>
  <inkml:trace contextRef="#ctx0" brushRef="#br0" timeOffset="195837.78">21711 2239 109 0,'0'0'3'0,"0"0"46"0,0 0 362 16,0 0 279-16,0 0-377 0,0 0-118 15,0 0-4-15,0 0-12 0,0 0-37 16,0 0-6-16,-23-13-16 0,21 13 5 16,2 0-31-16,0 0-17 0,0-1-29 15,0 1-28-15,0 0-20 0,0 0 2 16,0 0 43-16,-2 0 25 0,0 0 17 15,2 0 21-15,-2 0-9 0,0 1-48 16,-2-1-10-16,2 1-21 0,-2 0-8 16,1 3 4-16,3-3-13 15,0 3-3-15,-4-2-2 0,4 3-45 0,0 0-11 16,0 2 11-16,0 3 5 0,4 0 17 16,1 2-1-16,3 1 10 0,-4-1-16 15,6 0 3-15,1-2 17 16,-3-1-1-16,2-3-10 0,1-2-6 15,-3 0 28-15,0-4-1 0,0 0-14 16,1 0 16-16,1-4 26 0,-2-4 3 16,3 0 12-16,-1-4-9 0,0-1 7 15,1-4-14-15,-1 0-3 0,-2 1-22 16,-2-2-11-16,1 2-28 0,-3 3 4 16,0-1 23-16,-4 6 12 0,0-1 3 15,-4 4-1-15,-2 1-2 16,-5 2-77-16,-1 2-51 0,-3 0-117 15,-3 6-123-15,1 2-621 0</inkml:trace>
  <inkml:trace contextRef="#ctx0" brushRef="#br0" timeOffset="202564.88">22678 2832 225 0,'0'0'619'0,"0"0"-488"0,0 0 155 15,0 0-81-15,-58 2-42 0,46-2-111 16,4 2-52-16,0 3-20 0,-5 0-15 16,3 1-17-16,2 2-4 0,-3 3 7 15,-1 3-97-15,6-3-144 0,-11 6-339 0</inkml:trace>
  <inkml:trace contextRef="#ctx0" brushRef="#br0" timeOffset="203914.08">22091 2908 42 0,'0'0'36'15,"0"0"3"-15,0 0 108 0,0 0-69 16,0 0-48-16,0 0-4 0,0 0-7 15,0 0-2-15,0 0 5 0,0 0-2 16,40-1 13-16,-34 1-30 0,0-3 13 16,4 2 4-16,1-1 16 0,-3-1 22 15,6 1-19-15,-1-3 13 0,1 3-29 16,5-2-3-16,2-1 6 0,-1 1-24 16,5-2-1-16,4 1 14 0,-2-1-15 15,6 0-3-15,0-1 1 16,0 5-11-16,6-6 0 0,-4 2 13 0,3 2 0 15,1-3 0-15,-2 3-2 16,5 2-14-16,-1-3 16 0,-4 2 14 16,0 1 28-16,3 0-16 0,-5 0-10 15,4 1 10-15,-2-2 4 0,5 2 5 16,-5-1-2-16,4-1 6 0,2 1 0 16,3-2-9-16,6 1-11 0,8-1 17 15,10 1-18-15,0-1-18 0,-4-1-1 16,-6-1 1-16,-4 3 2 0,-4-2 0 15,1 1-2-15,-1-1-2 0,0 0 1 16,4 1 2-16,-3-1 9 0,7 2 36 16,-2-1-20-16,2 1 16 0,4 0-9 15,-2 1 6-15,2 0-3 0,-2 2-36 16,4-2-10-16,1 2 9 0,-1-1 1 16,0-1 0-16,4-1 3 0,3-1 10 15,-3 2-4-15,2 0-9 0,5-3 0 16,-3 3 0-16,1-2 0 0,-3 3-4 15,0-2 4-15,-2 1 3 16,5 1-3-16,-3-2-11 0,1 1 11 16,5 0 0-16,1-3 0 0,-3 4 13 15,5-2-15-15,-3 0 2 0,1 3-13 16,-1-3 0-16,-3 1 13 0,-7 1 0 16,4-1-2-16,1 2 0 0,-1-3 2 15,-2 3 0-15,3 0 17 0,-5 0-17 16,-2 0 1-16,0 0 15 0,-2 0-16 15,-4 0-2-15,-4 0 0 0,2 0 1 16,0 0-9-16,-6 0 10 0,3-1 23 16,5 1-23-16,-2 0 0 15,-4-1 1-15,4-1-1 0,-4 1 1 16,-9 0-1-16,-6 0-17 0,7-1 15 16,-9 0-1-16,0 2 2 0,2-2-14 0,-5 1 14 15,1 1 0-15,12-1-22 16,-5-1 20-16,-3 0-20 0,-2 1 23 15,4 1-23-15,-1 0 21 0,-3 0-14 16,0 0-4-16,-4 0-3 0,0 0-19 16,-6 1-4-16,-2 3-38 0,0-3-34 15,-3 4 1-15,-5-1-13 0,0 0-46 16,-7 2-10-16,-2-3 33 0,0 3 12 16</inkml:trace>
  <inkml:trace contextRef="#ctx0" brushRef="#br0" timeOffset="204945.2">22281 2811 1 0,'0'0'33'16,"0"0"84"-16,0 0-13 0,0 0 157 15,0 0-111-15,0 0-26 0,0 0-3 16,0 0 12-16,0 0-32 0,0 0-49 16,63-6-52-16,-45 3-1 0,-3 2-15 15,5-2 0-15,3 3-7 0,0-2-23 16,6 1-26-16,0 1 7 0,2-1 10 15,4-1 26-15,0-1 9 0,4-3 20 16,3 1-2-16,1-2 2 16,0 0 26-16,3 0 13 0,1-1 29 15,7-2-6-15,12-3 10 0,17 3-17 16,6-1-16-16,-2 0-35 0,-1 2 8 0,-3 1-12 16,4 0-1-16,2 1-2 0,2-1 3 15,-2-1 0-15,6 3 10 16,4-1-10-16,2 1-19 0,5 1-40 15,-1 1 10-15,3 0 20 0,-5 0-4 16,-2 1 1-16,1 0 9 0,3 1 21 16,5-3 1-16,1 3 1 0,-1-1-13 15,-3 1 12-15,3 2 1 0,-5 0 13 16,-1 0 29-16,5 2 0 0,3 3-16 16,-3-1 4-16,3 0 2 0,-3 0-30 15,-1 1 21-15,-3-1-4 0,3 0-19 16,1 1 0-16,1-2 0 0,0 0 21 15,-3 0-19-15,-6 0-4 0,-1-1 1 16,-3 0-1-16,-4 0-1 0,6 0-36 16,-6 1-7-16,-2 0-9 0,-4 2 19 15,-7-2 0-15,-5 1 17 0,-5 1 6 16,-8 1 10-16,0 0-16 0,-2 1 6 16,-6 1 13-16,-9 0-23 15,-8-2-42-15,-8 1-69 0,-4-1-94 16,-10-2-98-16</inkml:trace>
  <inkml:trace contextRef="#ctx0" brushRef="#br0" timeOffset="-203505.42">28295 2940 392 0,'0'0'186'0,"0"0"62"0,0 0-79 0,0 0 4 16,0 0-10-16,0-57 25 16,2 47-28-16,-2 2-27 0,0 0-26 15,0 0-26-15,0 5 26 0,0-1-19 16,0 1-40-16,0 0-15 0,0 2 2 16,0 0-9-16,0 1-3 0,0 0-22 15,0 0-1-15,0 0-32 0,0 0 32 16,0 0 42-16,0-1-4 0,0 0 4 15,0-2-38-15,-2 0 38 0,-2-3 0 16,-1 1 9-16,-3 0-6 0,0-2-19 16,0 0-3-16,-5 0-23 0,1 0-16 15,-1 1 3-15,-5 0 11 16,3 0-11-16,-5 0-7 0,-3 2 20 0,-2-1 3 16,-6 1-2-16,2 0 1 15,-4 2-2-15,0-4 13 0,-4 4-13 16,0-2 0-16,-3 3 0 0,-3 0 0 15,2 0 0-15,-1 0-1 0,-5 1-3 16,3 0-12-16,-1 0 13 0,-1 2 0 16,1 2 1-16,-5 2-18 0,5-2 17 15,-1 5-13-15,-1-3 15 0,3 0-12 16,-5 1 12-16,3 0-1 0,3 1 2 16,-3-1-2-16,3-1 0 0,-2 0 2 15,1 0 2-15,1 0-2 0,3-4 1 16,-3 2 2-16,4-2 10 0,-1 1-10 15,3-1-2-15,2 1 11 16,0 0-12-16,-2-2 0 0,2 1 0 16,-1-1 1-16,3 1 0 0,-2-1-2 15,0-1 1-15,2 0-2 0,-4 0-14 16,2 0 14-16,2 0 0 0,0 0 4 16,-1 0-2-16,1 0 1 0,0-3 1 15,-2 2-1-15,-4-1-1 0,4 1 1 16,-2-1 13-16,4 1-14 0,-1 0 0 15,-1 0 0-15,4 0 1 0,-2 1-1 16,0 0 0-16,4-2 3 0,-2 2-3 16,0 0-1-16,2-1-1 0,-2 1 2 15,0-2-1-15,4 2 0 0,-4-1-2 16,7 0-10-16,-5 1 11 0,6-2 0 16,4 0 2-16,-3 0 19 0,7-1-18 15,-6 0-1-15,5 0 1 0,-5 0-1 16,5 1-2-16,-3-1-14 0,-6 1 13 15,2 0-16-15,1-1 18 16,-7 2-15-16,2-2 13 0,-2 2-10 16,-2-1 12-16,0 2 1 0,2-2 2 15,-4 0-1-15,2 2 2 0,4-1 7 16,-6 0-10-16,0 1-16 0,0 0 12 16,0 0-8-16,-2 2-14 0,-3 2 6 15,3 1 1-15,0-3 17 0,2 1-34 16,2 0 34-16,0-2 2 0,4 1 0 15,0-2 0-15,0 0 0 0,5 0 13 16,-1 0-11-16,-4 0 14 0,2-2-12 16,1 1-1-16,-1-2-2 15,-2 3 0-15,-2-3 18 0,2 3-15 0,0-1 8 16,0 1 11-16,0 0-22 0,-2 0-1 16,-2 0 0-16,0 3 0 0,-4 0 1 15,2 1-1-15,-2 0 13 0,-2 1-12 16,-2 1 0-16,3-2 0 15,-1 0 0-15,2 2 0 0,-2 0 12 16,2 1-13-16,0-1 0 0,-3 1 1 0,1 0-1 16,-4 2-1-16,-9-1 1 15,7 0-1-15,-9 1 1 0,-4-1-1 16,1 1 1-16,-14 1 1 0,-5 0-1 16,10-3 2-16,14-1 0 0,13-4 1 15,6 0-3-15,2 1 0 0,-4-2 0 16,-4 0 0-16,-5 3 0 0,1-2 0 15,2 1 0-15,0-2-3 0,-1-1 1 16,3 1-1-16,-4 1 2 0,1-1-1 16,1 1 1-16,2-1-14 0,-2 0 14 15,4 1-1-15,-1 2 1 16,1-4 1-16,2 1 1 0,-4-1 2 0,8 0 10 16,-4 0-11-16,2 0-2 15,0 0 0-15,4 0-1 0,-2 0-2 16,4 0-13-16,3 0 12 0,-5 1-34 15,4 3-24-15,0 3-96 0,3 3-206 16,-3 0 137-16,2 5-76 0,3 1-13 16,1-6-114-16,-6 8-163 0</inkml:trace>
  <inkml:trace contextRef="#ctx0" brushRef="#br0" timeOffset="-200965.82">26835 2873 249 0,'0'0'195'0,"0"0"-67"16,0 0-18-16,0 0 4 0,0 0 1 15,0 0 2-15,0 0-26 0,0 0-36 16,0-2-55-16,0 2 0 0,0 0-55 15,2 0 19-15,0 0 36 0,5 0 16 16,-1 0-14-16,6 0-2 0,-1 2 0 16,3-2 16-16,1 0 62 15,3 1-29-15,-1 1 16 0,3-1-49 16,1-1-3-16,0 0 20 0,-1 1-4 16,-1 0-26-16,4 0 7 0,-5 1-8 15,5-1 23-15,4 0-24 0,0-1 44 16,2 0-42-16,0 0 36 0,8-1-16 15,-4-2-4-15,2 2 4 0,-2-1-3 16,0 2-4-16,-2 0-14 0,-4 0 21 16,-2 0-23-16,2 0 2 0,-4 0-1 15,-5 0-1-15,5 1 13 0,-7 1 7 16,7 2-18-16,-2 0 0 0,-3-3 24 16,5 1-24-16,-2 1 29 0,-3-3-29 15,3 2 0-15,0-2 17 0,-3 0 23 16,-1 0-22-16,4 0-7 15,-3 0 0-15,-1 0-13 0,3 0 16 16,-3 0-3-16,4-2 3 0,-5-1-5 16,3 1-11-16,-7 1-13 0,1-2 13 15,1 2 1-15,-6 0-1 0,3 0 0 16,-3 1-3-16,-2 0 1 0,2 0-20 16,1 0 22-16,-3 0 20 0,0 0-19 15,-2 0-1-15,4 0-3 0,-1 0 1 16,-3-2 2-16,0 2 0 0,0 0 17 15,-4 0-17-15,4 0 2 0,-4 0 0 16,2 0-2-16,-2 0 1 0,0 0-1 16,4 0 2-16,-2 0-2 15,1 0 1-15,-3 0-1 0,2 0 0 16,2 0 1-16,-2 0 2 0,-2 0-2 0,2 0 0 16,-2 0-1-16,0 0 0 0,0 0-1 15,2 0-3-15,0 0-9 16,0 0 10-16,0 2-10 0,-2-2 11 15,4 1-1-15,-2 0-10 0,2-1 12 16,1 1-16-16,-5 0 16 0,8 1-25 16,-4-2-32-16,0 2-17 0,0-1-6 15,0-1-52-15,-4 3 6 0,7-3-30 16,-5 2-58-16,-2 0-166 0,0-2-160 0</inkml:trace>
  <inkml:trace contextRef="#ctx0" brushRef="#br0">5341 6589 47 0,'0'0'45'16,"0"0"-2"-16,-72-28 9 0,49 17-29 16,-8-3 374-16,0 0-175 15,-2 1-101-15,-2-2 6 0,2 3-49 0,-4-1 3 16,2 4 7-16,-5-2-29 0,3 3-45 15,-2 1-14-15,0-1-2 16,-1 4-47-16,1-1 46 0,0 2-40 16,-3 0 41-16,3 3-11 0,0-1 10 15,-4 1 0-15,-1 0 3 0,1 0 32 16,-5 4 4-16,-6 1 32 0,-6 5 10 16,-10 3 20-16,0 4-27 0,6-2-9 15,4 2-62-15,16-1 16 0,5-2-13 16,10-3 10-16,-2 3-11 0,-4 3-2 15,-10 2 2-15,1 5-3 16,-5 1 1-16,-5 4 0 0,-8 5 2 0,-6 6 14 16,-3 4 0-16,5-3 4 15,6 1-18-15,7-1 31 0,-1 1-33 16,-4 4-1-16,2 2-15 0,4 0 15 16,-3 1 0-16,5 1-2 0,-4 1 1 15,0 3-9-15,5 1 11 0,-3 1 16 16,1 3 10-16,-1-2 0 0,2 1 13 15,-1 2-3-15,5 4-7 0,-6 3-26 16,9 3-3-16,-7 3-1 0,5 3-2 16,4 2-13-16,-3 2-4 0,5-1-9 15,2-1-3-15,2-2 6 0,1 2 23 16,3 0-16-16,3 3-4 0,-1 3 7 16,4 1 3-16,0 1-6 0,2 3 15 15,5-2 3-15,-3-3 0 0,6 1 0 16,-1-4 0-16,6 3-1 0,-5 3 0 15,5-1 2-15,4 5-1 16,-7-1-3-16,5 3-9 0,0 0 10 0,4-3-10 16,-3 1-1-16,5 3 12 0,-2 0-8 15,4 2 10-15,0 6 33 16,4 0-32-16,5-2 18 0,-3 2 10 16,4-5-11-16,7-2-18 0,-3 0-13 15,5 3-10-15,-3 1 22 0,5 3-24 16,0-3 25-16,-3 0 0 0,5-2 0 15,-4-3-29-15,1 4 25 0,3 1-15 16,-4 4 18-16,3 5-6 0,1 3 6 16,-2-3 1-16,3-2-13 0,7 4-3 15,-2-5-3-15,4 1-21 0,3-2 24 16,1 3-13-16,2-3 16 0,0-4 13 16,7-2 3-16,-5-1 36 0,5 0-3 15,1-2 6-15,-3-1-22 0,5 0 3 16,-3-4-22-16,7 2 11 0,-5-2-11 15,10-4-2-15,-8-3-11 0,3 1-44 16,3-5-12-16,-2-2 26 0,6-1 12 16,0-2 12-16,0-1 18 0,4-1 0 15,-4-4 0-15,6-2 0 16,-4-4-3-16,4-3 0 0,-2-2 3 16,0-1 0-16,-2-3 9 0,4 0 47 15,-2-3 25-15,0-4-32 0,1 2-27 16,1-4 1-16,2 0 13 0,0-1-13 15,0-7-4-15,1-1-19 0,1-4-3 16,-2-4-12-16,4-2 15 0,-1-3 0 16,1-2-7-16,0-2 7 0,1-3 1 15,-3 0 0-15,6-3 1 0,-5-2-1 16,-1 0 0-16,2-3 0 0,-3 0 0 16,-1-3 2-16,0-4-2 15,0 0-1-15,-2-3 1 0,3-5 0 16,1-2 12-16,0-3-13 0,0-3 0 15,-1 0 14-15,-1-5-11 0,0-3-2 16,2-3 0-16,-1-3 2 0,-1-5 16 16,0-2-19-16,0-2 0 0,5-2-3 15,-1-1-16-15,0 0-20 0,-1-4 13 16,-3 1 13-16,0-2 0 0,0-2-13 16,-4-1 3-16,0-2-9 0,-2 2 19 15,-2-1 0-15,-2 0 13 0,0-4-2 16,0-1 0-16,0-4-1 0,-4-2-36 15,4-3 3-15,-3-1 4 0,-3 2-20 16,0-1 6-16,-5-3 27 0,3-1-14 16,-5 0 18-16,-1 0 15 0,-3-1 13 15,-4 3-11-15,3-4 18 0,-3 0-17 16,-2 0 20-16,0-2 3 16,-2-2-13-16,0-2-10 0,0-3 0 15,2-6 0-15,-2 2 0 0,1-6-3 16,-1 0-25-16,0-1-8 0,-2 0-9 15,-2 1-10-15,-2 0 6 0,-3 1 4 16,-3-3 16-16,0 3 24 0,-5-1-21 16,-1 0-3-16,-1 1-46 0,1-3-13 15,-5 1-22-15,2-1-40 0,-3-1-39 16,-1-1 63-16,0 1 44 0,-2 2 24 16,-2-3 30-16,1 4 25 0,-5 2 13 15,0 1 55-15,0 6 92 0,-5 1 55 16,1 0-3-16,-2 5-20 0,-4 0-9 15,-3 4-24-15,1-2-19 0,-2 2-36 16,-3-1-23-16,-2-2-39 0,-1 2-16 16,1 0-9-16,-2-2 5 0,3-1-21 15,1-1 16-15,1-1-5 0,-1 2-11 16,1 0-2-16,-1 1 0 0,1 1-2 16,-1 1 2-16,-2 3-18 15,-3-1-17-15,1 2-6 0,-2 1 3 16,-1-1 13-16,-3 2 23 0,0-1-14 15,0 2 17-15,0-3 12 0,-4 3-10 16,6-1 2-16,-4 0 15 0,0 1-16 16,0 3-3-16,-2 1 0 0,0-3-3 15,-2 3 1-15,-2 1 2 0,0 3 69 16,-2-1-69-16,0 2 0 0,-3 0 14 16,1 1 12-16,-2 1 10 0,-1-2-33 15,-1 1 0-15,4 8-3 0,6 11-26 16,4 5 26-16,2 0 1 0,-8-4-1 15,-7-8-16-15,-1-3 16 16,-3-3 11-16,1 3-10 0,-1-2-1 16,1 1 13-16,2 0-13 0,-3-1-2 15,1 2 2-15,-3-1-45 0,5-1-11 16,-5 1 5-16,1 0-18 0,-3 0-25 16,-4-4-20-16,-10-5 0 0,-8-3-36 15,-5 3 98-15,7 5 39 0,2 6-3 16,8 9 16-16,2 1 24 0,-4 3 15 15,2 2 23-15,-2 3 13 0,0 2-26 16,0 2 29-16,-2 2 3 0,0 4-35 16,4 0-4-16,-4 2 0 0,2 3-29 15,0 2 16-15,0 3-26 0,0 1 29 16,2 0-9-16,4 3-2 0,6 2-19 16,9-1-4-16,8 2 0 15,4 0-24-15,-8 0-19 0,-2 3-23 0,-7 3-46 16,7 1-55-16,2 1-50 0,10-1-201 15,-8 8-176-15</inkml:trace>
  <inkml:trace contextRef="#ctx0" brushRef="#br0">12089 7070 92 0,'0'0'131'0,"-65"-7"205"0,26 3-235 16,2-1 19-16,-4 1-19 0,1 1-10 15,1-1-6-15,0 2 0 16,0 2 29-16,-5-2-13 0,3 2-13 0,-3 0-4 16,-1 2-48-16,1 4-30 15,1 2-6-15,-2 3-26 0,-1 2 4 16,3 5-43-16,-15 3-62 0,-2 10 16 15,-10 5-6-15,-1 4 22 0,5-2 43 16,2 1 25-16,10-3 27 0,-1 3 52 16,-7 1 72-16,-1 4 39 0,-3 6-36 15,0 2-20-15,0 4-61 0,0 3-30 16,2 4-16-16,2 2-2 0,0-3 1 16,2 4-1-16,2-3-1 0,4 0-16 15,3 3 19-15,3 0 13 0,5-3 9 16,1 1-2-16,7-2 6 0,0 0-23 15,6 2-2-15,0 3-1 0,4 3-2 16,3 3-14-16,-1 3 3 0,2 2-42 16,3 2-17-16,-3 4 13 0,4 2 17 15,1 0 10-15,-3 4 12 0,3 6 7 16,-3 1 11-16,0 3 1 0,3 6-9 16,-3 1 10-16,3 2 13 15,1 1-11-15,-1 2-2 0,3 1 0 16,3 3-3-16,0 1-26 0,3 2-14 15,1-5 4-15,2 1 27 0,0 0 12 16,-2-2 36-16,4 4-23 0,0 5 33 16,0 5 29-16,2 1-14 0,0 1-25 15,0 3-21-15,4-2-15 0,4 6-39 16,2-1-71-16,3 1 45 0,1-1-13 16,3-6 6-16,3 0 36 0,-1-4 18 15,4 3 17-15,-3 0 2 0,5-5 27 16,0 0 34-16,0-2-4 0,4-1-25 15,-4 1 19-15,4 1-13 0,2-5-6 16,0 1-31-16,4-3 14 0,2-6-16 16,2 2 0-16,3-6-2 0,1-2 1 15,2-4 1-15,5-4-1 16,0-3-10-16,5-4 9 0,1-5-15 16,-2-2-12-16,6-2-46 0,-2-5-3 15,4-2 10-15,-2-4-1 0,6-2 24 16,0-5 28-16,4-2-2 0,1-8-12 15,5-4 31-15,-1-8 0 0,3 0-6 16,1-8-5-16,3-5 11 0,-3-2 3 16,6-7 1-16,-5-3-2 0,7-5-2 15,-4-3 0-15,1-1 0 0,1-4 1 16,-4-1-1-16,-1 0-8 0,1-8 8 16,-6-2 0-16,1-3 0 0,3-6 0 15,-7 0 3-15,6-7 1 16,-3-4-3-16,5 0 1 0,-7-6 11 0,1-2-13 15,-3-3-1-15,3-2-2 16,-8 0-33-16,-2-3-20 0,-4-1 1 16,2-1-39-16,-4 0 22 0,2-1 60 15,-17 5 12-15,13-6 14 0,-8-2-12 16,1-2 25-16,1-9-10 0,-5 7 74 16,-3-2 7-16,-3-1-33 0,2-2-3 15,-1-2-23-15,1-2 6 0,-4 0 17 16,2 1-23-16,3-3-19 0,-1-2-4 15,1-2-16-15,-3-3 0 0,0-1 0 16,-2 0-1-16,-2-6-15 0,-2-1-69 16,7 0 53-16,-13-4 6 0,6-1 24 15,-2 2 0-15,-4-3-1 0,-1 0 3 16,3 0 0-16,-4-4 16 0,0-2-3 16,0-3 10-16,2-3-7 15,-5-1 4-15,3 0-4 0,-2-2-16 16,4-1-1-16,-9-2 1 0,7-3-26 0,0 2-29 15,-8 0-10-15,1-3-20 16,3 0-6-16,-9 2-46 0,1-3 13 16,1 1 20-16,-8 0 16 0,1 0 16 15,-1 4 57-15,-4-5 15 0,2 3 16 16,-4 0 26-16,0 0 17 0,-4 1-4 16,0 0 11-16,-3 0 44 0,1 0-12 15,-4 2 0-15,-2 2-30 0,-1-2-51 16,-3-1-6-16,1 3-11 0,-6-2-33 15,3-1-13-15,-7 5-38 0,0-4-37 16,-4 2 4-16,5-2 6 0,-10 5 7 16,1 2 38-16,-6 2-2 0,2 4 61 15,-4 6 7-15,1 7 13 16,-9 0-13-16,1 5-21 0,-4 2-28 0,3 1-23 16</inkml:trace>
  <inkml:trace contextRef="#ctx0" brushRef="#br0">13341 7893 155 0,'-62'-38'108'0,"-6"-6"-82"0,6 7 414 0,6 2-339 16,0 0-88-16,1 3-13 15,9 7-52-15,5 2 36 0,10 6-4 16,0 2-29-16,-7-2-9 0,-3-1-37 16,-2-1-9-16,-3 5-4 0,3 1 1 15,14 6-95-15</inkml:trace>
  <inkml:trace contextRef="#ctx0" brushRef="#br0">20285 7311 158 0,'-73'-14'681'16,"-5"-2"-529"-16,10 2-152 0,-1 0-10 16,3-1 10-16,2 2 3 15,-4-1 4-15,0 5-5 0,2-2-2 16,-1 1 3-16,1 1-2 0,-2 3 58 16,2 1 3-16,0 1 3 0,-3 2-42 15,3 2-23-15,-2 0-42 0,-2 8-66 16,-3 3-45-16,1-1-20 0,0 3 27 15,-1 1 22-15,3 3 32 0,-2 1 92 16,2 2 23-16,-3 3 82 0,5 3-4 16,2 1 3-16,-2 5-3 0,4 1-16 15,-3 1-23-15,1 1-23 0,2 2-13 16,-2 3-26-16,6 1-10 0,-2 6 8 16,2 0-24-16,-2 6 22 15,0 3 1-15,2 0 3 0,4 2 0 16,1 3 20-16,-1 3 3 0,6 1 12 15,0 4-2-15,5 2-30 0,-3 1-3 16,9 2-10-16,0 2 8 0,2 5-21 16,-1 4 7-16,1 5 3 0,0 5-3 15,0 3 14-15,2 3 1 0,-2 4 1 16,1 2-4-16,-1 2 1 0,0 4-20 16,-2 3 10-16,-3 3 13 0,5 2 3 15,0 0 46-15,2 2 30 0,4 2 5 16,4-1-6-16,6 6-9 0,1 0 15 15,9 0 4-15,-1-1 10 0,6 1-14 16,6-2-38-16,0 0-14 0,6 5-9 16,8 0-7-16,-1-2-14 15,5 2-2-15,-1-2-1 0,4 1-112 0,1 2 90 16,1 0-36-16,4-3-2 0,2 1 2 16,0-5 13-16,4-1 11 15,2-1 5-15,0 2 17 0,6-6 10 16,5-1 3-16,-1-5 1 0,5 1-1 15,4-3-1-15,2 0 1 0,-1 2 1 16,7-6 1-16,0 0 16 0,5-4-18 16,-1-5-1-16,2 0-2 0,0-1 3 15,4-4 0-15,1 0-17 0,-3-3 17 16,0-4 20-16,5-5-4 0,3-5 26 16,1-8-16-16,4-2 7 0,1-4-7 15,3-6-7-15,-2-2-19 0,2-6 17 16,0 0-40-16,-3-4 26 0,3-2-3 15,0-5 15-15,0 0-15 0,2-3-16 16,0-4 13-16,-1-3 2 0,1-4 1 16,0-3 0-16,-2-3-30 0,-4-3 1 15,4-5 27-15,-5-4-14 0,3-3-30 16,2-4 30-16,-2-1-13 0,-1-9 6 16,1-5 23-16,-2-3-2 15,-1-3 0-15,1-8 1 0,-2-3-1 16,-1-5 1-16,3-6 2 0,-4-2 14 15,1-2-2-15,-3-4 0 0,-5-2 7 16,0-3 48-16,-3-3-3 0,-3-5-45 16,0-2 32-16,-2-4 29 0,0-3-6 15,-4-2 6-15,-2-4 0 0,2-4-22 16,-4-5-43-16,1-6 10 0,-1-3-10 16,-2-6 14-16,-2-5-30 15,1-4-1-15,-3-6 1 0,0-2 2 16,-3-1 0-16,-5-4-2 0,1-2-7 0,-2 1-42 15,-1-5 27-15,-5-2-27 16,0 0-16-16,-4 1 13 0,0-1-10 16,-6 1-38-16,-5 0-21 0,1 1 17 15,-9 1 20-15,-1 3-1 0,-7 1 52 16,-4 4 33-16,0 2 44 0,-8 3 37 16,-5 0 27-16,-5 5 2 0,-3 0 4 15,-2-2-26-15,-2 1-30 0,-1-1-9 16,1-2 0-16,0 1-17 0,-2-4 1 15,2 3-4-15,3-3-8 0,-5 1-21 16,0 0-3-16,2 1-29 0,-4 0 15 16,2 6 5-16,-4 0-5 0,-2 5-9 15,0-1 10-15,-6 3 0 0,-3 3 2 16,1 1 14-16,-4 4 39 0,-5 0-10 16,2 3 16-16,-1-2-12 15,1 2-11-15,-1-1-19 0,-1 1-3 0,0 1 0 16,-3 4-7-16,1 0-16 15,-2 5-22-15,-2 4-4 0,-1 2-58 16,-5 8 23-16,-5 4 29 0,1 2-56 16,-4 8 20-16,-2 5 49 0,-1 7-10 15,3 4 0-15,-4 7-46 0,3 1-16 16,5 7-101-16,14 3-316 0</inkml:trace>
  <inkml:trace contextRef="#ctx0" brushRef="#br0">28489 7607 1141 0,'-70'-36'585'0,"12"9"-361"0,-6 0-68 15,8-2-55-15,6 4 35 0,-7-3-1 16,15 3-41-16,1 3-39 0,12 5-42 16,0-3-11-16,-6-2-2 15,-9-4-32-15,-9-8-23 0,-14-2-65 16,-5-1-19-16,-8 2-20 0,1 10-19 15,2 7-20-15,1 9-26 0,-5 3-11 16,-10 4 43-16,0 2 59 0,-6 8 71 16,2 5 52-16,-10 3 10 0,4 7 69 15,-5 4 48-15,-1 3 3 0,-1 5-29 16,-1 3-22-16,1 2 6 0,5 1 6 16,4 1 26-16,-5 1-6 0,5 3-26 15,-2-2-20-15,1 6-19 16,3 0-12-16,2 4-24 0,0 2-3 0,4 5-16 15,4 3-4-15,0 1-52 16,7 2 7-16,-5 4-29 0,11 2 25 16,-7 4-19-16,5 0 16 0,3 4 13 15,1 2 20-15,4 9-13 0,-3 5 19 16,5 4 3-16,4 7 11 0,2 4-8 16,2 2 4-16,7 4-10 0,3 0 36 15,5 5-2-15,1 3 2 0,5 6 11 16,2 0 9-16,4 1-1 0,2 6 10 15,6-2-9-15,-1 8 13 0,3 3 12 16,4 0 14-16,3 2 12 0,4 1-2 16,5 2-11-16,3 8-38 0,2-6-17 15,11 1-3-15,5-3 0 0,3-1-23 16,6 0-9-16,8-2 9 0,4-3 23 16,4 2 10-16,5-4-10 15,3 2 0-15,5 1-1 0,6-4 1 16,0-1-7-16,6-4 5 0,0-3 2 15,5-2-46-15,1-1 11 0,0-3-4 16,7-2 3-16,1-3 3 0,3-6 1 16,6 0-7-16,2-8 3 0,2-3 19 15,0-4-9-15,4-7 23 0,2-5-13 16,3-6 16-16,3-5 1 0,3-3 15 16,3-9-13-16,9-9-3 0,2-7 0 15,2-13 0-15,8-8 0 0,9-12 0 16,2-8 13-16,3-11-13 0,3-2 0 15,-2-14 3-15,2-5 19 0,-2-7-18 16,3-4-4-16,-1-7 0 0,-4-2 0 16,0-7 3-16,-7-3-2 15,1-3 15-15,5-7-15 0,-5-2 3 0,-1-5-2 16,1-9 11-16,4-3-10 0,-3-6-2 16,5-3 2-16,-5-1 18 0,-5-4-21 15,-9-2 0-15,0-2-6 16,-4 0 6-16,-8 1 2 0,-3-2 9 15,-10 1-9-15,-8 0 15 0,-8 1 20 16,-6 0-35-16,-9 0 51 0,-4-5 32 16,-6 2-17-16,-2-5 14 0,-2-4-21 15,-9-3-9-15,3-1-19 0,-7-1-33 16,-5-3-1-16,1-2 0 0,-6 2 1 16,-6-3 0-16,-4 1 0 0,-3-1 3 15,-7 0 36-15,-3-1-19 0,-4-1 12 16,-6-1 17-16,0 2-14 0,-6 0-5 15,-4 2-11-15,-7-2-19 0,-4 1 19 16,1 0-19-16,-9 1-3 16,2 0 3-16,-4 2 0 0,-4 1 17 15,-7 2-17-15,1 1 19 0,0 4 7 16,-9-2 16-16,5 3 7 0,-3 0-7 16,-1 1 0-16,-5 1-29 0,4 2 13 15,-6-1-13-15,3 1-12 0,-3-1 37 16,-2 1-38-16,-2 3-26 0,2 3 23 15,-6 1-46-15,-2 3 30 0,0 2-17 16,-9 5 7-16,9 2 3 0,-6 2 13 16,-3 2-16-16,5 5-4 0,-4 1-9 15,-3 4 6-15,1 5-42 0,-3 3 30 16,-1 2 15-16,1 4-6 0,-2 2-9 16,3 4 5-16,-1 2-9 0,3 2 13 15,6 1-58-15,-1 3-63 0,3 0-38 16,6 1-24-16,14 11-169 0,-1 5-88 15</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17:36.801"/>
    </inkml:context>
    <inkml:brush xml:id="br0">
      <inkml:brushProperty name="width" value="0.05292" units="cm"/>
      <inkml:brushProperty name="height" value="0.05292" units="cm"/>
      <inkml:brushProperty name="color" value="#FF0000"/>
    </inkml:brush>
  </inkml:definitions>
  <inkml:trace contextRef="#ctx0" brushRef="#br0">9141 2694 4 0,'0'0'1'16,"0"0"26"-16,0 0-24 0,0 0-3 16,0 0-26-16</inkml:trace>
  <inkml:trace contextRef="#ctx0" brushRef="#br0" timeOffset="376.21">9141 2694 3 0</inkml:trace>
  <inkml:trace contextRef="#ctx0" brushRef="#br0" timeOffset="47743.57">2621 4542 118 0,'0'0'320'0,"0"0"263"0,0 0-368 15,0 0-85-15,0 0 4 16,0 0-50-16,0 0 4 0,-18 11 0 16,15-11 9-16,3 0 11 0,0 0 5 15,0 0-3-15,0 0 0 0,0 0 7 16,0 0 12-16,0 0-30 0,0 0-99 16,3-3 0-16,-3 2 1 0,0 1 18 15,2-2 14-15,2 2 25 0,-2 0 3 16,2 0-13-16,2-2-3 0,0 2-16 15,-2-1-13-15,3 0-13 0,-1 0 19 16,4 0-2-16,1-1 15 0,-5 1 26 16,6-2-7-16,3 2 10 0,-5-2 0 15,4 1-3-15,-1 1-20 0,-3-1 3 16,9 1-12-16,-5 0-3 0,3 1-4 16,-1-1-3-16,3 1-6 0,4 0 10 15,-5 0-11-15,7 0-11 0,0 0 15 16,0 0 31-16,2 0-2 15,-1 0-20-15,5 0 10 0,-2 0-7 16,2 0 4-16,-2 0-7 0,4 0-2 16,0 0-11-16,-2-3-13 0,3 1 17 0,1 0-19 15,-2-1 1-15,0 0 11 16,0 2-10-16,0-2 13 0,0 1-13 16,0 1 11-16,-2-4-10 0,-2 4 10 15,0-2-12-15,-2 1-1 0,2 1 0 16,-4 1 0-16,-7-2 0 0,3 1-3 15,-9 1 2-15,5 0-2 0,-9 0 3 16,0 0 0-16,1 0 2 0,-5 0-1 16,-2 0 1-16,0 0 0 15,-2 0 26-15,0 0 7 0,0 0-6 16,0 0-11-16,0 0-5 0,0 0-1 0,0 0 1 16,0 0-10-16,0 0 12 15,0 0-12-15,0 0-3 0,0 0-13 16,0 0-12-16,0 0-9 0,0 0-17 15,0-2-25-15,0 2-21 0,0-1-32 16,-2 1-54-16,2 0-68 0,-2-3-108 16,0 3-257-16,-5-1-612 0,20 8 129 0</inkml:trace>
  <inkml:trace contextRef="#ctx0" brushRef="#br0" timeOffset="48724.87">2532 4647 24 0,'0'0'3'0,"0"0"115"0,0 0 520 16,0 0-68-16,0 0-306 15,0 0-160-15,0 0-26 0,0 0 16 0,0 0 23 16,0 0 9-16,13-1 14 0,-7 1 9 16,0-3-17-16,2 2-6 15,-2 0-4-15,5-1-25 0,1 1-24 16,-3-1-31-16,1 0-4 0,4 2-18 15,-5-2 15-15,3 0-16 0,2 1 7 16,-3 0 6-16,-1 1 3 0,5 0-3 16,-5 0 3-16,2 0-3 0,1 0 19 15,-1 0-13-15,5 0-13 0,-5 0 4 16,3 2 12-16,-1 0-19 0,5 0-6 16,-3-1-3-16,7 0 3 15,-5 2-4-15,3-3 1 0,2 3-11 0,-2-2 11 16,1 1-11-16,-1-1 10 15,0-1-9-15,3 1-1 0,-3 0 1 16,2-1 0-16,2 1-2 0,-3 1 0 16,1-1 1-16,2-1 0 0,2 0 2 15,-2 0 11-15,2 0-13 0,-5 0 14 16,5 0-15-16,-2 0-1 0,-4 0 4 16,1-1-1-16,3-1-1 0,-6 1-1 15,1 1-1-15,3-1 0 0,-6-1 1 16,3 2-1-16,-5-2 0 0,3 2-2 15,-3 0 1-15,4 0 1 0,-7 0 0 16,4 0 11-16,-5 0-11 0,5 0-15 16,-3 0 12-16,-3 0 3 0,5 0-1 15,-3 0 1-15,-4 0 0 0,7 2 0 16,-5-1 0-16,-2 0 2 0,3 0 0 16,-3-1-1-16,-2 1 1 0,-2 1 1 15,2-1 10-15,1-1-11 16,-3 0 0-16,0 1-1 0,0-1-1 15,-2 0 1-15,0 0 1 0,2 0-2 16,0 0 1-16,1 2 1 0,1-2 0 16,-4 0 0-16,2 0-1 0,-2 2-1 15,0-2 0-15,0 0 0 0,0 0 1 16,-2 0 1-16,0 0 11 0,0 0-10 16,0 0 13-16,0 0-13 0,0 0 13 15,0 0-13-15,0 0-3 0,0 0-18 16,0 0-39-16,0 0-47 0,0 0-80 15,0 0-68-15,0 0-110 0,0 0-313 16,0-2-643-16,0 4 511 0</inkml:trace>
  <inkml:trace contextRef="#ctx0" brushRef="#br0" timeOffset="58256.87">1784 7109 226 0,'0'0'69'0,"0"0"507"0,0 0-6 0,0 0-271 16,0 0-61-16,0 0-57 16,0 0-48-16,0 0-46 0,35-16-35 15,-27 15-10-15,-4 0-7 0,3-2 4 16,-5 3 0-16,0-2 6 0,2 0 4 16,0 2-4-16,0-3-7 0,-2 1-9 15,2 2-6-15,1-1-12 0,-1-3-11 16,0 2-1-16,0-4 0 0,2 4-1 15,0-1 0-15,1 1 2 0,-1-3 0 16,-2 1 1-16,2 1 12 0,0-1 3 16,-2-1 16-16,5 2-6 0,-3-3 6 15,0 1 3-15,2-3-3 0,3 1 29 16,-1-3 3-16,-4 1-3 0,5 1-23 16,3 0-15-16,-8-1 5 0,5 3-5 15,-3 0-10-15,-2 1 2 0,-2-1 8 16,0 3 15-16,0-1 19 0,1 0 16 15,-3 1 9-15,0 2-12 0,2-1-29 16,-2-1-16-16,0 3-12 16,-2 0-10-16,0 0 10 0,0 0-1 0,0-1 7 15,0 1 19-15,0 0 16 16,0 0 8-16,0 0 17 0,0 0 12 16,0 0 6-16,0 0-19 0,0 0-13 15,0 1-22-15,0-1-18 0,0 5-25 16,0 3-11-16,-2 4-14 0,-4 6-12 15,4 6 21-15,-2 4 16 16,-3 4 2-16,3 0-1 0,2 0 1 0,-2 0 0 16,0 0 14-16,-2-4-13 0,2 3 22 15,-1-1-7-15,1-2-2 16,0 4 12-16,2-7 12 0,-2 0 3 16,0-4 10-16,-2-4-19 0,6-3-19 15,-2-3-3-15,-1-1-8 0,3-2-4 16,0-2-3-16,0-2-18 0,0-1 2 15,0 1-15-15,0-2-21 0,0 0-35 16,0 2-25-16,3 0-50 0,3 1-48 16,-2-2-77-16,2 2-177 0,-2-1-153 15,2-2-470-15,-1 6-339 0</inkml:trace>
  <inkml:trace contextRef="#ctx0" brushRef="#br0" timeOffset="59916.66">2111 7701 154 0,'0'0'62'16,"0"0"-13"-16,0 0 1050 0,0 0-712 15,0 0-111-15,0 0-23 0,0 0-59 16,0 0-52-16,0 0-36 0,0 0 14 15,-40 15 14-15,36-13 7 0,-2-2-13 16,-2 0 6-16,-1 0-20 0,3 0-15 16,-4 0-8-16,-3 0-27 15,3 0 5-15,-2-2-19 0,-3 0-18 16,5-1-20-16,-5 0 0 0,1-1-12 16,2 1-16-16,-3-2 16 0,3-2-3 15,-5 0-29-15,5-1 18 0,-5-1 13 16,3-2 0-16,-5 1 1 0,5-1-18 15,-7 2 18-15,4-2 0 0,-5 1 0 16,3-1 2-16,-2 0-1 0,-1 1 2 16,3-2 22-16,-6 0-22 0,7 1 0 15,3 0-3-15,-3-1 1 0,3 2-2 16,3-4 0-16,-3 3 1 0,7-3 9 16,-2 1 7-16,-1 0 3 15,5-1-19-15,2-2-19 0,-2 1 19 16,2 1-16-16,-3-2 15 0,7-2 0 15,0 2-2-15,0-2-13 0,0-2 13 16,0 1 1-16,0-3-1 0,7 0-10 16,-3 0 12-16,0 1 1 0,-2-1 0 15,4 1 1-15,-2-1-1 0,3-1 1 16,1 2 2-16,-2-1 13 0,-2 0-3 16,2 1-1-16,1 0-10 0,1 1 27 15,-2 0 2-15,0 1-6 0,0-2-13 16,3 5-9-16,1-1-3 0,-4 0 1 15,2 0 0-15,5 1 2 0,-3-1-3 16,1 1 0-16,1 1 0 0,0 2-1 16,-1 0 1-16,1-1 1 0,-2 3 1 15,3 0 1-15,-1 1-2 16,-1 1 1-16,1 0 1 0,2 0-3 16,-3 3 1-16,-1-1-1 0,5 1 2 0,-5 1-1 15,4 0 12-15,-3 0-13 0,-1 0 1 16,5 2 2-16,-5-3 0 15,2 3-2-15,3 0 14 0,-7-1-15 16,4 1-2-16,3 1 1 0,-7-1 1 16,2 2-1-16,7-1 1 0,-9 2 29 15,9-1-27-15,-9 1 17 0,5 0-19 16,-1 0 3-16,-2 0-1 0,3 0-2 16,-1 0 3-16,-2 1 13 0,3-1-13 15,-1 3 16-15,-4-1-4 0,3-1-13 16,-1 3 1-16,-2-2 16 0,-1 2-16 15,-1-2 13-15,2 3-4 0,0-1-9 16,-1 2 0-16,-1 1 1 0,2 1 11 16,2 0-12-16,-1 3 10 0,-1-3-13 15,2 3 0-15,-2-1 0 0,-1 0 2 16,-1-2 0-16,6 3 10 16,-6 1 1-16,3-1-10 0,-5 0 13 0,2 1-14 15,2 3-1-15,-1-3-1 16,-3 1 2-16,0 3 1 0,2 0 12 15,-2-1-14-15,0 1-1 0,3-1 0 16,-3-2 0-16,0 1 0 0,-2 0 0 16,0 1 0-16,0-2 1 0,2 2-1 15,0-3 1-15,-2 1 1 0,0-2-2 16,5 1 3-16,-7 0-2 0,2-1 11 16,0 0-12-16,0 1 0 0,0-1 2 15,-2 3-1-15,0-4 0 0,0 3 1 16,2-3-2-16,-2 1 2 0,0 1 0 15,0 3 14-15,0-4-14 0,0 1 10 16,0 0-9-16,0 1 13 16,-2-1 2-16,2 0 4 0,-2-1-3 15,0 3-1-15,-2-4 4 0,4 1 0 16,-2 0-1-16,-3 0 7 0,3-1-3 16,0-1 2-16,0 0-2 0,0 2 0 15,-2-1-4-15,2-1-5 0,0 0-1 16,0 1 0-16,-2-2-11 0,0 3 14 15,-3-3-3-15,3 2-2 0,2-2 2 16,-4 1 0-16,4 0-13 0,-2-2 14 16,0 0 14-16,-1 0-2 0,-1-2-13 15,2 1 1-15,0 0-16 0,0 1 3 16,2-1-1-16,-2 0 1 0,-3 0-2 16,3 1 0-16,-4-1 0 0,2 0 1 15,2 0-2-15,2-1 1 0,-3-2-1 16,1 1 2-16,0 1 0 0,0-3 1 15,2 2 12-15,-2-1-15 0,2 0 0 16,-2 0 1-16,2 1-1 16,-3-1 2-16,1 0-1 0,-2-1 0 15,0 3-1-15,0-2 0 0,0 0 1 16,3 0-1-16,-5 1 0 0,0-1 0 16,2 1-2-16,0 0 2 0,-1-1-1 15,-1 0-1-15,-2 1-1 0,1-1-12 16,3 0 12-16,-2 1-9 0,-2-1-10 15,1 0 22-15,5 0-12 0,-2 2 0 16,0-2 9-16,0-2-16 0,-1 2-5 16,1-1 5-16,4 0-2 0,-2-1-7 15,-2 1-12-15,0-1-9 0,2 0-40 16,-1-1-50-16,3 0-44 0,0 0-112 16,0 0-318-16,-2 0-845 0</inkml:trace>
  <inkml:trace contextRef="#ctx0" brushRef="#br0" timeOffset="74707.51">3421 14330 255 0,'0'0'43'16,"0"0"-4"-16,0 0 10 0,0 0 443 16,0 0-140-16,0 0-63 0,0 0-6 15,0 0-43-15,-21 17-52 0,19-14-6 16,0-2-8-16,0 1-39 0,0-2-28 16,0 2-8-16,0 0-9 0,-2-1-7 15,4 0 23-15,-6-1-4 0,2 2-19 16,1-2-36-16,-1 0 26 0,2 0 0 15,-2 0-6-15,-2 0-20 0,-6-3-6 16,3-2-12-16,1-1 2 16,-6 0 10-16,1-1 6 0,-1-1-6 15,-5-2 15-15,5-3 4 0,-5 4 7 16,2-3-17-16,-1-1-29 0,-3-4-19 16,5 4 20-16,-5-4-19 0,4-1 25 15,-1 1-27-15,3-1-1 0,-1-3 22 16,3 3 3-16,-1-4 22 0,2 0-19 15,5-2-13-15,-1 2-2 0,-2-3 2 16,1 1-12-16,5-1 0 0,0 0-2 16,0-1 0-16,0 0-1 0,0-3-3 15,4 2-22-15,0-1 22 0,0 0-12 16,0-2 13-16,0 1-1 0,6 1-10 16,-2 0 13-16,0 0 0 0,0 2-1 15,3-2 0-15,-1 3 1 0,2 0-1 16,0 2 0-16,-1-1-1 15,3 0 1-15,2 2 0 0,-1 3 1 0,-1-2 1 16,4 2 1-16,-1 0 14 16,1-1-14-16,1 0 0 0,3 0 13 15,-1 1-15-15,6-2 0 0,-5 2 0 16,5 1-3-16,0 1 0 0,-5 2 3 16,7 2-15-16,-2 0-4 0,-5 3 17 15,7 2 0-15,0 1 2 0,-6 1 0 16,3 1 0-16,5 0-3 0,-8 3 1 15,2-1-1-15,1 3 0 0,-3 0-9 16,2 1 11-16,-1 5 0 0,-3-2 1 16,6 4-1-16,-7 0 1 15,5 2 2-15,-3 3-2 0,3-1-1 16,2 3-1-16,-5-1-1 0,3 2 2 16,0-1 1-16,-5 0 0 0,5 2 0 15,-7-2-2-15,3 1 2 0,-3 2 0 16,-1 0 12-16,-1 2-9 0,-1 1 13 15,-3 1-4-15,0 1-9 0,0 2 22 16,1-2-9-16,-3 2-14 0,4-1 10 16,-2 0-11-16,-1-1 2 0,-1-2 0 15,0 0 0-15,0-2 0 0,2 0 1 16,-5-3 8-16,1 2 0 0,-2 1 1 16,-2-2 2-16,2 4-2 0,-2-2-10 15,0 0 12-15,0 3-2 16,-2 0-10-16,-2-1 12 0,-1 0-13 0,3-2 10 15,-4 1-10-15,0-1 2 0,2 0-2 16,0-2 0-16,2-3 0 0,-2 3-2 16,-1-4-13-16,3 0 10 0,-4 0 0 15,4 0-9-15,-4-3 10 0,4-2 2 16,0 1 0-16,-2-3 0 16,4-1-22-16,-2-1 7 0,2 0-16 15,-3-2-34-15,3-1-47 0,0-1-31 16,-2 0-71-16,2 1-168 0,0-1-208 15,0 2-409-15,-4 1-657 0</inkml:trace>
  <inkml:trace contextRef="#ctx0" brushRef="#br0" timeOffset="75937.95">3390 14353 92 0,'0'0'193'0,"0"0"1152"16,0 0-900-16,0 0-160 15,0 0-20-15,0 0-11 0,0 0-65 16,0 0-35-16,0 0-20 0,-31 55-4 16,29-47-3-16,-4 3-17 0,0-1-6 15,1 3-6-15,-3 3-20 0,4 1-27 16,-2 3-7-16,-4 1-3 0,-1 4-39 16,3 3 41-16,-7 3-5 0,3 2-10 15,-4 3-9-15,-1 6 6 0,0 3-25 16,-1 1-16-16,-5 3 16 0,9 0 3 15,-7 1-1-15,6 0-2 0,-5-1 3 16,5 1-1-16,-3-2 17 0,3-1 0 16,-1-5 5-16,5-1 4 0,-1-6 6 15,-2-6 4-15,7-2-14 0,1-7 26 16,0-3-13-16,-2-4 9 0,6-5-3 16,0-2-3-16,-1-3-9 15,1-1-31-15,2-2-15 0,0 0-44 0,0 0 19 16,0 0 6-16,0 0 9 15,0 0-2-15,0 0-4 0,0 0 3 16,5 0 28-16,-1 0 18 0,0 0-18 16,2 0-2-16,2-2-11 0,-2 2 12 15,5 0 1-15,5-2-1 0,-3 1 1 16,5 0 0-16,-1-1 0 0,8 1 0 16,-1-2 0-16,3 3 0 0,0-3-1 15,4 2 1-15,2-1-12 0,7 1-1 16,-5-2-5-16,4 1-13 0,0-1 0 15,3-1 0-15,3 1 28 0,1 0 1 16,-3-3-16-16,7-1 16 0,-5 1 1 16,3-1 0-16,-3-2 1 0,-1 1-3 15,3 0 1-15,-4-1 2 0,-1 1 2 16,5 0-1-16,-5-1 0 0,-3 0 0 16,0-1 0-16,3 1-1 0,-7-1 1 15,0 0 1-15,-2 1-1 0,-6-1-1 16,-2 2-2-16,-1 0-1 15,-3 1 3-15,-6-1 2 0,1 2-2 16,-6 2 1-16,-3 1 0 0,-3 2 2 16,-2 0 0-16,-2 1 40 0,0 0 35 15,0 0 2-15,0 0-9 0,0-1-18 16,0 1-22-16,0-1-16 0,0 1-3 16,0 0-12-16,-2-3-1 15,0 0-26-15,-2-5 8 0,-3-1-30 0,-3-4 24 16,0-3 7-16,-1-2 2 0,1 2 1 15,-2-4 2-15,1-2 10 16,-1-1 1-16,-3-2 1 0,-1-5-1 0,-1 0 1 16,1-1-1-16,-1-4 2 15,-1 0-1-15,-3-3 0 0,-2-1 0 16,3-1 1-16,-1-3 0 0,-6 2 2 16,6 1 10-16,-1 1-10 0,-3 1 26 15,2 1-12-15,7 1 11 0,-5 2-5 16,8 0-20-16,1 0-2 0,-2 3-2 15,5 4-16-15,1 2 2 0,0 4-9 16,6 5-2-16,-2 3-1 0,2 3 9 16,2 2-6-16,-3-1-6 0,3 0 0 15,0 3-12-15,-2-1-22 0,2 0-22 16,0-1-29-16,0-1-54 0,0 1-25 16,0-4-75-16,0 0-13 0,0-3-86 15,0-2-90-15,0-1-202 0,0 6-130 16</inkml:trace>
  <inkml:trace contextRef="#ctx0" brushRef="#br0" timeOffset="77440.05">2100 14123 153 0,'0'0'215'15,"0"0"297"-15,0 0-82 0,0 0-147 16,0 0 13-16,0 0 64 0,0 0-11 16,0 0-8-16,0 0 30 0,0 0-12 15,4-7-76-15,-6 7-128 0,-2-2-78 16,-2 0-33-16,0-1-6 0,-3 0-1 16,3 0-15-16,-4 0-20 15,-2-1 1-15,-1 2 28 0,-5 2-31 0,1 0-31 16,-6 2 18-16,0 4 13 15,7 2-15-15,-7 1-1 0,7 5-15 16,-5-3 12-16,7 3-6 0,-1 0 4 16,5-2-7-16,4 0 6 0,-1 0 0 15,1 0-3-15,4-2-9 0,2 0-11 16,0 2 1-16,8 0 3 0,-1 1 10 16,-1 1 6-16,4 0 2 0,5 1 11 15,-5-2 10-15,4 1 2 0,3 0-1 16,4-3-1-16,-3 1 0 0,5 0 2 15,-2 1 0-15,1-3-2 0,3 2 2 16,-6-3 3-16,3 1 9 0,3 1 7 16,-8-3-17-16,1 1 11 0,-5 0-1 15,1-3 4-15,-3 3 3 0,-3-3 15 16,-4 1 7-16,2 0 17 0,-4-1 13 16,-2 2 20-16,0 2-20 0,0 2 7 15,-2-2 3-15,-6 2-23 0,2-1-8 16,0 3-7-16,-5-3-12 15,-1 2-16-15,1-1 0 0,1 2-15 16,-4-4-13-16,3 2-14 0,-5-3-35 0,1 2 12 16,3-1 4-16,-3-3 3 15,5-1-7-15,-6 1-6 0,5-2-28 16,3-3-9-16,-4 0-15 0,5-1-33 16,3-1-44-16,0-3-98 0,2-4-177 15,2-6-346-15,0-4-188 0,0 0-124 16</inkml:trace>
  <inkml:trace contextRef="#ctx0" brushRef="#br0" timeOffset="77844.66">2195 14190 685 0,'0'0'1249'16,"0"0"-1028"-16,0 0-131 0,0 0 182 16,0 0-53-16,56-24-64 0,-35 17-17 15,-1 0 19-15,-1-1 15 0,2 3-35 16,-3-3-36-16,3 2-25 0,-2 0-16 15,-5 3-10-15,5 1-21 0,-7 0-28 16,-2 1-1-16,3 0-1 16,-3 1 1-16,-2 0 1 0,-1 0 1 15,3 0-2-15,-2 0 0 0,-4 1 0 16,5 0-19-16,-1 1-28 0,-2-2-42 16,0 0-41-16,-4 0-22 0,5 0-33 15,-3 0-17-15,-4 0-26 0,2 0-75 16,-2 0-86-16,0 0-26 0,-2 0 41 15,-9 0-907-15</inkml:trace>
  <inkml:trace contextRef="#ctx0" brushRef="#br0" timeOffset="78151.2">2315 14189 530 0,'0'0'258'16,"0"0"1325"-16,0 0-1145 0,0 0-219 0,0 0-146 15,0 0-28-15,0 0 35 16,0 0 32-16,0 0 43 0,0 0 29 0,0 9-17 16,0-3-41-16,4 4-37 0,3 3-21 15,-3 6 1-15,0 1-10 16,0 3-6-16,2 4-6 0,-2 4-13 16,0 3-16-16,5 1-5 0,-5 1-10 15,0 2 9-15,0-1-12 0,0-2 1 16,0-4-1-16,5-2-2 0,-5-6-26 15,2-3-3-15,-2-5-28 0,2 0-25 16,3-5-12-16,-3-3-18 0,2-3-18 16,-4 0-16-16,-2-4-70 0,2 0-87 15,0 0-38-15,-1-6-128 0,-3-1-155 16,0 1-60-16,0-8-398 0</inkml:trace>
  <inkml:trace contextRef="#ctx0" brushRef="#br0" timeOffset="78403.39">2383 14480 324 0,'0'0'94'15,"0"0"1569"-15,0 0-1265 0,0 0-165 0,0 0-150 16,0 0-83-16,0 0-80 16,0 0 80-16,0 0 3 0,0 0 136 15,17-2-5-15,-11-1-5 0,4 0-14 16,3 0-36-16,-5-1-34 0,2-2-29 15,3-1 3-15,-3 1 6 0,1-3-22 16,1 2-3-16,-2-1 0 0,1 1-76 16,1 1-48-16,-2-1-30 0,-3 1-51 15,5 1-43-15,-4 1-140 16,-4 1-277-16,0 3-419 0</inkml:trace>
  <inkml:trace contextRef="#ctx0" brushRef="#br0" timeOffset="78669.87">2334 14818 122 0,'0'0'2148'15,"0"0"-1683"-15,0 0-407 0,0 0-55 16,0 0 123-16,0 0 18 0,0 0 19 15,47-22 12-15,-32 13-32 0,-5 1-29 16,9 0-13-16,-7 1-19 0,-2-1-38 16,7 1-44-16,-7-1-3 0,7 1 3 15,-5 2 10-15,1-3-10 16,3 3-104-16,-1-3-76 0,5-1-119 16,1-1-66-16,-6 1-279 0,9-5-558 0</inkml:trace>
  <inkml:trace contextRef="#ctx0" brushRef="#br0" timeOffset="82432.28">8064 11600 1345 0,'0'0'595'0,"0"0"-226"16,0 0-55-16,0 0-76 0,0 0-36 15,0 0-20-15,0 0-7 0,0 0-3 16,0 0 24-16,0 0 5 0,0 0-22 15,-10 0-33-15,10 3-53 0,0 2-18 16,2 5-14-16,0 5-17 0,0 6-27 16,2 3-17-16,0 4-15 0,0-2-4 15,-4 0-3-15,4-4-2 16,-4 1-29-16,2-5-21 0,-2-2-19 16,0-4-44-16,0-3-74 0,0-2-120 15,-2-1-184-15,2-5-161 0,-4 3-624 0</inkml:trace>
  <inkml:trace contextRef="#ctx0" brushRef="#br0" timeOffset="82652.2">7861 11921 692 0,'0'0'1431'0,"0"0"-1055"16,0 0-6-16,0 0 11 0,0 0-164 15,-37 54-144-15,37-42-73 0,2 2 16 16,4 4 34-16,3 0 7 0,-3 2-6 15,2-1-16-15,-2-4-35 0,3-2-11 16,-1-2-14-16,-2-2-10 0,2-3-101 16,-2-3-131-16,1-3-40 0,-5 0-92 15,4 0-187-15,-4-5-211 0,-2-1-34 16</inkml:trace>
  <inkml:trace contextRef="#ctx0" brushRef="#br0" timeOffset="82947.62">7874 11969 27 0,'0'0'121'16,"0"0"1338"-16,0 0-988 0,0 0-199 16,0 0-104-16,0 0-90 0,0 0-11 15,0 0 7-15,12-57 26 0,0 45 19 16,5-1 3-16,8-2 63 0,-2 2-16 16,3 1-58-16,7-1-6 0,1 1 8 15,3 1 13-15,0-3-32 0,0 3-25 16,0 0-21-16,-4 0-20 0,1 5 7 15,-10 1-32-15,-1 3 12 0,-6 2-12 16,-5 2 1-16,-6 7 30 0,-4 4 112 16,-2 8 49-16,0 2-112 0,-6 5-58 15,-2 1-13-15,0-1 1 0,-3 1-13 16,1-6-3-16,2-1 0 16,-1-3-46-16,3-4-28 0,0-4-41 0,2 0-49 15,0-5-68-15,0-1-136 16,-1-3-237-16,1 1-360 0,-8-3-821 0</inkml:trace>
  <inkml:trace contextRef="#ctx0" brushRef="#br0" timeOffset="83427.06">8062 11975 255 0,'0'0'2077'15,"0"0"-1564"-15,0 0-174 16,0 0-103-16,0 0-102 0,0 0-46 15,0 0-69-15,0 0-6 0,-23 71 31 16,15-45-19-16,-1 3-7 0,-1 0-18 16,-2-3-2-16,1-4 1 0,3-3-32 15,0-7-12-15,6-5-31 0,0-2-57 16,0-5-48-16,0 0-81 0,2-5-156 16,0-2 124-16,2-1 209 0,0-4 47 15,2-3 28-15,0-1 7 0,2-1 5 16,0 2-2-16,3-3 26 15,-1 1-7-15,2 3 52 0,1-1 39 0,1 3-3 16,3 1-20-16,-1 0 13 0,3 3-10 16,1 2 29-16,1-2-3 0,-3 5 92 15,3 0-62-15,-5 1-60 0,1 2 9 16,-5 0 19-16,-4 3 31 0,-4 4 31 16,-2 1 94-16,0 7-10 0,-6 2-137 15,-4 5-55-15,0 2-28 16,-5 1-22-16,3 1 7 0,-5-1-10 15,3-1-2-15,-3 0-13 0,3-1-16 16,-3 0 16-16,3-4-21 0,-1-3-28 16,3 0-41-16,-1-3-24 0,1-2-31 15,2-4-4-15,1-1-26 0,-1-2-46 16,4-2 26-16,0-2-59 0,-1-2-123 16,5-7-125-16,-2-3-489 0,2 2-9 15</inkml:trace>
  <inkml:trace contextRef="#ctx0" brushRef="#br0" timeOffset="83970.71">7969 12149 148 0,'0'0'98'0,"0"0"378"16,0 0 155-16,0 0-250 0,0 0-112 15,0 0-61-15,0 0-49 0,0 0 9 16,0 0 35-16,0 0 18 16,27 4-6-16,-17 1-11 0,6 1-23 15,1 0-16-15,2-1-30 0,1 1-25 16,3-3-21-16,-2 2-21 0,1-3-15 15,3 3-21-15,-2-4-14 0,2-1-2 16,-5 0-4-16,3 0-11 0,-4 0-1 16,-1 0 0-16,-3 0-28 0,-5 0-28 15,-4 0 0-15,1 0 9 0,-5 0 44 16,-2 0 3-16,0 0 81 0,0 0-75 16,-2 0-6-16,0 0-71 0,-3 0-18 15,1 0 8-15,0 0 14 0,0 0 1 16,-2 0 10-16,-2 0 11 15,-1 0 11-15,1 0 17 0,-4 0 17 16,1 0 2-16,-1 0 33 0,2 3 28 16,-1 0-6-16,-1 3-13 0,1 1-10 15,-1 1-9-15,2 5-9 0,-3-1-3 16,1 4-12-16,4 2 0 0,-1-2 20 16,5 3 16-16,0-4-15 0,4 0-22 15,0 1 0-15,4-3-3 0,2-1-9 16,5-3 8-16,-3 2 3 0,7-4-1 15,-1-1-10-15,-2-3 9 0,5-2 1 16,-5-1 0-16,1 0 2 0,-1-5 2 16,-2-2-1-16,-1 0 1 0,-1-5 26 15,-4 1 3-15,-2-1 2 0,0-2 14 16,-2 0-7-16,0-1-3 0,-6 2-5 16,2-1-7-16,-4 2-7 15,1-1-2-15,-1 2-16 0,0 1-10 16,0 0-18-16,-1 5-62 0,-1 0-61 15,4 1-41-15,-4 0-92 0,3 4-159 16,1 0-334-16,-2 0-838 0</inkml:trace>
  <inkml:trace contextRef="#ctx0" brushRef="#br0" timeOffset="87030.81">7849 14609 43 0,'0'0'310'0,"0"0"895"0,0 0-899 16,0 0-209-16,0 0 59 0,0 0-20 15,0 0-10-15,0 0-6 0,-8-64 19 16,8 46-4-16,-5-1-6 0,1-4 12 16,2 0 9-16,-2-5-6 0,2-1 2 15,-4-4-16-15,2-6-32 16,-2-3-16-16,-3-2-19 0,3-8-16 15,-4-12-3-15,1-9-13 0,1-2 7 16,0 4 4-16,2 7 1 0,2 7 4 16,-3-3-9-16,7-1-14 0,-4-1-5 15,0-5 9-15,2 3-6 0,0 1-6 16,2 1-1-16,-2 1-3 0,2 16-9 16,0 7 9-16,-2 8-9 0,2 2 0 15,0-6-1-15,0-2-1 0,0-5-1 16,4 1-3-16,-2 2-25 15,0 2 10-15,4 2 5 0,-4 2 1 0,5 4 9 16,-3 3-10-16,2 2 12 16,-4 5 1-16,2 4 0 0,-2 2 0 15,0 1 1-15,2 2 0 0,-2 2 2 16,-2-2-1-16,5 0-1 0,-3-1-1 16,0 1-1-16,0 0 1 0,2 2-1 15,-2-2-14-15,-2 5 12 0,2-3 1 16,-2 3 1-16,2 2 1 0,0-1 1 15,-2 0 1-15,0 3-2 0,0-3-1 16,2 3 0-16,-2-1-2 0,0 1 2 16,0 0-1-16,0 0-1 0,2-2-9 15,0 2 9-15,-2 0 1 0,2 0 0 16,1 0-1-16,1 0 1 0,-2 0 2 16,4 0-1-16,-2 0 1 0,2-2 0 15,3 2 1-15,-1 0 12 16,2-1-10-16,0 1 0 0,3 0 0 0,-1 0 16 15,3 0 3-15,3 0-22 0,1 0 1 16,0 0 14-16,1 1-2 16,3 1-11-16,0 1 1 0,-1 0 15 15,3 1-14-15,2 0 8 0,0 1-9 16,4 1 31-16,2 0-9 0,0-2-22 16,2 1 10-16,5-2-1 0,-1-1-10 15,2 1-1-15,1-1 1 0,1-1 0 16,-2-1-1-16,1 1-1 0,-3 1 2 15,-2 0 0-15,-6 1 11 0,-2 0-11 16,-6 1 1-16,-5 2 9 0,-3-1 4 16,-3 0 5-16,-3 2 10 0,-3-1 34 15,-2 0 37-15,0 0 11 0,-2 0-15 16,0 3-36-16,-2-1-26 0,0 1-17 16,0 2-7-16,0 2-10 0,0 3-1 15,0 0-1-15,2 5-3 0,-2 1 0 16,0 3 1-16,2 2-1 0,0 1-9 15,0 1 10-15,0 0-1 16,3 4 0-16,-1-2-12 0,2 1-12 16,-2 0-7-16,4 0 3 0,-1 2-24 15,3 1 15-15,0 0-3 0,3 3 0 16,-3 2 0-16,2 0 0 0,-1 2-3 16,1-1 3-16,0 5-7 0,3-3 4 15,-1 0-4-15,-1 0 1 0,-1 1-4 16,3-2 0-16,-3-1-3 0,1 1 6 15,-1-1 13-15,2-1 12 0,-3-1 6 16,-3-1 2-16,0-1-8 0,1-1 9 16,-3-2-2-16,-2-1 5 15,2-1 1-15,-2-3 8 0,0 0-7 0,3-2 11 16,-5-2 2-16,2-1 1 16,0-3-1-16,0-1 11 0,0 1-10 15,0-3-1-15,-2 0 1 0,2-2 10 16,1-1 2-16,-3 1-11 0,2-3 11 15,0 0-13-15,-2 1 1 0,2-1 1 16,0 0-1-16,0 0 9 0,1 4-12 16,-1-1-2-16,2 0-17 0,0 2 16 15,-2 0-12-15,0-2 11 0,3 0 4 16,-5-1 2-16,2-1 1 0,-2-2 9 16,0 2 4-16,0-3-13 0,-2 1 10 15,2-2-9-15,-2-1 8 0,0-1-10 16,2-3 1-16,-2 3 13 0,0-5 0 15,0-1 2-15,0 0 4 0,0 1 6 16,0-1 6-16,0-2 10 0,0 3 0 16,0-2-4-16,0 1 0 15,-2-2-12-15,0 3-6 0,-2-1-7 16,2 0-13-16,-2 0 0 0,-3 1 0 16,1 0 0-16,0 0-1 0,-4 0 1 15,-1 0-1-15,1 1 0 0,-7 2 1 16,3-1-1-16,-5 2 2 0,1 2-2 15,-3-3-1-15,0 2 2 0,-1 0 1 16,-1 1-1-16,0-1 0 0,0-1 1 16,-1 0 10-16,-1-1-11 0,-2-1 0 15,-2 0 0-15,2-3 0 0,-4 2 1 16,0-2 9-16,-2-1 1 0,0 2-1 16,-2-2-9-16,-2 0 22 0,-3 1-10 15,1-1 4-15,0 2-17 0,0-1 10 16,-1 1-12-16,-1-1 1 0,2 2-1 15,-1-1 1-15,3 0 15 0,0 0-1 16,2 0-13-16,2-2-1 0,0-1 1 16,0 0 1-16,2 0 1 0,4 0-1 15,0-1-1-15,2-1 1 0,2-1 0 16,5 2 12-16,-3-3 1 0,7 2-1 16,1 0-13-16,3 1-2 15,4-1 0-15,2 2-12 0,-1-3-7 16,3 2-24-16,0-1-6 0,0 1-10 15,2-1 0-15,-2 0 32 0,2-1 8 16,0 0-6-16,-2 2 0 0,2-1-12 16,0-1-47-16,0 1-37 0,-2-2-37 15,2-1-71-15,0 0-186 0,0-5-78 16,0 2-179-16,-2-1-527 0</inkml:trace>
  <inkml:trace contextRef="#ctx0" brushRef="#br0" timeOffset="88386.06">6268 13090 200 0,'0'0'26'0,"0"0"108"0,0 0 566 15,0 0-293-15,-54-3-160 0,39 2 26 16,-1-1-62-16,1 1-1 16,-3-1-51-16,1-1-27 0,1 2-10 15,-1-3-16-15,1 0-16 0,1-1 9 16,-4-4-3-16,5 1-10 0,-3-3-9 16,3-2-20-16,-5 0-28 0,5-3 6 15,-3 0-7-15,5-3-12 0,0 0-14 16,-1-1 1-16,3-3 16 15,-1 1 0-15,1-2 0 0,4-1 0 0,2 0 0 16,0-1 0-16,4 1 22 0,0 0-12 16,0 0 27-16,4-2 4 0,2 2-9 15,0-2-4-15,7 2 18 0,-1-2-30 16,0-1-3-16,5 3 6 0,2-1-13 16,1 1 3-16,3 0-3 0,2 1-7 15,-2 3 10-15,8 3-9 0,-5 3-18 16,1 0 12-16,4 4-11 15,-4 3-2-15,-2 5-2 0,6 0-13 0,-4 3 14 16,2 0 1-16,0 6-3 16,-4 2 1-16,-5 3-11 0,5 4 11 15,-4 4 2-15,-5 3 0 0,1 6 2 16,-3 2 11-16,-3 3-1 0,1 4-9 16,-2 2 1-16,-1 3-4 0,-3-1-11 15,-2 4-26-15,2-2-10 0,-4-2-6 16,-2-3 6-16,2-2 9 0,-2-5 6 15,0-4 1-15,0-2-19 0,0-7-4 16,0-4-9-16,0-3-34 0,0-3-74 16,2-5-68-16,-2-2-93 15,0 1-116-15,0-1-216 0,0-1-126 0</inkml:trace>
  <inkml:trace contextRef="#ctx0" brushRef="#br0" timeOffset="89239.85">6234 13041 353 0,'0'0'36'16,"0"0"407"-16,0 0 556 0,0 0-697 15,0 0-20-15,0 0-66 0,0 0 22 16,-18 61-3-16,14-48 7 0,4 4-42 16,-4-1-51-16,1 5-10 15,-1 0-20-15,-2 3-18 0,-4 2-7 0,4 2-13 16,-5 1-12-16,-3 2-26 16,6 2-15-16,-5 0-26 0,-1 1-2 15,3 2 1-15,-1-2 0 0,0 1 1 16,3-2 11-16,1 0-1 0,-4-4 10 15,7-4-4-15,1-1-18 0,2-4 0 16,-2-2-1-16,2-2-1 0,2-3-10 16,0-1 10-16,0-2-1 0,0-2 0 15,0-1 0-15,2 1 2 0,0-6 0 16,0 3 1-16,0-4-15 0,-2 1 12 16,0-1-10-16,4-1-5 0,-4 2 5 15,3-2 10-15,-1 0-9 0,6 0 10 16,-4 1-1-16,2-1 2 0,2 0 0 15,-1 0-2-15,5 0 0 0,-2-3 1 16,1 1 2-16,5 0 0 0,1-3 2 16,3 3 1-16,1-3 12 0,0-1-14 15,6 2 1-15,0-1 11 0,4 0-1 16,0-1-11-16,2 0 2 16,2-2-1-16,0 0 14 0,0-1-13 15,0 0 15-15,0 0-16 0,-2-2-1 16,-2 0 12-16,-2-1-12 0,0-1-1 15,-4 1 0-15,-4-1-16 0,-3 2 1 16,-1 0-7-16,-5 3 19 0,-1 0-19 16,-3 0 20-16,0 3 1 0,0-3-1 15,1 2 1-15,-1-1-1 16,-2 0-17-16,7-1-5 0,-7-1-4 0,0 4 6 16,0 1 6-16,-4-1 14 15,0 4 0-15,-2-2 2 0,5 3 16 16,-5-1 15-16,0 1 12 0,0 0-9 15,0 0-12-15,0 0-10 0,0-1-12 16,0 1-3-16,0 0 3 0,0 0 4 16,0 0 20-16,0-1 7 0,-7-3 10 15,5 2-39-15,-4-4 10 0,-4-4 13 16,-5 1-7-16,1-3-18 0,-5-1-1 16,-2-4 0-16,1-1 1 0,-5-3-18 15,2-2-7-15,-2-2 0 0,-1-3-6 16,1 1 0-16,2 0-6 0,0 2-13 15,1 0-34-15,1 0-56 0,4 0-77 16,5-5-159-16,-3 1-211 0,9 7-591 16</inkml:trace>
  <inkml:trace contextRef="#ctx0" brushRef="#br0" timeOffset="89914.53">6257 11683 704 0,'0'0'1688'16,"0"0"-1185"-16,0 0-125 0,0 0-70 15,0 0-121-15,0 0-80 0,0 0-13 16,-25 63 10-16,13-45-4 0,4 1-3 16,-5 5 8-16,-1 0-6 0,-1 1-28 15,-1 0-21-15,1-2-26 0,3-2-1 16,-3-2-23-16,5-3-28 0,0-1 7 15,2-3-26-15,1-2-42 0,1-3-23 16,4-2-3-16,-2-2-16 0,4-1-30 16,0-2-75-16,0 0-301 0,6 0 78 15,0-4-28-15,1-3-55 0,3-5 99 16,0-1-16-16,-2-3-24 0,5 1 191 16</inkml:trace>
  <inkml:trace contextRef="#ctx0" brushRef="#br0" timeOffset="90103.78">6152 11910 32 0,'0'0'316'0,"0"0"39"16,0 0-52-16,0 0-10 0,0 0 52 0,0 0 100 15,0 0 11-15,0 0-73 0,0 0-75 16,20-13-60-16,-20 16-52 16,2 1-38-16,-2 6-76 0,3 2-35 15,-1 9 6-15,2 3 11 0,-2 5-5 16,4 2 0-16,-2 0-21 0,0-2-14 16,-2-1-12-16,0-3-12 15,0-5-2-15,1-2-23 0,-1-3-13 0,0-5-49 16,2-1-48-16,-2-4-60 0,0-2-83 15,6-3-111-15,-2 0-109 0,-1-8-143 16,-1 1-84-16,-2-8-382 0</inkml:trace>
  <inkml:trace contextRef="#ctx0" brushRef="#br0" timeOffset="90351.89">6208 11983 89 0,'0'0'786'0,"0"0"526"16,0 0-933-16,0 0-186 0,0 0-129 15,0 0-38-15,0 0 157 16,0 0 73-16,0 0-27 0,0 0-61 16,51-19-42-16,-34 13-38 0,1-1-13 15,3 2-28-15,0-1-19 0,-5 0-14 16,9-2 1-16,-4 4-12 0,-3-2-3 16,3 2-3-16,-7 0-92 0,5 0-30 15,-7 1-29-15,3 1-33 0,-5 1-42 16,-1 0-24-16,1 0-42 0,-2-1-119 15,-2-2-108-15,-1 3-109 0,-3-5-483 16</inkml:trace>
  <inkml:trace contextRef="#ctx0" brushRef="#br0" timeOffset="90676.19">6348 11698 882 0,'0'0'280'0,"0"0"774"15,0 0-669-15,0 0-73 0,0 0-78 16,0 0-80-16,0 0-43 0,0 0 10 16,0 0 31-16,0 0 11 0,-2 27 4 15,4-9-29-15,6 6-32 0,1 5-19 16,-1 3-25-16,0 2-18 0,0 2-20 15,5-1-5-15,-5 0-4 0,-2-2-14 16,3 0-1-16,-1-3-2 0,-2-3-22 16,2-3-41-16,-6-2-28 0,7-2-16 15,-3-2-22-15,0-4-30 0,0 0-44 16,0-2-73-16,3-3-70 16,-1-5-31-16,0 0-41 0,-2-4-160 15,-3 0-84-15,5-4-128 0</inkml:trace>
  <inkml:trace contextRef="#ctx0" brushRef="#br0" timeOffset="90949.95">6476 11681 647 0,'0'0'632'0,"0"0"742"16,0 0-835-16,0 0-192 0,0 0-82 16,0 0-23-16,0 0-35 0,0 0-83 15,0 0-43-15,0 0-16 0,9 20-19 16,-3-3-46-16,0 2-1 16,0 6-27-16,0 2-89 0,1-2-88 15,3-2-115-15,0-1-218 0,-4-7-254 16,3 1-868-16</inkml:trace>
  <inkml:trace contextRef="#ctx0" brushRef="#br0" timeOffset="91525.49">6689 11703 1333 0,'0'0'728'0,"0"0"-243"0,0 0-66 16,0 0-29-16,0 0-95 0,0 0-100 16,0 0-82-16,0 0-56 0,0 0-29 15,0 0-27-15,-6 4 28 0,14-4 31 16,3 0-11-16,1 0-17 0,2 0 2 16,3 2 0-16,2-1-9 0,-3 3-13 15,5 0-12-15,-3-1 0 0,3-1 0 16,-4 1-18-16,-5-1-57 0,-2 1-3 15,1-1-3-15,-1-1-45 0,-4 0-16 16,0 1-19-16,-6 0-67 0,7-1-47 16,-7-1-97-16,2 0-109 0,-2 0-161 15,0-1 111-15,0-3-81 16</inkml:trace>
  <inkml:trace contextRef="#ctx0" brushRef="#br0" timeOffset="91730.96">6824 11676 145 0,'0'0'68'0,"0"0"1308"15,0 0-750-15,0 0-131 16,0 0-88-16,0 0-116 0,0 0-133 16,0 0-98-16,0 0-37 0,0 0-21 15,-25 6 17-15,25 2 25 0,4 6 107 16,0 5-28-16,0 4-35 0,-2 3-22 16,4-1-16-16,-1 0-22 0,-1 0-16 15,-2-1-12-15,0-1-11 16,2-5-11-16,-2 1-28 0,0-4-48 0,0-3-49 15,0-2-61-15,0-3-74 0,-2-1-133 16,0-4-129-16,0-2-559 16,0 0-121-16</inkml:trace>
  <inkml:trace contextRef="#ctx0" brushRef="#br0" timeOffset="91977.42">6708 11853 11 0,'0'0'1930'15,"0"0"-1357"-15,0 0-177 0,0 0-216 16,0 0-161-16,0 0 42 0,0 0 63 16,0 0 3-16,0 0-3 0,54-6-16 15,-40 0-17-15,3 2-21 0,1-5-23 16,1 3-19-16,-3 0-25 0,3 2 16 16,-5 0-17-16,5-1-2 0,-7 5-3 15,1 0-57-15,-5 0-56 0,-2 0-67 16,0 4-14-16,-3 1 15 0,-3 2 18 15,0 0-67-15,0 4-150 16,-3-4-234-16,-9 4-400 0</inkml:trace>
  <inkml:trace contextRef="#ctx0" brushRef="#br0" timeOffset="92909.42">6666 11966 125 0,'0'0'2005'15,"0"0"-1462"-15,0 0-247 0,0 0-296 16,0 0 58-16,0 0 54 0,0 0-7 16,0 0 7-16,58 12 2 0,-41-15-6 15,1-1-23-15,1-1-37 0,0 3-29 16,-3-3-7-16,7 1-8 0,-4 0-4 16,-3 2 0-16,1 0-57 0,-5 1-83 15,0-1-63-15,-1 1-46 0,-5 1 25 16,-2 0 31-16,-2 0 44 15,-2 0 123-15,0 0 26 0,0 0 71 0,-2 1-70 16,-2 3 0-16,-2-1 21 16,-5 2-6-16,1 1 33 0,-2 0 66 15,-1 1 43-15,-1 3-30 0,-3-1 0 16,1 3-16-16,-5 2-36 0,2 1 7 16,1 2-4-16,-1-1-22 0,1 1 0 15,-1 0-13-15,5-1 1 0,-5 0-1 16,9-3 3-16,-1 1-12 0,3-5-32 15,2-1-3-15,0-3-12 0,4-1-19 16,2-2-13-16,0-2-79 16,0 0-172-16,0 0-6 0,2 0 103 15,4-5-37-15,0 2 25 0,2-4-1 0,1-3-35 16,1-1-53-16,-2-2 10 16,3 0 71-16,1-2 87 0,-2 0 27 15,1 1 19-15,1 1 69 0,-4 1 16 16,-2 5 94-16,1 0 99 0,-3 2 31 15,-2 3-6-15,0 0-19 0,-2 2-1 16,0 0 38-16,0 0 69 0,2 2-57 16,-2 5-62-16,2 1-48 0,-2 4-45 15,0 6-10-15,2-1-16 0,-2 6-10 16,0-1 7-16,0 0 3 0,0 1 6 16,0-5 3-16,0-1-19 0,0-4-10 15,0-4 13-15,2 1-10 0,-2-5-33 16,4-1-17-16,0-1-29 0,1-2 4 15,-1 1 13-15,0-2-4 0,2 0 16 16,-2-3 2-16,7-4 29 0,-3 0-18 16,0-1-13-16,0-4 1 0,3 2-1 15,-1-2 0-15,-2 1-1 16,1-1-24-16,-1 1-13 0,-4 2-37 16,0-1-33-16,0 3-25 0,0 0-23 15,-4 1 22-15,0 0 19 0,0 1 15 16,-4-1 14-16,0 2 21 0,-2 0 23 15,0 2 10-15,-3-1 32 0,5 2 22 16,-4 1 19-16,4-2 50 0,0 2 40 16,0 0 32-16,4 0 3 0,0 0-39 15,0 2-92-15,0-1-31 0,0 4-4 16,6-1 142-16,-2 3 6 0,2-1 3 16,0 2-6-16,5 0-1 0,-1 2-8 15,2-1-15-15,-1 2-38 16,-1-1-27-16,3 0-16 0,-3 0-12 0,2-1-28 15,-1-1 0-15,3 0-2 0,-2 0-1 16,-3-2-47-16,5 0-48 0,-3-3-29 16,-5 0-28-16,6-2-26 0,-4-1-58 15,-1 0-87-15,-1 0-66 16,2-3-25-16,-2-3-152 0,-4 2-201 16,0-6-420-16</inkml:trace>
  <inkml:trace contextRef="#ctx0" brushRef="#br0" timeOffset="93130.39">7045 12081 115 0,'0'0'1429'16,"0"0"-737"-16,0 0-269 0,0 0-89 16,0 0-68-16,0 0-78 0,0 0-77 15,0 0-7-15,0 0 32 0,0 0 46 16,-11 3 1-16,7 0-74 0,0 1-67 15,-2 2-42-15,-2 1-25 0,1 3-18 16,-1-2-63-16,-2 1-92 0,2 0-92 16,-1 0-241-16,3-2-618 0,-4 3-823 0</inkml:trace>
  <inkml:trace contextRef="#ctx0" brushRef="#br0" timeOffset="94458.25">6530 14112 352 0,'0'0'1'0,"0"0"614"0,0 0 26 16,0 0-423-16,0 0 97 0,0 0 8 16,0 0-39-16,0 0-40 0,0 0-7 15,60 0-52-15,-43-2-29 0,1 0-27 16,5 0-15-16,2-1-29 0,2 0-13 16,-1 0-22-16,3-1-31 0,-2 1-17 15,4 0 15-15,-4 0-5 0,-2 0-9 16,-9 1 13-16,5 1-4 0,-8 0-12 15,1-1-12-15,-8 2-58 0,-2-1-49 16,0 0-35-16,-1-1-33 16,-3 2 3-16,0-2 44 0,-3 1 127 15,-1-3-42-15,-2-2-108 0,0-1-55 16,-6-1 5-16,3 1-20 0,-1-1 7 16,-5 1 25-16,5 2 77 0,-4 3 124 15,-1 2 10-15,3 0 198 16,-5 0 54-16,5 4-6 0,1 0 5 15,1 5 18-15,6-3 9 0,0 3 16 0,2 3-115 16,2 3-76-16,0 2-53 16,4 7-9-16,2 1-10 0,2 0-1 15,1 1 4-15,-3 0 3 0,2-2-7 16,-6 0-9-16,9-3-9 0,-7-3-11 16,0 3-11-16,-2-6-15 0,0-1-13 15,0-2-56-15,-2-5-72 0,2-1-68 16,-2-1-86-16,0-4-184 0,0-1-215 15,0 0-492-15,0-6 192 0</inkml:trace>
  <inkml:trace contextRef="#ctx0" brushRef="#br0" timeOffset="94688.15">6648 14244 138 0,'0'0'1785'0,"0"0"-1315"0,0 0-447 16,0 0 64-16,0 0 107 0,0 0 28 15,0 0-11-15,60 2-32 0,-44-2-20 16,7-5-35-16,-4 3-14 16,1-4-37-16,1 0-23 0,2 0-31 15,-7-1 0-15,3 1-19 0,-5 0-1 16,-1 0-43-16,-5 1-85 0,0 3-99 16,-4-1-78-16,-4 1-54 0,3 2-111 15,-3 0-226-15,-3 5 42 0</inkml:trace>
  <inkml:trace contextRef="#ctx0" brushRef="#br0" timeOffset="94884.2">6712 14396 317 0,'0'0'1880'0,"0"0"-1382"0,0 0-123 0,0 0-180 16,0 0-166-16,0 0 67 0,0 0 24 15,0 0-2-15,50 38 2 0,-36-38-10 16,3 0-22-16,1 0-41 0,1 0-22 15,-3-6-9-15,5-1-16 16,-2-5 0-16,-1-1-19 0,1-2-94 0,-3-2-111 16,-1-3-87-16,-1 0-111 15,-3-2-174-15,-1 9-510 0</inkml:trace>
  <inkml:trace contextRef="#ctx0" brushRef="#br0" timeOffset="95304.87">7005 14003 86 0,'0'0'821'0,"0"0"314"16,0 0-727-16,0 0-75 0,0 0-45 16,0 0-41-16,0 0-41 0,0 0-67 15,0 0-53-15,0 0-42 0,-20 19-44 16,20-1-16-16,2 4 16 0,0 3 28 15,4 3-9-15,-2 1-16 0,2-1 10 16,1-5-11-16,-1-2-2 0,2-4-1 16,0-4-34-16,3-4 7 0,-3-2-3 15,4-3-14-15,1-4-2 0,-3 0 3 16,3-2 6-16,-3-5 22 0,0-3 16 16,1-3 15-16,-1-2-14 0,-6-3 2 15,4-3 19-15,-4 0-22 0,1-1-1 16,-3 0-12-16,-2 0 13 15,0 2 1-15,-2 0 22 0,-7 1 18 16,-1 1-10-16,4 1 4 0,-5 1-3 16,-3 2-7-16,4 0-14 0,-3 3-11 0,1 1-25 15,-3 2-63-15,-1 2-52 16,3 2-12-16,-1 4-36 0,-1 0-30 16,5 6-84-16,-4 2-34 0,10 1-46 15,-3-1-93-15,3 0-62 0,4 1-403 0</inkml:trace>
  <inkml:trace contextRef="#ctx0" brushRef="#br0" timeOffset="95395.84">7005 14003 529 0</inkml:trace>
  <inkml:trace contextRef="#ctx0" brushRef="#br0" timeOffset="95541.19">7005 14003 529 0,'-12'53'91'0,"12"-51"1190"0,2-1-779 0,0 2 161 15,0-1-519-15,2-1 47 0,5 0-41 16,-3 1-37-16,2-1-37 15,2-1-25-15,-1 0-29 0,3 0-22 16,-2-3 0-16,1-1 0 0,-1 1-16 0,-2 0-41 16,-3 0-50-16,-1 3-55 0,-4 0-29 15,2 0 0-15,-2 0 37 16,0 4 80-16,-2 3-177 0,-2 3-358 16,-1-1-138-16,-3 5-249 0</inkml:trace>
  <inkml:trace contextRef="#ctx0" brushRef="#br0" timeOffset="96193.69">7012 14172 252 0,'0'0'39'0,"0"0"502"16,0 0 507-16,0 0-759 0,0 0-231 16,0 0-32-16,0 0 68 0,0 0 55 15,0 0-11-15,18 8-22 16,-9-7-9-16,-3-1-24 0,4 0-9 0,2 0-17 16,-1 0-5-16,3 0 12 15,-3-2-16-15,-3 0-23 0,6 2-12 16,-7-4 0-16,-1 4-12 0,0-1-1 0,-4 1-42 15,2 0-70-15,-2 0-45 16,-2 0-6-16,0 0 31 0,0 0 97 16,0 0 34-16,-2 0-124 0,-4 1-82 15,4 4-16-15,-4 1 15 0,-1 3 111 16,-1 0 48-16,-2-1 49 0,4 3 100 16,-3-2 124-16,-1 0 22 0,2-1 6 15,-3-1-10-15,5 3-24 0,-4-2-4 16,4 0-29-16,-5 1-51 0,3 1-52 15,0 2-35-15,0 3-2 0,-3 0-23 16,1 5-19-16,0 0 19 0,-1 2-3 16,3 2-4-16,-4-1-14 0,3 0 1 15,3-2-2-15,0-1 0 0,2-7-19 16,0-3 3-16,4-4-22 0,0 0-38 16,0-3-123-16,2-3-18 15,6 0-10-15,-2-7 41 0,5-3 25 16,-3-3-36-16,4-6-13 0,1-1-33 0,1-3-105 15,1-1 13-15,-1 2 150 16,3-2 103-16,-1 3 82 0,-1 1 0 16,-1 3 29-16,-2 1 72 0,-3 3 85 15,-3 5 25-15,2 2 7 0,-6 2-30 16,0 2 39-16,-2 2 171 0,0 0 125 16,0 0-90-16,-2 1-271 0,2 1-84 15,-4 3-12-15,0 3-31 0,2 1-22 16,2 3-13-16,0 2-14 0,0 3 14 15,0 1 12-15,0 0 1 0,0-2 9 16,2 2 9-16,4-5-3 0,-2-1-2 16,2 0-10-16,1-4-16 0,-3-2-11 15,0 0-9-15,4-1 1 0,1-3-15 16,-3-1-17-16,0-1 14 0,0-1-4 16,2-5-19-16,1-4-31 0,-1-3-36 15,-2-4-79-15,4-4-136 16,1-2-166-16,-5 5-541 0,2-8-319 0</inkml:trace>
  <inkml:trace contextRef="#ctx0" brushRef="#br0" timeOffset="96787.12">7239 14116 1411 0,'0'0'1256'0,"0"0"-727"0,0 0-49 0,0 0-278 16,0 0-202-16,0 0-47 16,0 0 47-16,0 0 37 0,0 0-5 15,0 0 9-15,56 18-16 0,-42-21-10 16,-3 0-15-16,3-1 0 0,-4-1 0 16,3 0-2-16,-3 0-76 0,-2 0-76 15,-1 0-68-15,-3 2-74 0,0-2-43 16,-2 1-38-16,0 2-70 0,-2-3-92 15,0 2 129-15,-2-1 6 0,-2 0-20 16,-2 3 180-16,-1 1 244 0,-1 0 42 16,0 0 382-16,-2 3 87 0,-1 1 62 15,1 1-76-15,2 1-54 0,-1-1-72 16,5 1-19-16,-2 0-66 0,4 1-105 16,0-1-81-16,0 5-52 0,2-2-26 15,0 2-21-15,-2 1-1 0,2 2-13 16,-2 2-15-16,-2-3-26 15,2 1-85-15,-5-1-67 0,5-1-17 16,-4-1 22-16,4-3 18 0,-2-2 25 16,2 0 16-16,-2-4 33 0,0-2 37 15,4 0 4-15,-5 0 43 0,1 0 25 16,2 0 68-16,2 0 77 0,0 0 20 16,-2 0 8-16,2 0 14 0,-2 0 27 15,2 0 31-15,0 0-42 0,0 0-74 16,0 0-72-16,2 3-44 0,0-3 2 15,6 3 67-15,3 0-35 0,-3-2-31 16,4-1-1-16,1 0-1 0,1 0-14 16,1-1 0-16,1-5-1 0,-1-1-19 15,-1-3-74-15,3-2-82 16,-3-1-74-16,1-1-126 0,-3-4-118 0,-4 6-222 16,1-7-526-16</inkml:trace>
  <inkml:trace contextRef="#ctx0" brushRef="#br0" timeOffset="97169.98">7417 13976 145 0,'0'0'1679'16,"0"0"-1138"-16,0 0-205 0,0 0-98 16,0 0-87-16,0 0-46 0,0 0-22 15,0 0-54-15,0 0-29 0,-25 51-29 16,25-35 27-16,2 3 2 0,0 0 1 15,2-2 0-15,2-1 12 0,-1-2 0 16,3-2-13-16,-2-4 0 0,0 2-3 16,3-4-20-16,-5-1 1 0,8-2 3 15,-4-3 15-15,1 0-7 16,1 0 11-16,0-6 13 0,1-1-1 0,-1 0-9 16,-2-1 26-16,1-2 0 15,-1-1-4-15,-4 0 7 0,0 1 10 16,0-2 12-16,-4 2 3 0,0-2 28 15,0 2 23-15,0-1-20 0,-4 1-16 16,-2-1-24-16,-2-1-14 0,1 3-9 16,-3 1-6-16,2 0-18 0,-3 2-1 15,-1 1-44-15,4 1-78 0,-3 1-61 16,1 1-42-16,-2 2-15 0,5 0-96 16,-1 0-151-16,2 1-513 0,-6 7-163 15</inkml:trace>
  <inkml:trace contextRef="#ctx0" brushRef="#br0" timeOffset="97844.07">7382 14103 386 0,'0'0'342'0,"0"0"748"16,0 0-755-16,0 0-93 0,0 0-22 15,0 0-62-15,0 0-52 0,62 13-26 16,-50-13-25-16,1 0-33 0,-1 0-6 15,0-2-16-15,-1-2 0 0,-5 2-16 16,2 0-58-16,-4 2-48 0,-2 0-19 16,-2 0 96-16,0 0 16 0,0 3-42 15,-6 2-165-15,2 0-121 0,-2 3-120 16,-2-1 119-16,-1 2-56 0,-1 0 117 16,2-2 184-16,-3 5 113 0,1-4 117 15,0 2 141-15,-1-2-4 16,-1 1-81-16,2 1 12 0,-3 1 7 0,1-1-19 15,1 1-50-15,-1 1 40 0,2 0-17 16,1 0 16-16,-1 0-39 0,2-3-43 16,0 2-18-16,3-3-23 15,-1 0 6-15,2-3-3 0,2-1 0 16,0-1-10-16,2-2 0 0,-2 0-32 16,2-1-17-16,0 1-6 0,0-1 21 15,0 0 2-15,0 0-11 0,2 0 11 16,0 0 52-16,2 0-13 0,2-3-11 15,1 0 11-15,3-1 0 0,0 0 6 16,-2-2 12-16,9 0 11 0,0-1-17 16,-1 0-10-16,1-1-15 0,-1 0 12 15,1 0-9-15,-3 2-10 0,1 1 0 16,-3 2-6-16,0 0 3 0,1 1 6 16,-5 2 17-16,0 0 5 0,1 0-6 15,-3 5 13-15,0 0 22 0,-2 0 16 16,4 2-1-16,-3 3-12 0,-1-1-13 15,2 2-4-15,-4 1 1 16,2 0-3-16,-2 1-7 0,0 0 0 16,-2 2 6-16,0-1 3 0,0 3-6 15,-8-1-13-15,4 2-15 0,-2 0 3 16,-3-1-3-16,-1-1-13 0,2-1-11 16,0-3-1-16,1-2-2 0,1-3-35 15,2-1-10-15,0-3-21 0,0-1-56 16,0-2-55-16,2-5-79 0,-3-3-247 15,3-6-246-15,-2 4-66 0,-2-9-479 16</inkml:trace>
  <inkml:trace contextRef="#ctx0" brushRef="#br0" timeOffset="98061.78">7462 14274 229 0,'0'0'33'0,"0"0"127"15,0 0 661-15,0 0-493 16,0 0-133-16,0 0-35 0,0 0-63 16,-33 50 13-16,27-38 4 0,0-1-14 15,0 0-16-15,1-1-26 0,1-1-58 16,2-2-6-16,-2-1-72 0,2-2-129 16,2-1-101-16,0-1-147 0,0-2-30 15,0 0-226-15</inkml:trace>
  <inkml:trace contextRef="#ctx0" brushRef="#br0" timeOffset="98246.25">7477 14291 27 0,'0'0'303'0,"0"0"-299"0,0 0 494 15,0 0-45-15,0 0 67 0,0 0-10 16,0 0-117-16,0 0-139 0,0 0-33 16,0 0-17-16,20 62-42 0,-24-45-51 15,0 0-35-15,-2-1-26 16,0 0-31-16,0-1-19 0,-1-1-1 15,1 2-2-15,-2-2-31 0,2-1-17 16,-3 2-63-16,1-3-92 0,0-1-56 16,0-1-71-16,-1 0-248 0,3-4-527 15</inkml:trace>
  <inkml:trace contextRef="#ctx0" brushRef="#br0" timeOffset="99773.92">6954 15171 317 0,'0'0'121'0,"0"0"993"0,0 0-760 15,0 0-52-15,0 0-47 0,0 0-97 16,0 0-35-16,0 0-27 16,0 0-9-16,-56 16 6 0,48-15-13 15,-3-1 0-15,3 0 6 0,-2 0 29 16,-5 2 19-16,5-2-24 0,-2 0-24 16,-5 0-23-16,5-3 3 0,-3-1-25 15,1-2-22-15,-3-3-3 0,5-1-15 16,-3-4-1-16,5 2-1 0,-2-5-12 15,1-1 0-15,3 3-2 0,2-5 13 16,2 5-2-16,2 1 2 0,2-3 2 16,0 3 1-16,4-3 12 0,2-2 0 15,2 1-10-15,2-1 12 0,3-2-2 16,1-1-13-16,7-1 12 0,0 3 1 16,-1-2-12-16,7 3 15 15,-2 0 2-15,2 4-2 0,0 1 0 0,0 3 3 16,-3 2 13-16,-1 4-4 0,0 0-6 15,0 2-6-15,-5 3-4 16,-3 0-11-16,3 0 2 0,-3 6 16 16,3-1-4-16,-5 4 14 0,-3 1-11 15,0 0 10-15,-1 1 0 0,-1 1 0 16,0 2 9-16,1 0-6 0,-3 3 0 16,-2 0-3-16,0 2 0 0,-4 1-3 15,0 0-6-15,0 1-16 0,0 0-1 16,0-2 10-16,0 1-9 0,-6-1 8 15,2-2-11-15,-5 1 0 0,3-3-1 16,-2-1 1-16,0 0-3 0,-1-1-15 16,1 0 2-16,0-3 4 0,2 1-7 15,2-4 4-15,-1-1 13 16,3-3-1-16,0 0-16 0,2-3 7 16,-2 3-7-16,2-3-3 0,0 0 4 15,0 0 5-15,0 0 13 0,0 0 3 16,0 0 21-16,0 0 10 0,0 0 7 15,0 0-4-15,0 0-12 0,0 2-25 16,2 0 0-16,2 1 0 0,-2 4 3 16,5 1 18-16,-1 1-8 0,0-1 5 15,0 0 7-15,0 3 6 0,3 1-4 16,-3-1 4-16,4 3 3 0,-1 0 6 16,-1 2 9-16,0 0-9 0,2 2-15 15,1-2-23-15,-1 0-1 0,0 0-1 16,3 1 2-16,-3-2-2 0,3 3-2 15,-1-1 0-15,-4-2-14 0,5 2 1 16,-3 0-3-16,0-2-4 0,-1 2-3 16,-1-3 7-16,0-1 0 0,-4 1-7 15,2-3 13-15,-6-1 12 16,7 0 1-16,-5-3 2 0,0-2 9 16,0 2 0-16,-2-1 4 0,0-2-4 15,0-1-9-15,0-2 9 0,0 2-9 16,0-2 13-16,0 1-1 0,-4-1 13 15,2 3-4-15,-5-3 4 0,7 2-13 16,-8-1-14-16,2 0 0 0,-2 0-1 16,-3 0 0-16,3 0-2 0,-2 1 0 15,-5 0-1-15,5 1-14 0,-2-3 17 16,-3 3 15-16,1-1-5 0,-3 1-10 16,-1 1-1-16,-1-1 0 0,0 1 1 15,-1 1 0-15,-3-2 0 0,6 0 0 16,-5 2 1-16,1-2 0 0,0 0 1 15,3-1 12-15,-5-1-14 0,4 2-13 16,-3-2 1-16,5 2-6 0,-2 0 15 16,3 0 1-16,-1-1-1 15,5 0 2-15,0 1 0 0,1-1-1 0,1 1 1 16,4-2-1-16,-3 0 2 16,3-1-1-16,4 0-1 0,-2 0-1 15,0 0-12-15,2-1 13 0,0 0 0 16,2 0-1-16,-2 0-13 0,2 0-8 15,-2 0-19-15,2 0-19 0,0-2-5 16,0-4-1-16,0-1 34 0,0-3 34 16,2-5 1-16,0-3 0 0,2-3 1 15,0-3 1-15,2-4 12 0,0-3-2 16,5-1 2-16,-5-2 7 0,4 0-7 16,-1 3-13-16,1-1 1 15,-2 4 10-15,-2 3-12 0,3 2 11 16,-3 5-10-16,0 3 0 0,-2 1 14 15,0 0-16-15,0 4 0 0,-4-1 2 16,3 1 1-16,1 1-3 0,-4-1 0 16,2 0-34-16,-2-1-43 0,2-1-25 15,-2-2-50-15,0-3-73 0,2-2-121 16,0-2-258-16,-2 3-416 0,-2-1-909 0</inkml:trace>
  <inkml:trace contextRef="#ctx0" brushRef="#br0" timeOffset="100969.06">4324 13754 268 0,'0'0'4'0,"0"0"120"0,0 0 338 0,0 0-237 16,0 0-36-16,0 0 49 15,0 0 18-15,0 0-83 0,25-52-47 16,-19 40-25-16,1 0 5 0,3-1-2 16,0 0 3-16,1-3-7 0,1 2-26 15,3-1-13-15,-1-3-3 0,5 1 29 16,1-1 3-16,-1-2-13 0,6 0-13 15,-1-4-16-15,-1 0-19 0,6-2 6 16,4 0-6-16,-2-3-27 0,4 2 10 16,3-3-9-16,-3 4-2 0,6 1 11 15,-2 1-9-15,1 4-1 0,-1 1 17 16,0 2 0-16,2 3-3 16,-1 0-3-16,-3 0-11 0,-2 4 1 15,-4 0-1-15,0 3-1 0,-6 0 0 0,-4 0-1 16,-1 2-1-16,-7 1 0 15,1 2 1-15,-4 1 0 0,-3-1-1 16,-1 2-1-16,2 0-17 0,-4-2 3 16,-2 2-29-16,0-1-3 0,-2 1 0 15,0 0 0-15,0 0 48 0,0 0 54 16,0 0-3-16,0 0-7 0,0 0-44 16,0 0-27-16,0 0-44 0,2 0-69 15,-2-1-21-15,3-1 58 0,1-1-51 16,-2-1-43-16,2 0-46 0,-2-2-159 15,2 0-200-15,-2-1-219 0,-25 40 476 16</inkml:trace>
  <inkml:trace contextRef="#ctx0" brushRef="#br0" timeOffset="101311.64">5207 12934 490 0,'0'0'202'0,"0"0"812"0,0 0-654 16,0 0-72-16,0 0-136 0,0 0-148 16,0 0 92-16,0 0-12 0,0 0-13 15,0 0-7-15,58 48 10 0,-42-43-9 16,3-2-21-16,0 4 1 0,-3-2-6 15,1 3-1-15,-1-2-12 0,-3 1 6 16,-3 1 6-16,-2 2 32 0,-6 4 131 16,0 4 45-16,-2 6-88 0,-2 1-55 15,-8 1-20-15,4 3-40 16,-2-5-18-16,-1-1-9 0,-1-6-16 16,6-5-24-16,2-1-23 0,0-5-92 15,2-1-169-15,0-2-246 0,0 0-193 16,2 3-1005-16</inkml:trace>
  <inkml:trace contextRef="#ctx0" brushRef="#br0" timeOffset="102377.2">5360 13458 141 0,'0'0'176'0,"0"0"1189"0,0 0-891 16,0 0-222-16,0 0-42 0,0 0-49 15,0 0-29-15,0 0-20 0,0 0 4 16,0 0 5-16,-2 26 3 0,0-20-12 16,-2 2-49-16,-2 3-25 15,-1 0-16-15,-5 2-20 0,2 0 11 16,-5 1-12-16,-1 1-1 0,-5-1-1 15,0 2-2-15,-4-1 1 0,-3 1-17 16,-3 1 17-16,0 1-11 0,-5 1 12 16,1-1-12-16,-2 1 10 0,-2 0-10 15,-5-1-9-15,3-2 0 0,0 1 9 16,-1 0-22-16,-1-4-6 16,0 3-4-16,5-2 14 0,1-2-14 0,2 2 45 15,4-3-6-15,2-1 6 0,8 0-1 16,1-3 0-16,3-2-1 0,9-3 2 15,4 0-29-15,2-2-38 16,2 0-283-16,4-3-107 0,2-4 204 0,4-2-120 16,1-1-131-16,-3 0-187 15</inkml:trace>
  <inkml:trace contextRef="#ctx0" brushRef="#br0" timeOffset="102751.04">4618 13724 200 0,'0'0'1918'0,"0"0"-1555"0,0 0-163 0,0 0-62 15,0 0-22-15,0 0-20 0,0 0-45 16,0 0-32-16,0 0-3 0,0 0-16 15,-29 30-22-15,19-15-29 16,-3 5 22-16,3 1 29 0,0 0 3 16,-5 1 26-16,9-2 3 0,-4-2 13 0,1-1-16 15,1-4 12-15,4-2 20 16,2-3-7-16,0-2-9 0,2-3-18 16,0 3-27-16,2-2-41 0,0 3 41 15,8 1 33-15,-1 1 18 0,1 1 9 16,4-1 0-16,-1 0-28 0,1-2-16 15,5 1-16-15,-3-3 0 0,5-2-35 16,-2-3-41-16,-3 0-144 0,1 0-103 16,-1-4-180-16,-8 0-311 0,7 0-710 15</inkml:trace>
  <inkml:trace contextRef="#ctx0" brushRef="#br0" timeOffset="103586.51">4624 14830 73 0,'0'0'277'0,"0"0"124"15,0 0-92-15,0 0-87 0,50-21-40 16,-34 16 33-16,5 1-27 0,0 0-39 15,6 1-16-15,1 0-6 0,3-1-27 16,5 2-29-16,1 0 20 0,0 0 15 16,15 1-35-16,-9-1-16 0,7 1-17 15,3 1-18-15,7 0-19 0,15 1-1 16,3 3 0-16,-7 2-1 16,-7 0 1-16,-13 0 2 0,7 1-1 0,0-1 28 15,-4 1 6-15,-7-1 13 0,-9-1-9 16,-7 2-10-16,-2-3 3 0,4 4-13 15,2 1-3-15,4 2 0 0,-2 3 3 16,-6 0 0-16,-2 1 13 0,-2 0 3 16,-4 3 10-16,-5-2 3 0,-1 0 0 15,0-2 3-15,-5 0-4 16,-2-3-2-16,-1 3-13 0,-3-5-31 16,-4-1-1-16,4-3-29 0,-4 0-25 15,0-4-38-15,-2 2-10 0,0-3-32 16,0 0-56-16,0 0-73 0,0-3-193 15,0 0-337-15,-2-5-519 0</inkml:trace>
  <inkml:trace contextRef="#ctx0" brushRef="#br0" timeOffset="104005.62">6224 14821 128 0,'0'0'1846'0,"0"0"-1609"15,0 0 67-15,0 0 9 0,0 0-79 16,0 0-116-16,0 0-118 0,0 0-12 16,0 0 12-16,0 0 14 0,-6 37 6 15,12-29-19-15,2 3 0 0,-3-1-1 16,1 0 12-16,0 1 1 0,-2-1-11 15,2 1 11-15,-2 1 0 0,1-1 3 16,-3 1 0-16,0 1 3 0,-2 1 0 16,0-3 3-16,0 2 16 0,0-2 13 15,0-1 19-15,-2 0 19 16,-3-2 50-16,1-1 0 0,-4 0-5 0,4 0-7 16,-4 0-21-16,-1-2-26 0,-5-1-27 15,4 1-31-15,-5-2-7 16,1 0-15-16,-3 0-11 0,1-1-14 15,-1-1-9-15,0-1-16 0,1 0-12 16,4 0-34-16,-3 0-31 0,1 0-23 16,7 0-39-16,3 0-97 0,0-1-197 15,4-1-648-15,0 2-549 0</inkml:trace>
  <inkml:trace contextRef="#ctx0" brushRef="#br0" timeOffset="104735.91">6179 15493 337 0,'0'0'72'16,"0"0"-20"-16,0 0 290 0,0 0-124 15,0 0-140-15,0 0 1 0,0 0 74 16,0 0 74-16,0 0 17 0,-58-9-23 15,54 12-82-15,-7-2-51 0,1 1 38 16,-2 1-19-16,1-3 2 0,-7 1-44 16,3 1-14-16,-6-2-28 0,5 0-7 15,-9 0 0-15,-2 0 4 0,-4 0 2 16,0 0 10-16,-4 0 4 0,2 0-4 16,-6 0-7-16,2 0-21 15,-5 0 37-15,-3 0-18 0,3 0-23 0,-1 0 3 16,-5-2 3-16,5-2-6 0,-5 1-22 15,1-2 19-15,1-1-18 0,-3-2 21 16,5 2 20-16,-1 0-18 16,-1-2 27-16,7 0 9 0,0 1-12 15,0-2 9-15,3 1-9 0,3 1-4 16,4-1-6-16,3-2-16 0,1 2 0 16,4 1 0-16,5-3 0 0,1 2-2 15,3-2-27-15,6 2-38 0,-1 0-61 16,5-3 25-16,2-2-7 0,0-2-93 15,0 1-91-15,2-3-102 0,0 3-137 16,3 0-66-16,-3 3-37 0</inkml:trace>
  <inkml:trace contextRef="#ctx0" brushRef="#br0" timeOffset="105378.22">4903 15036 818 0,'0'0'785'15,"0"0"-143"-15,0 0-321 0,0 0-122 16,0 0 20-16,0 0-85 0,0 0-50 16,0 0-5-16,0 0 20 0,0 0-26 15,-33 16-12-15,25-13-11 0,4 0-15 16,-2 1-16-16,-1 0-18 0,-1 2 0 16,-4 2 18-16,5 1-3 0,-3-1-16 15,-2 3-1-15,3-1-1 0,-1 1-1 16,-2 0 1-16,3 1 0 0,1-2 2 15,0 2 4-15,0-2 8 0,1-3 14 16,5-2-4-16,-2-1 9 0,2 0 1 16,2-3-10-16,-2 2-3 0,2-3-17 15,0 0 10-15,0 1-8 0,0 0 8 16,0 1 1-16,0 2-1 16,2 2 1-16,0 1 18 0,0 1 19 15,2 3 4-15,1 2 3 0,3 5-7 16,0 2-19-16,2 4-18 0,3 2-13 15,1 4-1-15,1-1-18 0,1-1-6 16,-1-1-48-16,1 0-24 0,-1-2-35 16,1-4-70-16,-1-2-160 0,-5-6-251 15,0-2-647-15</inkml:trace>
  <inkml:trace contextRef="#ctx0" brushRef="#br0" timeOffset="-182713.13">4455 15823 30 0,'0'0'75'0,"0"0"4"0,0 0-11 15,0 0-29-15,0 0 356 0,0 0-213 16,0 0-68-16,-7 11-13 0,5-11-23 16,-2 2-13-16,4-2-3 0,-4 1 0 15,0-1 0-15,2 0-10 0,2 1 0 16,-4-1 10-16,2 2 3 0,0 0 0 16,0-1 3-16,-3 0-29 0,3 1-10 15,0 0-3-15,-2-2-9 16,2 1-3-16,0-1-14 0,-4 1 0 15,4 0 1-15,-2-1 1 0,2 1 0 16,-5-1 0-16,3 0-2 0,-4 0-14 16,-2 0 13-16,1 0-15 0,-1 0 3 15,0 0 12-15,-1-2 1 0,-1 1 0 16,-5 0 19-16,5 1-17 0,-5 0 15 16,5 0-16-16,-7 0 12 0,5 3 0 15,-5 0 0-15,3-1 13 0,-3 1-4 16,3 1 14-16,-5 1-13 0,-2-4-4 15,7 3-4-15,-7-4-14 0,2 1-2 16,-1-1-12-16,-3 0-21 0,0 0 34 16,4-1 0-16,-8-1 0 0,3-1 0 15,-3-2 14-15,-2 3-14 0,2-1-12 16,0 1 12-16,-4 0 29 16,0-1-6-16,-7 2-21 0,5-1 0 0,-4 2 1 15,4-2-2-15,-5 0-1 16,-1 1 13-16,0-2-13 0,-3 0-16 15,7 2 15-15,-6-2-1 0,-3 1 0 16,1 0-11-16,-3 0 13 0,3 0-1 16,-3 1-10-16,-1 0 11 0,-1 1 0 15,-4-2-1-15,-12 2-1 0,-6 0-47 16,-3 2 30-16,3 1-40 0,14 2 20 16,4 1 13-16,-1 0 10 0,11 0 15 15,5-1 1-15,6-1 19 0,2 0-19 16,-4 1 4-16,-7-1-1 0,-5 0 0 15,7 0 4-15,1-3-7 0,0 0-17 16,2-1-2-16,2 0-7 0,4 0-10 16,-3-2-55-16,8-3-23 0,-3-1 20 15,2 1 26-15,0 1 26 0,2-1 12 16,4 0 24-16,-1 0 6 0,1 1 3 16,5 0 14-16,-1-1-16 0,0 0-2 15,7 0 1-15,-2 0-3 16,1 0-13-16,3-2 15 0,-4 1-1 15,1-2 1-15,5 1 1 0,-2 1 11 16,-2-1-9-16,3 2 19 0,3 1-21 16,-2-2 0-16,0 3 2 0,0-2 18 15,1 1-17-15,1 1-1 0,2-2 28 16,0 1-14-16,0 0-3 0,2-1 0 16,-2-1 10-16,0 1-1 15,0-2-2-15,0 0-7 0,0-4-11 16,0 1 11-16,-2-4-10 0,2 0 20 0,-1-4-3 15,-1-1-7-15,0-4 13 16,0 1-24-16,2-3 27 0,-4-1 4 16,-2-2 6-16,3-1-10 0,-3 0-6 15,2-3-1-15,-2-1 11 0,-3-2-10 0,1-1-1 16,2-1-2-16,-5 0 22 16,1-1-13-16,2-3 10 0,-5-2-7 15,3 4-12-15,-5-5-4 0,3-6 4 16,-3-9-7-16,1-8 9 0,5-3 4 15,-1 11 3-15,2 14 0 0,7 14 4 16,-3 0-11-16,-2-7 4 0,2-5-13 16,0-7 4-16,-1-6-1 0,-1-8-3 15,-2-5 9-15,2 5 7 16,3 12-29-16,1 15 4 0,0 1 14 0,-4-14-17 16,4-16-1-16,0-6 0 0,-1 8 1 15,3 6 0-15,0 5-1 16,2 0-16-16,0 6 16 0,0 6 0 15,0-7 0-15,0-4 0 0,0 0 2 16,0 1 0-16,0 14 2 0,-2 9-1 16,2-4-2-16,0-4 1 0,0-3 9 0,0 4-10 15,-2 3-1-15,0 6 1 16,0 1 2-16,0 4 20 0,0 2-10 16,-2 4-11-16,2 4-1 0,0-1-1 15,2 5-13-15,-2 0 0 0,2 0-6 16,-2 4 15-16,2-1-8 0,0 4-1 15,0-3-7-15,0 3-19 0,0-3-9 16,0 2 3-16,2-2 19 0,2 1 9 16,2-2-5-16,-2 2-1 0,2-1-9 15,-2-1 30-15,7 4-15 0,-1-3 1 16,-2 0 16-16,3 2 16 0,3-2-16 16,-4 1-13-16,5 0 10 0,1 0 2 15,-1-1 0-15,4-2 1 16,-3 4 2-16,3-3-2 0,3 0 14 15,-1-2-14-15,2 2 0 0,2 2 0 0,-3-2-2 16,3 0 0-16,2 0 2 0,4-1-3 16,-2 2-10-16,2-3 11 15,0 1 2-15,2-1 0 0,0-1 2 16,4 0-2-16,1 2 1 0,-3-2 7 16,4-1-8-16,0 0 0 0,3 0 0 15,1 1-16-15,-6-1 6 0,7-1 10 16,-3 2 0-16,2-1-1 0,-3-1 1 15,3 2-2-15,3 1-9 0,-5-1 8 16,0 1 2-16,3 1 1 0,-3 2-1 16,-2-1-5-16,1 2 3 0,-3 1 3 15,6 0 0-15,-4 1 13 16,1 0-11-16,-3 0-2 0,2 1 0 16,3 2 0-16,-3 3 16 0,-2 1-16 15,0 2 0-15,-2 0 1 0,3 3-1 16,-1 0 0-16,0 0 3 0,2-1-3 15,3 3 1-15,-5-3-1 0,0 0-1 16,2 0 1-16,5 1 0 0,-3-1 0 16,-2-3 0-16,3 3 0 0,1-3-1 15,-2 1-10-15,-1-3 10 0,1 0-11 16,-4 0 12-16,3 0 3 0,-3 0 17 16,-4-2-7-16,0 3-14 0,-2 1 1 15,0-1 0-15,-4 0 1 0,0 3 0 16,2 0 13-16,-5-2-14 0,1 3 0 15,-4-3 0-15,4 5 2 0,-5-3 0 16,1 3-1-16,2-1 1 16,-7-1 11-16,5-1-13 0,-2 2-2 15,-3-1-7-15,-1-3 9 0,-1 3 2 16,-2-3 0-16,3 2 0 0,-5-2 0 16,-1 1 50-16,-1-1-52 0,0 0 0 15,-2-1 27-15,-4 2 25 0,2-1 19 16,1-1-16-16,-1 2 0 0,-2-1-10 15,0 0-3-15,2 1-23 0,-2-2-16 16,0 0 13-16,0-2-14 0,-2-1 14 16,2 4 10-16,0-1-7 0,0 2-17 15,-2-1-1-15,0 1 61 0,0 2-62 16,0 1-4-16,0 1-12 0,0 8 3 16,0 0-9-16,0 4-10 0,0 4-7 15,2 2-19-15,-2 2-46 0,3 5 30 16,-1 1 26-16,0 1 2 0,2 2 1 15,-2 0 16-15,0 1 6 0,2-1 7 16,-2-2 0-16,0 2 12 0,0-3-15 16,2 0 17-16,-2-1 2 15,-2 1 16-15,5 0-3 0,-3 1 0 16,4 1 6-16,-2-2 1 0,2 3-4 16,-2 2 3-16,3 0 4 0,-5 3-10 15,4 0-10-15,0 2 20 0,0-3 0 16,0 4-22-16,1 6 0 0,1 8-1 15,6 6 0-15,-3-6-1 0,-5-14-22 16,2-15 10-16,-6-6 13 0,4 6 13 16,1 1 6-16,-1 8 11 0,-2 1 2 15,4-4-6-15,-2-1-10 16,1 1-15-16,-1-4-1 0,-4-1-12 16,4-2 9-16,0 1-16 0,-2-4-4 15,1 0-13-15,-3 1-9 0,-2-4 6 16,2 4 10-16,0-1-3 0,-2-2 9 15,2 0 3-15,-2-2-2 0,2-2 9 16,-2-2-10-16,0-1 22 0,0-4-2 16,2 0-17-16,0-4 17 0,0-1-26 15,-2 1-4-15,6-4-22 0,-4-2-39 16,0-1-111-16,-2-4-123 0,3-3-272 16,-3 0-19-16</inkml:trace>
  <inkml:trace contextRef="#ctx0" brushRef="#br0" timeOffset="-178409.14">3068 3443 1752 0,'0'0'387'0,"0"0"-77"16,0 0 84-16,0 0-80 0,0 0-50 15,0 0-83-15,0 0-76 0,-23-5-58 16,23 2-24-16,2 2-21 0,8-4 37 16,-4-1 5-16,7-3-19 0,3-1-9 15,1-2-15-15,8 1 21 0,0-1-22 16,-1 2 1-16,1-3 0 16,2 5-2-16,0-3 1 0,0 4-3 15,-9 2 1-15,5 0-1 0,-8 2-22 16,1 2-35-16,-8 1 0 0,1 0-9 15,-1 0-17-15,-4 0-6 0,-2 1 13 16,-2-1 12-16,0 3 67 0,0 0 19 16,0-2 23-16,-4 2-17 0,0 0-25 15,-4 0-35-15,-1 1 6 0,1-2 4 16,-6 1-29-16,1-1-29 0,1-1 19 16,-5 2 10-16,5-3 28 0,-5 0 26 15,3 1 41-15,-1 0 16 0,5 0 49 16,2 2 21-16,0-2-3 0,1 2-4 15,3 1-29-15,0 8-62 16,0 3-29-16,4 10-23 0,0 6 23 0,0 7 41 16,4 6-13-16,0-2-6 0,0 1-6 15,3-4-15-15,-3-1 1 16,0-1 1-16,0-2-3 0,-2-5-1 16,4 1-31-16,-2-2-46 0,3-4-30 15,-1-3-37-15,-2-5-33 0,0-5-129 16,2-3-156-16,-2-5-84 0,7-4-87 15,-7-4-30-15,0-2 22 0</inkml:trace>
  <inkml:trace contextRef="#ctx0" brushRef="#br0" timeOffset="-178195.54">3156 3645 105 0,'0'0'2179'0,"0"0"-1778"16,0 0-112-16,0 0-71 0,0 0-218 15,0 0-13-15,0 0 13 0,0 0 188 16,0 0-16-16,60-28-71 16,-39 18-41-16,6-2-28 0,0-1-10 15,0-2-22-15,-2 0-16 0,3 2-50 16,-1 3-80-16,-2 1-140 0,-6 2-124 16,1 3-145-16,-7 0-114 0,-1 2-357 15</inkml:trace>
  <inkml:trace contextRef="#ctx0" brushRef="#br0" timeOffset="-177559.8">3669 3806 161 0,'0'0'1383'0,"0"0"-1077"16,0 0-47-16,0 0-42 0,0 0-19 16,0 0-34-16,0 0 23 0,0 0 31 15,0 0-68-15,0 0 3 0,0 3 18 16,0-3 22-16,0-2-7 0,-2-1-19 15,-2 0-83-15,2-2-22 0,-2 0-27 16,-5-5-20-16,-1-1 13 0,2-2-26 16,0-6-2-16,-7-4 0 0,5-5-1 15,-1-3-15-15,-1-5-15 0,2-2 13 16,1-1 2-16,-3 1 1 0,2 0 11 16,4 1-8-16,-5 3 10 15,5 3-14-15,0 4 14 0,0 2-16 16,6 1 16-16,-5 4-2 0,3 2-14 15,0 5 16-15,2 1-14 0,-2 5 13 16,2 1 3-16,0 2 0 0,0 2 0 16,0 2 2-16,0 0 0 0,0 0-2 15,0 0-18-15,2 0-25 0,0 0-12 16,5 0 55-16,-3-3 4 0,8 3-4 16,-2 0 2-16,3 0-1 0,1 0 11 15,-1 0 2-15,3 0 1 0,-1 3-11 16,-1-1 8-16,1 2 1 0,-3 0-12 15,0 0 2-15,1 2-1 0,-7-1 13 16,2 1-11-16,-1-3-2 0,-3 2 13 16,-2 2 1-16,-2 0 6 0,-2 6 62 15,-9 2-28-15,3 3-28 0,-2 1-4 16,-7 0-9-16,7-1-15 0,-5-3-53 16,1 0-93-16,4 0-65 0,-1-5-116 15,3 0-220-15,0-5-476 16,4-2-576-16</inkml:trace>
  <inkml:trace contextRef="#ctx0" brushRef="#br0" timeOffset="-176927.52">3109 3859 1684 0,'0'0'1238'0,"0"0"-889"15,0 0-54-15,0 0 77 0,0 0-108 16,0 0-251-16,0 0-13 15,0 0-91-15,0 0 69 0,0 0 22 16,25 20 85-16,-7-13 8 0,5 2 9 16,6-1-21-16,4 2 2 0,4 0-27 15,5-1 6-15,1 2-16 0,0-1-3 0,3 0 9 16,-3-2-18-16,-3 3 0 16,-1-3-13-16,-4 0-19 15,-2 1 10-15,-4-2 5 0,0 0-17 0,-6 3 0 16,-7-3-1-16,3 0-11 0,-11-1 12 15,5 2 0-15,-3-3-15 0,-4 0-6 16,-2 1-4-16,0-2 1 0,1-1-4 16,-3 0-12-16,4 1-12 0,-4-1-19 15,2 1-12-15,-2-2-22 0,0 0-13 16,-2 0-19-16,0-2-11 16,0 0-21-16,0 0 2 0,0 0 31 0,-6 0 34 15,-4 0-415-15,-1 0-222 0,5 0-406 16</inkml:trace>
  <inkml:trace contextRef="#ctx0" brushRef="#br0" timeOffset="-176568.08">3804 3831 268 0,'0'0'268'0,"0"0"1232"15,0 0-966-15,0 0-138 0,0 0-19 16,0 0-41-16,0 0-84 0,0 0-41 16,0 0-12-16,0 0-7 15,4-1-4-15,-8 1 12 0,-3 2-78 0,-1 2-43 16,-6 2-15-16,-1 0 0 16,-8 5 3-16,1 3-27 0,-5 3-16 15,-4 4-2-15,-4 3-22 0,-5 1 0 16,-1 3 15-16,4 0-12 0,-3 0 15 15,7-2-18-15,0-1 0 0,0-2-12 16,4 0-13-16,5-4 10 0,5-1-9 16,0-5 9-16,5-1-10 0,4-5-8 15,1 0-22-15,7-4-21 0,0 0-65 16,2-2-76-16,0 3-169 0,4 0 15 16,7 0-92-16,-5 1-79 0,0-1-111 15,-2-1-405-15,-2-3-270 0</inkml:trace>
  <inkml:trace contextRef="#ctx0" brushRef="#br0" timeOffset="-157509.78">2369 9168 8 0,'0'0'32'0,"0"0"-32"16,0 0-16-16,0 0 0 16,0 0 8-16,0 0 8 0,0 0 0 15,0-19 0-15,0 19 60 0,0 0-58 16,0 0 60-16,0 0 0 0,0 2-20 15,0 1 10-15,0-3 512 0,0 2-95 16,0-1-238-16,0-1-201 0,0 0-30 16,0 0-26-16,0 1 26 0,0 1 33 15,0-2 58-15,0 2 33 0,0-1 51 16,0 1 3-16,-2 2-3 0,2-1-58 16,-2 0-88-16,2 1-16 0,-4 0-13 15,2 1 2-15,0 1-2 0,-3 1-26 16,1 0 24-16,2 3 0 0,-2 2-10 15,0 1 12-15,2-1 13 16,-4 3 0-16,2 1-11 0,-5-1 20 0,3 4 4 16,0 1 3-16,-2 1 4 0,-3 2 15 15,1 2 13-15,2 1-16 0,-1 2-6 16,-5 2-20-16,6 1 4 16,-1-2-23-16,-1 0 16 0,0 0-16 0,6-4 38 15,-5 2-2-15,1-3-4 16,2 2 3-16,0 1-9 0,1 2-1 15,-1 1-21-15,2-1 18 0,-4 3-10 16,4 1-11-16,-2 2 1 0,1 0 21 16,-1 3-23-16,0 4 12 15,-2-1 4-15,-3 10 0 0,5 8 10 0,-6 10-14 16,6 0-12-16,-3-11-23 16,7-14 21-16,2-13-1 0,-2-4-13 0,0 9 14 15,0 4-1-15,0 7-10 16,2-3 11-16,0 0 0 0,0 0-21 15,0-1 4-15,2-2 18 0,2 0-12 16,-2 5-3-16,-2-2-3 0,2 1 6 16,-2 3 10-16,2 0-1 0,-2 8 4 15,0 7 3-15,2 8 16 0,1 1 0 16,1-4-18-16,0-9 12 0,2-14-13 16,-2-9-29-16,0-6 17 0,-2-7 12 15,2 7 16-15,1 1-12 0,1 4 8 16,4 0-12-16,-4-3-3 0,-2-3 1 15,5 0 1-15,-3-2 1 0,4 0 0 16,-1 3 0-16,-1-2-2 0,4 2-11 16,-1 0 0-16,-1 1 0 0,4 0 11 15,-3-4-14-15,1 2-13 0,3-2 7 16,-7 0-4-16,2-2-6 0,5-1-3 16,-7-3-7-16,0-1 10 15,3-4 6-15,-1 1 3 0,-4-3-15 16,2-1 12-16,1-1-3 0,-1-1-3 15,-2-3-17-15,0-2-44 0,0-1-140 16,3 1-27-16,-3-4-175 0,-2 2-308 16,-4 2 13-16</inkml:trace>
  <inkml:trace contextRef="#ctx0" brushRef="#br0" timeOffset="134914.67">12293 9822 43 0,'0'0'30'16,"0"0"-11"-16,0 0 14 16,0 0 3-16,0 0 9 0,-8-56-12 15,6 47 218-15,-2 3-137 0,-5 1-16 16,5-1 36-16,-2 2 9 0,0 0-55 15,2 1-59-15,2-1-26 0,-2 3-3 16,-3-2-1-16,5 0-1 0,0 2-11 16,0-1 11-16,2 2-11 0,-2-2-3 15,2 1-40-15,0 1-116 0,0-2 28 16,4 1 17-16,0-1-36 0,3 2-19 16,-5-1-26-16</inkml:trace>
  <inkml:trace contextRef="#ctx0" brushRef="#br0" timeOffset="139518.58">12423 9724 11 0,'0'0'39'0,"0"0"46"0,0 0-33 16,0 0-36-16,0 0 23 0,0 0 291 15,0 0-8-15,0 0-175 0,0 0-89 16,0 0-38-16,5 0-18 0,-5 0-1 16,0 0 0-16,0 0 3 0,0 0-1 15,0 0 10-15,0 0 16 0,-3-3 23 16,3 3 33-16,-2 0 3 16,-2-3-13-16,2 3-7 0,0 0-6 15,-4 0-20-15,0 0-13 0,2 0-9 16,-3 0-18-16,1 0-1 0,0 3 2 15,-4-3 14-15,1 3-14 0,1-1 23 16,0 3 6-16,-5-4 4 0,1 4 0 16,4-2 12-16,-5 0 11 0,1 0-4 15,4-3-26-15,-7 3 0 0,5-1 4 16,0 0-14-16,-5-1-17 0,3 0 11 16,-1-1-10-16,-3 0-1 0,1 0-2 15,1 0 1-15,-5 0 1 0,5 0-1 16,-1 0-1-16,-3 0-2 15,3-1 0-15,-3 1 0 0,3 0-2 16,-3 0 3-16,3 0 0 0,-4 0 0 16,5 0 1-16,-3 0-1 0,3 0-2 15,-3 0 3-15,5 0-13 0,-2 0 11 16,-1 0-15-16,7 0 15 0,-5 0-1 16,1 1 0-16,8 1-13 0,-9-2 16 15,5 0-3-15,0 3-13 0,4-2 14 16,-2 1 0-16,-3-2 0 0,3 2 0 15,2 0-21-15,0-1 10 0,4 0 10 16,0-1-10-16,-2 0 9 0,2 0-9 16,-2 0 13-16,2 0 3 0,0 0 0 15,0 2 13-15,0-2-13 0,-2 1 10 16,0-1-10-16,0 0-1 0,-3 0 0 16,3 0-2-16,2 2 0 0,-2-2 0 15,2 0-4-15,-2 1-12 0,2 0-6 16,-2 3-1-16,2 1 0 0,0 3 21 15,0 0 1-15,0 3 1 16,0 2 1-16,-2 5 0 0,2-2 2 16,0 4 14-16,-2 2-15 0,0 1 0 15,2 2-2-15,-4 0-1 0,4 1-2 16,0 5 3-16,-2 0 1 0,2 3-1 16,0 5 1-16,0 1-1 0,0 10 0 15,-2 9-1-15,2 11 1 0,0 5 0 16,0-7 0-16,0-3 1 0,-2-7 1 15,0 0 1-15,2 3-1 0,0 0 2 16,-3-1-2-16,3 2-2 0,-4 0 0 16,4 1-2-16,0 2 2 0,0-1 2 15,0 2-2-15,0-1 0 0,0 3 0 16,0 0 0-16,4 1-11 0,-4-2 11 16,3-2-2-16,-3 0 2 0,0-2-23 15,2 2 4-15,-2-4 15 16,0-1 1-16,2 0-20 0,-2-1 10 0,0 0 12 15,4-1-2-15,-4 1 0 16,2 2-10-16,0-4 12 0,0-2-16 16,2-1 1-16,0-1 0 0,-2-2-13 15,-2 2-10-15,2 1 0 0,3-1 3 16,-3 0 13-16,-2-1-6 0,0 2 27 16,0 1-8-16,2 1 10 0,-2-4 2 15,0 5 1-15,0-3 0 0,2-9-2 16,-2-9 1-16,0-5-2 0,0 1-1 15,0 1-1-15,0 7 1 0,2 6 1 16,-2-2 2-16,2 1-2 16,-2 0 2-16,2-3-2 0,0 4 1 15,2-3-1-15,-2-1 0 0,0 0-13 16,2 0 11-16,-2-1-18 0,5 1 4 16,-5-1 15-16,0-2-15 0,2 0 12 15,-2-3-12-15,2 3 15 0,0-3-2 16,-2 0 1-16,0 2 2 0,0-4 0 15,-2 3 1-15,7 0-1 0,-7-2 2 16,2-3 1-16,0 0 13 0,0-1-12 16,-2-4 12-16,0 0-14 0,2-3-1 15,-2 0 0-15,2-3-1 0,-2 1-2 16,0-3-37-16,0 0-16 0,0 0 12 16,2-3 11-16,-2 1 20 0,0-1 12 15,0-4 1-15,0 0 32 0,0-2-31 16,2-1 17-16,-2-2 1 0,0 0-4 15,0-3-13-15,2-1-1 16,-2 1 15-16,0-2-1 0,0 0 4 16,0-1-1-16,0-1 10 0,0 1 17 15,0 0-10-15,0 0-10 0,0 0-4 16,-2-1-9-16,0 2-12 0,0 1 3 16,0-2 38-16,0 0-10 0,2 1-2 15,-2-1-1-15,0 1 7 0,0-2 6 16,2 1-16-16,0-1-12 0,0 0-14 15,-4 0-39-15,4 0-26 0,0 0 13 16,0 0 20-16,0 0 2 0,0 0 4 16,0 0 4-16,0 0 9 0,0 0 0 15,0 0 11-15,4 0 0 0,0 0 0 16,-2 0-11-16,2 0 11 0,0 0 1 16,2 0-1-16,1 1 1 0,3 3-2 15,-4-2 2-15,9 2 2 16,-1-2-1-16,-4 0 2 0,7 1-2 0,-5 0 1 15,5 0 1-15,1-1 0 0,1 2 0 16,-2-2 0-16,3 2 2 16,-3-1-3-16,3-1 1 0,-1 3-1 15,6-1 1-15,-2-1 14 0,3 1 4 16,-1 0 19-16,2 0-10 0,2-1-10 16,-2-2 4-16,6 1-23 0,-2-1 20 15,2 2-20-15,2-3 0 0,-2 2 16 16,2-1-15-16,5 1 1 0,-3 0 0 15,0-1 1-15,7 0-1 0,-5 1 20 16,2 0-20-16,1 1 17 16,1 0-6-16,-4-1-13 0,5 2 23 0,1 1-7 15,-4-2 7-15,5 1-4 16,1 0-18-16,-5-1 28 0,7 1-6 16,3-2 6-16,-4 0-6 0,1 0-7 15,-1-1-13-15,-3-1 13 0,9 0-16 16,8 0 0-16,-6-4 3 0,-7 3 0 15,1 0-3-15,0-2 0 0,16 3-2 16,8-2 1-16,-10 0-12 0,-4 1 13 16,-4-1-16-16,2-1 16 0,-6 1 26 15,6 0-25-15,-1-3 21 0,-1 2-22 16,0-2 4-16,-6 2-3 0,-11 0 1 16,6-2 14-16,9 2-15 0,6 0-1 15,4 0-12-15,-2 0 12 0,-16 3 3 16,-7 0-3-16,11 0 0 0,-1 0 0 15,13 0 3-15,4 0-2 0,-4 0-1 16,-14 3 15-16,6-2-14 0,-3-1 0 16,-5 2 0-16,-11-2 1 0,8 1-2 15,11 1 0-15,-6-2 2 0,3 0-1 16,-1 0 2-16,-9 0-1 0,-1 0-1 16,9 0-1-16,5 0-1 0,10 2 0 15,8-2-15-15,-8 1 16 16,-12 0 0-16,-13 1 0 0,-10-2 2 15,2 1 10-15,6 0-12 0,5 0 0 16,12-1 0-16,-5 0 1 0,1 0 15 16,-1 0-15-16,-9-1-1 0,11 0-3 15,-3 0 2-15,2-1-2 0,-3 1 2 16,3 1-12-16,-3-1 13 0,-1 1 1 16,1 0-1-16,-3 0 0 0,1 0 0 15,-1 0-2-15,-5 0 2 0,4 2 4 16,-4 0-4-16,3 1 0 0,-5-1 8 15,0 3-8-15,0-1 0 0,-1 3 0 16,3-3 0-16,-4 2-3 0,0 0 2 16,0 0 1-16,-2 1 3 0,0-3-3 15,1 2 3-15,-3-2-2 16,0 1 16-16,0-2 8 0,0 0-22 0,-3-1-2 16,6 0 15-16,-6 0-16 0,4-1 1 15,-6 0 0-15,5-1-1 16,-4 0 2-16,-2 0-1 0,4 2 3 15,-2-2-2-15,0 2-2 0,0-1-1 16,-1 0 1-16,-3-1 2 0,6 1-2 16,-2 0 0-16,0-1 1 0,-2 2 2 15,0-2 0-15,3 0-3 0,-3 1-3 16,2 1 3-16,-2-2 1 16,2 1 2-16,2-1-3 0,-2 2 1 15,0-1-1-15,-1-1 4 0,-3 0 21 16,6 1-24-16,-4 0 0 0,2 0 12 15,-2 0-12-15,-1-1-1 0,1 2 3 16,0-1-3-16,0 0-1 0,0 1 0 16,-1-2 1-16,1 2 0 0,0-1 2 15,2 0-1-15,0-1 0 0,-2 0 0 16,3 0 1-16,-3 0 1 0,2 0 12 16,4 0-14-16,-6 0-2 0,4-1 1 15,-2-2 0-15,0-1 0 0,0 1 1 16,1-1-1-16,-1-1 2 0,0 0-2 15,2 1 1-15,-2 0-1 0,0 0 1 16,0-1-1-16,-2 2 0 0,1-2-1 16,-3 1 1-16,8 1 2 0,-8 0-2 15,4-1 0-15,-4 1 0 0,1-1 1 16,-1 0 0-16,0 0 2 0,2 1-3 16,-5 0 13-16,3-1-12 15,-2 1-1-15,-1 0-2 0,-1-1 2 0,2 2 2 16,-3-1-2-16,3 0 2 15,-2 1 0-15,-3 0-1 0,3 0-1 16,1-1 0-16,-1 1 1 0,0 0 1 16,-1-2 11-16,-1 2-13 0,-1-1 0 15,1 1 0-15,-3-1 2 0,1 0 11 16,-3 1-12-16,1-2 1 0,-1 2-2 16,-4-1-1-16,3 1 0 0,-5 2 1 15,2-3 2-15,-2 2-2 0,0-1 1 16,-1 2 2-16,-1-1-1 0,-4 1 1 15,4-2 10-15,-4 2-10 0,0 0 13 16,0 0 7-16,0 0 25 0,0-1 1 16,0 0-30-16,0 1-18 0,0-1-1 15,0-1-2-15,-4-1 0 0,4 2 1 16,-2-1-1-16,0 0-11 16,2-1 10-16,-3 2-9 0,3-4-11 0,-2 1-6 15,2 0 6-15,0-2 10 0,0-3 1 16,0-2 9-16,2 0 1 15,1-2 1-15,-3-2 1 0,2-2 1 16,0 0 2-16,-2-1-3 0,0 1 0 0,4 1-1 16,-2-3 0-16,0 2 0 15,0 0 0-15,0-1-1 0,2 2-11 16,-2 0 13-16,0 0-1 0,2 0 0 16,1 1 1-16,-3-3 1 0,0 0 2 15,-2 1-2-15,4-2 12 0,-4 1-12 16,2-3 3-16,0 5-1 0,-2-3-1 15,2 1-1-15,-2 0-1 16,2-1 0-16,0 1-1 0,0-5 0 16,-2 4 0-16,4-1 1 0,-2-2 1 15,3 1 0-15,-1-1 2 0,-2 0-1 16,-2-2 2-16,0 1 8 0,0-1-9 16,0 1-1-16,4-2 0 0,-4 1 11 15,0-1-10-15,0 2 10 0,0-4 0 16,0 1-10-16,0-2 15 0,0 1-17 15,2 0 1-15,0-2 1 0,-2 2 10 16,0-2-11-16,0 2 1 0,0-3 13 16,0 3-13-16,2-3 17 0,-2-1-19 15,0 0 2-15,0 0 10 0,0-4-10 16,0 2-1-16,0 0 11 0,0-3-12 16,0 0 3-16,0 2-1 15,0-3-1-15,0 0 11 0,-2 1-11 0,0-1 0 16,0-1 0-16,-2-1-1 15,4 1 1-15,-2-1 2 0,0 0-3 0,-2 1-1 16,1 1-1-16,1-2 0 16,0 0 1-16,0 1 1 0,0 0-1 15,0-2 1-15,0 0 0 0,0-2 2 16,-2 2 0-16,0 0 10 0,4-1-12 16,-2 2 1-16,0-4 2 0,-5 1-2 15,5-1 1-15,-2 0 0 0,0 2 10 16,2-2-13-16,-4 0-13 0,2 5 13 15,4-3 0-15,-2 0 0 0,-3-1 0 16,3 0 1-16,-2-1 1 0,2 0-1 16,0 1 12-16,0 0-11 0,-2 0 1 15,-2-1-1-15,2 4 11 0,-1-3-10 16,-3 2-1-16,4 0 0 0,0 0 1 16,-2-1-1-16,0 1 1 0,1 0-3 15,1 1 0-15,0 0-3 0,0 1-9 16,2 0 11-16,-2 0-1 15,2-2 0-15,-2 1 0 0,4 1 0 16,-5 1 2-16,5-3 0 0,-2 3 2 16,0-3-1-16,0 4 2 0,-2-1-1 15,2-1 1-15,-2 2 0 0,2 1 0 16,-2 1 10-16,0-1-11 0,-3 1 0 16,5 1-1-16,-2 0-1 0,0 0-2 15,0 4 1-15,0-4-1 0,0 6 1 16,-3-1 0-16,3-1 1 0,0 1-1 15,0 1 1-15,-2-1 0 0,2 3 0 16,0 1 1-16,-3 1 2 16,3 0-1-16,0 2-1 0,0 0 0 0,0-1-1 15,0 4 0-15,2-1 0 0,-3 2 0 16,1 1 1-16,-2-1 2 16,4 3-1-16,-4-1 0 0,2 0 1 15,0 3 16-15,-1 2-17 0,1 0 0 16,0 1 1-16,0-1-1 0,0 1-1 15,2 3 0-15,-2-1-1 0,2 0-13 16,0 1 11-16,0 1-1 0,2 1 3 16,-3 0 2-16,1 2 17 0,0-2-6 15,2 2 0-15,-2 2-10 0,2-2 10 16,-2 1-11-16,0 1-2 0,2 0-1 16,0 0-12-16,0 0 1 0,0 0-1 15,0 0 9-15,0 0 2 0,0 0 0 16,0 0 1-16,0 0 1 0,-4 0 0 15,4-1 0-15,0 1-1 0,0-1 1 16,0 0 0-16,0-1 0 0,0-1 2 16,-2 3 1-16,0-2 1 15,2 2-2-15,-2-3 11 0,2 1-12 0,-2 1-1 16,2 1 0-16,0 0-2 16,-2-2-15-16,2 2 15 0,-2-1-1 15,2 0 3-15,0 0 0 0,0 0 3 16,-2 1 1-16,-1-3 18 0,1 2-3 15,2 0-15-15,-4 0 12 0,2-1-15 16,0 2 1-16,0 0-2 0,-2-1 0 16,4 1 0-16,0-2 0 0,-2 2 0 15,-2-1-1-15,2 0 1 0,-2 1-1 16,1-3 0-16,1 2 1 0,-2-1 0 16,2 2 0-16,-4-3 1 15,2 1 0-15,2 1 1 0,-2-1-1 0,-3-1 0 16,3 2 2-16,-2-2 10 0,0 0-12 15,0 2 1-15,-3-2 0 0,3 1 0 16,0 1 1-16,-4-1 0 0,6 1-1 16,-5 0-2-16,1 0 0 0,0 0 0 15,-1-1 0-15,1-1-2 16,-2 2 0-16,0-1-2 0,1 1 3 16,-1 1 0-16,0-2 1 0,1 2 0 15,-1 0 0-15,0 0-2 0,-1 0 2 16,-3 0 0-16,1 0 0 15,3 0-2-15,0 2 2 0,-7-1 0 0,9 1-1 16,-4-1-1-16,-1 0-1 0,1-1 2 16,1 0 0-16,-1 0 1 15,0 0-2-15,-3 0 1 0,5 0-1 0,-5 0 1 16,1 0 0-16,-1-1 0 16,-1 0-2-16,3 1 2 0,-1 0-2 15,0 0-1-15,-3 0 1 0,3 0 2 16,-3 0 1-16,3 1 0 0,-3 4 0 15,3-3-1-15,1 2-12 0,3 0 12 16,-1-1 0-16,3 0 0 0,2 0-15 16,4-3 13-16,0 0-20 0,2 0-51 15,2-3-248-15,4-7-8 0,2-2-284 16,1-19-747-16</inkml:trace>
  <inkml:trace contextRef="#ctx0" brushRef="#br0" timeOffset="142778.58">12064 8881 138 0,'0'0'137'0,"0"0"10"16,0 0 452-16,0 0-325 0,-50 7-30 15,31-7-78-15,5 0-30 0,-7 0 49 16,7 0-29-16,-5 0-30 0,5-5 39 16,-3 2-23-16,7-2-3 0,-2 0-11 15,7-2-70-15,3 0-58 0,2-2-22 16,0-1-20-16,7-5 6 0,3 0 12 16,0-1 23-16,5-1-9 0,3-1 10 15,3-1 16-15,0 3 3 16,3-1-17-16,1 0-2 0,4 2 19 15,-2 2 7-15,2 3-10 0,-2 4 3 16,-2 5 3-16,2 1 1 0,-11 11 18 16,-1 5-5-16,-11 8 28 0,-2 5 12 0,-4 8-5 15,-11 5-33-15,-3 4-9 16,-1 0-4-16,-3-1-9 0,-7-2 0 16,4-6-16-16,2-4 3 0,-4-3 7 15,9-7-10-15,-1-3 0 0,1-6 0 16,5-3 0-16,3-6-1 0,2-1-1 15,-2-2 0-15,6 0-13 0,2-2-4 16,-2 0-13-16,2 0-58 0,0 0-41 16,2 0 70-16,0-4 39 0,4 2 7 15,0-1 14-15,-2-1 0 0,5-2-15 16,-1 4 0-16,4-2 2 0,3 2 14 16,3 0 22-16,1 0 17 0,2 2-4 15,5 0-6-15,-3 0 16 0,6 0-29 16,-2 0 0-16,0-3 0 0,2 3-14 15,0-2-1-15,-6 0 12 0,1-1 6 16,-3-2-19-16,-7 1-11 0,3-2-65 16,-11 1-24-16,0 0-44 15,-4-1-40-15,-2 0-12 0,0-3-89 0,-2-1-199 16,-2 1-212-16,-4-6-335 0</inkml:trace>
  <inkml:trace contextRef="#ctx0" brushRef="#br0" timeOffset="143402.77">12002 8399 255 0,'0'0'128'0,"0"0"364"0,0 0-248 16,0 0-32-16,-52 1-98 0,35 2 16 16,3 3-4-16,0 3-44 0,-5-1-27 15,0 4 20-15,3 4 15 0,-7 2-2 16,2 4-52-16,1 6 29 0,-5 3-1 16,4 4-22-16,1 3-9 0,1 5-20 15,0 9-10-15,1 10-3 0,5 17-1 16,-1 3-15-16,8-1 12 0,6-7 2 15,2-11-1-15,6-12-13 0,4-8-7 16,-5-13 4-16,7-4-4 0,3 2 21 16,7 3 2-16,1-1 13 0,8-3 48 15,0-6 20-15,9-6 29 16,-3-5 52-16,2-8-8 0,3-2-16 16,3-7-10-16,-3-5-22 0,5-7-26 0,-3-1-26 15,-1-8 10-15,1-2-29 16,-7-8-23-16,9-9 14 0,-3-12-7 15,1-11-17-15,-3-1 23 0,-6 3-9 16,-12 10-3-16,-9 14-11 0,-5 8 17 16,-3 8-19-16,-6 3 1 0,2-2 2 15,-4-5 16-15,-6-3 6 0,-2 1 1 16,-7 1-7-16,-5-1-7 0,-5 2 4 16,-6 4-3-16,-2-1-13 0,-4 5-37 15,-5 3-1-15,1 4-3 0,-7 4 6 16,1 2 22-16,5 5-9 0,-1 3 0 15,4 3 20-15,2 0-14 0,6 0 13 16,4 0-45-16,6 1 10 0,2 1-19 16,9-1-36-16,-2 1-9 0,12-2-55 15,0 0-71-15,0 0-338 0,8-4 11 16,-4 2-155-16,0-9-117 0</inkml:trace>
  <inkml:trace contextRef="#ctx0" brushRef="#br0" timeOffset="150358.85">9732 7307 137 0,'0'0'101'0,"0"0"-19"0,0 0 709 0,0 0-348 15,0 0-245-15,0 0-74 16,0 0-33-16,0 0-30 0,2 2-61 16,-2-2-11-16,0 0 11 0,0 0 39 15,0 0 49-15,0 0 38 0,0 0 7 16,2 0-7-16,0 0-26 0,0 0-23 15,0 0-38-15,2 0-10 0,3 0-13 16,-1 0 0-16,-2 0 7 0,4 0 2 16,1-2-2-16,1 1-4 0,-2-2 7 15,2-1 3-15,1-1 0 0,1 2-13 16,-1-2-15-16,1 3 1 0,0-1 30 16,1 0-10-16,-1 0-22 0,1 2 1 15,-1-2 0-15,2 1-1 0,-1 0 3 16,1 2 22-16,5-1-9 0,2-2 16 15,-5 3-16-15,5-2 16 16,-1 0-13-16,5 1 4 0,-2-1 2 16,2 1-2-16,-2 0-7 0,1 1-4 15,1 0-10-15,2 0 24 0,-2 0-7 16,0 0-16-16,2 0 13 0,1 1 0 16,1 0 13-16,-4 0-10 0,6 0 9 15,-2 0-5-15,2 0-4 0,0-1 3 16,-2 1-3-16,2-1-17 0,0 2 0 15,-2-2 11-15,2 0-11 0,-6 4 17 16,6-2-19-16,-2 0-1 0,-2-1 1 16,2 2 1-16,0 0 0 0,2 0 1 15,-2-1 17-15,-3 1-19 16,5 0 1-16,-2-1 18 0,0-1-17 0,2 1 14 16,-2 3-16-16,2-2 1 0,-2-1 1 15,2 1 9-15,-6 3-10 16,6-2-1-16,-2-1 12 0,0 2-12 15,0-4 1-15,2 2-1 0,-2-1 0 16,0-2 2-16,-2 1 10 0,2-1 4 16,-3 0-3-16,-1 0-10 0,2 0 9 15,-2 0-8-15,0 0 13 0,-3 1-17 16,3-1 0-16,-4 1 1 0,0 1 1 16,1 0-2-16,-3-1 0 0,2 0 0 15,-1 1 1-15,1 0 0 0,0-1 1 16,-5 1 0-16,5-2 14 0,-5 2-5 15,1-2-10-15,-3 2-1 0,5-2 1 16,-9 2 12-16,7-2-11 0,-9 0-2 16,2 0 1-16,-1 1 0 15,3-1 1-15,-8 2-2 0,7-2 0 0,-5 1 1 16,2-1 0-16,-4 1 2 0,2-1-1 16,1 2 10-16,-1-2-12 0,2 0-3 15,-2 0 3-15,3 0-1 16,1 0 0-16,0-2 1 0,-4 1 1 15,1-2 0-15,1 2 0 0,-4-1 0 16,2 0 2-16,-4 2 10 0,-2 0 9 16,0 0 22-16,0 0 31 0,0 0 29 15,0 0-7-15,0 0-41 0,0 0-31 16,-2-2-23-16,-2 2 1 0,2 0-3 16,2 0-11-16,0 0-11 0,0 0-18 15,0 0-35-15,0 0-30 0,0 0 2 16,2 0 31-16,6 0-7 0,-4 0-6 15,5-2-20-15,1 2-22 0,2-1-61 16,3-3-154-16,-3 3-229 0,3-6-474 16</inkml:trace>
  <inkml:trace contextRef="#ctx0" brushRef="#br0" timeOffset="152933.69">22348 9632 122 0,'0'0'114'0,"0"0"691"15,0 0-401-15,0 0-92 0,0 0-17 16,0 0-75-16,0 0-9 16,-19-24-37-16,19 21-45 0,0-1-39 15,2 2-23-15,2-4-12 0,2 0-1 0,5 0-9 16,1-3 13-16,1-1 15 15,5-1-12-15,5-2-29 0,0 1 3 16,4 2-7-16,4 0 4 0,-3 1-3 16,6 2 9-16,-1 4-13 0,0 1 23 15,2 2-20-15,-4 0-12 16,-4 4-13-16,-2 2 13 0,-5 3-14 0,-3 0 1 16,-5 2 13-16,-4-2-13 0,-3 4 20 15,-5 4 2-15,-3 2 0 0,-7 5 7 16,-4 0-7-16,-5 2 0 15,-4-1-9-15,1 0-1 0,-1-5-13 16,-2 3-1-16,2-6-1 0,5-2 0 16,-5 0-17-16,4-5-5 0,1-1-19 15,3-2-16-15,-1-1 10 0,5-3-1 16,-1 3 23-16,4-5 3 0,2 0-1 16,3 0 1-16,1-1 0 0,2 0-29 15,0 0-70-15,0-1 26 0,7-1 43 16,-1-2 27-16,2 0 9 0,4 0 13 15,-1 1-13-15,3 0-7 0,1 3 12 16,1-1 11-16,3 1 48 0,-1 0 15 16,1 0-8-16,2 1 9 0,-7 4-7 15,5-1 0-15,-9 5-19 0,5 0 10 16,-5 2-4-16,0 3 4 0,-1 4 34 16,-5 1-12-16,-2 4-45 0,-2-1 3 15,-4 3 4-15,-9-2-4 16,3 4 3-16,-11-2 10 0,1 1 9 0,-3-1 10 15,-4-1-6-15,0-2-13 0,0 0-16 16,-2-1-13-16,4-6-12 16,1 1 0-16,-3-5-28 0,10-3-16 15,-3-1-47-15,3-4-22 0,5-2-20 16,1-1-2-16,7 0-43 0,-2-5-74 16,6-4-177-16,0-2-149 0,6-6 19 15,-2 5-134-15,5-13-93 0</inkml:trace>
  <inkml:trace contextRef="#ctx0" brushRef="#br0" timeOffset="153679.02">22482 9328 233 0,'0'0'107'16,"0"0"415"-16,0 0-145 0,0 0-123 16,0 0 10-16,-62 12-73 0,50-6-35 15,-3 4-39-15,-1 2-14 0,1 1-9 16,1 2-20-16,-1 2-9 15,-1 2 6-15,1 2-16 0,1 1-23 0,-1 0-6 16,5 5 3-16,-5 0-14 0,1 3-14 16,2 2-1-16,-3 4 0 15,5 0 0-15,1 3-2 0,1 0-11 16,4 1 12-16,0 0-2 0,4-2 1 16,0 1 2-16,2-2-1 0,4 0 1 15,5-2 1-15,3-2 1 0,3-2 15 16,1 0 2-16,5-5 3 0,2-1-2 15,2-3 2-15,2-3-2 0,4-4 8 16,4-3 11-16,0-4 22 0,4-2 6 16,-1-6 19-16,1 0-2 0,2-3-21 15,1-2-12-15,-3-5-13 0,-2 0-12 16,3-1-13-16,-1-3 9 0,-4 0 6 16,0-4 7-16,-1-1 0 0,-3 0 3 15,-6-5 0-15,2 4-3 0,-11-3 0 16,1 1-1-16,-7 2 1 0,-2-1 15 15,-1 0 13-15,-5 0 10 0,-2-3-8 16,-2-2-10-16,0-2-21 16,0-3-9-16,-4-1-25 0,0-2 0 15,-3-2-16-15,-3 0-12 0,0 2 0 16,-3 0 5-16,-1 0 1 0,-3 1-3 16,-1 3-6-16,-5 0 3 0,-2 3-4 15,0 3-2-15,-4 2-7 0,-2 4-6 16,-2 4 24-16,0 2 22 0,0 3 1 15,-4 3 0-15,0 4-22 0,4 1 22 16,-2 1 0-16,4 0-12 0,-2 2-1 16,8 1 11-16,2 0-1 0,6 0-13 15,3 0 0-15,4-1-6 0,6 0-16 16,1-2-66-16,3 0-151 0,3 0-181 16,3 0 14-16,4 0-54 0,0 0-227 15,1-7-464-15</inkml:trace>
  <inkml:trace contextRef="#ctx0" brushRef="#br0" timeOffset="158679.81">1294 7613 180 0,'0'0'1297'0,"0"0"-1011"0,0 0-42 16,0 0-11-16,0 0-87 15,0 0-75-15,0 0-16 0,-29-34 22 16,23 18-6-16,0-3-10 0,-1-3 10 15,3-3-13-15,0-3 22 0,-2-3-25 16,0-4-17-16,2-12 17 0,0-15-23 16,-1-13-32-16,3-8 0 0,2 1-3 15,0 3-16-15,0 10 16 0,0-1-9 16,0 4 10-16,0 3 0 0,0-2 2 16,2 4 2-16,3 2 11 0,-1 3-13 15,0 9 4-15,2 12-4 0,-2 7-3 16,-2 6 0-16,2-5 3 0,-2 2 0 15,0-1 2-15,3 4-2 0,-3 3 16 16,-2 4-16-16,2 5-1 0,-2 4 1 16,2 0 17-16,-2 1-1 0,0 1-16 15,0-4-12-15,0 2-1 0,0 1-39 16,2 2 20-16,-2 0 13 0,2 1 0 16,-2-2 18-16,4 1-18 15,0 2-13-15,-2-3-1 0,0 2 1 16,0 1 10-16,3-4 2 0,-1 4 4 15,2-3 0-15,4 1 0 0,-2 0 16 16,3 2-2-16,3-3-17 0,-1 2 3 16,1 0 16-16,5-1-2 0,4 0 0 15,-3-1 0-15,5-2 1 0,4 1 1 16,2-2 0-16,2 0 0 0,-2-1 1 16,6-1 12-16,-4 1-11 0,5-2 2 15,1 0 8-15,4-1-2 0,1-1-10 16,-1 1 0-16,13-4 1 0,6-1 25 15,8 0-24-15,2-3 30 16,1 3-12-16,-3-1 10 0,-4 4-30 16,7-2-2-16,-1 1 2 0,0-1 0 15,3 0 0-15,5 0 15 0,-1-3-15 16,6-3-1-16,-3 0 1 0,9 0 1 16,-4-2 3-16,8 3 25 0,4-5-10 15,1 4 0-15,1 0 3 0,4-1 14 16,1 5-35-16,-1-2 1 0,3 0 0 15,7 1 0-15,-1-1-1 0,4 3-1 16,0 0 0-16,2-1-14 0,0 0 12 16,2 3 2-16,2-4 0 0,2 4 1 15,2 0-1-15,0-3 15 0,0 4-14 16,2 1 0-16,1 0-1 0,1 1 4 16,2 2-3-16,1 0 1 0,3 0-1 15,1 0 2-15,-3-2-1 0,9-3 11 16,-1 0 0-16,7-1-11 0,-4-3 17 15,4-1 4-15,0 0 2 16,2 0-2-16,-2-1-4 0,2 1 0 16,-2 1-6-16,2-2-13 0,0 4 0 15,0-1 0-15,-1 1 0 0,4 2-1 16,-6-1-2-16,3 3 1 0,-2 2-1 16,0 1-10-16,0 2 12 0,-4 0 1 15,0 2 0-15,-1 1 1 0,-3 0-1 16,2 4 20-16,-1 0-19 0,-5 0 2 15,1 0 10-15,-1 4 12 0,4 0-22 16,-3 1-1-16,-1 1 0 0,1-2-2 16,3 4-3-16,-3-3 2 0,5 1 0 15,2-2-12-15,-4 2 13 0,3-1 2 16,1 0-1-16,4-2 15 0,-2 2-7 16,6 0-9-16,-6-3-1 0,8 3 0 15,-6-1-1-15,6-1 2 16,0 1 0-16,2-3 0 0,-4 0 0 0,8-1 2 15,1 0-1-15,-3-1 15 16,0-1-15-16,2 0 1 0,-3 1 1 16,1 1 10-16,-4 0-1 0,4 0-11 15,-2 0-1-15,1 4 1 0,-1-1 2 16,-4 2 9-16,0 1-12 0,0-1 0 16,-6 1-1-16,6 1-2 0,0-1 3 15,-4 0 1-15,4 2 2 16,-2-3-1-16,0 1 14 0,0-4 0 0,-3 4-16 15,1 0 16-15,0-1-16 0,-2 1 1 16,0 0 0-16,2 2-1 16,-2-3-2-16,-3 2 2 0,-1 0-4 0,2 4-8 15,2-3 10-15,-5 4 0 16,-1-3-1-16,2 1 3 0,-3 1 0 16,-1-1 0-16,2 1-2 0,-3 0 2 15,-1 1 0-15,-3 1 1 0,-2-3-1 16,-1 2 1-16,1-1 20 0,-4 0-21 15,0 2-20-15,-3 1 18 0,1-2 2 16,-4 4-2-16,0-5 2 0,4 0 0 16,-4 0 0-16,-2 0-3 0,-2 0-12 15,2-2 15-15,-2 0 0 0,0 0 3 16,2-2 1-16,-5 1-3 0,-1-3 1 16,-4 1-2-16,-1 0 0 0,-1 2 0 15,-1-4 0-15,-1 1 0 0,-1 0-1 16,-5 0-1-16,-1 1-10 0,-4-1 11 15,0 0 1-15,-2 1 0 0,3 0 1 16,-5-2 0-16,-2 3 2 16,0-1-1-16,-9 1-1 0,3 0-1 0,-4 0 13 15,-3 0-12-15,-1 2 0 16,1 0 1-16,-1 0-2 0,-3 0-1 16,-6-2 0-16,3 3 0 0,1-1 2 15,-4 1-1-15,0 0 1 0,1 1-2 16,-3-3 1-16,6 2-1 0,-4-2 2 15,3 3 0-15,-3-1 0 0,-2-1-1 16,0 3-1-16,-2-1 1 0,-2 1 1 16,-4 1 1-16,2-2-2 0,-4 3 0 15,2-2-1-15,-3 2 1 0,-1 0 1 16,2-1 2-16,-2 0-2 0,2-1 0 16,-1 1 0-16,-3 1 2 0,4-1 6 15,-2 0-9-15,-3 0-2 16,3 1-17-16,-11-3 16 0,-3-1-10 0,-11 0 12 15,2-2 1-15,2 1-2 16,8 3-8-16,5 0 10 0,-1 2 0 16,-4 0 0-16,1 0 1 0,-1 0 0 15,-2-1-1-15,-1-1-1 0,1 3 1 16,-4-2 3-16,4-1-1 0,-4 1-2 16,1-1 0-16,-5-2 0 0,0 1 0 15,-5-1 0-15,-1-1 1 0,2 1 12 16,-6-2-11-16,-3 1-1 0,3-1 15 15,-6 0-16-15,1-1 0 0,-4-1 2 16,-1 3 1-16,-1-3-1 0,-2 0 1 16,-1-1 13-16,1 0-16 0,2 3 0 15,-2-3-2-15,-1 1 2 0,3 1 1 16,5-1-1-16,-7 0 0 0,6-1 0 16,-1 1 0-16,-5-3 2 0,4 1-2 15,1-1 1-15,-3 1-1 16,2-1 1-16,-1 0-1 0,-1 0 16 15,5 1-4-15,-3 0-11 0,-2-1 0 16,9 0 2-16,-5-1 10 0,5 1-11 16,-5-1 11-16,9-1 6 0,-2 1-17 15,-3 1 11-15,5-2-12 0,-8 0 12 16,7 1-12-16,-3 0-1 0,-2 2 0 16,1-1-4-16,-3 0 3 0,1 1 1 15,-1-1-3-15,-5 1 0 0,7 1 1 16,-5 1 0-16,2 0 2 0,-1 0 1 15,-3 3 0-15,7-1 0 0,-5 0 1 16,3 1-1-16,-3 1 1 0,0-1 0 16,5 2-1-16,-3-1 0 0,3 0 1 15,-5 1 0-15,3 0-2 16,-1 0 1-16,3 0 2 0,-3 0-3 16,3 3 1-16,-3-3-1 0,1 1 0 0,3-1-3 15,-3 0-10-15,3 1 10 16,-3-2 1-16,6 2 0 0,-5 0 2 0,1 0-1 15,-1-2 0-15,1 2-1 16,-1-1 1-16,1 1 0 0,-1 0 0 16,-1 0 1-16,-1 1 13 0,3 0-12 15,-3 0-1-15,5-1-1 0,-5 3 0 16,5-3 0-16,-7 1 1 0,3 2 1 16,-1-2-1-16,1 0 1 0,-5 0 0 15,0 1 2-15,3 0 0 0,-3 0 0 16,-2 1 9-16,1 1-11 0,5-2 0 15,-6 4 12-15,1-2-10 0,1 0-3 16,-2 0 1-16,1 2 0 0,-3-2 12 16,6 2-12-16,-6 1 2 0,3-1-1 15,-3 1 1-15,2 0 10 16,0 3-11-16,-3 0 0 0,1 0 0 16,0 1 14-16,0 2-3 0,-2 0-13 0,5 3 1 15,-5-3 18-15,0 2-17 16,0-1 1-16,-2 1 10 0,4-2-12 15,-2 3 0-15,0-1 2 0,1-1 13 16,-5 2-16-16,6-3 1 0,-4 3 1 16,0-2 14-16,2 0-15 0,-2 1 12 15,4 1-10-15,-4 0-2 0,3-2 2 16,-3 0 10-16,0-1-10 0,-2 0 9 16,4-2-11-16,-4-1 0 0,2-1 2 15,-2-2-3-15,0-1 0 0,0-4 1 16,0-2 11-16,0 1-10 0,-2-3 14 15,-2-1 0-15,4-2 0 16,-4 0 2-16,-1-1 1 0,5-4-3 16,-2 1-13-16,0-3 0 0,2 2-3 15,0-2 0-15,0 1-19 0,0-1-15 16,0 0-35-16,0 0-105 0,0 0-106 16,2-3-126-16,7-5-246 0,-1 1-72 15,2-16-573-15</inkml:trace>
  <inkml:trace contextRef="#ctx0" brushRef="#br0" timeOffset="161100.88">15332 4044 1472 0,'0'0'1217'0,"0"0"-1075"15,0 0-100-15,0 0 140 16,62-35 49-16,-37 17-9 0,8-4-54 16,4-1-58-16,2-3-31 0,5 1-35 0,3 1-25 15,1 4-7-15,1 3-12 16,-3 1 0-16,-1 5 3 0,3 2-1 16,-5 2 1-16,-4 4-3 0,-1-1-22 15,-5 2-54-15,-2 2-12 0,-6 0-13 16,-5 2-22-16,-7 2-26 0,-7 2-97 15,-4 3-81-15,-4 2-5 0,-4-2-294 16,-17 13-821-16</inkml:trace>
  <inkml:trace contextRef="#ctx0" brushRef="#br0" timeOffset="161320.1">15299 4232 1361 0,'0'0'1279'0,"0"0"-1022"0,0 0-164 16,0 0-92-16,2 64 79 16,10-43-12-16,7 0-40 0,4 0-17 15,-1-2-11-15,7-3-19 0,-2-3 6 16,4-1-16-16,0-3 4 0,-2-1-20 16,-2-2-67-16,-4 0-56 0,1 0-12 15,-3 0-78-15,-4-3-135 0,-5 0-306 16,-4-2-468-16</inkml:trace>
  <inkml:trace contextRef="#ctx0" brushRef="#br0" timeOffset="161806.45">15311 4373 1892 0,'0'0'1470'0,"0"0"-1317"0,0 0-150 0,0 0 187 16,79-45 21-16,-38 16-41 15,21-7-61-15,12-9-37 0,11 1-29 16,-6 4-18-16,-5 6 3 0,-10 9-13 16,0 1 1-16,-4 7-14 0,-12 3-2 15,-5 5-3-15,-14 4 3 0,-4 2-2 16,0 2-1-16,2 1-13 0,-3 0-2 16,-9 2-35-16,-11 8-31 0,-4 7 40 15,-8 5 41-15,-15 10-84 16,-6 6-68-16,-6 2-27 0,-13 8-56 0,-11 2-67 15,1-4-22-15,8-8-8 0,0-6-89 16,13-8-69-16,-6 3-8 0,-7 1 93 16,7-5 102-16,6-4 306 0,1-4 104 15,3-5 203-15,6-4-14 0,9-3-10 16,-1-3-36-16,9 0 68 0,0 0-17 16,5-4 0-16,5 0-27 0,0-2-124 15,3 1-121-15,5-2-26 0,4-2 112 16,3-2-13-16,5 2 13 15,5-2-4-15,2 1-10 0,2-1-18 16,4 0-33-16,0 2-24 0,6-2-23 16,-6 0-3-16,-2 3-16 0,-4-1-66 15,-2 1-58-15,-4 3-55 0,-9-1-32 16,-4 0 18-16,1 4-43 0,-7-2-29 16,-2 0 38-16,0-2 31 0,-8 1-393 15,-3-7-419-15</inkml:trace>
  <inkml:trace contextRef="#ctx0" brushRef="#br0" timeOffset="162032.61">15632 3810 2625 0,'0'0'395'0,"0"0"-190"15,0 0-164-15,-5 53-28 0,5 1 83 0,-2 23 12 16,-2 8-42-16,2-4-21 15,0-9-26-15,-4-25-19 16,6-8-17-16,0-9-15 0,0-2-22 0,0-2 0 16,6 3 13-16,0-3-26 0,0-4-57 15,5-8-62-15,3-4-61 0,-3-9-127 16,1-2-216-16,5-7-204 0,-7-14-239 16</inkml:trace>
  <inkml:trace contextRef="#ctx0" brushRef="#br0" timeOffset="162226.57">15747 3982 356 0,'0'0'1570'0,"0"0"-1068"0,0 0-86 15,0 0 16-15,0 0-124 0,0 0-121 16,0 0-178-16,0 0-9 0,0 0-69 16,0 0 69-16,0 52 53 0,11 18-18 15,-5 10-35-15,0-5-14 0,-2-7-64 16,-2-14-71-16,7-3-77 0,-5-6-64 15,-2-9-48-15,0-8-101 0,-2-5-236 16,0-3-136-16</inkml:trace>
  <inkml:trace contextRef="#ctx0" brushRef="#br0" timeOffset="162497.73">15644 4659 122 0,'0'0'1395'0,"0"0"-426"0,0 0-846 0,0 0-88 16,-10 52 62-16,10-23 9 16,0 4 19-16,2 5 48 0,4 1-7 15,2-3-42-15,3-4-38 16,-3-2-20-16,0-6-28 0,9-4-6 0,-5-5 12 16,7-2-6-16,-3-4-25 0,7-2-12 15,0-5-1-15,-1-2-12 0,5-2-3 16,0-6-20-16,2-5-92 0,-6-4 67 15,-3-1-54-15,3-5-84 0,-8 0-58 16,3-6-47-16,-9 0-78 0,-1-3-184 16,-2-1-82-16,-4 8-129 0</inkml:trace>
  <inkml:trace contextRef="#ctx0" brushRef="#br0" timeOffset="162671.17">15929 4573 439 0,'0'0'1182'0,"0"0"-698"0,0 0-67 0,-31 59-49 16,25-32-45-16,2 3-68 0,0 4-46 15,2 2-29-15,2-3-33 0,-2 1-55 16,2-3-42-16,0-2-34 16,-5-1-16-16,5-3-4 0,-2-3-27 15,-2 1-28-15,0-6-55 0,0-1-43 16,2-2-36-16,-2 1-67 0,-4-2-88 16,-1-3-100-16,1-1-209 0,-6-2-654 0</inkml:trace>
  <inkml:trace contextRef="#ctx0" brushRef="#br0" timeOffset="162863.28">15539 4801 920 0,'0'0'1784'0,"0"0"-1466"16,0 0-228-16,0 0 73 0,57-69-45 15,-32 42-61-15,8-6-32 0,2-5-21 16,7-3-3-16,1 1-1 0,15-12-35 15,8-7-96-15,11-1-89 0,-1 1-24 16,-8 9-46-16,-16 11-98 0,-21 15-258 16,4-4-162-16</inkml:trace>
  <inkml:trace contextRef="#ctx0" brushRef="#br0" timeOffset="163288.76">16436 3788 1460 0,'0'0'1029'0,"0"0"-523"15,0 0-155-15,0 0-81 0,-58 48-128 16,37-13-85-16,-4 21-13 16,-4 13-3-16,3-2-10 0,5-13-28 15,2-14-3-15,7-13-1 0,-7 3-11 16,5 2 9-16,-5 1-13 0,5-5-3 16,3-5-3-16,1-7-16 0,4-3-15 15,4-6-51-15,2-3-61 0,0-3-39 16,0-1-19-16,2 0 33 0,4-1 36 15,2-5 38-15,3-4 68 0,-3-2 48 16,0-2 22-16,9-3-3 0,-5-2 14 16,5 1 47-16,-5 1 39 0,2 1 10 15,1 3 2-15,-3 2 10 0,3 3-30 16,-5 4-22-16,5 4-19 0,-5 2 38 16,-4 8 88-16,2 5-49 0,-1 8-26 15,-5 14-3-15,-2 19 7 0,-9 15-26 16,1 5-22-16,0-1-18 0,-7-11-10 15,11-16-12-15,0-8-12 0,2-10-10 16,2-4-15-16,-2 6-3 16,2 0-25-16,2 2-12 0,2-3-49 15,2-4-60-15,9-8-68 0,-7-2-88 16,3-6-173-16,5-6-108 0,-4-5-105 16,-1 0-292-16,3-16 197 0</inkml:trace>
  <inkml:trace contextRef="#ctx0" brushRef="#br0" timeOffset="163782.91">16634 3957 164 0,'0'0'1668'0,"0"0"-1165"0,0 0-90 15,0 0 36-15,0 0-42 0,0 0-73 16,0 0-51-16,0 0-75 0,0 0-165 16,0 0-43-16,-37 7 0 0,37 29 13 15,0 6 2-15,0 6-13 0,-4-6-2 16,2 4-11-16,-2-4-42 0,-3-3-49 16,-3 0-38-16,4-5-20 0,-4-2 3 15,-1-5-4-15,1-3-16 0,-1-5 28 16,5-6 40-16,-2-3 46 0,0-4 8 15,4-5 17-15,-1-1 9 0,1-1 4 16,2-5-20-16,0-3 45 0,0 1 0 16,0-4 25-16,2-1 110 0,2-4-1 15,4 1-1-15,1-3-9 16,7-2 9-16,3 2 15 0,3-1-16 0,3-1-3 16,6-2-14-16,4 2-24 0,4 0-29 15,-2 2-25-15,7 0-35 16,-3 3-2-16,-2 3-1 0,-4 2-15 15,0 4 14-15,-4 1-10 0,-10 3-22 16,-1 3-3-16,-9 0-35 0,-5 8-78 16,-4 2-42-16,0 5 167 0,-8 7-82 15,-9 3-146-15,-4 6-113 0,-5 1-77 16,-8 0-161-16,10-9-447 0</inkml:trace>
  <inkml:trace contextRef="#ctx0" brushRef="#br0" timeOffset="163988.02">16527 4522 392 0,'0'0'2015'0,"0"0"-1512"16,0 0-189-16,0 0-158 0,0 0-57 16,0 0 138-16,0 0 52 0,53-9-78 15,-32 0-50-15,8-4-55 0,0-1-23 16,4-3-27-16,0-2-29 0,-2 1-26 16,0-2-1-16,-2 3-2 15,-2 2-10-15,-6 3-68 0,1-1-44 16,-7 3-47-16,3 4-16 0,-7-1-21 15,3 1-57-15,-6 2-91 0,3-4-73 16,-5 1-136-16,0 2-425 0</inkml:trace>
  <inkml:trace contextRef="#ctx0" brushRef="#br0" timeOffset="164251.21">16797 3859 281 0,'0'0'1638'0,"0"0"-1262"0,0 0 9 16,-22-53 13-16,15 42-69 0,5 5-79 16,0 4-39-16,0 2-32 0,2 0-84 15,0 5-70-15,0 10-10 0,4 17 4 16,7 27 40-16,-1 29 0 0,-2 13 25 16,7-2 12-16,-5-11 15 0,-4-16-52 15,3-5-59-15,3-3 0 0,-6-12-1 16,3-11 0-16,-5-10-21 0,6-3-21 15,-2 4-22-15,1 4-15 0,-1 1-66 16,8-2-31-16,-7-3-44 0,3-5-91 16,0-3-133-16,-1-3-37 0,-3-6 149 15,2-3-1340-15</inkml:trace>
  <inkml:trace contextRef="#ctx0" brushRef="#br0" timeOffset="164633.25">17573 3662 1566 0,'0'0'1025'0,"0"0"-661"16,0 0-6-16,0 0-12 0,0 0-128 15,0 0-218-15,0 0-79 0,0 0 10 16,0 0 66-16,-19 59-10 15,29-32-28-15,5-1-98 0,-5 1-74 0,-2-2-30 16,1 0-59-16,-5-2-111 16,-4 1-219-16,0-6-406 0</inkml:trace>
  <inkml:trace contextRef="#ctx0" brushRef="#br0" timeOffset="164828.14">17190 4011 187 0,'0'0'2356'0,"0"0"-1867"16,0 0-198-16,0 0-135 16,-18 74-102-16,22-38-16 0,6 6-10 15,5 1-28-15,1-1-27 0,1-2-21 16,3-5-9-16,-1-5-112 0,-3-2-48 16,-3-6 15-16,-1-4 6 0,-4-3-53 15,3-3-62-15,-5-3-91 0,-2-5-24 16,-2-2-89-16,-4-4-202 0</inkml:trace>
  <inkml:trace contextRef="#ctx0" brushRef="#br0" timeOffset="165099.54">17192 4048 864 0,'0'0'1607'16,"0"0"-1111"-16,0 0-141 0,33-58-60 15,-10 35-36-15,4 2-84 0,4-4-68 16,16-1-38-16,13-2-28 0,13 0-7 15,5 5-6-15,1 7 24 0,-11 8 14 16,-8 7 5-16,-12 1 24 16,-11 0-15-16,-6 0-18 0,-6 3-25 15,4 3-22-15,2 3-12 0,-5-1-3 16,-5 4 0-16,-6 2 3 0,-7 2 19 16,-6 4 18-16,-2 4-16 0,-2 5-2 15,-6 0-22-15,-7 2-12 0,5 2-46 16,-5-4-46-16,-1 2-63 0,3-3-74 15,-1 0-103-15,-3-1-173 0,-1-2-123 16,3-7-345-16,-16 5-793 0</inkml:trace>
  <inkml:trace contextRef="#ctx0" brushRef="#br0" timeOffset="165470.86">17411 4175 402 0,'0'0'2237'0,"0"0"-2080"0,0 0 59 16,0 0 52-16,67-22-80 0,-39 12-77 16,3-1-32-16,3 0-9 15,1-1-10-15,-2 1-35 0,0 1-25 16,-8 4-14-16,-1 1-2 0,-7 3-21 16,-3 0-33-16,-3 2-19 0,-5 0-6 15,-4 4-10-15,-2 0-19 0,0 0 111 16,-4 3-44-16,-9 5 57 0,3 1-96 15,-4 5 42-15,1 0 41 0,-1 3-3 16,-1 4 16-16,5 5 41 0,0 6 75 16,-3 10 21-16,9 12 0 0,4 9-29 15,0-4-32-15,4-13-7 0,5-15-12 16,-1-10-35-16,-2 2-22 16,4 2-1-16,3 0-15 0,-3-6-3 0,0-4-18 15,3-2-62-15,-3-5-24 16,0-4-71-16,-5-3-78 0,3-5-114 15,-2 0-79-15,-4-3-253 0,0-3 132 16</inkml:trace>
  <inkml:trace contextRef="#ctx0" brushRef="#br0" timeOffset="165646.79">17707 4446 905 0,'0'0'1411'0,"0"0"-853"15,0 0-98-15,0 0-183 0,0 0-208 16,0 0-43-16,0 0-7 0,50-48-19 15,-28 39-13-15,5 2 10 0,-4 0-23 16,0 2-34-16,-7 4-108 0,-3 1-96 16,-5 2-105-16,-6 8-99 0,-2 1-21 15,-2 0-80-15,-13 9-716 0</inkml:trace>
  <inkml:trace contextRef="#ctx0" brushRef="#br0" timeOffset="165868.79">17407 4355 1445 0,'0'0'1522'0,"0"0"-1269"15,0 0-170-15,0 0-17 0,-2 59 100 16,6-28-21-16,-2 9-3 0,0 10 0 16,0 13-58-16,-2 6-42 0,-2-4-40 15,-6-13-2-15,2-17-2 0,-2-10-52 16,4 3-31-16,-3 3-6 0,3-2-35 15,0-6-51-15,2-5-103 0,2-7-107 16,0-5-132-16,0-6-283 0,2 0-338 16</inkml:trace>
  <inkml:trace contextRef="#ctx0" brushRef="#br0" timeOffset="166066.83">17422 4728 620 0,'0'0'1276'0,"0"0"-521"0,0 0-207 16,0 0-251-16,0 0-107 0,0 0 24 15,0 0-25-15,64-8-46 0,-37 14-37 16,4 0-7-16,4 7 12 0,10 1-15 16,1-1-34-16,1 1-32 0,-1-2-28 15,-3-3-2-15,5 1-2 0,-3-1-1 16,1-3-40-16,-5 1-46 0,0-4-16 16,-3-1-53-16,-1-2-41 0,-4 0-72 15,-2-6-260-15,-10-3-239 16,1-13-902-16</inkml:trace>
  <inkml:trace contextRef="#ctx0" brushRef="#br0" timeOffset="166398.33">18408 3435 2794 0,'0'0'433'0,"0"0"-153"0,0 0-61 16,0 0-182-16,-25 63-37 15,25-10-2-15,0 13 1 0,8-2-18 0,3-13-15 16,-1-16-17-16,-4-9-57 16,11 0-57-16,-3 6-26 0,5-5-11 15,-3-4-45-15,1-7-40 0,-1-5-150 16,1-7-275-16,-1-4-383 0</inkml:trace>
  <inkml:trace contextRef="#ctx0" brushRef="#br0" timeOffset="166585.34">18798 3481 464 0,'0'0'1099'0,"0"0"20"0,0 0-462 16,0 0-94-16,0 0-144 0,0 0-177 15,0 0-113-15,0 0-101 0,0 0-28 16,-33 70-49-16,4-7 0 0,5 0-29 16,1-9-61-16,4-18-75 0,5-7-63 15,1 3-28-15,-3 4-58 16,-5 1-34-16,9-10-181 0,-13 4-594 0</inkml:trace>
  <inkml:trace contextRef="#ctx0" brushRef="#br0" timeOffset="166930.94">18275 3966 1907 0,'0'0'538'0,"0"0"-254"15,0 0 72-15,67-7-84 0,-36-3-132 16,4-4-61-16,6-1-16 16,-4-2 4-16,7 2-45 0,-7-2-20 15,-2 5-1-15,-6 4-1 0,-10 2-2 16,-1 2 0-16,-8 2-11 0,-5 2 11 0,1 0-11 16,-6 0 13-16,0 0 16 15,0 3 41-15,-6 0 109 0,4 5-53 16,-9 0-113-16,1 7-34 0,0 7 33 15,-1 3 1-15,3 5 31 0,0 5 11 16,1 3 2-16,5-1-20 0,2 0-10 16,0-3-14-16,0-5-22 0,0 0 0 15,2-4-12-15,-2-6-42 0,3-1-59 16,1-2-19-16,-4-4-23 0,0-2-52 16,0 1-49-16,-4-3-53 0,-1-1-115 15,-1-2-281-15,-6 0-512 0</inkml:trace>
  <inkml:trace contextRef="#ctx0" brushRef="#br0" timeOffset="167137.96">18437 4143 190 0,'0'0'2009'0,"0"0"-1585"0,0 0-167 0,0 0-20 16,0 0-67-16,0 0-75 15,35-58-25-15,-17 46-35 0,3 3-22 16,4 2-11-16,-2 1-2 0,1 3 0 15,3 3-2-15,-2 0-11 0,-4 3-3 16,4 3-70-16,-7 0-57 0,-3 4-59 16,-3-1-45-16,-6 4-104 0,-4 1-38 15,-2 2-4-15,-4-4-261 0</inkml:trace>
  <inkml:trace contextRef="#ctx0" brushRef="#br0" timeOffset="167403.21">18327 4355 1558 0,'0'0'1337'15,"0"0"-1161"-15,0 0 32 16,0 0 151-16,0 0-63 0,72-32-91 16,-45 14-74-16,4-1-54 0,4 0-33 15,5-2-20-15,-3 1-5 0,0 1-3 16,2 1-14-16,-1 3-2 0,-5 2 0 15,-4 3-3-15,-5 2-13 0,-5 3 4 16,-2 2-22-16,-7 3-56 0,-8 0-26 16,2 0-44-16,-4 2-32 0,0 2 38 15,-6 6 21-15,-4 2-185 0,-5 6-211 16,3-4-446-16,-19 9-439 0</inkml:trace>
  <inkml:trace contextRef="#ctx0" brushRef="#br0" timeOffset="167635.36">18364 4469 616 0,'0'0'1704'0,"0"0"-1462"16,0 0 122-16,0 0-31 0,56-35-167 16,-33 18-58-16,0-2-10 0,-3 3-29 15,7-2-28-15,-4 2-20 0,-2 3-21 16,-5 2-2-16,1 3-10 0,-3 2-4 15,-2 1-3-15,-5 3-47 0,-3 2-93 16,-2 0-73-16,-2 7-53 0,0 1-127 16,-6 6 183-16,-1-2-342 0,-11 10-652 15</inkml:trace>
  <inkml:trace contextRef="#ctx0" brushRef="#br0" timeOffset="167908.87">18176 4698 753 0,'0'0'1796'0,"0"0"-1265"0,0 0-314 16,0 0-102-16,0 0 129 0,0 0-11 16,56-37-79-16,-35 19-53 0,10-1-26 15,-2-1-28-15,4 0-26 0,-2 2-19 16,0 1-1-16,0 3-1 0,-2 1-1 15,-7 4 0-15,1 2 0 0,-4 0-2 16,-7 5-12-16,-6-1-20 0,1 3-43 16,-7 0-44-16,0 0-76 0,0 1 2 15,-5 7-64-15,3-1-34 0,-8 7-188 16,4-4-305-16,-11 5-546 0</inkml:trace>
  <inkml:trace contextRef="#ctx0" brushRef="#br0" timeOffset="168244.57">18530 4282 22 0,'0'0'140'0,"0"0"1236"15,0 0-912-15,0 0 12 0,0 0-12 16,0 0-64-16,0 0-194 15,0 0-95-15,0 0-89 0,-2 54 7 16,-9-1 12-16,7 15-7 0,-6 3 20 16,6-7 9-16,-3-10 18 0,1-20-1 0,4-5-15 15,2-6-21-15,-2 4-10 16,-2 0-15-16,0 2-8 0,2-3-11 16,0-6-18-16,0-3-23 0,0-4-21 15,2-5 2-15,-2-3 6 0,-1 0-5 16,-1-3 2-16,0 0-18 0,0-2-58 15,-4 0-70-15,-3 0-61 0,-3-4-63 16,2-2-66-16,-5-2-44 0,3-1-148 16,-7 1-89-16,8 0-79 0</inkml:trace>
  <inkml:trace contextRef="#ctx0" brushRef="#br0" timeOffset="168411.57">18242 4844 15 0,'0'0'245'0,"0"0"892"0,0 0-633 16,0 0-102-16,0 0-63 0,0 0-336 15,0 0 20-15,0 0 179 0,0 0 87 16,0 0-18-16,73-58-59 0,-42 38-38 15,2-2-55-15,2-2-47 16,2 0-20-16,-4 0-27 0,2 1-15 16,3 0-10-16,-10 6-12 0,3-3-33 15,-2 5-81-15,-8 1-97 0,-4 3-40 0,1 0-66 16,-5 1-82-16,-9-1-87 16,2 4-180-16,-6-9-318 0</inkml:trace>
  <inkml:trace contextRef="#ctx0" brushRef="#br0" timeOffset="168693.14">18635 4267 105 0,'0'0'131'0,"0"0"1108"16,0 0-515-16,0 0-204 0,0 0 13 15,0 0-149-15,0 0-223 0,0 0-161 16,0 0 2-16,0 0 116 0,12-1 49 16,3 17 17-16,4 5-29 0,-3 5-47 15,3 6-9-15,1 3-7 0,3 3-3 16,0 1-27-16,0-2-23 15,1 0-20-15,1 0-17 0,0-4-1 16,0-2-1-16,0-1-25 0,-5-3-24 16,5-1-9-16,-4-4 0 0,-3-2-4 15,-1-2 0-15,-5-5-2 0,-1-2 2 16,-5-3-31-16,0-3-40 0,-6-4-33 16,2-1-57-16,-2 0-20 0,0-3 94 15,0-8-23-15,-2-3-575 0,-2 1-479 16</inkml:trace>
  <inkml:trace contextRef="#ctx0" brushRef="#br0" timeOffset="169101.37">18964 4361 281 0,'0'0'1967'0,"0"0"-1361"0,0 0-100 16,0 0-88-16,0 0-103 0,0 0-150 15,0 0-84-15,0 0-53 0,0 0-28 16,0 0-19-16,-11-19-2 0,11 23-10 15,0 2-13-15,-4 3 44 0,4 3 65 16,0 4-9-16,0 2-25 0,-2 0-3 16,2-3 0-16,0-1 9 0,-2-2 6 15,0-2 4-15,0-2-1 0,2-4 3 16,-2 0-3-16,0-2-3 0,2-1-9 16,0-1-3-16,0 0-1 0,0 0-14 15,0 0-1-15,0 0 7 0,0-1 8 16,0 0 1-16,0 1-4 15,0 0-2-15,0-1-7 0,0 1-15 0,0 0 9 16,0 0-12-16,0 0 0 0,0 1-3 16,0 3-9-16,-4 5-3 15,-2 3 2-15,-5 9-8 0,1 7 10 16,-7 6 11-16,-1-1 12 0,-5 3-10 16,2 1 0-16,-1-3 0 0,-1-2-1 15,0-1-1-15,2-4-21 0,5-4-46 16,-1 1-16-16,5-5-52 0,0-2-53 15,1-3-79-15,5-3-157 0,0-2-261 16,4-4-497-16,-4-4-592 0</inkml:trace>
  <inkml:trace contextRef="#ctx0" brushRef="#br0" timeOffset="196997.35">8843 9224 128 0,'0'0'202'0,"0"0"216"15,0 0-14-15,0 0-235 0,0 0-65 16,0 0-42-16,0 0-7 0,6 30 10 16,-4-26-10-16,3 1-6 0,-3 0 6 15,0 1-6-15,2-2 16 0,-2 0 7 16,0 4 12-16,0-1-3 15,0 2-6-15,0 0 5 0,2 2-8 16,-2 0-17-16,0 1-4 0,-2 2-25 16,2-2 6-16,1 3 1 0,-1 2-7 15,0 1-4-15,-2 4-20 0,4 3 18 16,-2 2-7-16,2 2-3 0,-2 1-10 16,2 2-2-16,2 4 1 15,-1 1 1-15,-1 4 0 0,4 9-1 16,0 9 0-16,3 15 0 0,1 0 1 15,-4-4-13-15,3-5-13 0,-7-17-13 16,2-7 7-16,2 7 32 0,-4 6 36 16,5 10 6-16,-1 9-7 0,2-5-22 15,-4-1 3-15,3 0-14 0,-3 2 14 16,0-2-14-16,0-4-2 0,0-1-20 16,-3-4-2-16,1 0 5 0,-2 0 2 15,2-1 15-15,-4-2 13 0,0 0 7 16,2-1 2-16,-2-1 17 0,2 1 19 15,-2-10 0-15,0-7 0 0,0-6-23 16,0-4-3-16,0 7-19 0,2 4 3 16,-2 2-16-16,2-1 0 0,-2 0 0 15,2-4-1-15,0 1-12 0,0-3-3 16,0 2-3-16,3-1-10 0,-5-2-23 16,2 0-28-16,0 0 41 0,0-5 17 15,0-2 6-15,-2-2 13 16,0-3 0-16,0-3-19 0,0-4-1 15,0 0-9-15,0-5-26 0,0-2-20 16,0-4-96-16,0-2-86 0,-2 0-158 16,-2 0-162-16,2-1-436 0</inkml:trace>
  <inkml:trace contextRef="#ctx0" brushRef="#br0" timeOffset="198239.33">8845 10613 193 0,'0'0'95'0,"0"0"9"16,0 0 359-16,0 0-199 0,0 0-75 16,0 0-46-16,0 0-45 15,0 0-4-15,0 0 3 0,54-25-6 16,-46 24 20-16,0-2-24 0,5 3-2 16,-3-1-4-16,3 1-4 0,1 0-15 15,3 0-7-15,-1 0-10 0,3 0-19 16,4 4-11-16,-1-2-14 0,3 2 1 15,2 0 2-15,4 0-4 0,2 2 13 16,4-1 32-16,2-1 22 0,7 1-21 16,4 0-21-16,12 0-2 0,12-1 12 15,5 2-9-15,-9 2 13 0,-2-3-23 16,-6 1 0-16,4 2-15 0,2 0 2 16,3 3-1-16,-3 1 1 0,6 0 0 15,1 1-1-15,1 2 1 0,1-1 19 16,-1 3-21-16,1 0 1 0,-3 2 17 15,1 1-6-15,-3 1 6 0,4 3-16 16,-7-1 10-16,1 2 0 16,-2 5-12-16,-2-5-1 0,-4 2 3 15,2 4 10-15,-8-6-13 0,0 1 3 0,2-2 17 16,0-3-18-16,-7 0 10 16,-1-5-12-16,-15-5 4 0,0 0 9 15,-8-1-11-15,2 2-1 0,10 1-1 16,-1 2 1-16,-5-2-1 0,0 1 1 15,-11 0 0-15,5-1 0 0,-6-1 0 16,-4 0 0-16,-1-1 2 0,1-2-1 16,-3-1 1-16,-2 0-2 15,1-2 2-15,-5 1-3 0,-2-2-1 16,3-2-1-16,-5 0 0 0,2-2-2 16,-4-1 1-16,0 2 1 0,0-2 1 15,-2 0 1-15,0 0-1 0,0 0-2 16,0 0-13-16,2 1 3 0,0-1 0 15,-2 0-13-15,4 2 1 0,1-2-20 16,-1 1-16-16,0 0-7 0,2 1 7 16,0 0 3-16,-4 0-7 0,2 0-19 15,3 3-3-15,-1 0 13 0,-4 0-4 16,8 1 7-16,-6 0 3 0,3 0 9 16,1 0-5-16,4 0-14 0,-6-2-20 15,3 1-22-15,-1-1-13 0,2 0-1 16,-1 0 4-16,-1-3-20 0,0 2-6 15,0-2-13-15,-1 1-79 0,-1-2 33 16,-2 0 32-16,0 0 5 16</inkml:trace>
  <inkml:trace contextRef="#ctx0" brushRef="#br0" timeOffset="199214.62">12217 11059 301 0,'0'0'72'0,"0"0"436"16,0 0 33-16,0 0-252 0,0 0-71 16,0 0-79-16,0 0-71 0,0 0-6 15,0 0 29-15,0 0 15 16,20 53-9-16,-3-45-9 0,-1 2-27 0,7 0-10 15,2 1-2-15,4 3-24 16,-4 0-8-16,6-1-16 0,0-1 1 16,-2 2-2-16,0-2-1 0,0 0-12 15,-3-1 11-15,-5-2-18 0,-4 1 4 16,-1-1 16-16,-3 0 1 0,-9-2 12 16,2 0 19-16,-4 4 7 0,-2-1 29 15,-2 0-4-15,-4 2-7 0,-3 3-12 16,-3-1-3-16,-2 0-10 0,-3 2-6 15,0 0-1-15,-3 2-9 0,-1 0-3 16,-2 0 3-16,1 2-16 0,-5 2-13 16,6 0 13-16,-8 4-16 0,2-2 13 15,0 2-21-15,-1-2 24 0,5 1 3 16,-4-5-2-16,4 2 2 16,5-4 0-16,-1-4 9 0,9-3-12 0,-3-3-16 15,9-6-29-15,2 2-99 0,2-4-162 16,2 0-256-16,2-2 72 15,4-1-184-15,1-6-278 0</inkml:trace>
  <inkml:trace contextRef="#ctx0" brushRef="#br0" timeOffset="201174.01">13058 11915 272 0,'0'0'1322'0,"0"0"-1042"16,0 0-280-16,0 0-101 0,0 0 101 15,0 0 78-15,0 0 16 0,0 0-23 16,54-9-2-16,-38 4-14 0,1 1 6 15,1-2 4-15,3 2-10 0,2-2 13 16,-2 0-20-16,1 2 17 0,5-2 16 16,-4 2-13-16,2 0-1 0,-1-2-9 15,5 4-3-15,-4-1-7 0,0 1 10 16,0 1-4-16,0 1-6 0,6 0-16 16,-4 0-3-16,-3 0-3 0,5 1-13 15,2 1 6-15,-2-1-18 0,4 2 15 16,-2-2-15-16,-2 1 1 0,4 0 11 15,0-1-11-15,0-1 20 0,1 0-9 16,-1 1 3-16,0-1 0 0,0 0 0 16,-2 0 13-16,0 0 9 0,0 0 0 15,-2 1 3-15,4 0-9 16,-6-1 6-16,6 0-6 0,0 0 3 16,0 2-10-16,6-2 1 0,-4 0-7 0,2 0 0 15,-1-2 0-15,-1 0-16 16,0-2 13-16,0 2-16 0,0-2 22 15,0 2-22-15,0-2 1 0,-1 2 2 16,-1 0-1-16,0 1 1 0,0-1 0 16,-4 1 19-16,4 1-3 0,-4 0 3 15,2 0 10-15,0 0-4 0,-2 0 0 16,0 0-2-16,-3 3 2 0,3-2 3 16,2 1-15-16,0 0 6 0,0 0 3 15,3-1 0-15,-1-1 4 0,2 0-13 16,-2 0 3-16,2 0-4 0,-2-1 1 15,0-2-1-15,2 2-12 0,-4-2 13 16,-2 0-13-16,2 1 13 16,-2-1-1-16,-2 3-12 0,0 0 10 0,-2 0-10 15,2 0 16-15,1 0-17 16,4 4 13-16,-1-2-11 0,0 1 11 0,0-1 1 16,2-2-1-16,2 1-13 0,-2 0 11 15,2-1-12-15,-2 0 2 16,0 0 8-16,0 0-10 0,2 0-1 15,-2 0 2-15,3 0-1 0,-3 0 2 16,0-1-1-16,0 1-1 0,0 0 0 16,0 0-1-16,-2 0-1 0,0 0 1 15,-2 0 4-15,0 1-2 0,-2 1 10 16,0 0-10-16,1 0-1 0,-1 2 0 16,0-2 2-16,-4 2 0 0,6-2-1 15,-2 0 0-15,0-1 2 16,2-1 17-16,-3 0-20 0,-1 0-1 0,4 0-1 15,-2 0 1-15,0-3 0 16,-8 0 3-16,5 0 10 0,1 0-12 16,-8 0-1-16,1 1-1 0,1 0 1 15,-3 0-1-15,-3 1 0 0,5 0 0 16,-5 1-2-16,5 0 1 0,-5 0 0 16,3 0-1-16,-3 0 1 0,3 0 0 15,1 1 1-15,-1 0 1 0,1 3-2 16,2 0-1-16,-1-2 2 0,3 0-11 15,2 2 12-15,-5-3-3 0,7 0-10 16,-6-1 11-16,3 0-1 0,-1 0-9 16,-4 0 8-16,1 0 1 0,-3 0 0 15,1 0 0-15,-3 0-9 0,-7 0 11 16,6 0 1-16,-4 0 0 0,1 0 0 16,-1 0-1-16,4 0 0 0,-1 0 0 15,-1 0-1-15,4 0-1 16,-5 0 2-16,3 0 1 0,1 0-3 0,-5 0-9 15,2-1-10-15,1 1 19 16,-5-1-19-16,0 1 21 0,0 0-2 16,0 0 3-16,-2 0 0 0,-1 0 0 15,-1 0 2-15,-2 0 1 0,2 1 16 16,-2 0 0-16,2-1-18 0,-2 2-1 16,2-1 1-16,4 2 1 0,-2 0 0 15,6-2 10-15,1 2-11 0,-1 0-1 16,3-2-2-16,-3 1-1 0,2-2 0 15,3 2 0-15,-7-2-13 0,2 0 1 16,3 0 12-16,-7 0-10 0,-2 0 1 16,2 0-7-16,-4 0 7 0,-2 1-1 15,2 2 11-15,0-1-17 0,-2 1-37 16,5-1-42-16,-3 0-68 0,0 1-80 16,-2-3-161-16,0 0-335 15,-9-9-713-15</inkml:trace>
  <inkml:trace contextRef="#ctx0" brushRef="#br0" timeOffset="207116.03">13159 13059 112 0,'0'0'55'0,"0"0"4"0,0 0-20 15,0 0-16-15,0 0 570 0,0 0-277 16,0 0-130-16,0 0-63 0,11-4-25 16,-11 3-20-16,0 0-20 0,0-2-19 15,-7 1-16-15,7-2 6 0,0 4-6 16,-4-3 16-16,2 2-3 0,2 0 0 15,-2-1 2-15,0-1 1 0,2 3-3 16,-2 0-17-16,2 0-19 0,0 0 0 16,0 0-35-16,0 0-14 0,0 0 10 15,0 0 22-15,0 0 17 0,0-1 32 16,2 1 14-16,-2-2 6 0,2 1-13 16,0 0 12-16,0-1-2 0,0 2 6 15,0-2 0-15,-2 0 3 0,7 0 1 16,-5 0-1-16,2 2-16 0,-2-1-4 15,0-1 4-15,4 2-6 0,-2-1-1 16,2 0-3-16,5-2 17 0,-5 1-8 16,4-2 17-16,3 1-6 0,-3 1 9 15,3-1-4-15,1-1-15 16,-4 1-10-16,3 0-10 0,3-1 1 16,-3 1-10-16,3 2 3 0,-5-3-4 15,3 3 1-15,-2-1 0 0,1 1 0 16,1 1-12-16,-1 0 0 0,3 0 0 15,-5 0 2-15,5 0-1 0,1 0 14 16,-1 0-13-16,1 0 13 0,3 1 3 16,-1-1-3-16,4 0-3 0,-3 1-10 15,3-1 19-15,2 1-18 0,-2-1-2 16,1 1 1-16,1 1-1 0,2-2 0 16,2 1 1-16,-2 0 10 0,2-1-10 15,0 1 0-15,2-1 1 0,0 2-1 16,2-1 19-16,0-1-20 0,0 1 11 15,0 2 0-15,2-3-11 0,0 0 10 16,1 3-10-16,-1-3 0 0,2 3 14 16,0-2-15-16,0-1 1 0,1 0 0 15,-1 2 14-15,2-1-14 16,0 1 10-16,7-1-10 0,-7 1 0 16,4 0 0-16,5-1 1 0,-7 2-2 15,5-2 1-15,3 1 1 0,-5-2-1 16,5 0 2-16,-3 0 15 0,-1 0 3 15,5 0-3-15,-2 0-4 0,-1 0 11 16,-1-1-23-16,-1 1 10 0,1 0 6 16,-5 0-16-16,4 0 16 15,1 0-16-15,-5 0 16 0,1 0-3 16,7 0 6-16,-5 0 3 0,3 0-9 0,-1 0-1 16,-1 0-2-16,5 0 3 15,-5 0-13-15,3 0-1 0,-3 1-1 16,-1 0-1-16,3 1 3 0,-1-1-1 15,-1 0-2-15,1-1 1 0,-1 3 0 16,0-1-1-16,1-1 0 0,-5 0 0 16,9 3 1-16,-9-4 0 0,3 0 0 15,3 2 12-15,-5-1-10 0,-1-1 0 16,2 0-2-16,-3 1 3 0,1-1-2 16,-4 0 15-16,2 0-17 0,3 0 0 15,-3 0 0-15,-2 0 1 0,3 0-1 16,-5-1 0-16,2 1 13 0,0-3-10 15,-4 3-1-15,2-2 14 0,-2-1-15 16,0 2 15-16,-2-1-14 0,-2 2 8 16,2 0-8-16,0 0-3 0,0 0 2 15,0 0-1-15,-2 0 1 16,2 3-1-16,2-2 0 0,-2-1 1 16,0 0-1-16,0 2-1 0,-2-2-1 15,0 0 2-15,0 2 1 0,0-2 0 16,0 0-1-16,-2 3 0 0,0-3 0 15,-2 4-1-15,-1-2 0 0,1-1-1 16,2 2-1-16,-2-2 3 0,0-1 0 16,4 3 0-16,-2-3 0 0,2 0 1 15,-3 0 0-15,1 0 1 0,0 0 0 16,2 0 0-16,-4-3 0 0,0 3 0 16,-5 0 11-16,3 0-10 0,2 0-1 15,-6-1 0-15,5 0 0 0,-1 1 2 16,-2-2-4-16,4 1 0 0,-1-1 2 15,-3-1-2-15,4 1 0 0,-5 0 0 16,1-2 0-16,2 0 0 0,-2 3 1 16,-5-1-1-16,3 1 1 0,-3-2 0 15,5 1 0-15,0 0-1 16,-3-1-1-16,1 0 0 0,-1 3-1 16,5-3 0-16,-2 1-11 0,-1-1 11 15,-1 2 2-15,0-2-1 0,1 3 1 16,-3-3-1-16,2 3 1 0,-5-3 0 15,3 3-1-15,-7-1 0 0,4 1 0 16,-1 0-2-16,-1 0 0 0,-2 0 0 16,3 1 1-16,-1 1-1 0,1-1 2 15,-1-1 0-15,5 0 1 0,-3 0-2 16,1 0 2-16,-1 0 0 0,0 0 0 16,1 0 0-16,-5 0 0 0,7 0 0 15,-7 0 0-15,-2 0 0 0,7 0 1 16,-7 0 0-16,0 3-1 15,5-3 0-15,-5 3-1 0,5-3-1 16,-3 1 1-16,2-1 0 0,-1 2 1 16,-1-1 0-16,0-1 0 0,3 0 0 15,-3 0 0-15,0 0-3 0,1 0 2 16,1 0-1-16,-2 0-11 0,3 0 11 16,-3 0-14-16,-2 0 4 0,1 0-1 15,-3 0 1-15,0 0 10 0,0 0-11 16,-2 0 11-16,1 0 0 0,1 0-11 15,-2 0 11-15,-2 0-11 0,0 0 10 16,2 0-12-16,2 0 2 0,-4 2 0 16,3-2 1-16,-3 0 9 0,0 0-10 15,4 1 12-15,-2-1-2 0,-2 2-10 16,2-2 13-16,2 0-1 0,1 0 0 16,-3 2 1-16,2-2 0 0,-2 1 1 15,-2-1 0-15,2 0 2 0,0 0 1 16,1 3-1-16,-3-3 0 0,2 0 0 15,2 1-3-15,0 0 0 16,0 1-1-16,5 0-1 0,-5-1 1 16,4 0 1-16,-4-1 0 0,5 2 0 15,-5-1 0-15,4 1-2 0,-8-1 1 16,9 0-3-16,-7 1 3 0,0 0-2 16,-2-2-12-16,2 0-4 0,0 0 6 15,-2 0-12-15,0 0-1 0,-2 2-18 16,5-2-32-16,1 0-6 0,-2 0-23 15,0 0-36-15,2 0-67 0,3-2-107 16,-1-4-62-16,0 0-152 0,-2 0-278 16</inkml:trace>
  <inkml:trace contextRef="#ctx0" brushRef="#br0" timeOffset="-196188.96">13178 13030 99 0,'0'0'23'0,"0"0"3"0,0 0-26 15,0 0 62-15,0 0 182 0,0 0-159 16,0 0-59-16,0 0 20 0,6 6 16 16,-6-6 26-16,0 0 42 0,0 0 69 15,0 0-43-15,0 0-78 0,0 0-78 16,2 0-26-16,-2 0 0 0,0 0 26 16,0 0 0-16,0 0 0 0,0 0 1 15,0 0 1-15,0 0 24 16,0 0 23-16,0 0 55 0,0 0 43 15,0 1 5-15,0-1-67 0,0 0-36 16,-2 0-30-16,0 0-17 0,0 0 0 16,2 0 1-16,-2 0-1 0,2 0-2 15,-4 0-1-15,0 0 1 0,-3 0 0 16,3 0 32-16,0 0 1 0,0 0-1 16,0 0 0-16,0 0-6 0,-2 2 7 15,-3 0 6-15,3-2-13 0,-2 3 9 16,2-3-9-16,-5 3-23 0,3-3 14 15,-2 1 21-15,3 1-5 0,-3-2 28 16,2 3-19-16,2-2-9 16,-1 0-7-16,-3 0 6 0,8 1 3 0,-4-1-2 15,2-1-8-15,0 0 1 0,4 2 10 16,-2-2-35-16,2 0-1 0,0 0-32 16,0 0-39-16,0 0-20 0,0 0 27 15,0 1 41-15,0-1 23 16,2 2 0-16,-2-2 1 0,0 0 0 15,4 0-1-15,-2 0 2 0,-2 0 0 16,2 0 0-16,0 0-2 0,2 2-1 16,-2-2-2-16,4 0 2 0,1 0-2 15,-3 0 0-15,4 0 3 0,0 0 11 16,7 0-7-16,-7 0-4 0,2-2-16 16,5-3 3-16,-1 2 13 0,1 1 0 15,-1 0 2-15,3 0 1 0,-1-1-3 16,3 0 1-16,-5 0 1 0,5 2 15 15,-5-2-13-15,9 2-3 0,-8-1 21 16,5-2-18-16,-3 3-4 0,-1-1 19 16,1 0-19-16,-1-1-1 15,1 0-15-15,-1 2 16 0,-3-1 20 0,3 0-20 16,-5 0 0-16,3-1-1 0,-1-1 0 16,-1 1 0-16,2 0 0 15,-3 0 1-15,1 0 1 0,1-3-1 16,-5 5-14-16,4-2 11 0,1 0-17 15,-5 1-2-15,2-1-20 0,5 1-7 16,-7 1 30-16,4 0 6 0,1-1 0 16,-5 2 11-16,5-1-2 0,1 1 2 15,-4 0-7-15,5-3 6 0,-5 3 3 16,5 0-3-16,-1 0 0 0,-4 0 3 16,5 0-1-16,-3 0 0 0,5 0 1 15,-1 0-15-15,1 0 14 0,-1 0-2 16,1 0 3-16,4 0 0 0,1 0-1 15,-3 0 2-15,2 0 1 0,6 0-2 16,-7-3 1-16,7 3 0 0,-2-3-1 16,4 2 0-16,-2-2 0 0,-3 1-1 15,5 0 1-15,-2 0 0 0,4 0 1 16,-2 1-2-16,-2-2 1 0,-2 1-13 16,4 1 13-16,-2 1 9 15,2-3-9-15,-2 0-1 0,-3 2 0 16,1-1 0-16,0-1 1 0,0 1-3 15,-5 0-23-15,5 0-3 0,-2 1 6 16,-4 0-16-16,-1 1 10 0,5 0 16 16,-9 0-19-16,7 0 15 0,-4 0-15 15,3-2-4-15,-5 2 17 0,5 0-20 16,-5-2 19-16,4 2 7 0,-3-1-19 16,3 1 31-16,-5-1 0 0,5 1 1 15,-5 0 0-15,5 0-3 0,-5 0-21 16,5 0 24-16,-5 0 9 0,5 0-5 15,-5 0-5-15,5 0 1 16,0 0-26-16,-3 1-17 0,3-1-9 16,-1 0 39-16,3 0-22 0,-4 0 13 15,3 0 21-15,-3 0-1 0,3 0 2 16,3 0 0-16,-4 0 1 0,4 0 0 16,-1 0-1-16,-3 0 0 0,6 0-2 15,-3 0 2-15,1 0 13 0,0 0-13 16,4 0-1-16,0 0-17 0,-5 0 18 15,5 0 0-15,2 0-14 0,0 0 11 16,-2 0 3-16,0 0-1 0,0 0 1 16,0 0 0-16,2 1-4 0,0-1-9 15,-3 0 17-15,3 0-4 0,-2 0 2 16,0 0-2-16,4 0-13 0,-2 0 12 16,0 0-18-16,0 0 19 0,0 0 3 15,-4-1-3-15,6 0 0 0,-2 1 8 16,0-2-8-16,4 1-3 15,-7 1 1-15,3 0-9 0,2 0 9 16,-4 0 4-16,0 0 7 0,2 0-7 16,0 0-4-16,0 0 3 0,2 3-1 15,-2 1 84-15,2 0 27 0,4 0-59 16,-2 0-49-16,4-3 10 0,-2-1-12 16,3 0-1-16,1 0-49 0,-2-1 7 15,7-1 0-15,-5 2 40 0,0 0 1 16,-2 0-18-16,1 0 19 0,3 2 0 15,-4-1 11-15,0-1-11 0,1 0 0 16,-3 0-1-16,0 0-8 0,0-1 8 16,-2 1 2-16,0 0 0 0,-2 0-1 15,-2 0-3-15,2-2 3 0,0 0-2 16,-2 2-34-16,2-1 23 16,-4 0-10-16,0-1 4 0,2 2 19 0,-2 0-1 15,-1-1 0-15,-1 1-3 0,-2 0 3 16,2 0-1-16,-2 0 1 15,-3 0-15-15,1 0 13 0,2-1 6 16,-3 1 0-16,1-2 10 0,0 2-13 16,1-2 0-16,1 1-11 0,0 0 9 15,0-2 2-15,1 1 0 0,3 0 13 16,-4-2-13-16,2 4 2 0,0-2-2 16,-1 1 1-16,-3 0-1 0,4 1 0 15,0 0-12-15,-3 0 12 0,1 0 17 16,2 0-15-16,0 0 24 0,-5 1-3 15,7 1-23-15,-2-1 26 0,2-1-4 16,-2 3-20-16,4-2 17 16,0-1 14-16,0 1-31 0,0-1 24 15,2 0 13-15,-2 0-37 0,2 0 1 16,-3 0 22-16,1 0-25 0,-2 0 0 16,6 0 2-16,-4 0 9 0,-2 0-11 15,2 0-12-15,-2 0 12 0,0-1 1 16,0 0 2-16,-2 1-3 0,1-3 1 15,-1 3 5-15,-2 0-6 0,2 0-1 16,0 0-1-16,-3 0 2 0,1 0-4 16,-2 0 4-16,-5 0 20 0,5 0-10 15,-7 0-9-15,3 0-2 0,-3 0-18 16,1 0 19-16,-3 0 2 0,1 0-2 16,-3 0 1-16,0 3-1 0,-1-2-16 15,3-1 16-15,0 1 2 0,-3-1 10 16,3 1-12-16,-2 1-16 0,-1 1 14 15,3-3 2-15,-4 1 13 16,1 0-13-16,-5 1-1 0,4-2-18 16,-2 2 19-16,-2-1 13 0,0 0-13 15,1-1 1-15,-1 2 1 0,-2 0 7 16,4-2-9-16,-2 4 0 0,0-3 0 16,0-1 4-16,-2 1 9 0,5 0-12 15,-3 0 1-15,0-1 1 0,4 2 0 16,0-1 20-16,3 1-20 0,-5-1 27 15,9-1-11-15,-5 1-18 0,2 1-1 16,1 0 0-16,-3-1-1 0,0 0-13 16,3-1 12-16,-5 0 1 0,0 2-25 15,1-1-36-15,-1-1-26 0,-4 1 4 16,0-1-40-16,0 0-6 0,-2 2-36 16,-2-2-78-16,0 0-20 0,0 2-20 15,0-2-97-15</inkml:trace>
  <inkml:trace contextRef="#ctx0" brushRef="#br0" timeOffset="-186122.97">13095 14212 60 0,'0'0'124'0,"0"0"-69"0,0 0-13 16,0 0 1-16,0 0 596 0,0 0-395 16,0 0-46-16,0 0-15 0,-20 11-24 15,17-11-6-15,1 0-30 16,0 0-23-16,2 0-9 0,0 0-33 15,0 0-58-15,0 0-55 0,0 0-13 16,4 0 52-16,1 0 16 0,-1 0 3 16,6-1 10-16,0-1-13 0,1-2-2 15,1-2 1-15,3 2 1 0,-3 0 0 16,9-2 9-16,-5 1-8 0,5 1-1 16,-2 0 26-16,-1-1 0 0,7 0-26 15,-4 3 16-15,3-3 10 0,5 1-10 16,-2 0 7-16,2 0 6 0,2-2-16 15,-2 2 3-15,4 1-13 0,6-2 0 16,-3 0 14-16,3 1 5 0,-4 1 14 16,4 1-14-16,1-2 17 0,3 2 0 15,0 0 6-15,-3 2 7 0,3 0-7 16,7-2 3-16,-7 2-12 0,5 0 12 16,-5 0-35-16,2 0 9 0,5 0-2 15,-4 0-17-15,3 0-3 16,5-1 2-16,-2 0 24 0,-5 0-24 15,9 0 23-15,4 1-9 0,8-2 4 16,2 2 2-16,-3 0-22 0,-14 0 29 16,-15 0-26-16,5 0 20 0,-8 2 9 15,4-1-19-15,7 0 6 16,-9 0-17-16,4 0-2 0,11 1 12 0,-6 0-12 16,3 0 0-16,-1-1 0 0,-3 2 0 15,5-2 1-15,-5 0 12 16,5-1-12-16,-5 1 2 0,7-1-1 15,-7 2-2-15,1-2-1 0,2 1 1 16,-7 1-3-16,2-1-11 0,3 1 12 16,-3-1 2-16,-2-1-20 0,5 2 2 15,-3-2 17-15,1 0-11 16,1 0-4-16,-3 0-19 0,3 0 13 16,1 0-1-16,-1 0 20 0,-4 0-10 0,7 0-3 15,-5 1 15-15,-1 1 0 0,3 0-15 16,-6 0 3-16,3-1 13 0,-3 3 1 15,2 0-1-15,1-2 0 0,-3 0 15 16,2 0-13-16,1-1-2 0,1-1-1 16,-4 2 1-16,1-1 3 0,1 1 20 15,0-1-4-15,-1 0-17 16,-3 2 21-16,0-3-10 0,0 3-11 0,-2-2 18 16,3-1-20-16,-3 4-1 0,0-4-1 15,-2 1 1-15,0-1 1 16,0 1 2-16,0-1 0 0,-4 1-1 15,4 0-1-15,-4-1 2 0,0 3-2 16,0-1 1-16,-2 1 1 0,-4-3-2 16,-3 2-1-16,5 0 1 0,-8-1 3 15,3 0-3-15,-5 0 0 0,1-1 1 16,-5 0-1-16,5 1 0 0,-5-1 0 16,-5 0 0-16,4 0 2 0,-2 0-2 15,-4 0 2-15,1 0-2 0,-3 0 0 16,-2 0-13-16,2 0-1 0,-2 0 14 15,0 0 23-15,0 0-23 0,-2 0-44 16,2 0-56-16,-4 0-54 0,-1-2-72 16,1-2-162-16,0-1-307 0,-10-4-724 15</inkml:trace>
  <inkml:trace contextRef="#ctx0" brushRef="#br0" timeOffset="-162615.39">15100 7571 79 0,'0'0'39'0,"0"0"30"0,0 0-1 0,0 0 597 15,0 0-274-15,0 0-144 0,0 0-42 16,0 0-42-16,-18 0-47 0,16 0 24 16,2 0 5-16,-2 0 20 0,2-3-3 15,0 3 2-15,-2 0-13 16,2 0-26-16,0 0-26 0,0 0-26 0,0 0-21 16,0 0-21-16,0 0-18 15,2-1-13-15,0 1 19 0,0 0 38 16,8-2 16-16,-4 2-3 0,-2-2 6 15,7-2-3-15,1 1-7 0,-2 1-3 16,1-2 0-16,1 1-10 0,-1-1 3 16,1 1-8-16,4-1-13 0,-3 2-7 15,1-1 9-15,-1 1-6 0,3-2-3 16,-3 3 1-16,-1-1 2 0,7-1 0 16,-7 1 0-16,5 0-16 0,-7 0 16 15,7 0-3-15,-3 0 3 0,-2 0 3 16,7 0-3-16,-7 0-3 0,5 2 6 15,-7-4 0-15,7 2 0 0,-5 2-4 16,5-3-2-16,-3 3 0 0,-1-2-4 16,3 2-8-16,-1 0 5 0,1 0-2 15,-3 0 2-15,5 0-9 0,-5-1 13 16,5-1-1-16,-3 2-8 16,5-1 2-16,-3 1 6 0,4 0 4 0,-3-2 6 15,3 2-10-15,4 0 4 0,-7 0-1 16,7-1-6-16,2-1 1 15,-2 1 2-15,-3-1-6 0,5 0-2 16,0 0 5-16,0 0-18 0,2 0 21 16,-4-1-8-16,6 1-1 0,-2-1 0 15,2 0-13-15,0 0 13 0,-2 1-13 16,4-1 1-16,-2-1 16 0,0 2-7 16,2-2-9-16,0 2-1 0,-2-1 13 15,4 1 0-15,0-2 0 0,0 2 4 16,3 0-4-16,-5-2-12 0,4 2 18 15,0-2-9-15,-4 0-9 0,2 1 9 16,5-1-9-16,-5 1 13 0,0 0-4 16,0 1 0-16,0 0-10 0,0-1 13 15,0 1-14-15,-2 1 2 0,5 1 0 16,-3-2-1-16,-2 1 10 16,2 1-10-16,0-2 13 0,0 1-13 0,3 1 1 15,-1 0 0-15,0-2-1 0,-2 2 11 16,2 0-11-16,-4 0 0 15,2 0 10-15,1 0-9 0,-1 0-1 16,0 0 1-16,-2 0-1 0,0 0 0 16,2 0 1-16,-2 2 9 0,0-1-12 15,0 1 0-15,3-1 1 0,-3 1 0 16,0-1 0-16,0 1-1 0,0-1 1 16,2 1 1-16,-2 0 0 15,0-2 0-15,4 0 10 0,-4 1-10 0,3-1 0 16,-1 0 1-16,-2 0 12 15,0 0-13-15,-2 0 0 0,0 0 1 16,-2 0 0-16,2 0-1 0,0 0 0 16,0 0 1-16,-4 0 1 0,2 0-2 15,-2 0 1-15,-1 0-1 0,1 0 1 16,2 0 0-16,-2-1-1 0,2 1-1 16,-2 0 2-16,0 0-2 0,0 0 1 15,-3 0-2-15,1-2-1 0,-2 2 1 16,2 0 0-16,-5 0 0 0,-5 0-1 15,6 0 0-15,-7 0 0 0,3 0 0 16,-7 0 1-16,-4 0 2 0,4 0-1 16,-3 0 1-16,-5 0 1 0,0 0 9 15,-2 0-9-15,0 0 12 0,0 0-12 16,0 0 12-16,0 0-12 16,2 0 0-16,-2 0-1 0,0 0 0 15,0 0-2-15,0 0 0 0,0 0-1 0,0 0-2 16,0 0-18-16,0 0 3 15,0 0-40-15,0 0-32 0,0 0-32 16,0 0-30-16,0 0-49 0,0-2-74 16,2 2-116-16,4-1-155 0,0 0-444 15,9-1-422-15,-44 8-110 0</inkml:trace>
  <inkml:trace contextRef="#ctx0" brushRef="#br0" timeOffset="-159304.84">18993 7757 145 0,'0'0'13'0,"0"0"26"0,0 0-7 15,0 0 105-15,0 0 531 0,0 0-329 16,0 0-89-16,0 0-38 0,0 0-47 16,-2 53-35-16,0-50-10 0,2-2-10 15,0 1-16-15,0-1 6 16,0 0 6-16,0-1 4 0,0 0-1 0,0 0 0 16,0 0-3-16,0 0-4 15,0 0 4-15,0 0-1 0,0 0 3 16,0-1-10-16,0-2-10 0,0 0-12 15,0-1-35-15,0-3-16 0,-3-2 7 16,3-3 5-16,0 1-2 0,0-1-10 16,0-1-3-16,0-3 3 0,-4 0 3 15,4-1 1-15,-2-3-10 0,2-1 0 16,0-3-4-16,0 1 4 0,-2-3 6 16,0 0-6-16,0 1 9 0,0-1-3 15,0-1 0-15,0 0-10 16,0 0-14-16,0-1 24 0,0 1-3 15,0 0-19-15,0 1 14 0,-3 0-17 16,1 1-3-16,2-2 1 0,2 2-10 16,0 0 11-16,0 2 1 0,0 1 1 15,0-2 14-15,0 4 4 0,2 1-16 16,2 0 16-16,1 1-1 0,-3 1-2 16,2 0-1-16,-2 0-12 0,0 1 1 15,2-2 8-15,0 1-9 0,-2 0 22 16,0 1-13-16,4 0 4 0,-3-2-4 15,1 1-12-15,-2 0 3 0,2 0 9 16,-2-1-10-16,0 0-2 0,2 0 0 16,-2 4 0-16,2-5 0 0,-2 4 1 15,3 3 3-15,-1-3-2 0,0 3 1 16,-2-1 12-16,2 3-13 0,-2 0 0 16,4-2-1-16,-2 0-1 0,-1 2 0 15,5-1 0-15,-2 0 2 16,-2 1 14-16,2 1-13 0,-2 1 9 15,1 0-9-15,-1 2 0 0,2-2 0 16,0 2 10-16,-2 1-12 0,2 1 1 16,-1-1 1-16,-3 0-1 0,6 1 1 15,-4 0 0-15,0 0 9 0,0 2-10 16,3-3 1-16,-3 3-1 0,4-3 0 16,0 3-2-16,0-1 0 0,1-1-1 15,7 0 1-15,-3 4 0 0,1-3 0 16,-1 2-2-16,3 1 1 0,1 0 1 15,3 0 0-15,-3 0 1 0,1 4 1 16,3 0 16-16,0 0-17 0,-3 1 1 16,5 1-1-16,-2 0 12 0,2 0-10 15,-1 2 9-15,1-2 0 16,-2 3-10-16,3 0 14 0,-3 0-1 0,0 1-13 16,2-1 13-16,-1 3-1 15,-1-2-14-15,-2 3 0 0,1-2 1 16,-1 2-1-16,-1 0 0 0,1-1 0 15,-2 2 1-15,-1 1-1 0,5 0 2 16,-3 1 1-16,1-1-1 0,-2 0 1 16,1 1 0-16,-3-2-1 0,1 1 1 15,-3 0 0-15,-1-1-1 0,0 0 14 16,1 2-14-16,-3-2-1 0,0 0 2 16,-1 2-1-16,1-1 1 0,-2 1 9 15,3 1-10-15,-1 0-1 0,-2 1 1 16,5 0 11-16,-1 0-12 0,-2-1 0 15,1-1 0-15,-1 0-1 0,-2 0 2 16,3 0 1-16,-5-2 0 0,6 1 9 16,-6 1-9-16,1-1-1 15,-3 2 10-15,0 0-11 0,0 0-1 16,0 0 0-16,-2 2 2 0,-2 0 0 16,2 2 0-16,-2 1-2 0,0 3-4 15,0-1 1-15,-4 2-12 0,0-1 3 16,0 1-16-16,4-2-2 0,-6 0 11 15,2-1 7-15,-1-1 0 0,1 1 8 16,0-2 2-16,-2 0-10 0,2-1 9 16,2 1-18-16,-2-2 5 0,-3 0-2 15,3 0 15-15,2 2-16 0,-4-3 1 16,2 4-1-16,-2-2-8 0,2-1 11 16,-5 3-2-16,5-4-7 0,-2 2 6 15,-2-2 1-15,4-2 6 0,-5 1 8 16,3-3 2-16,0 1 0 0,-2-2 2 15,4-1 2-15,-3-2-1 0,1 0 2 16,2-2 10-16,-4 2-11 0,4-2 19 16,-5-1-2-16,3 1-7 15,0-1-10-15,-2 0 17 0,-1-1-7 16,1 0-9-16,0 0 13 0,0-1-4 16,-3 0 6-16,3-1-18 0,-2 0 0 15,-1-1 12-15,-1 2-9 0,2-1 19 16,-3 1-21-16,1-2-1 0,-5 0 3 15,3-1 15-15,-1 1-16 0,-1 0-1 16,1 1 1-16,1-3 10 0,-1 2-12 16,3-1 0-16,-3 0 1 0,-1 1 9 15,4-1-10-15,-1 0-2 0,1 0 2 16,-3 2 3-16,1 0-1 0,-3 0 10 16,1-2-10-16,3 2 1 0,-1-1 0 15,-1 1 10-15,-3-1-2 0,-1 2-10 16,3-3 0-16,-1 2 2 15,1-2-3-15,-1 3 3 0,0-3 0 16,1 1 9-16,-1-1-9 0,5-2 22 16,-2 1-7-16,-1-1 4 0,1 0-22 0,-1 0-1 15,3 0 1-15,1 0 2 16,-1-1-2-16,-3-1 2 0,-1-1-2 16,6 2-1-16,-3-2-11 0,1 0 10 15,-3 1 1-15,-1 0-15 0,8-2 1 16,-5 0 15-16,-1 0 0 0,5 1 1 15,1 0-1-15,-2 0 0 0,-1 1 0 16,3-2 3-16,0 0 9 0,2 1-10 16,0 0-1-16,3 1-1 0,-1 1-3 15,0-2-12-15,2 2 14 16,0-1-1-16,0 0 0 0,0 2 1 16,0-3-1-16,2 1 1 0,-2 1-1 15,2-1 2-15,-4 2 0 0,4-3 2 16,-4 1-2-16,1 1 0 0,3-2 1 15,0 0 1-15,-2 0-1 0,0 1 2 16,-2-2-1-16,2 2-1 0,0-2-1 16,0 0 0-16,-2 1-1 0,2 0-11 15,-2-2-1-15,2 1 1 0,-5-1-3 16,5 1 13-16,0-1-1 0,-2-1 2 16,2 0-3-16,-2 2 2 0,2-1 0 15,0 1 2-15,0-1 0 0,0 1 0 16,-3 1 2-16,1-1-2 0,2-1 0 15,2 1 0-15,-4-2-1 16,2 3 0-16,-2-1-11 0,4-1 10 0,-2 2-10 16,0-1 9-16,2 1-10 0,-2 0 10 15,2 0-9-15,0 0-3 16,-2 0-10-16,2-2-6 0,0 1-24 0,0-4-66 16,2-3-49-16,4-5-87 0,0-3-114 15,0-4-202-15,5 4-507 0,-1-12-408 16</inkml:trace>
  <inkml:trace contextRef="#ctx0" brushRef="#br0" timeOffset="-158374.13">19214 7038 468 0,'0'0'388'0,"0"0"838"16,0 0-643-16,0 0-204 0,0 0-57 15,0 0-65-15,0 0-52 0,0 0-35 16,0 0-41-16,0 0-32 0,-13 9-16 15,13-3-16-15,0 1-3 0,-2 7-3 16,0 5 12-16,0 8-3 0,-2 8 6 16,0 7-4-16,-2 2-2 0,4 3-19 15,-2 1-9-15,-3-2-10 16,3 0-14-16,0-6-16 0,0-1-3 0,0-6-13 16,4-5 1-16,0-4-6 0,0-3-1 15,4-3-18-15,0-5-33 16,2-1-29-16,1-7-21 0,-1 0 2 15,0-3 16-15,2-2-10 0,-4 0-19 16,0-5-40-16,1-4-49 0,-1-4-82 16,-2-1-171-16,-2-6-227 0,2 5-412 15</inkml:trace>
  <inkml:trace contextRef="#ctx0" brushRef="#br0" timeOffset="-157871.12">19179 7085 803 0,'0'0'1169'16,"0"0"-480"-16,0 0-338 0,0 0-166 15,0 0 3-15,0 0 3 0,0 0-27 16,0 0-66-16,0 0-35 0,0 0 6 15,33-9 9-15,-21 9 1 0,3 0-4 16,5 0-13-16,-1 0-15 0,10 0 6 16,-2 2-16-16,4-1-6 0,0-1-12 15,2 2-4-15,2 1-2 0,-2-3 2 16,0 2-12-16,-2 0-1 0,-4 2 14 16,-4 1-14-16,-3 1 10 0,-1 0 0 15,-4-2 7-15,-3 1 9 0,-4 1 2 16,0 0 14-16,1 0 20 0,-3 0 10 15,-4 1-13-15,6 1-15 0,1 2-6 16,-5 2 3-16,6 1-9 0,-4 2-7 16,0 2-2-16,1 3-1 15,-3 2 6-15,2 2-5 0,-4 3-7 16,0-2 3-16,-2 3-5 0,2-3-6 16,-2-1-10-16,0-1-12 0,0-4 10 15,0-2-1-15,-2-1-1 0,2-1-14 16,0-5-24-16,-2-1-26 0,2-1-14 15,0-2-37-15,0-1-44 0,0-2-28 16,0-3-36-16,-2 0-61 0,2 0-204 16,-2 0-66-16,-2-3-84 0,0-8-758 0</inkml:trace>
  <inkml:trace contextRef="#ctx0" brushRef="#br0" timeOffset="-157603.2">19450 6865 145 0,'0'0'2095'16,"0"0"-1511"-16,0 0-193 0,0 0-123 16,0 0-91-16,0 0-32 0,0 0-25 15,-13 71-7-15,13-42-22 0,-2 5-22 16,0 1-16-16,2-3-16 0,0 5-9 15,0-4-25-15,0-1-1 0,0-3-2 16,0-2-3-16,-2-5-87 16,2-1-38-16,0-4-80 0,0-2-98 0,0-3-149 15,0-1-249-15,0-4-493 0</inkml:trace>
  <inkml:trace contextRef="#ctx0" brushRef="#br0" timeOffset="-157202.91">19412 7353 454 0,'0'0'258'16,"0"0"950"-16,0 0-761 0,0 0-162 15,0 0-6-15,0 0-80 0,0 0-61 16,-29 57 8-16,29-43-9 0,-4 0-24 16,4 2-21-16,0 0-13 0,0 0-32 15,6 1-16-15,1-3-12 0,-1 1 0 16,2-4 6-16,-2 2-6 0,9-4 9 15,-5-2 0-15,3-1-5 0,-1-2-1 16,2-4 6-16,1 0-3 0,-1 0 0 16,1-3 12-16,-3-4-2 0,1 0 2 15,1-4-3-15,-8 0 19 0,3 0 6 16,-7 3 9-16,0-3 22 16,-2-1 27-16,-2-1-1 0,-5 1-33 15,1-1-22-15,-2-1-21 0,-2 1-12 16,-3 2 11-16,-3 2-23 0,1-1-14 15,1 1-2-15,-5 3-1 0,1 0-24 16,1 3 7-16,0 2-10 0,1 1 1 16,4 0-10-16,-1 1-15 0,3 2-12 15,2 0-16-15,1 3-18 0,3 0-54 16,4 1-65-16,0 0-133 0,6 1-210 16,1-1-418-16,1 0-424 0</inkml:trace>
  <inkml:trace contextRef="#ctx0" brushRef="#br0" timeOffset="-154379.13">18404 7316 91 0,'0'0'88'0,"0"0"-39"0,0 0-13 15,0 0-16-15,0 0 16 0,0 0 469 16,0 0-131-16,6 4-243 0,-4-4-129 16,-2 2 1-16,2-2-3 0,0 0 0 15,-2 0-1-15,2 0 0 0,4 0-19 16,-6 0 20-16,4 0 12 0,-4 0-12 16,2 0 0-16,-2 0 3 0,0 0 50 15,0 0 93-15,0 0 13 0,0 0-71 16,0 0-39-16,0 0-10 0,0 0-39 15,0 2-17-15,0-1-64 0,3 0 23 16,-1 1 12-16,0-1-32 0,-2 1-13 16,2-2 26-16,0 1 36 0,-2 0 29 15,2-1 2-15,-2 0 27 16,2 0 69-16,-2 1 68 0,0-1-10 16,0 0-49-16,0 0-20 0,0 0-2 15,0 0-1-15,0 0-6 0,0 0-17 16,0 0-9-16,0 0 3 0,0 0-13 15,0 0-13-15,0 0-7 0,0 0 14 16,0 0 9-16,0 0 4 0,0 0 2 16,0 0 17-16,0 0 31 0,0 0 26 15,0 0 10-15,0 0-36 0,0 0-38 16,0 0-17-16,0 0 1 0,0 0-4 16,0 0-3-16,0 0 10 0,0 0 9 15,0 0 6-15,0 0 0 0,0 0-3 16,0 0-3-16,0 0-10 0,0 0 0 15,-2 0 3-15,0 0 0 0,-2 0-2 16,2-2-1-16,0 1-3 0,-1-1 3 16,1 1 2-16,0-2-14 0,0 0-7 15,-4 0-4-15,6-2-11 0,-2 0-13 16,2-1 1-16,-4 0 1 16,0 0 16-16,2-1 7 0,0 0 3 15,-3-1 3-15,1-1 3 0,0 2 0 0,-2 0 9 16,4-1-9-16,-2-1 3 15,-2 1-12-15,1-2-13 0,-1-1-10 16,2 1 1-16,-4-2-3 0,4-3-3 16,0 1 1-16,-5 0 2 0,3-1 2 15,-2 0 0-15,4-2 1 0,-5 3 10 16,1-5-12-16,-2 2 0 0,4-3 0 16,-5 3 1-16,-1-2 13 15,4 1-15-15,-3 1 1 0,3-3-1 16,-4 3 10-16,5-1-10 0,-1-1-2 0,0 1 2 15,-2-1 11-15,3 0-11 16,-1 1 2-16,-4-1 13 0,3 0-13 16,-1 1 13-16,2 0-2 0,-5 0-10 15,7-1 11-15,-2 3-13 0,-2 0-1 16,-1-2 2-16,3 3-1 0,2-1 12 16,-5 0-12-16,3 0-1 0,2 0 0 15,-2-1 18-15,-3 3-15 0,3-3-2 16,0 3 0-16,0-1-1 0,-7 0-11 15,9 1 11-15,-4 0 1 0,-1 0 1 16,3 2 1-16,-2-2-2 0,1 1 0 16,-1 2 0-16,4 0 2 0,-2 0-1 15,1-1 1-15,-1 3-2 0,2-3 0 16,2 3-1-16,-2-1-1 0,1 0 1 16,1 0 0-16,-4-1 2 0,2 1 11 15,2 1 5-15,-3-1-16 0,3 1 1 16,-2 0 0-16,0 1-3 0,0-1 0 15,4 0-3-15,-2 1 0 16,-1 0-9-16,3-1 12 0,-2 2 0 16,2 1 3-16,-2-1 12 0,0 1-15 15,0 0 3-15,2 0 16 0,0-1-18 16,0 1 2-16,-5-4-1 0,5 3 0 16,-4 0 1-16,2 2-2 0,-4-2 1 15,3 0-1-15,1-1 10 0,-2 2-11 16,0-2 0-16,2 1-1 0,-4 1 0 15,3-1-1-15,1 2 2 0,0-1 0 16,0 1 3-16,0-1-3 0,-2 2 0 16,-1-1 0-16,5 1 0 0,0 1-1 15,2 0-2-15,-2 0 0 0,2 2 2 16,-2-1-2-16,2 1 1 0,-2-1 2 16,0 1 1-16,2 1 0 0,0-1 0 15,0 1-1-15,0 0-3 0,-2 0-19 16,2 0-8-16,0 0-53 15,0-2-49-15,0 2-69 0,0 0-66 16,6-2-31-16,-2 0-179 0,5-1-489 16,-5-3-1006-16,-25 22 1486 0</inkml:trace>
  <inkml:trace contextRef="#ctx0" brushRef="#br0" timeOffset="-148899.32">16884 5572 1088 0,'0'0'452'15,"0"0"626"-15,0 0-679 0,0 0-166 16,0 0-57-16,0 0-8 0,0 0 37 15,0 0 21-15,48-6-34 0,-25 0-49 16,1 0-22-16,3-3-13 0,2 0-34 16,0 2-1-16,4 1-17 0,-2-1-22 15,2 1-19-15,-4 2-13 0,-2 1-1 16,-6 3-1-16,-5 0 0 0,-3 0-3 16,-5 0-77-16,-2 0-37 0,-6 1-16 15,0 2-9-15,0 1 2 16,0 1-6-16,-4 2-135 0,-2-1-223 15,-7 1-269-15,5-1-284 0,-13 3-357 0</inkml:trace>
  <inkml:trace contextRef="#ctx0" brushRef="#br0" timeOffset="-148710.62">16957 5600 1122 0,'0'0'1270'0,"0"0"-674"15,0 0-219-15,0 0 79 0,0 0-233 16,0 0-125-16,-15 64-8 0,23-46 16 15,1 3-13-15,1-1-28 0,2-1-28 16,-1-1-25-16,-1-3-12 0,0 1 0 16,-1-4-3-16,-1-2-96 0,2-2-93 15,1-2-43-15,-5-4-121 0,-2 0-117 16,0-2-264-16,2 0-452 0</inkml:trace>
  <inkml:trace contextRef="#ctx0" brushRef="#br0" timeOffset="-148402.63">16926 5698 1103 0,'0'0'1175'0,"0"0"-553"0,0 0-410 15,0 0 69-15,0 0 93 0,53-26-56 16,-30 15-20-16,2 1-87 0,4 0-60 16,0 3-29-16,4-3 4 0,-2 2-10 15,2 3-25-15,-2-1-20 0,0 2-8 16,-2 2-29-16,-2 2-13 0,0 0-3 15,-5 1-16-15,1 3 1 0,-6 2-1 16,1 0-2-16,-5 0-1 16,-5 0 0-16,-2 2-14 0,-2 3 12 15,-4-1 0-15,-2 5-15 0,-6-1-37 16,2 4-15-16,-3-1-27 0,-5-2-19 16,2 1-43-16,-1-4 11 0,-3-3-9 15,1 2-35-15,-3-4-41 0,-1-2-63 16,-2-1-99-16,-1-4-125 0,3 0-116 15,-6 0-38-15,9 0-105 0,-9-4 62 0</inkml:trace>
  <inkml:trace contextRef="#ctx0" brushRef="#br0" timeOffset="-148172.22">17002 5774 135 0,'0'0'202'0,"0"0"1382"16,0 0-1124-16,0 0-288 0,0 0 44 15,0 0 53-15,0 0 92 0,0 0-53 16,56 15 34-16,-31-15-48 0,-3 0-80 15,3-4-5-15,2-1-43 0,0-1-44 16,0 2-30-16,-4-1-22 16,-1 1-40-16,1 0-15 0,-6 2-15 15,1 0 0-15,-5 2 0 0,1 0-51 16,-6 0-26-16,1 0-23 0,-1 0-35 16,-4 0-21-16,-2 0-32 0,-2 0-26 15,0 0-32-15,-2-3-9 0,-8 0-204 16,6-1-262-16,-13-5-1485 0</inkml:trace>
  <inkml:trace contextRef="#ctx0" brushRef="#br0" timeOffset="-147955.81">17114 5536 396 0,'0'0'2138'15,"0"0"-1601"-15,0 0-322 0,0 0-59 16,0 0 65-16,0 0 35 0,0 57-67 15,0-36-65-15,0 1-49 0,0 3-13 16,-2-2-19-16,0 2-15 16,-1-2-28-16,1-2-13 0,2-2-21 15,0-3-97-15,0-4-56 0,0-1-74 16,5-5-128-16,1-1-184 0,-2-4-495 16,0-1-312-16</inkml:trace>
  <inkml:trace contextRef="#ctx0" brushRef="#br0" timeOffset="-147712.51">17170 5607 259 0,'0'0'1524'0,"0"0"-860"0,0 0-306 15,0 0-146-15,0 0-1 0,0 0-13 16,0 0-11-16,0 0-26 0,0 0-67 16,0 0-12-16,-3 0 82 15,3 21-40-15,-4 4-43 0,4 0-22 16,-2 1-12-16,0-2-23 0,0-3-24 15,2-3-22-15,0-1-3 0,0-4-9 16,0-1-31-16,4-2-50 0,2-4-30 16,1 0-28-16,1-3-66 0,0-2-117 15,-2-1-131-15,1 0-260 0,-1-4-619 0</inkml:trace>
  <inkml:trace contextRef="#ctx0" brushRef="#br0" timeOffset="-147419.44">17188 5765 174 0,'0'0'1956'15,"0"0"-1571"-15,0 0 175 0,0 0-216 0,0 0-106 16,0 0-74-16,-25 55-29 16,23-39-5-16,0 1-12 0,0-1-6 15,2 0-9-15,-2 1-17 0,2-3-9 16,0 1 1-16,4-3-11 0,0 0-2 15,7-1-1-15,-1 1-6 0,0-4-30 16,5-1-1-16,-1 0-8 0,5-3-7 16,-1-2-9-16,3-2 11 0,-2 0-14 15,1-2-1-15,-1-3-2 0,-2-1-33 16,-1 1-35-16,-6-2-12 0,1 0-30 16,-5 2-38-16,0-1-7 0,0 2-28 15,-6-2-69-15,2 0-94 0,-2-3-122 16,-2 0-179-16,0 1-372 0,-8-3-297 15</inkml:trace>
  <inkml:trace contextRef="#ctx0" brushRef="#br0" timeOffset="-147232.36">17285 5841 515 0,'0'0'101'16,"0"0"1518"-16,0 0-1077 16,0 0-119-16,0 0-53 0,0 0-121 0,0 0-79 15,0 0-50-15,0 0-5 16,0 0-6-16,-14 63-38 0,10-45-34 15,0 1-36-15,-3 0-1 0,5-1-71 16,-4-3-53-16,4 1-29 0,-2-5-42 16,2 0-57-16,-4-3-85 0,1 0-108 15,3-2-265-15,-4 0-539 0</inkml:trace>
  <inkml:trace contextRef="#ctx0" brushRef="#br0" timeOffset="-146972.54">17025 5921 753 0,'0'0'1446'0,"0"0"-723"0,0 0-390 16,0 0-203-16,0 0 70 0,0 0 9 16,0 0 20-16,0 0 3 0,66-29-49 15,-47 26-28-15,1-1-23 0,7 0-30 16,-2 0-23-16,2 0-2 0,2 0-13 15,0-1-27-15,0 0-16 0,2-1-18 16,0-1-3-16,0-1-3 0,2-2-76 16,-4 2-35-16,0-3-45 0,0 0-44 15,-7-1-27-15,1-1-95 0,0 0-202 16,-11 2-438-16,7-6-490 0</inkml:trace>
  <inkml:trace contextRef="#ctx0" brushRef="#br0" timeOffset="-146496.39">17604 5475 200 0,'0'0'1671'0,"0"0"-942"0,0 0-212 16,0 0-45-16,0 0-154 0,0 0-67 15,0 0-110-15,0 0-33 0,-15 67 13 16,17-36-1-16,-2 5 6 0,0 3 9 16,0-1-6-16,0 1-28 0,0-1-34 15,0-4-37-15,0-6-28 0,0-1-2 16,0-6-15-16,0 0 0 0,2-6-25 15,4-1-67-15,1-2-43 0,-1-5-55 16,2-1-70-16,-2-3-33 16,5-3-171-16,-3 0-148 0,-2-3-375 0,-2-9-509 15</inkml:trace>
  <inkml:trace contextRef="#ctx0" brushRef="#br0" timeOffset="-146124.41">17575 5504 171 0,'0'0'2062'0,"0"0"-1472"16,0 0-282-16,0 0-43 0,0 0-21 15,0 0-58-15,43-56-32 0,-26 47-9 16,3 0 2-16,1 2-23 0,0-1-31 16,-1 3 6-16,1 1-38 0,0 1-11 15,-1 3-17-15,1 0-11 0,-2 3-4 16,-1 2-2-16,-1 7-1 15,-3 1-3-15,1 1 4 0,-7 3-1 0,6 1 6 16,-5 3-17-16,-1-1 17 0,0 2 3 16,-2 2 1-16,-1 1-7 15,-1 0 4-15,-2 2 2 0,2-1-2 16,-2-1-7-16,0 1-13 0,0-3-2 16,4-1-14-16,0-2-2 0,-1-4-5 15,-1-1-46-15,4-1-22 0,-6-3-34 16,8-1-28-16,-3-2-41 0,-3-2-10 15,0 0-40-15,0-4-80 0,-4 3-53 16,0-5-80-16,0 0-130 0,0 0 34 16,-8 0-787-16</inkml:trace>
  <inkml:trace contextRef="#ctx0" brushRef="#br0" timeOffset="-145856.87">17655 5626 616 0,'0'0'2005'16,"0"0"-1398"-16,0 0-381 0,0 0-7 15,0 0-39-15,0 0 2 16,0 0-10-16,0 0-26 0,58-15-31 16,-41 14-25-16,-1 0-32 0,3 1-21 15,-1 0-15-15,1 0-20 0,-2 0-1 16,1 2-1-16,-1-2-14 0,-1 3-88 15,-3-1-16-15,-5-1 1 0,2 1-8 16,-4-1-12-16,-1 1-21 0,-5-2-37 16,0 0-68-16,0 0-59 0,0 0-5 15,-2-3-290-15,-3 0-540 16</inkml:trace>
  <inkml:trace contextRef="#ctx0" brushRef="#br0" timeOffset="-145642.34">17812 5557 171 0,'0'0'124'0,"0"0"690"0,0 0 263 0,0 0-615 15,0 0 27-15,0 0-72 16,0 0-83-16,0 0-82 0,0 0-75 16,0 0-31-16,-33 41-13 0,29-21 5 15,-4 4-6-15,0 4-34 0,1 0-33 16,-3 0-29-16,2-1-36 0,0-3 0 16,3-4-24-16,3-3-13 0,2-3-70 15,0-4-43-15,0-2-44 0,2-2-29 16,-2-5-33-16,5 0-116 0,-1-1-59 15,2-1-76-15,-4-5-84 0,0-1-13 16,-2-1-210-16,0-3 59 0</inkml:trace>
  <inkml:trace contextRef="#ctx0" brushRef="#br0" timeOffset="-145436.29">17721 5703 143 0,'0'0'121'16,"0"0"423"-16,0 0 111 0,0 0-180 0,0 0-64 15,0 0-56-15,0 0-75 0,0 0-18 16,0 0 28-16,0 0-25 15,13-8 12-15,-7 13-37 0,0 4-20 16,2-1-16-16,1 3-30 0,-1 1-45 16,-2 1-38-16,5 1-33 0,-7 0-27 15,8 1-29-15,-4-2-2 0,1-1-1 16,3-2-24-16,-2 1-63 0,1-3-37 16,1-1-65-1,-2-1-50-15,1-2-67 0,-1 1-126 0,-2-4-326 0,-1 2-758 0</inkml:trace>
  <inkml:trace contextRef="#ctx0" brushRef="#br0" timeOffset="-142288.37">17862 6310 173 0,'0'0'45'0,"0"0"-45"0,0 0 0 15,0 0 0-15,0 0 49 0,0 0 36 16,0 0 62-16,0 0-137 0,0 0-10 16,0 0-62-16,12 6 0 0,-10-6 10 15,1 0 29-15,-1 0 23 0,0 0 0 16,-2 0 52-16,0 0 46 0,0 0 58 16,0 0 79-16,0 0 71 0,0 0-62 15,0 0-45-15,0 0-50 0,0 0-48 16,0 0-78-16,0 0-23 0,0 0-39 15,2 0 22-15,-2 0 17 0,0 0 30 16,0 0 25-16,0 1 3 0,0-1 20 16,0 0 39-16,0 1 32 15,0 1 9-15,0-2 10 0,0 0 9 16,0 2-16-16,0-1-36 0,-2 0-16 16,-2-1 5-16,1 2 1 0,1-2-20 15,0 0 3-15,-2 0-3 0,2 2-10 16,-2-1 0-16,0 0-6 0,0-1-10 15,2 2 1-15,-2-2-14 0,-1 2 0 16,3-2-13-16,-2 0 4 0,0 1-13 16,-4 0-3-16,4-1-9 0,0 2 3 15,-3-2-1-15,3 1-23 0,-2 1-1 16,-2-1 4-16,4 1 11 0,-3 1 7 16,1-2-10-16,0 2 0 0,-4-1 1 15,5 0-10-15,-3 0 18 0,2 0-5 16,0 0 2-16,-2 0-2 0,3-1 9 15,1 1-23-15,-2-1 13 16,0 1-12-16,-2 1 16 0,1-2-16 16,3 1 9-16,-2 1 3 0,0-2 1 15,0 0-15-15,-3 1 11 0,3 0-10 16,0-2 13-16,2 1-12 0,-2 0-1 16,-1-1 0-16,3 2 10 0,0-1-10 15,0-1 0-15,-2 0 1 0,2 2 9 16,0-2-10-16,-3 0 11 0,-1 0-1 15,4 1-12-15,-2-1 3 0,-2 0 0 16,1 0 0-16,-3 0 0 0,4 0 16 16,0 0-17-16,-3 0 1 0,1 0-2 15,2 0-1-15,0 0 1 0,-3 0 1 16,-1 0 1-16,4 0 0 0,0 0 9 16,-3 0 1-16,1-1-12 0,-2 1 2 15,4 0-3-15,-3-2 1 16,1 2-1-16,-2 0 1 0,3 0-1 15,1 0-3-15,-4 0 3 0,4 0 3 16,0 0 0-16,-1 0 12 0,1-1-12 16,-2 1 9-16,2 0-10 0,2 0-1 15,-1 0 15-15,1 0-14 0,2 0 0 16,-2 0 1-16,0 0-1 0,0 0 0 16,0 0-2-16,-3-2 1 0,1 2 0 15,4 0 1-15,-4 0 0 0,-2-1 1 16,2 1-3-16,1-1 0 0,-1 1-1 15,4 0 0-15,-4 0-1 0,2 0 1 16,-4 0 1-16,3 0 0 0,1-2 0 16,-2 2 0-16,0-1 1 0,-7 0 0 15,7 0 0-15,-2 0 1 0,-2 1 0 16,-1 0 1-16,3 0-1 0,0 0-2 16,-3 0 13-16,1 0-13 0,4 0 3 15,-2 0 9-15,-1-2-12 0,-1 2 2 16,4 0-1-16,2-1 0 0,-3 1-1 15,1 0 0-15,2 0 1 16,0-1 0-16,2 1-1 0,0 0 0 16,-2 0 0-16,2 0 0 0,2 0-1 15,-2 0-2-15,0 0-9 0,-1 0 11 16,1 0-1-16,-2 0 1 0,2 0 0 16,-2 0 1-16,2 0 1 0,0 0-1 15,0 0 1-15,-2 0 1 0,0 0-1 16,2 0 0-16,-3 0 1 0,1 0-2 15,0 0-1-15,4 1 1 0,-4-1-2 16,2 0-1-16,0 1-13 0,0-1 14 16,2 0-1-16,0 2 0 15,0-2 0-15,0 0-9 0,0 0 9 16,0 0 1-16,-2 0-11 0,2 0 1 16,0 0 9-16,0 0-9 0,-2 0 9 15,2 0 1-15,0 1 0 0,-2-1-1 16,2 0 2-16,0 0 1 0,0 0-2 15,0 0 0-15,0 0-1 0,-2 0-10 16,2 0 1-16,0 0-6 0,0 0-4 16,0 0 4-16,0 0-10 0,0 0 0 15,0 0-5-15,0 0-14 0,0 0-11 16,0 0-10-16,0 0-16 0,0 0-12 16,0 0 0-16,0 1 12 0,0 0-22 15,2 0-43-15,2 1-65 0,-2-2-62 16,4 0-123-16,-2 0-206 0,0 0-422 15,-2 0-364-15,-26-5 1391 0</inkml:trace>
  <inkml:trace contextRef="#ctx0" brushRef="#br0" timeOffset="-139104.62">18242 6904 197 0,'0'0'23'0,"0"0"32"0,0 0 463 16,0 0 153-16,0 0-440 0,0 0-127 15,0 0-104-15,0 0-42 0,0 0-40 16,0 0 66-16,4 9 0 0,-4-9 3 16,5 0-46-16,-5 0-6 0,0 0 30 15,2 0 31-15,0 0 4 0,-2 3 15 16,0-2 21-16,0-1 46 0,0 0-4 15,0 2-23-15,0-2-55 0,-2 3-50 16,0 0-41-16,0 0-13 0,-1 0 26 16,3 1 13-16,-4-3 0 15,4 2-33-15,0-1-62 0,0 1 11 16,0-2 31-16,0 1 53 0,0-1 65 16,0-1 10-16,0 0 101 0,0 0 42 15,0 0 62-15,0 0-23 0,0 0-23 16,0 0-19-16,0 2-59 0,0-2-72 15,0 0-16-15,0 0-3 0,-2 2 0 16,2-1 2-16,-2-1 31 0,2 1 19 16,0-1 6-16,0 2 4 0,0-2 22 15,0 0 10-15,-2 0 0 0,2 0 6 16,-2 0-12-16,2 0-11 0,-2 0 7 16,0 0 0-16,0 0 0 0,0 0 6 15,-2 0 9-15,2 0 7 0,0 0-1 16,2 0-2-16,-5 0 8 0,1 0-3 15,2-2-7-15,0 2-12 0,-2-1-10 16,0 1 2-16,0 0-2 0,0-1-4 16,2 1-11-16,-1-2-2 0,-1 2 1 15,-2 0-7-15,0 0-10 0,-2 0-9 16,-1 0-12-16,1 0 6 16,-2-2-12-16,-3 2 9 0,1-1-3 15,-2 1 9-15,-3-2-4 0,-4 1 1 16,7 1 9-16,-7-2-15 0,3 1 12 15,-3 1-9-15,-4 0 2 0,6-2-5 16,-5 1-7-16,1-1-5 0,2 1-12 16,-4 1 0-16,3-1 14 0,3 1 0 15,1-3-12-15,1 3 0 0,0 0 9 16,3 0 0-16,-1 0-12 0,7 0 1 16,2 0 0-16,2 0-1 0,2 0-3 15,0 0-24-15,2 0 2 16,0 0-24-16,0 0-13 0,0 0-9 0,0 0 4 15,0 0 11-15,0 0 28 16,0 0 25-16,0 0-25 0,0 3-43 16,0-3-47-16,0 1-32 0,2 2-83 15,-2-2-194-15,2 1-203 0,0-2-548 16,-8-10-452-16</inkml:trace>
  <inkml:trace contextRef="#ctx0" brushRef="#br0" timeOffset="-138257.45">16436 6515 145 0,'0'0'1532'0,"0"0"-1007"0,0 0-250 0,0 0-75 16,0 0-39-16,0 0-23 16,0 0-22-16,0 0-17 0,0 0 6 15,0 0 23-15,2 0 21 0,-2 0 3 16,0 0-4-16,0 0-7 0,0 0-9 16,0 0-17-16,0-4-37 0,4-4-35 15,0-6-18-15,-2 0-12 0,2-2-12 16,0-4-1-16,0 0-1 0,1-2-1 15,1-3-2-15,6 0 2 0,-6-4 1 16,3 2 0-16,1-4 1 0,0 2 1 16,-1 1 1-16,-1 2 14 15,2 2 3-15,-1 5-4 0,-3 1 4 16,-2 5 5-16,0 3-2 0,2 3 3 16,-4 2-7-16,0 2-2 0,0 0-1 15,0 2 3-15,1-1-5 0,-1 2-1 16,-2 0-10-16,2 0 1 0,2 4 13 15,-2 1-1-15,4 5 4 0,2 2 27 16,3 7 18-16,-5 6-9 0,2 3-27 16,5 3-4-16,-5 1-5 0,-2 0-16 15,2-4 0-15,3 4 12 0,-5-5-3 16,0 0-9-16,-4-5-2 0,4-3-1 16,-4-2 0-16,5 0-1 0,-3-4-27 15,-2-3-33-15,-2-2-25 0,2-1-28 16,-2-1-34-16,2-4-38 0,-2 0-3 15,0-2-66-15,0 0-67 16,0 0-171-16,0 0-109 0,-4-2-182 0,-2-9-862 16</inkml:trace>
  <inkml:trace contextRef="#ctx0" brushRef="#br0" timeOffset="-138033.33">16456 6306 177 0,'0'0'1911'0,"0"0"-1365"0,0 0-285 16,0 0 101-16,0 0 6 0,0 0-68 15,0 0-55-15,0 0-74 0,0 0-34 16,64 22-11-16,-49-20-21 0,4 0-28 16,1 0-31-16,-1 0-31 0,6 1-15 15,-7 2-27-15,5-1-139 0,2 1-87 16,-7 2-74-16,1-3-276 0,4 1-789 15</inkml:trace>
  <inkml:trace contextRef="#ctx0" brushRef="#br0" timeOffset="-136802.2">17306 6994 83 0,'0'0'648'16,"0"0"670"-16,0 0-913 0,0 0-64 15,0 0-52-15,0 0-81 0,0 0-4 16,0 0-2-16,0 0-10 0,0 0-28 16,-6 6-29-16,2-6-8 0,2 1-12 15,-1-1-7-15,1 0-24 0,2 0-20 16,-2 0-15-16,-2-2-18 0,2-2-12 16,-2-3-19-16,0-2-18 0,2-4 3 15,-2-3-4-15,0 0-5 0,1-5-1 16,1 0 22-1,0-2-9-15,2-2-10 0,0-2-30 0,0 2 9 0,-2-3-4 16,2 3 13-16,0 3 10 0,0 3 20 16,0 1-8-16,0 4 11 0,0 2 1 15,0 4 0-15,0 1-2 0,0 3-1 16,0 1-13-16,0 3-8 16,0 0-14-16,2 0 1 0,-2 0 9 15,2 0 28-15,0 0 12 0,1 0 9 16,5 0 13-16,-4 0-3 0,2 0-6 15,0 0-3-15,1 0 0 0,3 2-1 16,-2-1-2-16,0 2-4 0,1-3 1 16,1 3 8-16,-2 0-2 0,1 0 3 15,1 1-7-15,0-1-5 0,1 3-11 16,-3-2 1-16,2 1 15 0,-2 0-5 16,1 0-1-16,-3-2-9 0,2 3 0 15,-4-2 19-15,0 1 2 0,-2-2-9 16,1 1-2-16,-3-1 5 15,0 3 4-15,0-2 15 0,-3 1 9 0,1 2-13 16,-6 0-8-16,0 4-11 16,0-4-14-16,-1 0-27 0,-3-1-1 15,0-1-12-15,-1 1-15 0,-1-2 3 16,1-1 2-16,-1-2 10 0,-1 1-6 16,3-2 25-16,0 0 2 0,1 0 7 15,5 0 9-15,2 0 2 0,0 0 0 16,2-2-2-16,2 2-24 0,0 0-54 15,0-1-15-15,4 1 53 0,0 0 32 16,2 0 11-16,-2 0 19 0,2 0 12 16,3 3-6-16,3 1 9 0,-4 1 0 15,5 1 9-15,-3 1-12 0,0 0-15 16,-1 1-13-16,3 3 12 0,-4-1 1 16,-1-1 2-16,-1 1 1 0,2-1-1 15,-2 2 1-15,-2-2 5 0,-2 0-2 16,-2-1 12-16,0 0 15 15,0-2 12-15,0 0 4 0,-2-2-7 16,0 2-6-16,-4 0-12 0,-4-3-7 16,4 1-5-16,-3-1-13 0,-1 0-3 15,-2 0-12-15,1-1-2 0,-7-1-10 16,5 0-21-16,-3-1-29 0,-1 0-29 16,1 0-17-16,3 0-11 0,1-1-20 15,-1-1-75-15,9-2-164 0,2 0-331 16,0-2-1074-16</inkml:trace>
  <inkml:trace contextRef="#ctx0" brushRef="#br0" timeOffset="-132614.62">17887 7457 177 0,'0'0'60'0,"0"0"-58"0,0 0 15 0,0 0 234 16,0 0 98-16,0 0-52 0,0 0-37 16,18-14-58-16,-18 13-75 15,0 0-37-15,0-1-5 0,2 1 6 16,-2 1 26-16,0 0 25 0,0 0 0 15,0 0-9-15,0 0-1 0,0 1-10 16,0 2 4-16,0-2-11 0,-2 1-28 16,2 0-14-16,-2 1 7 0,0 1 9 15,-2-1 16-15,2 0 25 0,-4 0 25 16,4 2 9-16,-4 1-25 0,1-2-24 16,-3 4-21-16,-2 0-20 0,4 5-15 15,-5-1-9-15,-1 7-1 0,-3 0-6 16,3 6-6-16,-4 3-9 15,-1 2-3-15,0 4-4 0,-1 0 7 16,1 5 0-16,-3 0 3 0,3 0 5 16,-4 2 4-16,3-1 9 0,-3 1 4 0,3-2 11 15,-3 3 0-15,-2-4-9 16,5 0-6-16,-3-1-1 0,2-2-5 16,1 0-6-16,-3-2-16 0,6-1-6 15,-3-4 0-15,5 0 1 0,-3-1-4 16,4-3-9-16,-3 1 18 0,1-2-9 15,3-3-9-15,1 1 12 0,-2-2-14 16,3-2 2-16,-1 0-2 0,0 0 0 16,1-2 0-16,1 0 0 0,0-1 1 15,0-1-2-15,1-1 0 0,1-2-1 16,4-3 1-16,0 0-2 0,0-2-16 16,0-1 6-16,0-1-3 0,2-1-12 15,0-1-4-15,0 0 7 0,0-1-4 16,0 0-5-16,0 0-16 0,0 0-15 15,0 0-30-15,0 0-23 16,2-1-9-16,2 0-30 0,0-4-73 16,2-1-79-16,5 0-190 0,-1 0-127 15,-4-1-779-15,-49 39-157 0</inkml:trace>
  <inkml:trace contextRef="#ctx0" brushRef="#br0" timeOffset="-131184.37">16181 8665 970 0,'0'0'723'0,"0"0"-45"0,0 0-310 16,0 0-256-16,0 0 58 0,0 0 83 16,0 0 17-16,58 6-49 15,-33-10-54-15,6-2-37 0,2 0 13 16,2 0 0-16,5-2-25 0,1-1-16 15,2 2-34-15,-1 0-19 0,-1-1-18 16,5 1-13-16,-5 3-17 0,-4-2-1 16,-2 4-1-16,-4 0 0 0,-6 1-1 15,-11 1-35-15,5 0-30 0,-13 0-38 16,-2 0-38-16,-4 0 0 0,0 3 0 16,-2-1-18-16,-4 4-163 0,-4-2-250 15,-3 0-564-15,-5 7-545 0</inkml:trace>
  <inkml:trace contextRef="#ctx0" brushRef="#br0" timeOffset="-130799.38">16357 8750 288 0,'0'0'1895'0,"0"0"-1507"0,0 0-172 0,0 0-52 0,0 0-52 16,-21 50-16-16,21-34 13 15,0 3-8-15,11 2-15 0,-3-1-9 16,4 3-8-16,5-4-2 0,0-2-1 16,5-3 3-16,3-6-12 15,-2-3-13-15,6-5-10 0,2-1-18 0,-2-9 0 16,2-2-4-16,-2-3-10 0,-5-2 2 16,-5 1 11-16,2-1 1 0,-13 0-4 15,0 3 1-15,-6-1 13 16,-2 3 15-16,0-1-4 0,-8 1-12 15,-2 0-6-15,-9 2-19 0,1 3 0 16,-9-1-22-16,0 4 0 0,0 1-6 16,-4 3 9-16,6 0 1 0,-2 0-7 0,-2 0 5 15,4 0-5-15,9 0-4 16,-3 0-2-16,11 2 0 0,2-2-29 16,2 0-60-16,4 1-126 0,2-1-124 15,6 0 10-15,2 0-95 0,5 1-106 16,-5-1-99-16,5 2-70 0</inkml:trace>
  <inkml:trace contextRef="#ctx0" brushRef="#br0" timeOffset="-130529.67">16556 8626 216 0,'0'0'26'16,"0"0"1134"-16,0 0-529 0,0 0-165 15,0 0 4-15,0 0-204 16,-58 15-47-16,49-5-60 0,3 6-49 16,-6 2-21-16,4 4-7 0,3 2-35 15,1 2-22-15,0 0-25 0,4 1-1 16,0-5-21-16,0-1 3 0,4-6-3 16,2-2-44-16,1-3-38 0,-3-6-23 15,8-2-28-15,-6-2-36 0,1-1-97 16,1-6-5-16,2-3-188 0,-4 2-341 15,1-8 31-15</inkml:trace>
  <inkml:trace contextRef="#ctx0" brushRef="#br0" timeOffset="-130348.89">16618 8682 226 0,'0'0'26'0,"0"0"993"0,0 0-398 0,0 0-148 16,0 0-34-16,0 0-61 0,0 0-142 15,0 0-90-15,0 0-60 0,0 0-23 16,-7 30-9-16,3-10-20 0,0 2-15 15,2 0-16-15,-2 1 0 16,0-4-2-16,0 1-1 0,2-5-35 0,-3-2-95 16,3-1-66-16,0-2-59 15,-2-3-133-15,0-1-206 0,4-2-214 16,-2-2-520-16</inkml:trace>
  <inkml:trace contextRef="#ctx0" brushRef="#br0" timeOffset="-130101.88">16469 8911 197 0,'0'0'1482'0,"0"0"-960"0,0 0-192 16,0 0-117-16,0 0-78 0,0 0-19 15,-13 61 24-15,13-45 20 16,2-1 25-16,3 0-8 0,-1 1-16 16,0-1-26-16,6-3-9 0,-2-1-38 15,1-2-35-15,1 0-35 0,2-2-15 16,-1-4-3-16,5 0-1 0,-1-3-21 15,1 0-53-15,-1-3-76 0,3-3-60 16,-3-3-48-16,-1 0-43 0,1-1-80 16,-5-1-111-16,0 0-71 0,-3-1-25 15,-3 1 25-15,-4 2 52 16</inkml:trace>
  <inkml:trace contextRef="#ctx0" brushRef="#br0" timeOffset="-129935.82">16659 8941 43 0,'0'0'258'15,"0"0"338"-15,0 0-97 0,0 0-80 16,0 0 25-16,0 0-127 0,0 0-69 15,0 0-58-15,0 0-17 0,0 0-36 16,-43 27-13-16,38-13 12 0,-3 0-3 16,4 1-29-16,-2 0-31 15,-2-1-33-15,-1-3-27 0,-1 1-13 16,0 0-19-16,3-3-100 0,-5-1-84 16,6-1-35-16,2 0-39 0,-3-4-99 15,3 0-196-15,0-2-188 0,-4-1-502 0</inkml:trace>
  <inkml:trace contextRef="#ctx0" brushRef="#br0" timeOffset="-129713.89">16355 9018 216 0,'0'0'1740'0,"0"0"-1232"16,0 0-337-16,0 0-29 0,0 0 118 15,0 0 72-15,50 0-56 0,-28-5-83 16,1-1-61-16,-2-1-15 0,6 0-33 15,2-2-28-15,-5 0-28 0,3 2-15 16,-4-1-13-16,2 1-2 16,0 3-67-16,-7-2-79 0,1 2-49 15,-1 3-46-15,-3-2-139 0,4 0-83 16,-5 2-132-16,-4 0-465 0</inkml:trace>
  <inkml:trace contextRef="#ctx0" brushRef="#br0" timeOffset="-129265.42">16905 8711 197 0,'0'0'58'0,"0"0"50"0,0 0 1328 16,0 0-992-16,0 0-66 0,0 0-69 15,0 0-65-15,0 0-24 0,0 0 11 16,0 0-32-16,-19-14-20 0,17 14-31 16,0 6-23-16,-2 4-35 0,0 6-44 15,-4 9-8-15,1 8 2 0,5 4-3 16,-4 2-3-16,4-1-13 16,0 2-8-16,0-5-13 0,2-2-2 15,0-4-11-15,0-5-8 0,4-3-56 16,0-4-29-16,2-5-30 0,1 0-20 15,1-8-49-15,2-4-136 0,-1 0-150 16,-3-3-137-16,4-1-611 0</inkml:trace>
  <inkml:trace contextRef="#ctx0" brushRef="#br0" timeOffset="-128940.63">16847 8747 353 0,'0'0'1395'15,"0"0"-850"-15,0 0-196 0,0 0-117 16,0 0-69-16,19-55-44 0,-3 43 2 16,-3 3 19-16,7 1-13 0,-3 1 3 15,6 1-13-15,-1 0-4 0,3 2-3 16,-2 1-22-16,2 1-13 16,-3 2-25-16,-3 0-6 0,2 1-13 0,-7 5-16 15,1 3-12-15,-1 5 16 16,-6 1-3-16,3 5-4 0,-5 2 10 15,-2 0-10-15,2 2 0 0,-2-2-10 16,3 0 1-16,-5-5-1 0,2 3-1 16,0-6-1-16,-2 1-16 0,0 0-15 15,0-3-9-15,0 0-22 0,2-1-16 16,-4 0-31-16,4 0-55 0,-2-1-63 16,3-2-68-16,-5-1-50 0,2-1-173 15,0-3-269-15,-2 0-516 0</inkml:trace>
  <inkml:trace contextRef="#ctx0" brushRef="#br0" timeOffset="-128467.24">16924 8807 73 0,'0'0'1793'16,"0"0"-1148"-16,0 0-256 0,0 0-225 15,0 0-68-15,0 0 6 0,0 0 10 16,0 0 12-16,0 0-23 0,62-18-22 16,-46 17-22-16,1-2-22 0,-1 2-20 15,-1-1-15-15,-1 1-1 0,1-1-68 16,-5-1-111-16,-2 1-59 0,-2-2-29 16,-2 2-44-16,-4-1-37 0,0 2-17 15,0-1 64-15,-2 2-62 0,-6-3-50 16,2 2 92-16,0-1 133 15,0 0 84-15,-5 1 105 0,3 1 92 0,0-2 263 16,-1 2 150-16,1 0 22 16,2 0-63-16,2 2-99 0,0 3-104 15,2 0-53-15,2 2-93 0,0-1 92 16,0 3-35-16,0 3-17 0,0-1-23 16,4 2-19-16,-4 3-12 0,2-2-10 15,-2 3-7-15,0 0-28 0,0-1-3 16,0 1-25-16,2-3-13 0,-2 3-15 15,2-5 0-15,-2-1-15 0,2-1-32 16,-2-2-43-16,4-2-44 0,-4-3-24 16,4-1-43-16,-2 0-61 0,0-2-95 15,0 0-86-15,1-3-74 0,-1-3-68 16,-2 2-147-16,2-7-47 0</inkml:trace>
  <inkml:trace contextRef="#ctx0" brushRef="#br0" timeOffset="-128150.12">17058 8878 131 0,'0'0'108'0,"0"0"221"0,0 0 479 15,0 0-333-15,0 0-86 0,0 0-66 16,0 0-58-16,0 0-31 16,0 0-39-16,0 0-58 0,-27-18-58 15,21 26-37-15,-2 2-17 0,-3 4-12 16,-1-2 2-16,-1 0-11 0,1-2 15 16,2 1-7-16,1-4-11 0,3-2-1 15,0-1 0-15,2-3-2 0,4 0-23 16,0-1-35-16,0 0-67 0,4 0 101 15,0 0 26-15,4-2 51 0,-1-2 16 16,1-1-10-16,2-1-10 16,3 0-12-16,-3 0 6 0,6 0 1 15,-3 0 5-15,3 3 9 0,-1-2-15 16,-1 2-12-16,-1 1-10 0,-3 2 3 16,2 0-19-16,-1 0 0 0,-5 0-3 15,0 0-18-15,2 0-57 0,-3 0-70 16,-1 3-52-16,-4-1-45 0,0 0-81 15,0 3-176-15,0-1-316 0,-9 3-671 0</inkml:trace>
  <inkml:trace contextRef="#ctx0" brushRef="#br0" timeOffset="-127904.82">16909 9075 272 0,'0'0'1789'0,"0"0"-1162"15,0 0-270-15,0 0-25 0,0 0 29 16,0 0-17-16,0 0-43 16,0 0-81-16,64 8-69 0,-47-8-50 15,1 0-30-15,-1 0-22 0,6 0-25 16,-7 0-21-16,7-2-1 0,0 2-2 16,-5-3-46-16,3-1-67 0,2-1-47 15,-5-1-25-15,-1 2-7 0,-1-1 2 16,1 0-71-16,-5-2-242 0,-1-1 129 15,1-1-274-15,-4 1-440 0</inkml:trace>
  <inkml:trace contextRef="#ctx0" brushRef="#br0" timeOffset="-127682.71">17422 8849 1194 0,'0'0'1963'16,"0"0"-1458"-16,0 0-76 0,0 0-211 0,0 0-57 15,0 0-155-15,0 0-6 16,0 0-77-16,0 0 24 0,0 0 16 16,-27 33-75-16,33-30-86 0,2-3-88 15,-4 0-197-15,-2 0-311 0,1-3-1041 0</inkml:trace>
  <inkml:trace contextRef="#ctx0" brushRef="#br0" timeOffset="-127096.71">17719 8680 63 0,'0'0'2335'0,"0"0"-1810"0,0 0-125 16,0 0-99-16,0 0-127 0,0 0-48 16,0 0-29-16,0 0-15 0,-33 61-10 15,27-34 9-15,4 4-28 0,-2 2-19 16,0 5-6-16,2-1-9 0,2-1-16 15,0-5-3-15,0-2-2 0,2-4-17 16,2-4-15-16,2-7-50 0,0 1-47 16,0-5-45-16,7-2-41 0,-5-4-46 15,0-1-161-15,3-3 118 16,-3 0-877-16,2-2-228 0</inkml:trace>
  <inkml:trace contextRef="#ctx0" brushRef="#br0" timeOffset="-126741.16">17678 8703 871 0,'0'0'1022'16,"0"0"-652"-16,0 0-157 0,0 0-97 16,0 0-25-16,19-53 2 0,-5 45 26 15,1 0 19-15,3 0 22 0,3 3-10 16,2-3-4-16,-1 4-19 15,5-2-4-15,-2 2-22 0,0 1-13 16,2 0-10-16,0 3-11 0,-7 0-14 16,1 1 0-16,-3 6-6 0,-3 1-6 15,-3 2 2-15,-1 5 10 0,-5 2 30 16,0 4 41-16,-4 4-7 0,0 2-40 16,0 2-34-16,-2 0-15 0,0 2-25 15,0-3 9-15,4-1-11 0,-4-2-1 16,0-4 0-16,5-3-15 0,-3-1-41 15,2-4-26-15,-2-3-20 0,-2-1-28 16,2-3-25-16,0-3-41 0,0-1-106 16,0-2-154-16,0 0-146 0,-2 0-210 15,0-8-468-15</inkml:trace>
  <inkml:trace contextRef="#ctx0" brushRef="#br0" timeOffset="-126527.64">17912 8591 112 0,'0'0'1934'0,"0"0"-1368"15,0 0-219-15,0 0-180 0,0 0-20 16,0 0 12-16,-5 66 19 0,5-42-42 16,0-1-67-16,0-1-38 0,0 1-29 15,-2-6-2-15,2-1-19 0,-2 1-84 16,0-4-78-16,2-1-73 0,-2-4-85 15,-2 1-225-15,0-3-516 0</inkml:trace>
  <inkml:trace contextRef="#ctx0" brushRef="#br0" timeOffset="-126250.76">17872 8888 379 0,'0'0'62'0,"0"0"1203"0,0 0-859 0,0 0-177 16,-14 61-51-16,14-45-68 15,0 0-39-15,4-3-7 0,2-1-19 16,2-2 4-16,1-5-4 0,-3 0-4 16,6-3-9-16,-3-2 7 0,1-2 12 15,0-5 29-15,-1-2 13 0,-1-2 25 16,-4-2-20-16,0-2-2 0,2-1-21 16,-4 2-21-16,-2-3-6 0,0 3 5 15,-4 0-2-15,-2 0-14 16,0 2-15-16,-2 0-18 0,-3 4-4 15,1 1-16-15,-3 2-75 0,-3 4-77 16,4 1-57-16,-1 0-72 0,1 0-75 16,-1 1-178-16,5-1-519 0</inkml:trace>
  <inkml:trace contextRef="#ctx0" brushRef="#br0" timeOffset="-125367.3">17471 8203 73 0,'0'0'143'15,"0"0"-110"-15,0 0-7 0,0 0 264 16,0 0 3-16,0 0-133 0,0 0-46 16,0 0-52-16,0 0-36 0,0 0 26 15,27 13 72-15,-25-13 55 0,0 0 84 16,-2 0 71-16,0 0-36 16,-2-3-72-16,0 3-37 0,-2 0 4 15,2 0-1-15,-2 0-14 0,2 0-16 16,-4 4-8-16,1-3-9 0,-1 1-7 15,-2 0-12-15,2 0-1 0,-3-1-8 16,-1 0-5-16,-4 3-16 0,-1-3-1 16,-3 0-6-16,-5 1 0 0,-2 0-9 15,-4 0-13-15,-2 0-12 0,-2 0-15 16,0 0-7-16,0 1-12 0,0-1-8 16,4 0-11-16,2 1-2 0,6-1-2 15,1-1-14-15,7 2 1 0,-1-2 3 16,8 1-6-16,1-2-10 0,1 0-24 15,4 0-43-15,0 0-73 0,0 2-38 16,4-1 2-16,1 0-64 16,3 0-154-16,4-1-191 0,-1 0-157 15,-5 0-455-15</inkml:trace>
  <inkml:trace contextRef="#ctx0" brushRef="#br0" timeOffset="-124623.2">16754 8086 391 0,'0'0'268'0,"0"0"791"0,0 0-527 15,0 0-193-15,0 0-49 16,0 0-72-16,0 0-65 0,0 0 23 16,0 0 33-16,0 0 5 0,-4-12-35 15,4 7-43-15,-2 1-24 0,-2-1-10 16,2 1-15-16,-5 1-4 0,3 0-15 16,-2 2-28-16,0-2-9 0,-2 2-6 15,-5 1-10-15,3 0-15 0,-3 6-2 16,-3 1-10-16,1 4 12 0,-3 5-1 15,5 0-2-15,-3 3-9 0,6 4 10 16,-3-2-1-16,5 4-9 0,2-3 11 16,4 1-1-16,0-3-20 0,2 0 19 15,2-4-9-15,2-1 10 0,2 2 0 16,2-5-10-16,3 0 12 0,-3-2 11 16,8 1 26-16,-1-3 6 15,6-1-15-15,-5-2-10 0,7-3-6 16,0-2-10-16,-3 0 1 0,5-5-2 15,-2-1-1-15,-5-4-67 0,7-2-87 0,-4 0-72 16,-3 0-30-16,5 2-93 16,-4 1-198-16,-1 0-212 0,-3 1-696 0</inkml:trace>
  <inkml:trace contextRef="#ctx0" brushRef="#br0" timeOffset="-122596.85">16543 7349 236 0,'0'0'153'0,"0"0"-146"0,0 0 1205 16,0 0-910-16,0 0-91 0,0 0 9 15,0 0-58-15,0 0-33 0,0 0-3 16,0 0 12-16,-31-2 6 0,29-3 0 16,-4 2 16-16,4-3-7 0,0-1 37 15,-2 0-30-15,-3-3-28 0,3 0-21 16,-4-3-21-16,-4-1-18 15,3-2-32-15,1 0-15 0,-4-2-12 16,3-4-13-16,-3 0 0 0,-2-3-1 16,1 0 1-16,-3-6 1 0,1 0 1 15,3 1 13-15,-5-3 1 0,1-3 9 16,-1 0-1-16,1 1-2 0,-3-2-10 16,-2 0-10-16,5 3-1 0,-5 1 1 15,5 0-2-15,-3 2-2 0,2 1-1 16,-1 1 0-16,5 3 1 0,-5-2 1 15,5 3-2-15,-3-1-9 0,3 2-4 16,3-1 13-16,-2 6 0 0,1-4-9 16,3 5 10-16,-2-1-11 0,4 4 13 15,-1-2 1-15,1 3 1 16,0 0 0-16,-2 3-2 0,4 0 1 0,-3 1 0 16,3 1 2-16,2 4 9 0,-2 1-11 15,0 0 1-15,2 1 0 16,-4 2 1-16,6-1-1 0,-2 1-2 15,-1 1 0-15,3-1-3 0,-2 1-22 16,2 0-3-16,0 0-15 0,0 0-29 16,0 0-46-16,0 0-33 0,0 1 3 15,0 2-10-15,0 0-70 0,5-1-107 16,-5 3-69-16,2-3-735 0</inkml:trace>
  <inkml:trace contextRef="#ctx0" brushRef="#br0" timeOffset="-120625.03">15299 5729 2131 0,'0'0'517'0,"0"0"-102"0,0 0-58 15,0 0-135-15,-23 52-23 0,21-30-70 16,2 4-22-16,0 6-13 0,0 3-13 16,0 3 3-16,0 0-13 0,0-1-21 15,0-2-1-15,2-1-18 16,0-6-30-16,0 2-1 0,4-5-15 15,1-1-13-15,-3-3-37 0,-2-5-68 0,2-2-57 16,2-3-84-16,-2-5-119 16,9-3-188-16,-7-3-149 0,4-2-492 0</inkml:trace>
  <inkml:trace contextRef="#ctx0" brushRef="#br0" timeOffset="-120293.88">15268 5840 821 0,'0'0'476'16,"0"0"630"-16,0 0-745 0,0 0 2 16,0 0-57-16,0 0-173 0,-13-52-31 15,26 37 62-15,7 1 36 0,3-4-11 16,4-1-43-16,2 0-31 0,6 0-41 16,0 1-6-16,2 5-22 0,-1 1-3 15,-1 6 9-15,-2 5-12 0,-2 1-9 16,0 5-16-16,-4 9 3 0,0 5-17 15,-11 6 13-15,3 4 4 16,-7 6 10-16,-2 4 11 0,-3 3-35 16,-5 0 17-16,0-4-3 0,-2 0-5 15,0-4-11-15,0-3 0 0,0-6-2 16,2-3-16-16,0-2-30 0,2-8-55 16,-2 0-61-16,0-1-23 0,0-6-26 15,-2-2-35-15,4-2-101 0,-4-1-81 16,0-2-140-16,0-3-88 0,-8-10-913 15</inkml:trace>
  <inkml:trace contextRef="#ctx0" brushRef="#br0" timeOffset="-120064.88">15536 5569 386 0,'0'0'2090'0,"0"0"-1664"0,0 0-141 15,0 0-50-15,0 0-85 0,0 0-49 16,-20 62-19-16,16-38-47 0,4-1-33 16,0 4-1-16,0-3-1 0,0 0-3 15,0-3-29-15,0 0-15 0,-2-5-4 16,0-2-18-16,-3-1-84 0,3-1-111 16,-2-3-137-16,2-3-190 0,-2-2-486 15</inkml:trace>
  <inkml:trace contextRef="#ctx0" brushRef="#br0" timeOffset="-119799.87">15466 5869 148 0,'0'0'244'0,"0"0"1257"0,0 0-1044 0,0 0-115 15,-12 63-59-15,10-41-103 0,2 3-27 16,0-1-19-16,0-4-46 16,6 1-12-16,0-2-9 0,2-4 9 15,5-3-23-15,-3-5-12 0,0-1 19 16,5-3-1-16,-5-3-33 0,1 0-11 15,1-6 13-15,-4-2 5 0,-2 0 7 16,-1-6-2-16,-3 0-1 0,0 1 10 16,-2-1 3-16,-2-2-16 0,-5 0-3 15,3 3-6-15,-4-3-7 0,-4 5-2 16,1 1-16-16,5 4-17 0,-8 0-32 16,5 3-51-16,1 3-37 0,0-1-39 15,-2 1-76-15,5 0-174 0,1 0-261 16,2 1-681-16</inkml:trace>
  <inkml:trace contextRef="#ctx0" brushRef="#br0" timeOffset="-119024.99">15991 6542 104 0,'0'0'1'0,"0"0"57"16,0 0-38-16,0 0-1 0,0 0 7 0,0 0 0 15,0 0 10-15,0 0 140 16,0 0 166-16,0 0-91 0,25 0 42 15,-23 2 20-15,0-2-70 0,0 2-45 16,0-1-65-16,-2 0-55 0,2 1-30 16,0-2-12-16,1 2-1 0,-1-2 4 15,0 1 13-15,0-1 28 0,-2 0 11 16,2 0 28-16,-2 0 48 0,0 0 89 16,0 0 62-16,-2 0-40 0,-2 0-58 15,2 0-35-15,-5 0-33 0,-1 0-22 16,-4 0-10-16,1 0 0 0,-1 0-22 15,-5 1-6-15,1 1-25 0,-5-2-15 16,-2 1-9-16,-1 1-6 0,-3-1-16 16,0 0-6-16,-6 3-3 15,4-2-12-15,-2 0 0 0,2 1-12 16,6-3-3-16,3 1 12 0,1 1-12 0,4 0-7 16,5-1-8-16,2-1-31 15,4 0-46-15,2 0-34 0,2 0-59 16,0 0-82-16,0 0-138 0,0 0-121 15,4 0-132-15,-2 0-488 0,-2 0-356 16</inkml:trace>
  <inkml:trace contextRef="#ctx0" brushRef="#br0" timeOffset="-118424.46">15148 6860 410 0,'0'0'264'15,"0"0"904"-15,0 0-762 0,0 0-112 16,0 0 51-16,0 0-57 0,0 0-65 16,0 0-20-16,0 0-10 0,0 0-14 15,-46 26-22-15,46-28-44 0,-2-4-54 16,0-3-44-16,0-1-13 15,2-6 0-15,0-2-2 0,0-3 0 16,0-3-2-16,0-2-10 0,4-3 11 16,-2-2 0-16,3-2 1 0,1-2 1 15,2-2 0-15,0 1 1 0,-2-2 10 16,1 4-12-16,3 3-1 0,-2 6 1 16,1 6 3-16,-3 5 19 0,0 4 3 15,4 3 0-15,-6 4 0 0,1 3-7 16,-3 0 4-16,4 3 6 0,-2 7 0 15,6 8 49-15,-1 7 101 0,-3 7-64 16,2 5-50-16,4 4-27 0,-3-1-16 16,-1-1-21-16,4-3-15 0,-1-4 3 15,-7-3 11-15,4-4-18 0,-4-3 7 16,7-3 0-16,-7-2-22 0,0-4-67 16,-2-2-53-16,0-3-62 15,0-1-39-15,-2-1-122 0,2-5-203 0,-2 0-221 16,0-1-632-16</inkml:trace>
  <inkml:trace contextRef="#ctx0" brushRef="#br0" timeOffset="-117928.01">15162 6673 236 0,'0'0'2114'15,"0"0"-1572"-15,0 0-209 0,0 0-53 16,0 0-77-16,0 0-58 0,0 0-10 15,0 0-22-15,0 0-38 0,0 0-31 16,-14 0-44-16,14 1-6 16,0 1-7-16,6 0 13 0,-4 2-1 15,4-1-1-15,-2 0-1 0,1 1-10 16,-1 1-2-16,0-4 14 0,2 1 1 16,-2 1 12-16,-2-3 7 0,-2 1 3 15,0 0 3-15,0-1 12 0,0 0 7 16,0 0 5-16,0 0-9 0,0 0-15 15,0 0-6-15,0 0-16 0,0 0 12 16,0 0-12-16,0 0 12 0,2 0-3 16,-2 0 4-16,0 0-1 0,0 0 13 15,0 0 6-15,0 0-9 0,0 0-13 16,0 0 3-16,0 0 4 0,0 0-7 16,0 0 0-16,-2 0-8 0,0 0-4 15,0 0-1-15,2 0-21 0,0 0-6 16,0 0-6-16,0 0-9 0,0 0-6 15,0 0-4-15,0 0 0 0,0 0 4 16,0 0 12-16,0 0 6 16,0 0 3-16,0 0 6 0,0 0-6 15,0 0-10-15,0 0-5 0,0 0-4 16,0 0-20-16,0 0-8 0,0 0-26 16,0 0-47-16,0-1-86 0,2 0-120 15,2-4-108-15,-2 5-173 0,0-1-397 16,-12 9 48-16</inkml:trace>
  <inkml:trace contextRef="#ctx0" brushRef="#br0" timeOffset="-117383.74">15142 6678 1133 0,'0'0'1021'15,"0"0"-685"-15,0 0-26 0,0 0 1 16,0 0-97-16,0 0-109 0,0 0-64 15,0 0 64-15,0 0 34 0,0 0 3 16,14 2-17-16,-8-2-5 0,1 0 5 16,-1 0-7-16,0-1-9 0,8 0-13 15,-5 1-22-15,5 0-25 0,-1-2-18 16,1 2-7-16,0-1-21 0,-3 1-3 16,-1-1 0-16,5 1 0 0,-9 0-2 15,-2 0-35-15,0 0-46 0,-2 0-34 16,-2 0-47-16,0 0-20 0,0 0-8 15,0-1-25-15,0-2-106 0,0 0-192 16,0 0-172-16,0-4-653 0</inkml:trace>
  <inkml:trace contextRef="#ctx0" brushRef="#br0" timeOffset="-117119.11">15375 6436 727 0,'0'0'208'0,"0"0"1195"0,0 0-1009 15,0 0-182-15,0 0 64 0,0 0-28 16,0 0-39-16,0 0-29 0,0 0-36 16,0 0 26-16,21-13 88 0,-21 15 23 15,-2 4-48-15,-2 1-68 0,-2 4-58 16,-3 5-52-16,1 1-34 0,2 4-21 15,-2-3-15-15,-1-1-25 0,5 1-79 16,2-3-70-16,2-2-85 0,2-5-165 16,4 2-248-1,3-6-510-15,1-3-814 0</inkml:trace>
  <inkml:trace contextRef="#ctx0" brushRef="#br0" timeOffset="-116251.76">16367 7145 92 0,'0'0'26'0,"0"0"76"0,0 0 152 16,0 0 840-16,0 0-665 0,0 0-99 16,0 0-81-16,0 0-78 0,0 0-33 15,0 0-16-15,0-1-25 0,0 1-11 16,0 0-6-16,0 1 3 15,0-1 18-15,0 0 58 0,-2 0 62 0,-2 0 34 16,0 0-65-16,0 2-35 16,-10 0-7-16,3 0-9 0,-3 0-13 15,-5 2-19-15,-4 0-6 0,3 1-9 16,-7 1-34-16,0 0-4 0,2 0-29 16,4-4-5-16,-3 3-20 15,3-3-1-15,4-1-11 0,-1 2-6 0,8-3-7 16,-1 0 7-16,1 0-3 0,4 0-19 15,2 2-36-15,4-2-40 16,-5 0-38-16,5 0-36 0,0 0-95 16,-2 0-194-16,2-2-505 0,-4 1-364 0</inkml:trace>
  <inkml:trace contextRef="#ctx0" brushRef="#br0" timeOffset="-115268.67">15563 7294 255 0,'0'0'101'0,"0"0"362"15,0 0 646-15,0 0-824 0,0 0 3 16,0 0-17-16,0 0-78 0,0 0-1 16,0 0 31-16,0 0-17 0,-35 51-22 15,33-49-14-15,0 0 9 0,0-2 11 16,0 0-26-16,-2 0-46 0,0-7-50 16,2-2-46-16,2-4-22 0,-2-4-12 15,-1-3 10-15,3-3-14 0,0-1 13 16,0-2-18-16,0 0 19 15,0-5-17-15,3 4-6 0,-1-2-12 0,0 0 0 16,-2 2 6-16,0 2 7 16,4 1 21-16,-4 4 2 0,0 4 1 15,0 1 15-15,0 5 4 0,-4 1-7 16,4 4-9-16,0 1-1 0,0 1-1 16,0 2-1-16,0 1-18 0,0 0-10 15,6 0 9-15,-2 0 16 0,4 0 1 16,-2 0 0-16,9 2 2 0,-3 4 2 15,1-1 13-15,5 4 1 0,-3-2-1 16,3-1 4-16,-1 3 0 16,0-2 2-16,-5 0 16 0,2 1 3 15,-3-1 0-15,-5 1 0 0,0 1-3 0,2-4-9 16,-6 4 3-16,-2 0 5 16,0 1-5-16,-2 0-13 0,-2 1-18 15,-4 0-19-15,2 1-18 0,0-2 7 0,-3-3-10 16,-1 3-3-16,2-3 3 15,2-3-10-15,-3 2-11 0,-1-4-4 16,4 0-3-16,-3 0-4 0,1 0 10 16,-2-2 3-16,4 0 12 0,-1 0 13 15,3 0 22-15,-2-4 9 0,4 4 1 16,-4-2 1-16,6 2-2 0,0 0-44 16,4 0-13-16,2 0 45 0,0 0 15 15,-2 0 13-15,7 4 6 0,1 1 22 16,-1 0 25-16,1 1 12 0,2 2 6 15,-5-1-4-15,-1 3-5 0,2 0-10 16,-1-2 0-16,-7 0-16 0,0 2 6 16,-2-2 1-16,0 2 2 0,-2-2-12 15,-5 1-21-15,-1 0-7 16,-4-1-6-16,4 0-9 0,-9 0-1 16,7-4-2-16,-3-1-12 0,1 0-6 15,1-3-25-15,3 0-28 0,-4 0-36 16,6-3-38-16,-1-3-44 0,3-3-73 15,2 0-173-15,2-1-180 0,0 0-178 16,0-5-539-16</inkml:trace>
  <inkml:trace contextRef="#ctx0" brushRef="#br0" timeOffset="-115035.6">15925 6921 1054 0,'0'0'1243'16,"0"0"-489"-16,0 0-320 0,0 0-228 15,0 0-30-15,0 0 35 0,0 0-8 16,0 0-73-16,0 0-102 0,0 0-28 16,-27 61-43-16,21-42-72 15,-6 2-100-15,1-2-208 0,3-3-576 16,-4 6-930-16</inkml:trace>
  <inkml:trace contextRef="#ctx0" brushRef="#br0" timeOffset="-111084.26">19731 9044 616 0,'0'0'192'0,"0"0"-68"16,0 0-122-16,0 0 31 0,0 0-4 15,0 0 408-15,-2 23-164 16,0-19-91-16,-1-1-82 0,-1-1-54 16,-2 1-17-16,2 1 10 0,0 0 3 15,-2 1-42-15,-1 0 0 0,1 2-23 16,0 1-6-16,0 1-101 0,-4-2-77 16,3 3-18-16,-7 1-6 0,1-3 29 15,-3 1 69-15,-3 1 58 0,-1 1 75 16,-7-2 18-16,2 1 51 0,-4 2 58 15,-4-2 23-15,0 1 2 0,-2 1 11 16,0 0-39-16,-3 0-20 0,1 0-33 16,-2-2-55-16,6 4-15 0,-4-4 12 15,1 1-10-15,-1-3 26 0,0 3-29 16,-2 0 13-16,-5-2-12 0,3-2 31 16,-2 1-19-16,-1-1 4 0,-3 0 12 15,3 0 0-15,-3-1 0 0,-1 0 10 16,3-1-23-16,-1-1 10 15,3-1-3-15,-7 0-20 0,7-1 26 16,-13 0 0-16,-8 1-12 0,-8 0-16 16,-5 0-1-16,-1 1-1 0,5-1-19 15,9 0 18-15,2-3-14 0,2 0 13 16,2-1-1-16,-2-8-15 0,7 2 3 16,1-3-30-16,-4-3-19 0,6-1-9 15,-1-2-17-15,-5-2-16 0,4 0-7 16,-4-1 43-16,1-1 35 0,1 1 23 15,-6-2 13-15,0-1 17 0,4 2 12 16,-2-3 27-16,-4 3 25 0,2-4 0 16,-4 0-16-16,2-1-32 0,-2 3 2 15,-2-4-2-15,0 0-17 0,0-1 2 16,-2 1-17-16,3-4 18 0,-3 3-19 16,2-4 0-16,2 0 19 15,-2 0-19-15,4-3 2 0,-2 1-2 0,0 0 4 16,0-1 15-16,2 2-18 15,-5-4 12-15,3 2-13 0,0 1 0 16,0-3 16-16,2 3 10 0,2-2 26 16,2 0-10-16,3 1 33 0,-3-1 12 15,6-1-29-15,4 5-6 0,9 5-20 16,10 2 7-16,0-1-13 0,-6-5-1 16,-2-7-3-16,-2-6-22 0,-1 0-32 15,-1-1 28-15,6-2-18 0,2 1 22 16,0-3-1-16,0-6 2 0,0-11-3 15,0-8-12-15,2-4 12 0,8 4-21 16,0 7-13-16,11 2 1 0,-1-1-33 16,3-1-16-16,2 0 3 15,-3 2-52-15,3 0 46 0,2-1 19 0,2 2 9 16,0 0 40-16,1 0-4 16,3 4 0-16,0-2 14 0,0 1 5 15,5 0-12-15,1-3 16 0,2 2-1 16,7-2-13-16,-3 2-2 0,7 3-14 15,-1-2-22-15,7 2 51 0,0 1-12 16,-2 2 13-16,1 7 0 0,1 9 49 16,-8 7-26-16,5-6 13 0,7 1-16 15,4-8-20-15,7-5-2 0,3 0-11 16,19-11-36-16,8-3-3 0,9 0-48 16,-7 9 12-16,-3 7-7 0,-7 9 1 15,2 2-4-15,0 2 1 0,0-2 54 16,0 6 4-16,2 0 39 0,0 5 14 15,2 3 6-15,3 3 38 0,-3 3-25 16,4 0 3-16,3 4 6 16,5 0 1-16,-1 3-41 0,8-4 43 15,-3 7-25-15,7 1-17 0,2-2-6 0,2 3 0 16,3 1-14-16,-1-1 17 16,4 1 0-16,-2-1-23 0,3 3-35 15,-1 2-40-15,0 0 14 0,-2 2-21 16,3 7-19-16,-3 0-12 0,0 2 31 15,0 3 4-15,-4 3 20 0,3 1 32 16,-3 1 49-16,2 1 10 0,0 0 22 16,0 4 40-16,-4-2 16 0,2 3 49 15,-4-2-13-15,0 1-30 0,-4 1-25 16,4 1 9-16,-2-2-23 0,-4 2 17 16,-1-1-10-16,-3 4-40 0,2 0-5 15,-7-3 2-15,-2 5 17 0,1 0-16 16,-3 1 25-16,-1 2-9 0,-3 1 13 15,4-2-10-15,-2 3 16 0,-1-2-42 16,-3-1-10-16,0 1 17 0,2-1-4 16,-6 3-16-16,-6-1 0 0,-6-4 0 15,-11-3-1-15,-8-5 1 16,-2-2 2-16,6 7 11 0,2 6-13 16,7 3 0-16,-5 1 12 0,0 0-11 15,-2 1-1-15,0 3 1 0,-3-2-1 16,-1 3 3-16,-2 0-1 0,-2 1-1 15,-3 2 1-15,-3 2-2 0,-4 0-12 16,1 0 1-16,-1 8 11 0,0 10 26 16,1 8-26-16,-1 1-1 0,0-5-12 15,-3-7-42-15,1-8-4 0,-5 1-6 16,2 0-19-16,-5-4-27 0,-1 3 56 16,-6-2 53-16,-2-9-18 0,0-6 20 15,0-7 0-15,-6-2 13 16,-4 7 42-16,-5 3 59 0,-1 8 19 15,-7 6 24-15,2-7-2 0,-4 1-15 0,1 2-46 16,-1-9-16-16,-2 8-26 16,0-1-4-16,-2 1-12 0,0 0-14 15,-2 0-5-15,4-1-14 0,-2 0-3 16,-2-1-3-16,0-3-30 0,-2-1-22 16,-2 1 7-16,0-3 15 0,-6 1 17 15,-9 2 3-15,-12 7 13 0,-12 4 1 16,-5 0 12-16,2-2-12 0,1-5 0 15,10-4-1-15,-4-3-15 0,3-1-1 16,1 0-13-16,0-5 6 0,4-1-3 16,0-2 23-16,-2-2-29 0,2-1-37 15,-2 0-41-15,0 0-78 0,-2-2-21 16,2 2-25-16,14-10-108 16,0 0-245-16</inkml:trace>
  <inkml:trace contextRef="#ctx0" brushRef="#br0" timeOffset="-94892.06">10344 15049 181 0,'0'0'225'15,"0"0"1060"-15,0 0-886 0,0 0-95 16,0 0-81-16,0 0-30 0,0 0 58 16,-19-2-63-16,13 2-3 0,2 0-23 15,-2 0-14-15,0 4-6 0,3-1-26 16,-3-2-24-16,-2 2-14 15,2 1-13-15,-2 3-12 0,-1 3-6 16,-1-2-4-16,0 4-18 0,-1 4 9 16,-1 3-18-16,-5 1-14 0,7 3 16 15,-7 0-5-15,3 4-11 0,2 0 1 16,-3 2-3-16,1 2-14 0,5 1 1 16,1 4 1-16,2 0-1 0,4 4-5 15,2 0 5-15,0 2 10 0,6-2-9 16,4-2 9-16,7-2-34 0,-5-4 15 15,9-2 3-15,2-5 4 0,-1-3-1 16,3-4-15-16,4-1-10 0,-6-7 13 16,4-4-3-16,-2-4 29 0,4-2 2 15,-1 0 3-15,-5-8 10 0,2-1-1 16,2-6 7-16,-4 1 0 0,-3-4 6 16,-1-3-4-16,-5 1 7 15,1-4-9-15,-5-2 15 0,1-4-12 16,-1 3 0-16,-8-6-1 0,2-1-2 15,-4 2-7-15,0 1-9 0,-2 0 10 16,-2 2-10-16,-4 2 12 0,-3 2 1 0,1 0 2 16,-2 4 4-16,-3 2 3 15,-1 1-4-15,-1 1-2 0,0 4-7 16,-1 2-11-16,-3 3-1 0,3 3 0 16,-1 3-2-16,4 2-16 0,1 0-10 15,2 0-15-15,3 6-47 0,-1-2-40 16,4 0-11-16,0 2-57 0,4 1-57 15,-1 2-128-15,3 0-88 0,0 3-139 16,0-3-429-16</inkml:trace>
  <inkml:trace contextRef="#ctx0" brushRef="#br0" timeOffset="-94588.9">10358 15515 811 0,'0'0'452'0,"0"0"704"16,0 0-708-16,0 0 4 0,0 0-72 15,0 0-94-15,0 0-69 0,0 0-61 16,0 0-63-16,0 0-50 0,2 53 13 16,7-39 24-16,5 3 15 0,-1 2 16 15,3 0-25-15,1 2-25 0,-1 0-18 16,3 1-4-16,-3 0-8 0,-1 0-7 15,1-1-9-15,-1 0-11 0,-3-2 8 16,1-1-11-16,-1-2-1 16,-4-2-2-16,1-3-20 0,-3-3-42 15,2-2-67-15,-2-2-69 0,0-4-52 16,3-4-112-16,-5-7-213 0,2 2-394 16,-4-12-681-16</inkml:trace>
  <inkml:trace contextRef="#ctx0" brushRef="#br0" timeOffset="-93838.66">11053 15358 154 0,'0'0'206'0,"0"0"805"0,0 0-624 16,0 0-160-16,0 0-55 0,0 0-26 16,0 0-17-16,0 0-6 0,0 0 12 15,0 0 20-15,-15-22 15 0,13 21-23 16,0 0-13-16,-2 1 0 0,4-1-20 15,-4 0-32-15,2-1-15 0,0 1-29 16,-4-1-7-16,4-1-12 16,-5 1-6-16,3-2 18 0,-2 2 1 15,0-2 21-15,2 3 13 0,-2-2 13 16,-3 2 9-16,1-1-10 0,2 1-10 16,-5 1-12-16,3 0-12 0,0 0-4 15,2 1-6-15,-7 3-3 0,3 1-3 16,2 1 0-16,-5 0-10 0,5 1 4 15,-2 3-4-15,-5 1 1 0,5 3-17 16,0 2-2-16,-3 2 0 0,1 3-19 16,1 1-2-16,1 4-4 0,2 3 3 15,0 1 1-15,5 3 2 0,-1 2 7 16,4-3-25-16,0 2 9 16,0-1 9-16,0-4 4 0,2-1 12 15,3-3-10-15,3 0 10 0,0-6-19 16,7 1 7-16,1-4-7 0,3-2-6 15,-3-3-3-15,5-1 6 0,2-2 6 16,-1-4 16-16,1 0-9 0,-2-3 11 16,2-1-12-16,-5 0 11 0,5-2-13 15,-9-3-29-15,5-3-63 0,-5-2-72 16,-1-3-153-16,1-4-182 0,-7 5-270 16,3-8-1022-16</inkml:trace>
  <inkml:trace contextRef="#ctx0" brushRef="#br0" timeOffset="-93110.47">11324 15184 512 0,'0'0'329'0,"0"0"898"15,0 0-686-15,0 0-165 0,0 0-31 16,0 0-81-16,0 0-65 0,0 0-36 16,0 0-15-16,0 0-45 0,-7 21-40 15,7-5-45-15,0 4-17 0,3 9 2 16,-1 3 10-16,4 6-11 0,-4 2-2 15,2-2 0-15,0-2-12 0,-2-3-23 16,0-2-58-16,0-8-30 0,-2-1-50 16,7-5-63-16,-3-6-139 0,0-4-186 15,-2-3-494-15,8-7-168 0</inkml:trace>
  <inkml:trace contextRef="#ctx0" brushRef="#br0" timeOffset="-92656.77">11280 15299 213 0,'0'0'75'0,"0"0"336"15,0 0 416-15,0 0-414 0,0 0-242 16,0 0-60-16,0 0 28 0,0 0 81 16,0 0-30-16,0 0-36 0,42-43-16 15,-26 39-20-15,5-1 0 0,6 1 0 16,-2-1-7-16,1 3-22 0,3-1-23 15,2 3 13-15,-2-2 0 0,-2 2-7 16,-2 0-9-16,0 0-3 0,-5 2-16 16,-3 2 6-16,-1 0 0 0,-3-1-3 15,-5 1 0-15,2 2 6 0,-5-1 21 16,-3 2 31-16,2 0 13 0,-2 1-29 16,-2 2-34-16,0 1-18 15,0 1 3-15,0 1-6 0,0 3-7 16,-2 2-5-16,-2 3-19 0,2 1-1 15,-3 4-2-15,3 5-1 0,-2-2-1 16,-2 6 0-16,0-1-1 0,0 0-10 16,2 0-14-16,1-5 15 0,1-1-7 15,0-2 1-15,-2-5-1 0,0-1-14 16,4-5-7-16,0-1-6 0,0-4-1 16,4-2-17-16,0-2-29 0,-2-2-25 15,3-1-22-15,-1-3-60 16,2 0-127-16,-2 0-175 0,0-3-108 15,2 0-518-15,-2-4-340 0</inkml:trace>
  <inkml:trace contextRef="#ctx0" brushRef="#br0" timeOffset="-92198.92">11907 15463 473 0,'0'0'257'0,"0"0"729"0,0 0-639 0,0 0-75 16,0 0-23-16,0 0-49 0,0 0-43 15,0 0-22-15,0 0-4 16,0 0 22-16,55-31-23 0,-38 29-9 16,-3 2-26-16,7 0-13 0,-4 2-13 15,3 0-19-15,3 2-6 0,0 1-19 16,0 2 0-16,-5 1-9 0,5-1 12 16,-5 5-2-16,-3-1 5 0,-3 1 13 15,1 3 25-15,-5-3 30 0,-2 2 4 16,-2 4-20-16,-4 0-18 0,0-2-22 15,0 5-27-15,-6-1-1 0,-4 0-3 16,4 0-10-16,-9-1-2 0,1 0-1 16,-1 0-33-16,-1 1-9 0,-1-5-28 15,1 2-19-15,1-4-15 0,3-4-38 16,1-3-46-16,-1-2-50 0,6-4-154 16,0 0-142-16,1-4-496 0,3-8-458 15</inkml:trace>
  <inkml:trace contextRef="#ctx0" brushRef="#br0" timeOffset="-91704.85">12616 15055 1077 0,'0'0'990'0,"0"0"-359"15,0 0-80-15,0 0-172 0,0 0-193 16,0 0-67-16,2 63-15 0,6-38-3 15,0 5-2-15,7 2-21 0,-7 0-31 16,2 2-44-16,3-7-3 0,-5 1-19 16,4-7-40-16,-1-3-47 0,-5-4-76 15,6-6-57-15,1-6-179 16,-5-2-178-16,0-2-393 0,7-15-364 0</inkml:trace>
  <inkml:trace contextRef="#ctx0" brushRef="#br0" timeOffset="-91528.6">12961 15029 631 0,'0'0'525'16,"0"0"888"-16,0 0-870 0,0 0-119 15,0 0-184-15,0 0-80 0,0 0-62 16,-35 67-32-16,24-44 3 0,5 2-22 16,-4 2-29-16,2-5-18 0,-1 1-10 15,7-2-21-15,-4-4-91 0,-2 0-76 16,4-5-93-16,-1-2-177 0,1-2-172 15,-2-1-629-15</inkml:trace>
  <inkml:trace contextRef="#ctx0" brushRef="#br0" timeOffset="-90780.4">12547 15357 438 0,'0'0'463'16,"0"0"793"-16,0 0-871 0,0 0-69 16,54 9-79-16,-33-9-42 0,6-1-46 15,-2-3-37-15,-1-3-27 0,5-1-34 16,0-1-4-16,-2-1-22 0,4-1-10 16,-4 0-15-16,-6 2-2 15,-3 0-1-15,-1 5-10 0,-3 0-9 16,-5 2-10-16,-3 0 17 0,-4 1 15 15,0 1 13-15,-2 0 66 0,0 0-3 16,-4 1-57-16,-2 3-17 0,-1-2-2 16,-3 2 0-16,0-2-1 0,1 2 0 15,5-2 1-15,-4 0 1 0,0 0 11 16,-1-1-9-16,3 2 23 0,4-2 5 16,-4 2-6-16,-2 0-3 0,4 1-7 15,-1 0 1-15,-1 1 3 0,2 1-17 16,0 0 27-16,-2 2-10 0,0-1 3 15,-3 4-7-15,3 0-2 16,0 1-11-16,-4-1 10 0,3 3 4 0,1-3 0 16,0 1-4-16,2-1 7 0,-2 2 0 15,1-2-7-15,1 1-12 16,2-2-1-16,0 1-1 0,2 0-14 16,-2 1 15-16,2 0 1 0,0 3 0 15,0 0 2-15,0 3 0 0,-2 1-2 16,2 2-18-16,0-1 15 0,0 3-10 15,0-2 10-15,0 0 0 0,0 0 0 16,2-1-10-16,2-4 11 0,2-2-10 16,3 0 9-16,-3-3-22 0,2-2-3 15,0-4-4-15,5 0-6 0,-5-1 3 16,5-3 10-16,-1-1 0 0,-6 0 3 16,7-1 7-16,-1-4-1 0,-4-2-6 15,0-1 3-15,1-2 0 0,3-2-19 16,-6-3-12-16,3 2-4 0,-3-1-6 15,4-1 10-15,-6 1 21 0,-2 0 16 16,5-1 13-16,-5 4 3 16,0-1 19-16,-2 3 6 0,0-2 4 0,-4 1-1 15,-3 2 7-15,3-2-3 0,-8 2-10 16,4-3-9-16,-1 0-16 0,1 2-16 16,-4-1 4-16,-1 2-13 15,7-1-10-15,-6 1-41 0,3 3-83 0,3-1-60 16,2 0-47-16,-2 1-81 15,0 1-103-15,4 1-339 0,-7 1-485 0</inkml:trace>
  <inkml:trace contextRef="#ctx0" brushRef="#br0" timeOffset="-90531.32">12731 15619 334 0,'0'0'1140'15,"0"0"-572"-15,0 0-156 0,0 0-93 16,0 0-43-16,0 0-27 0,52 4-39 16,-40-4-48-16,1-4-42 0,-5 1-39 15,5-1-24-15,-1 1-23 0,-4-1-18 16,3 1-16-16,-5 1 0 16,4 0-19-16,-6 2-59 0,0-2-35 15,3 2-55-15,-5 0-19 0,0 0-20 16,0 0-8-16,-2 0-42 0,0 0-101 15,0 0-174-15,-2 0-474 0</inkml:trace>
  <inkml:trace contextRef="#ctx0" brushRef="#br0" timeOffset="-90284.32">12678 15696 548 0,'0'0'182'0,"0"0"1094"0,0 0-894 15,0 0-66-15,0 0 50 0,0 0-91 16,0 0-94-16,60 19-29 16,-48-19-4-16,0 0-31 0,3 0-48 15,-7 0-35-15,5-1-14 0,-3-1-17 16,-4 2-3-16,0-1 0 0,0 1-13 16,1 0-6-16,-1 0-47 0,0 0-53 15,-4 0-74-15,0-1-86 0,2 0-98 16,-2-2-119-16,0 2-252 0,1 0-72 15</inkml:trace>
  <inkml:trace contextRef="#ctx0" brushRef="#br0" timeOffset="-89595.88">12366 15496 125 0,'0'0'1581'0,"0"0"-858"0,0 0-356 15,0 0-299-15,0 0-55 0,0 0 86 16,0 0 30-16,0 0-8 0,70 37 0 16,-47-30-29-16,1 5-12 15,3-2-4-15,-6 1 0 0,0 0-4 0,-3 1 10 16,-1 0-16-16,-3-1 7 16,-1 1-1-16,-9 3-6 0,0-2-6 15,-2 1-1-15,-2 0-16 0,0 1-5 16,-4-2-13-16,0-2-7 0,2-2-2 15,-5-1-4-15,-1 0-12 0,2-4-3 16,-2 2-12-16,3-4-4 0,-7 1-6 16,4-1-25-16,-3 0-24 0,-3 0-1 15,4-1-8-15,-1 0 18 0,-3 1 14 16,-1-1 11-16,7 2 21 0,-2-2 19 16,4 2 12-16,-1 0 1 0,5-1 6 15,2-1-18-15,0 0-1 0,0-1-51 16,2 3 51-16,5 1 76 0,1-1 24 15,2 1 1-15,-4 2-10 0,9-1-10 16,1 2-10-16,-3-1-6 0,3 2 6 16,-1 0 9-16,5 1 28 15,-1-1 0-15,0 3-25 0,6 0-13 0,-7-2-27 16,5 2-3-16,2 0-13 0,-7-2-14 16,5 1-11-16,0-1-2 15,-7-2 1-15,7-1 1 0,-6 1-2 16,1-2-2-16,1-4-11 0,-3 1-17 15,1-2-28-15,-1-3-28 0,1-3-9 16,-3-2-16-16,-3 0-37 0,-3-3-19 16,6-3-85-16,-7-1-154 0,1 1-176 15,0 1-453-15,3-7-833 16</inkml:trace>
  <inkml:trace contextRef="#ctx0" brushRef="#br0" timeOffset="-89001.88">13275 15260 102 0,'0'0'1782'15,"0"0"-1244"-15,0 0-102 0,0 0-87 16,0 0-66-16,0 0-55 0,0 0-39 15,0 0-60-15,0 0-47 0,0 0-45 16,-47 51-37-16,44-32-11 0,1 5 9 16,2 7 0-16,0 2 2 0,0 0 0 15,0 3 1-15,2-4 1 0,3 1 10 16,1-6-11-16,0-2-1 0,-2-5-18 16,9-3 5-16,-1-2-2 0,-2-3-7 15,5-3 0-15,1-5 5 0,1-2-5 16,3-2 4-16,1-2 18 0,-4-6 0 15,3-1 2-15,-5-3 0 0,5-1 26 16,-7-2-8-16,3 1-2 0,-5-3 1 16,-1-1 3-16,0-1 0 0,-1 0-7 15,-5 0 0-15,0-3-14 0,0 2-2 16,-2-2-1-16,-2 0-11 0,0-1 12 16,0 0 1-16,-6 3 4 0,0-1 11 15,0 3-2-15,-7 3-1 16,1 1-9-16,1 2-3 0,-5 1-1 15,1 2-43-15,-5 2 4 0,3 2-80 16,-1 1-53-16,3 3-79 0,-3 1-82 16,3 0-121-16,3 0-260 0,-5 3-704 0</inkml:trace>
  <inkml:trace contextRef="#ctx0" brushRef="#br0" timeOffset="-88731.88">13194 15377 474 0,'0'0'1049'0,"0"0"-497"0,0 0-157 15,0 0-73-15,0 0 9 0,54 12-25 16,-35-10-43-16,-5-2-55 0,7 0-50 16,-5 0-55-16,7 0-47 0,-4-2-19 15,-1 0-34-15,-1 0 13 0,2 0-16 16,-1 2-2-16,-5 0-17 15,-3 0-46-15,2 0-45 0,-6 0-57 16,-1 0-12-16,-5 4-33 0,0 0-24 16,0 2-10-16,0 1-156 0,-9 1-274 15,1-2-406-15</inkml:trace>
  <inkml:trace contextRef="#ctx0" brushRef="#br0" timeOffset="-88502.95">13217 15496 585 0,'0'0'104'16,"0"0"1064"-16,0 0-785 0,0 0-66 16,0 0-14-16,0 0-40 0,0 0-37 15,54 41-10-15,-46-35-35 16,7 0-33-16,1-1-36 0,-3 0 8 16,5-2-32-16,-1 1-39 0,-1-2-33 15,-1-2-14-15,3 0-2 0,-5 0 0 16,3-2-12-16,-5 1-41 0,1-2-91 15,-2 0-1-15,-1 2-47 0,-9-1-90 16,6 0-126-16,-4 2-126 0,-2 0-523 16,-2 0-338-16</inkml:trace>
  <inkml:trace contextRef="#ctx0" brushRef="#br0" timeOffset="-87863.91">13124 15758 363 0,'0'0'1841'0,"0"0"-1385"0,0 0-102 15,0 0-19-15,56 3-55 0,-40-3-69 16,5 0-35-16,2 0 3 0,-2-3-45 15,1-1-51-15,3-2-21 0,-4-1-21 16,6 0-20-16,-5 2-20 0,3-2-1 16,-6 1 2-16,4 2 1 0,-11 1-3 15,4 0-1-15,-9 3-23 0,1 0-13 16,-4 0-4-16,-2 0 13 0,-2 0 28 16,0 0 30-16,0 3 8 0,-2 0-36 15,-2 1 1-15,-2 3 0 16,0-1 12-16,-3 0-14 0,-3 2 2 0,2 1 22 15,-7-2 27-15,0 2-15 16,1 2-3-16,-1 0-19 0,-5 3-15 16,3-2-13-16,-6 3 10 0,7 2-12 0,1-2-7 15,-4 1 21 1,9-1 0-16,-2-1 0 0,7-3-14 0,1-1-1 16,2-3-14-16,4-2-11 0,0-2-36 15,6 0-53-15,5-2-4 0,1-1-8 16,-2-5 1-16,7-3-29 0,-3-6 12 15,7-1-55-15,-2-4-13 0,3-1 49 16,-1-1 45-16,-2-1 20 0,3 2 44 16,-7 0 36-16,5 4 32 0,-9 3 11 15,-3 4 14-15,4 0 82 16,-7 7 21-16,-5 1 46 0,0 1 110 16,0 0 103-16,2 1-79 0,0 5-135 15,-2 2-86-15,2 4-15 0,0 1-4 16,2 4-12-16,0 0-19 0,0 2-16 15,2-1-21-15,1-2-1 0,-1-2-27 16,2-2-49-16,3-3-84 0,-3-1-74 16,0-7-83-16,0-1-235 0,5-1-225 15,-5-10-708-15</inkml:trace>
  <inkml:trace contextRef="#ctx0" brushRef="#br0" timeOffset="-87391.81">13932 15633 50 0,'0'0'2123'0,"0"0"-1345"0,0 0-223 16,0 0-166-16,0 0-119 0,0 0-68 15,0 0-57-15,0 0-55 16,-53 43-31-16,49-35-38 0,-1 3-10 15,-3 0-11-15,-2 3-3 0,-1-3-12 16,-1 6-4-16,-2-4-5 0,1-1-19 16,-3-1 9-16,3-1 9 0,-3-3 3 15,3-3-5-15,7-4 5 0,-6 0-9 16,8 0-13-16,-3-6-49 0,5-3 16 16,-2-4 20-16,4-1 23 0,0-3 22 15,0-2 11-15,6 0 0 0,1 1 1 16,3 1 1-16,-4 2 14 0,0 2-2 15,3 1 2-15,1 2 29 16,2 3 3-16,-6 3 3 0,5 0-10 0,3 2 0 16,-3 2 13-16,3 0 3 0,-4 4-19 15,5 4 3-15,-1 5-9 0,-3 4 3 16,-1 1 3-16,2 3 0 0,-5 2-4 16,1-2-8-16,-2 2-13 0,0-4-12 15,-2-1 0-15,1-4-21 16,-3-3-22-16,0 2-81 0,2-6-67 15,0-3-83-15,0-2-148 0,-4-2-317 16,2 0-513-16,-2-9-451 0</inkml:trace>
  <inkml:trace contextRef="#ctx0" brushRef="#br0" timeOffset="-86938.9">14286 15265 220 0,'0'0'2167'0,"0"0"-1443"16,0 0-171-16,0 0-166 0,0 0-93 16,0 0-77-16,0 0-57 15,-17 58-37-15,15-35-28 0,2 5-28 0,0 7-18 16,0 14-15-16,0 12-16 15,2 14 3-15,-2 4-4 0,0-5-17 16,0-9-46-16,0-16 22 0,-4-8 5 16,0-12-11-16,-2 0 5 0,4 3-2 15,-2 3-16-15,0-2-9 0,1-6-25 16,3-6-43-16,0-5-59 0,0-7-72 16,7-6-113-16,3-3-199 0,0-2-52 15,-3-3-158-15,3-12-660 0</inkml:trace>
  <inkml:trace contextRef="#ctx0" brushRef="#br0" timeOffset="-86560.58">14482 15718 330 0,'0'0'1981'16,"0"0"-1001"-16,0 0-732 0,0 0-188 15,0 0 108-15,0 0 39 0,0 0-28 16,0 0-42-16,54-20-28 0,-42 17-16 16,7 1-7-16,-2 2-15 0,1 0-21 15,3 0-20-15,-3 2 4 0,3 2-19 16,-2 3 1-16,1 1-16 0,-5 2 2 15,1 2 0-15,-3 3 16 0,-1 2-15 16,-4 3 19-16,-3 1-22 16,-1 4-11-16,-4 0-17 0,-2 3-15 15,-5-2-15-15,-9 3-32 0,1-4-9 16,-7-1-12-16,-5-5-1 0,2-2-9 16,-2-4-27-16,-2-7-37 0,2-5-153 15,3-5-253-15,7-2-401 0,-12-14-922 0</inkml:trace>
  <inkml:trace contextRef="#ctx0" brushRef="#br0" timeOffset="-85101.43">10458 14825 399 0,'0'0'42'0,"0"0"307"16,0 0 153-16,0 0-219 0,0 0-49 16,0 0-33-16,0 0-23 0,0 0-29 15,0 0 6-15,0 0-3 0,-42-1-23 16,40-2-13-16,0 1 12 0,2-1-22 16,0-1-10-16,0 0-23 15,0-5-16-15,0-1-15 0,0-5-4 16,0 0-10-16,4-3-24 0,-2-2-2 15,4 1 0-15,-3-3 0 0,1 2 0 16,0-3 1-16,0 1 23 0,2-3 9 16,0 0 3-16,3-1-13 0,-1-4-3 15,0-1-3-15,0-1-6 0,5-2-1 16,-1-2-8-16,3-1 8 0,-1-3 10 16,5 3-3-16,-3-3 6 0,5-1-2 15,0 0 11-15,3-3-15 0,1 1 13 16,2-1-7-16,0-1 3 0,4 2-12 15,2 0-16-15,0 2-2 0,0 0 2 16,0 0-3-16,7 1 1 0,-3 2 0 16,0 1 0-16,2 2 0 15,5-1 1-15,-1 0 1 0,-2 1 0 16,3 3 3-16,3 0-1 0,-5 0 13 0,3 1-14 16,-1 1-1-16,-1 1 1 15,-2-2 12-15,1-1-11 0,3 1 10 16,-1-1-12-16,-3-1 2 0,4 2 0 15,-5-1 0-15,3 0-2 0,-4 1 0 16,7 1-2-16,-9 4-13 0,2 1 13 16,1 1-10-16,-5 3 12 0,0 1 2 15,-2 3-1-15,0 0-1 0,-2 1-1 16,0 1 1-16,0 0 0 0,-2-1 1 16,0 2-2-16,0-1 2 0,-2 2-2 15,-2-2 2-15,-5 3-1 0,3 2 2 16,-6 1-2-16,1 1 0 15,-8 2 0-15,1 0 0 0,3 3 1 16,-8 0 0-16,1 1-1 0,-1-1 0 16,2 1-2-16,-2 2-1 0,-4-3-12 15,5 1-7-15,1 1 0 0,0-1 6 16,0-2 13-16,1 2-13 0,1 0 14 16,2 0-1-16,-3-3-22 0,3 1-7 15,0 3-18-15,-5-1-10 0,1 1 15 16,-2-1-2-16,2 1-1 0,-3 0-2 15,-3 1-5-15,-2-2-8 0,0 2-23 16,2 0-16-16,-2 0-55 0,0-3-10 16,0 3-7-16,0 0-45 0,0 0-79 15,2-1-10-15,0-1-141 0,0 0-147 16</inkml:trace>
  <inkml:trace contextRef="#ctx0" brushRef="#br0" timeOffset="-83457.87">12485 12366 647 0,'0'0'671'15,"0"0"-138"-15,0 0-131 0,0 0-79 16,0 0-46-16,0 0-23 15,0 0-47-15,-49 30-29 0,49-29-16 16,-2 0-14-16,2 1-38 0,0-2-38 16,0 1-34-16,0-1-16 0,0 2 1 15,2-1 11-15,0 3 10 0,6 2-13 16,-2-1-3-16,5 2-6 0,5 1-3 16,-1 1-17-16,7 1 13 0,-3 1-11 15,4-1 7-15,4 0-10 0,0 0-1 16,-5 4 2-16,5-4 1 15,-2 2-2-15,2-1 12 0,-7 4-11 0,1-3-1 16,0 1 1-16,-7-1-1 0,1 2 1 16,-5-3 13-16,-2 0-12 15,1-3 1-15,-1 1-2 0,-4-2 0 16,0-1 1-16,-4-4 9 0,2 1 4 16,-2-1 2-16,0-2 7 0,0 2 3 15,0-1 6-15,0 1 3 0,-2-1 10 16,0 1-7-16,-2 1-9 0,-4 0-10 15,4 1-19-15,-3 1-2 0,1 0 0 16,2 1-18-16,-8 0 2 0,5 2 4 16,-3 0-13-16,0 3 13 0,-7 1-7 15,5 2 17-15,-7 2-10 0,5 0 0 16,-3 3 10-16,3-1 1 0,-3 1-2 16,3-2 2-16,-1-3-17 0,3 2-1 15,4-2-5-15,-5-1-4 0,3 0-3 16,2-4-16-16,1 1 13 0,-1-2 6 15,6-4 16-15,0-1-1 0,0-2 11 16,2 1 1-16,0-2-11 16,0 0-1-16,0 0 1 0,0 0 12 15,0 0 0-15,0 0 12 0,0-3-10 16,0 0 20-16,-2-1-20 0,0-4-2 16,-2-2-16-16,2 1 14 0,-1-4-1 15,-3 0 0-15,-2 1-9 0,4-3 9 16,0 0-10-16,-5-1 13 0,7-2 0 15,-2-3-3-15,0-1-9 0,-2-3-1 16,2-2 1-16,0 0 10 0,0-2-1 16,-1 0 0-16,3 0 0 0,0 0 0 15,0 3 0-15,0 1 3 0,-4 1-1 16,4 2 1-16,2 7 0 0,-2-1 0 16,2 3 1-16,-2 3 0 0,2 2 0 15,0 1 2-15,-2 2-3 0,2 2-2 16,0-1-17-16,0 3 18 0,0 0 1 15,0-1 2-15,0 1 11 0,0 0-11 16,0 1 1-16,0-1-1 0,0 1-2 16,0 0 0-16,0 0-1 0,0 0-1 15,0 0 2-15,0 0-1 16,0 0-11-16,0 1-7 0,0 1-3 16,2 2 21-16,2 2 1 0,2 4 3 15,-2-1 0-15,2 6 0 0,1-1 10 16,1 2-10-16,0 3 0 0,0 1 13 15,-1 0-14-15,1 4 1 0,2 0-2 16,-4 1 1-16,-1-3-1 0,3 2 0 16,-2-2-1-16,-2-2 0 0,2-3-2 15,1-1 0-15,-5-3-1 0,-2-3 0 16,4-1-16-16,-2-2 3 16,-2-2 13-16,0 1-12 0,2-5 13 15,-2 0-14-15,0-1-13 0,0 0-6 16,0 0-6-16,0 0 1 0,0-2 21 15,0-4 17-15,0 0 2 0,0-5 2 16,0-2-1-16,2-4 0 0,0-3 0 16,-2 0-1-16,2-4-1 0,-2 0 0 15,2-3 0-15,-2 3 1 0,0-1 0 16,0 5 0-16,0-2 0 0,2 3 0 16,2-1 1-16,-2 7 11 0,1 1 4 15,-1 4-3-15,0 3-1 0,-2 3-11 16,0 2 0-16,0 0-1 15,2 7 0-15,-2 3 18 0,4 5 4 0,0 5-19 16,-2 5 10-16,0 2-11 0,0 0 0 16,0 0 0-16,-2-2-1 0,6-1-1 15,-1-4-13-15,-3-2 1 0,0-4-4 16,0-2 13-16,-2-1-13 0,4-3 14 16,-2-2-16-16,-2-1-8 0,2-3 1 15,-2 0 6-15,0-2-3 16,2 0 0-16,-2 0 0 0,0 0-6 15,2 0-10-15,0-3 29 0,0-3 9 16,0-2 19-16,7-4-7 0,-5-3-12 16,-2 0 0-16,6-3-2 0,0 3 0 15,1-3 2-15,-3 3 1 0,-4 2 0 16,4 0 1-16,-2 2 17 0,0 4 13 16,-2 2 5-16,3 0-8 0,-3 5-4 15,0 0-3-15,-2 0 9 0,2 3-6 16,-2 4 3-16,2 3 13 0,0 7-8 15,-2 2-18-15,0 0-2 16,0 1-11-16,0 1 16 0,0-5-5 0,0-3-10 16,0-1 0-16,0-2-3 0,0-4-15 15,0-3-20-15,0-3-69 16,0 0-116-16,4-1-147 0,2-7-167 0,-2-2-112 16,5-9-894-16</inkml:trace>
  <inkml:trace contextRef="#ctx0" brushRef="#br0" timeOffset="-76431.59">18275 13843 197 0,'0'0'58'15,"0"0"-2"-15,0 0 9 0,0 0 349 16,0 0-186-16,0 0-46 0,0 0 4 16,58 40-49-16,-47-32-4 0,3-1-39 15,1 3-19-15,-3 1 6 0,9 2 36 16,-3-2-62-16,5 3-29 0,0-1-13 16,-1 3-12-16,3-1 15 0,6 2-14 15,0 2 21-15,0 1 10 0,4 0-4 16,3-1 3-16,-3-1-3 15,6 1 4-15,3-4-8 0,7 6-5 16,-5-4 2-16,1-1-9 0,9 1-13 16,2-2 4-16,14 3 12 0,1 2-3 15,-7-3-10-15,-6-7 16 0,-4 2-16 16,-1-1-1-16,-1-1 14 0,4-3-13 16,-2 1 0-16,4 0 10 0,-2 1-10 15,2-1 10-15,-3 1 3 0,3-3 4 16,0 0-7-16,-4-2 0 0,0 0-11 15,0-2 1-15,-3 2 13 0,-1-2-16 16,2 0 0-16,-11-1 0 0,-8-1 0 16,-4 2 0-16,-4-2-2 0,8 1-17 15,3-1 19-15,5 0 1 0,-2 0 0 16,-3 0-1-16,1 0 0 0,-4 0-2 16,0-3 1-16,-2 2 0 0,-2-1-2 15,-2-2 1-15,-2 2-1 16,0 0 0-16,-6-2 2 0,-1 3 0 15,-3-1-2-15,-5-1 1 0,-1 2-1 16,-3 1-13-16,-4-1 16 0,-2 1 0 16,0 0 2-16,-2 0 63 0,0 0 9 15,0-2-42-15,0 2-32 0,-2 0-15 16,0 0-17-16,0 0-10 0,2 0-23 16,-2 0-19-16,2-3-35 0,0 0-82 15,0-4-240-15,2 1-174 0,-2-13-210 0,6 59 562 16</inkml:trace>
  <inkml:trace contextRef="#ctx0" brushRef="#br0" timeOffset="-75198.86">18464 13530 412 0,'0'0'345'15,"0"0"-12"-15,0 0 25 0,0 0-92 16,0 0-48-16,0 0-53 0,-27 53-28 15,20-46-31-15,1 0 8 0,-2-1-5 16,4 0-15-16,-2 0-10 0,-1-1-7 16,3 0-13-16,-4-2-3 0,4 1-9 15,-4-2-20-15,1 0-13 0,-3 1-16 16,2-2 16-16,0 0-18 16,-3 2 0-16,-1-1 15 0,1-1-16 15,3-1-2-15,-4 2-1 0,6-1-19 16,-3 1 20-16,3-1-18 0,2 1 1 15,0-1 6-15,-2 0-6 0,4 0 6 16,2 0 0-16,-2-1 10 0,-1 3 0 16,3-3-13-16,-2 3 3 0,2-2-6 15,-2 1 6-15,2 1 0 0,0 0 10 16,0 1 2-16,0 0 1 0,0 0 0 16,0 0 13-16,0 0 0 0,0 1 9 15,0 0 4-15,0 0-7 0,0 1 7 16,4 0-4-16,-1 0 0 15,-1 1-2-15,2 2-1 0,2 0 3 16,0 3-6-16,0 2 10 0,3 5-10 16,-3-2-16-16,8 2 0 0,-3 1 0 15,1-1-3-15,5 0-10 0,-5-2-3 16,4-1-16-16,-3-3-55 0,3-3-80 16,-3-4-58-16,-1-1-75 0,1-5-213 15,-3-6-304-15</inkml:trace>
  <inkml:trace contextRef="#ctx0" brushRef="#br0" timeOffset="-74192.64">18947 8679 268 0,'0'0'1057'0,"0"0"-741"0,0 0-173 15,0 0-46-15,0 0 7 0,0 0-20 16,0 0-25-16,13 60-20 0,-9-48-7 16,2 2 0-16,0 2 17 0,0 4 3 15,5 3 12-15,-3 2 8 0,0 4 2 16,-2 6-29-16,7 11 0 0,-3 13-16 15,-2 15-25-15,5 6 8 0,-5-5-12 16,0-3-12-16,-3-6-8 0,-5-1 1 16,2 5 3-16,2-3-1 0,-4 3 14 15,0 1-10-15,-6 2 12 0,1 2 1 16,-3 4 1-16,0 0 3 0,-2 0-4 16,3 5-18-16,-3 1-1 0,2-2-10 15,-3-2-16-15,1 1 0 0,4-3 9 16,-2-4 7-16,-1-1 3 0,3-6 10 15,-2-2 14-15,-3-3-20 0,3 2 22 16,-2-1 0-16,2 0 2 0,-1-3 11 16,-1 3-10-16,0-3 1 15,-3-2-2-15,1-3-1 0,2 2-1 16,-1-12-2-16,1-8-24 0,2-8 6 16,-1-3 4-16,-3 3-3 0,2 3 17 15,-1 4-1-15,-1-3 2 0,-3 0 1 16,3-4 1-16,0-2 22 0,-1 0 0 15,-1-3-1-15,3 1-2 0,3-4 2 16,-4 1-5-16,5-4-17 0,-1-1 0 16,0-3-2-16,2-1-15 0,0-3 1 15,6-1-10-15,-3-6-13 0,1-1-29 16,2-2-26-16,0-1-90 0,0 0-184 16,0-1 137-16,0-4 16 0,0 1-143 15,-2-5-327-15</inkml:trace>
  <inkml:trace contextRef="#ctx0" brushRef="#br0" timeOffset="-73919.35">18532 11954 524 0,'0'0'450'0,"0"0"183"16,0 0-353-16,0 0-66 0,0 0-65 15,0 0-52-15,-15 50-29 0,15-40-7 16,0-1 7-16,6 3 3 0,3-1 3 16,-1-1-6-16,2-2-20 15,1-2 10-15,1 0 6 0,0-3 7 16,5-1 12-16,-5-2-22 0,3 0-26 16,-1-4-35-16,-1-5-15 0,3-2-1 15,3-5-57-15,2-3-155 0,-1-2-98 16,-3 4-273-16,8-12-696 0</inkml:trace>
  <inkml:trace contextRef="#ctx0" brushRef="#br0" timeOffset="-71543.54">21473 12456 902 0,'0'0'42'0,"0"0"1040"0,0 0-690 0,0 0-124 16,0 0 101-16,0 0-106 0,0 0-85 16,-22 2-55-16,22-1-34 15,0 2-7-15,0 1-13 0,0 2-19 16,0 6 0-16,0 7 4 0,2 9-3 15,0 15-20-15,2 24-9 0,0 23-19 16,0 8 0-16,4 5-1 0,-4-8 1 16,1-8-2-16,-5-6 1 0,4-6-2 15,-4-11 0-15,0-12-37 0,2-13-4 16,0-10 6-16,2-6-3 0,0-2-6 16,-2 3-18-16,4-2-36 0,1-5-31 15,-1-6-65-15,0-6-86 0,0-4-115 16,-2-1-92-16,3-1-201 0,-5-12-327 15</inkml:trace>
  <inkml:trace contextRef="#ctx0" brushRef="#br0" timeOffset="-70590.09">21434 12372 1221 0,'0'0'637'0,"0"0"-319"16,0 0-182-16,0 0-16 0,0 0 58 15,29-57-1-15,-15 44-45 0,1 0-52 16,3 1 19-16,5 0-9 15,4-1-10-15,4 2-14 0,6 1-2 16,13-1 22-16,16 0-13 0,15 2-7 16,8 0 4-16,1 5 6 0,-3 1-4 15,-4 1-37-15,0 2-10 0,1 0-23 16,-3 0 17-16,-2 2-16 0,-5 3 25 16,-6 0 0-16,-4 2 19 0,-4 1 14 15,-12 1-17-15,-13 1 12 0,-6-2 9 16,-6-1-3-16,1 3-21 0,1 2-14 15,2 1-2-15,-6 0 6 0,-5 0-6 16,-1 2 0-16,-7-3-7 0,2 0-15 16,-1-1 13-16,-5 1-14 0,-2 0 0 15,0 1 1-15,0 4-1 0,-2-3-2 16,0 3-1-16,0 2-11 0,0 0-4 16,0 1-2-16,2 5-10 0,0 0 0 15,0 5-6-15,4 2-3 0,3 3-7 16,-5 4-5-16,4 9-11 15,2 10-14-15,3 11-12 0,-1 3-30 16,1-5 3-16,-3-5 6 0,0-7 12 16,-1-11 25-16,-3-6 29 0,0-9 6 15,-4-3 0-15,2 5-9 0,0 3 28 16,2 3 0-16,1-4-3 0,-3-1 0 16,2-6-10-16,-4 0 0 0,2-5 10 15,-2 0-10-15,0-3 7 0,0-1 22 16,-2 0 1-16,0-4 0 0,0 1 15 15,0 0-3-15,0-4 16 0,0 0 3 16,-2-2 3-16,-2 0 9 0,0 0-15 16,0-2-7-16,-2 0-6 0,-5-2 19 15,5 0 13-15,0-1 9 0,-4 2 0 16,1-2-29-16,-1 0-9 0,-2-2 3 16,-1 2-6-16,3-3 3 0,-5 0-19 15,1 0 0-15,-3 0 13 0,-3 0-10 16,-1 0 12-16,-2-3-11 15,-1 2 15-15,-3 0-18 0,-6-1-1 0,-3 0-19 16,-1 0 0-16,-4 1 16 16,-7 0-16-16,-12 1 17 0,-10-2 0 15,-2 1-21-15,2 0 21 0,1-1 2 16,5 0-3-16,-4 1-16 0,0 1 7 16,-5 0-1-16,3 1 10 0,0 7 3 15,0 0 13-15,1 0 10 0,5 2 14 16,-2 1-5-16,8-1-16 0,11-2-4 15,3-1 1-15,17 0-13 0,-1-1 0 16,-3 1-1-16,0 3 0 16,-3 1-2-16,8-2-10 0,5 1-6 0,4-3-15 15,11-1-17-15,4-1-85 0,2-1-179 16,8-4-211-16,3 0-261 16,3 0-561-16</inkml:trace>
  <inkml:trace contextRef="#ctx0" brushRef="#br0" timeOffset="-69945.58">21951 12677 376 0,'0'0'1587'0,"0"0"-1149"0,0 0-51 16,0 0-82-16,-25 62-113 15,25-35-46-15,0 15-32 0,4 16-25 16,4 19-13-16,1 7-7 0,1-6 4 15,0-6-11-15,-4-16-5 0,1-8-16 16,-1-11-29-16,-4-9-12 16,0-3-1-16,4 0-1 0,-4 1-17 15,0-1-18-15,2-4-39 0,-1-8-34 16,1-4-67-16,2-5-89 0,0-4-96 16,2-4-21-16,1-7-43 0,-3 1-283 15,2-18-488-15</inkml:trace>
  <inkml:trace contextRef="#ctx0" brushRef="#br0" timeOffset="-69554.4">21957 12819 712 0,'0'0'1507'0,"0"0"-1049"0,0 0-95 16,0 0-177-16,0 0-33 0,0 0 15 15,0 0-3-15,0 0-33 0,56-47-50 16,-33 36-35-16,3-2-16 0,3 0-9 16,4 1-19-16,7 3 0 0,-3-2 10 15,6 5-10-15,1 0-1 16,-1 4 15-16,1 2-15 0,1 2 1 16,-4 5 0-16,1 4 10 0,-3 2 2 15,-4 5-14-15,-4 0 12 0,-4 3 6 16,-2 6-1-16,-11 0 20 0,3 6 74 15,-11 2 46-15,0 3-78 0,-4 0-27 16,0 1-10-16,-2 0-12 0,0-1-10 16,2-3-8-16,0-5-13 0,1-2-19 15,1-5-30-15,-2-2-7 0,4-5-5 16,-4-4-7-16,2 0-22 0,-2-4-25 16,-2-2-19-16,2-4-61 0,-2-1-115 15,0-1-183-15,0-1-92 0,0-1-391 16,-4-8-217-16</inkml:trace>
  <inkml:trace contextRef="#ctx0" brushRef="#br0" timeOffset="-68802.48">22263 12516 697 0,'0'0'1063'0,"0"0"-641"0,0 0-47 15,0 0-101-15,0 0-56 16,0 0-10-16,0 0 5 0,0 0-29 0,0 0-61 16,0 0-47-16,-27 20-13 0,23-6 5 15,2 1 6-15,2 3 1 16,-2 1-16-16,-4 0-13 0,6 1-14 0,-3 0-14 15,1-1-15-15,2 1-2 16,0-5-1-16,0-2-2 0,0 0-13 16,0-3 2-16,2-3 13 15,-2-1-1-15,3-2 0 0,-3-1 0 0,0-2 0 16,0 0-2-16,0 1-12 0,0-2-4 16,0 0-6-16,0 0-13 0,0 0-14 15,0 0-15-15,0 0-2 0,0 0 12 16,0 0 13-16,0 0 16 0,0 0 15 15,0 0 12-15,0 0-14 0,0 1-20 16,0 0-25-16,0 0-28 0,0 3-7 16,2-1 18-16,2 2 7 0,-2 0 7 15,-2 0 9-15,2-2 28 0,-2 2 26 16,4-1 26-16,-4 0 22 0,2 2 2 16,-2-1 20-16,0 0 3 15,0 0 0-15,0-1 0 0,0 0-7 16,0-2-9-16,0 1-19 0,0-2-3 15,0 1-4-15,0-2-3 0,0 2 4 16,0-1-10-16,0-1-7 0,0 1-13 16,0-1-2-16,0 1-3 0,0-1-12 15,0 0 2-15,0 0 10 0,0 0-13 16,0 0 13-16,0 0 3 0,0 0 1 16,0 0 24-16,0 0 7 15,0 0-7-15,0 1-13 0,0 1-12 0,0-1-2 16,0 1-10-16,0 0 8 0,0 2-18 15,2-2 4-15,-2 3 5 0,2-1 11 16,-2 1 2-16,2 0 0 16,-2 1 2-16,0 3 1 0,2-1-2 15,0 0 0-15,-2 3-1 0,2-3-12 16,1 2-4-16,-1-3-6 0,-2 0-31 0,2 1-29 16,4-1-48-16,-4-1-85 15,2-2-69-15,0-4-159 0,2 3-191 16,-1-3-451-16</inkml:trace>
  <inkml:trace contextRef="#ctx0" brushRef="#br0" timeOffset="-68350.7">22298 13036 174 0,'0'0'182'15,"0"0"864"-15,0 0-652 0,0 0-102 16,0 0-53-16,0 0-48 0,0 0-100 16,0 0-43-16,0 0-16 15,-29 64 4-15,29-46 5 0,0 1 21 16,0-1-5-16,4 0-2 0,2-1-4 16,3-2-9-16,-1-2 0 0,0-3-10 15,3-1-4-15,1-1-5 0,-2-3 9 16,3-2-10-16,-1 1-19 0,3-3 17 15,-3-1-17-15,2 0 13 0,-1-5 0 16,-1-1-16-16,-3-2 0 0,1-3 24 16,-2-3 11-16,-2 1-3 0,1-2 6 15,-5 1 13-15,0-1 9 0,-2-1 7 16,0 1-4-16,-2-2-3 0,-3 2-6 16,1-1-10-16,-6 4-3 0,0 1-6 15,-1 0 9-15,-3 6-33 0,-1-1-11 16,-1 3-2-16,-1 2-20 0,1 1-9 15,-1 0 2-15,3 4-15 16,1 0-28-16,3 0-10 0,2-1-1 0,4 3-44 16,2-3-35-16,2-2-62 15,2 0-213-15,6-1-168 0,-4 0-182 16,8 0-399-16</inkml:trace>
  <inkml:trace contextRef="#ctx0" brushRef="#br0" timeOffset="-66560.17">23104 12857 21 0,'0'0'58'16,"0"0"-38"-16,0 0-20 0,0 0-3 15,0 0-33-15</inkml:trace>
  <inkml:trace contextRef="#ctx0" brushRef="#br0" timeOffset="-65655.34">22988 12822 70 0,'0'0'84'0,"0"0"40"0,0 0 701 16,0 0-412-16,0 0-104 0,0 0-53 16,0 0-58-16,0 0-120 0,0 0-78 15,0 0 0-15,-37 17 35 0,48-20 88 16,-1-2 0-16,2-2 15 0,5-2-9 16,4-2-1-16,-1 0-10 0,3-4-25 15,6 1-16-15,2-3-20 0,0 1-13 16,4-3-2-16,2 1-17 0,3 1 4 15,1-1-4-15,2 3 19 16,-3 1 1-16,3 2 15 0,-2 2-6 0,3-1-14 16,-7 5-5-16,0 2-3 0,-4 1-1 15,0 0-3-15,-2 2-15 0,-4-1-12 16,-6 1-1-16,-5 1-3 16,-3-1 1-16,-5 1-11 0,-2 0 1 15,-4 0-32-15,-2 0-1 0,0 0 1 16,0 0-57-16,-6 0-127 0,4-2-68 15,-2 0-144-15,2 0-562 0,-6-3-670 0</inkml:trace>
  <inkml:trace contextRef="#ctx0" brushRef="#br0" timeOffset="-65053.25">23685 11983 57 0,'0'0'1653'15,"0"0"-1179"-15,0 0-141 0,0 0-69 16,0 0-96-16,0 0-18 0,0 0-25 16,0 0-39-16,0 0-41 0,0 0-29 15,-27 8-16-15,27-2 3 0,0 1 35 16,0 5 16-16,0 6 9 0,0 6-2 16,0 14-8-16,0 18-8 0,0 20-14 15,0 14 1-15,0 0-10 0,2-5-3 16,2-6-8-16,-2-1-11 0,3-1 0 15,-1-6 22-15,-2-5 29 0,-2-15 21 16,0-11 31-16,2-8-42 0,-2-5-24 16,4 0-12-16,-2 1-25 0,2 5-6 15,-4-7 4-15,4-7-11 0,0-2-5 16,3-5-23-16,-3-5-19 0,0-1-47 16,2-5-38-16,-2-1-38 0,0-3-36 15,1-6-49-15,1-7-101 0,-2 2-261 16,0-12-539-16</inkml:trace>
  <inkml:trace contextRef="#ctx0" brushRef="#br0" timeOffset="-64016.69">23627 11946 236 0,'0'0'1978'0,"0"0"-1512"15,0 0-184-15,0 0-102 0,0 0-59 16,0 0 7-16,0 0 15 0,0 0 2 15,0 0-25-15,64-49-44 0,-39 39-29 16,2-1-28-16,6 1-4 0,2 1-14 16,4-1 12-16,1 4-12 0,11-1-1 15,5 1 3-15,19 6 13 0,1 0-15 16,-1 0 2-16,-1 9 25 16,-4-1-12-16,3 0-4 0,3 1-9 0,-2 0 13 15,7 3 6-15,-2-2-21 0,-5 2 9 16,0 1-10-16,-5-1 0 0,-3 1 1 15,-8-1 3-15,-9-2 11 0,-9 0-13 16,-14-2 11-16,-3 0-11 16,2 1 10-16,6 1-11 0,0 1 0 15,0-1 1-15,-6 0 0 0,-7-1 2 16,1-1-2-16,-9-2 13 0,1-1-2 16,-3 1-11-16,-4-3 23 0,0 1 6 15,-4-2 19-15,0 1 12 0,0 1 0 16,0 1-19-16,0 2-12 0,0 4-19 15,0 6-9-15,0 1 0 0,0 5-2 16,0 5-1-16,-2 4-2 0,2 4-23 16,0 4-3-16,0 12 0 0,0 10-6 15,2 10-19-15,-2 3-12 0,2-5 0 16,2-5-1-16,1-9 7 0,-3-1-17 16,0-2 4-16,-2-7 3 0,2-9-1 15,-2-5-37-15,0-3-26 0,0 3-6 16,-2 7 65-16,0 3 33 0,0-6 12 15,-3-2 13-15,-1-3-6 16,6-4 9-16,-6-3 12 0,2-4 1 0,-2 1 0 16,0-3 1-16,1-2 0 15,-1 0 1-15,4-1 1 0,-4-4 9 16,0 3-12-16,4-3 1 0,-2-3 0 16,-3 0 1-16,5-2 10 0,-2 0 14 15,4-3 3-15,-4 1 9 0,0 0 35 16,-4-3-3-16,3 1-10 0,-1-1-16 15,0-1-15-15,2 0-10 0,-6 0-7 16,3 0-12-16,-3-1 2 0,0-1-1 16,-3 1 0-16,-1-3 2 15,-3 0 22-15,1 4 0 0,-7-3-6 16,0 0 0-16,1 3-5 0,-9-4-14 16,0 3-16-16,-3-3 0 0,-1 2 1 15,-4-3 2-15,-2-1 10 0,-9 3-13 16,-10-4 13-16,-8 1 0 0,-2-3 1 15,1 5 1-15,5-3-18 0,9 4 19 16,-3-2 3-16,2-2 32 0,0 4-1 16,-2 0-18-16,2-1 3 0,1 3-7 15,1 0-9-15,8 0 22 0,11 1 6 16,8 0-6-16,2 0 1 0,1 2-1 16,-3 0-3-16,-6 1-21 0,8 0-1 15,6 0 0-15,3-3-13 0,8 3-3 16,-1-2-2-16,5-1-20 0,2 2-50 15,2-2-197-15,0 0-149 0,4 0-100 16,2 0-253-16,1-2-520 0</inkml:trace>
  <inkml:trace contextRef="#ctx0" brushRef="#br0" timeOffset="-63078.8">24101 12293 223 0,'0'0'130'15,"0"0"1112"-15,0 0-816 0,0 0-73 16,0 0-34-16,0 0-10 0,0 0-88 16,0 0-68-16,-38 55-39 0,36-31-15 15,2 6-8-15,0 15-31 0,0 16-9 16,0 18-17-16,4 3 4 0,3-4 0 15,-3-19 3-15,2-19-7 0,-4-10-12 16,0-3-9-16,0 3-13 0,0 1 0 16,0 1-16-16,2-3-3 0,1-7 3 15,-3-5-15-15,2-3-29 0,2-3-66 16,0-9-127-16,-2-2-94 0,2-2-115 16,3-6-263-16,-1-12-715 15</inkml:trace>
  <inkml:trace contextRef="#ctx0" brushRef="#br0" timeOffset="-62646.16">24070 12319 887 0,'0'0'1513'0,"0"0"-1081"16,0 0-214-16,0 0-39 0,0 0 66 15,0 0-4-15,51-28-90 16,-32 22-60-16,-1-2-34 0,9 2-12 16,-4-1-23-16,4 1 0 0,0 3-22 15,4 2-2-15,-2 1 0 0,2 0 2 0,0 5 0 16,-4 4 1-16,-3 0 1 16,1 0 11-16,0 2 2 0,-6 3-12 15,1-2 0-15,-1 4 9 0,-7-2-10 16,1 2 20-16,-1 2-3 0,-4 2-1 15,1 0 20-15,-1 1 33 0,0 5 22 16,-4 2-24-16,0 1-20 0,1 2-12 16,-1 4-6-16,0 1-16 0,-2-1-12 15,-2 1 10-15,2-1-13 0,-2-2-3 16,4-1-22-16,-4-3-6 0,2-4-6 16,-2 0-6-16,0-5-10 0,0-2 0 15,0-2-9-15,0-4-15 16,0-3-26-16,0-2-23 0,0-4-41 0,-2-2-98 15,-4-1-120-15,4-4-202 16,-2-3-780-16</inkml:trace>
  <inkml:trace contextRef="#ctx0" brushRef="#br0" timeOffset="-62372.05">24369 12166 206 0,'0'0'144'0,"0"0"1426"0,0 0-1051 0,0 0-245 15,0 0 102-15,0 0-166 0,0 0-73 16,-31 52-3-16,31-27-11 0,0 3-3 16,0 3-35-16,0 2-23 0,0 1-11 15,0 0-17-15,-2 2-20 0,0-1-14 16,-2-1 0-16,2-2-14 0,-2-2-2 15,2-1-9-15,0-4-44 16,0 0-72-16,0-6-71 0,-1-3-96 16,3-2-147-16,0-4-220 0,0-4-425 15</inkml:trace>
  <inkml:trace contextRef="#ctx0" brushRef="#br0" timeOffset="-62030.94">24311 12704 57 0,'0'0'1509'0,"0"0"-986"16,0 0-225-16,-26 60-75 0,21-35-72 16,-1 1-35-16,4 4-20 0,2-1-3 15,0 0-16-15,0-4-10 16,6-2-13-16,1-5-22 0,-3-1-3 16,4-6-13-16,0-3-3 0,5-1 15 15,-7-4-12-15,2-3 10 0,0 0-4 16,3-3-19-16,-5-4 35 0,2-4 3 15,-2 1 4-15,3-3-14 0,-3-1-9 16,-4-3 1-16,0 2-1 0,-2-2 19 16,0 0 6-16,-2 1 4 0,-6-1-7 15,-3 0-10-15,1 1-18 0,-2 1-16 16,-3 2-1-16,3 0-18 0,3 5-6 16,-3 2-10-16,4 1-47 0,2 4-50 15,1-2-30-15,5 2-20 0,0 1-35 16,0-1-236-16,5 0-127 0,3 1 18 15,0-2-60-15</inkml:trace>
  <inkml:trace contextRef="#ctx0" brushRef="#br0" timeOffset="-60946.05">24950 13044 216 0,'0'0'4'15,"0"0"9"-15,0 0 39 0,0 0-16 16,0 0 446-16,0 0-114 0,0 0-33 15,0 0-19-15,0 0-18 0,0 0-16 16,0 33-33-16,0-33-15 0,0 0-25 16,0 0-30-16,0 0-30 0,0 0-25 15,0 0-19-15,0 0-20 0,-2-4-16 16,2 0-31-16,-2-3-19 0,-2-3-6 16,2-3 9-16,-4-7 0 0,4-2-7 15,-3-4 1 1,-1-5-13-16,2-2-3 0,2-6 0 0,-4-8-12 0,-2 3-4 15,5-5 0-15,-1-6-6 16,2 12 19-16,0-6-22 0,0 1 22 16,2 11-10-16,-2-3 12 0,2 3-1 15,-2 3 0-15,2 5 2 0,0 6 2 16,-2 4 1-16,2 3-3 0,0 7 3 16,0 0 13-16,0 3 6 0,0 3 0 15,0 0-10-15,0 0-12 0,0 3-13 16,0 0-9-16,0-1 0 0,0 1 9 15,2 0 13-15,2 0 2 0,4 0 17 16,-1 0-3-16,5 1 0 0,-4 2-4 16,3 2 7-16,3 0-3 0,1 2 0 15,1-1-4-15,-6 3 4 0,9 3 9 16,-5 1 6-16,5 1-8 0,-7 0-7 16,7 2-13-16,-4 2 9 0,-1-2-12 15,1 2 0-15,-3 0-2 0,-2-1 2 16,-1-1 19-16,-7 1-7 0,-2 0 1 15,0-1-10-15,0-1 25 16,-2 4-12-16,-11-3-14 0,1 2 0 16,-3 0-2-16,-3-2-16 0,3 0-24 15,-8 0-13-15,5-3-11 0,-1-4-2 16,3-1 0-16,1-3 0 0,1-2 6 16,3 0-9-16,3-3 22 0,4 0 15 15,-2 0 3-15,0-3 4 0,4 2-3 16,2-2-10-16,0 0-29 0,0 1-6 15,0 0 15-15,2 0 26 0,4 1 13 16,0-1 17-16,-2 1 2 0,2 1 2 16,3 0 1-16,1 0 1 0,-2 1 21 15,0 4 20-15,3-1 9 0,1 3 13 16,-4 1-16-16,5 1-1 0,-1 3-21 16,-1 1-4-16,-1 4-6 0,2-2-3 15,-5 1 9-15,-1 3-6 0,0-2 0 16,-4 0 3-16,-2-1 0 15,0 0 7-15,-2 1 12 0,-2-3 12 16,-6 0 1-16,3-2 15 0,-7 1-7 16,-1-3-17-16,1-1-14 0,-3 1-6 15,5-4-12-15,-5 0 2 0,9-3-15 16,-6-3-15-16,5 0-16 0,1-1-61 16,4-6-122-16,-6-3-124 0,6 3-240 15,-7-10-740-15</inkml:trace>
  <inkml:trace contextRef="#ctx0" brushRef="#br0" timeOffset="-59832.83">23181 12421 99 0,'0'0'182'0,"0"0"-182"0,0 0-9 16,0 0 9-16,0 0 257 0,0 0-257 16,0 0-71-16,0 0 5 0,0 0 27 15,0 0 26-15,12 7-39 0,-10-9 3 16,0 1-13-16,0-2-26 0</inkml:trace>
  <inkml:trace contextRef="#ctx0" brushRef="#br0" timeOffset="-59031.99">23274 12403 87 0,'0'0'26'0,"0"0"-3"0,0 0 16 16,0 0 10-16,0 0 0 0,0 0 521 16,0 0-163-16,0 0-85 0,0 0-36 15,0 0-55-15,-9 13-50 0,7-13-25 16,0 0-34-16,2 0-35 0,-2 0-16 16,2 0-10-16,0 0 1 15,0 2 12-15,0-1 12 0,-2-1-2 0,2 1-11 16,0 0-6-16,0 0-9 15,-2 3-7-15,2-1 16 0,-6 2 9 16,2 0 3-16,0 2 10 0,-3 0-1 16,1 1-12-16,0 2 3 0,-4-1-1 15,-1 4 0-15,1 2-20 0,-7 3-8 16,3 0-7-16,-3 4-2 0,-1-1-13 16,1 1-9-16,1 0 2 0,-5-3-2 15,7 2-17-15,-5-3 11 0,7-1-12 16,-3-1 0-16,1-2-1 0,1 1 0 15,3-4 0-15,2-1-1 0,2-1-3 16,-3-1 1-16,5-2-9 0,2 0-4 16,0-1-5-16,2-2 2 0,0 2 0 15,0-1 16-15,0 0-12 0,0-1 11 16,0 0 3-16,4 1 1 0,-2 0-1 16,0-1 1-16,2-1-2 0,-2 1-1 15,3-1 2-15,-1-1 1 0,2 2 0 16,0-1 13-16,0-1 5 0,3 1 1 15,-1 0-3-15,0-1 5 16,5-1 7-16,-3 3-3 0,2-2 0 16,3 1 0-16,1 2 3 0,3 0-7 15,-1 0 1-15,1 3 0 0,4-3-7 16,-5 3 10-16,3 1-7 0,-2-1 4 16,-1 2-10-16,-1-1 4 0,-1 2 2 15,-3-3-5-15,-1 1-1 0,-6-2 6 16,1-1 1-16,-1-2-7 0,-2 3-9 15,0-3 19-15,0 1-1 0,-2-2-5 16,0 1-13-16,-2-2 12 0,0 1 0 16,0-1-2-16,0-1-1 0,0 0 0 15,0 0 4-15,0 0-1 0,0 0 3 16,0 0 7-16,0 0-10 0,0 0-15 16,0 0-15-16,0 0-6 0,0 0-26 15,0 0-60-15,0 0-87 16,0 0-88-16,0-1-123 0,0-2-293 0,0 0-310 15,0-2-728-15,0 17 1342 0</inkml:trace>
  <inkml:trace contextRef="#ctx0" brushRef="#br0" timeOffset="-53802.56">22850 13494 340 0,'0'0'29'0,"0"0"33"16,0 0 411-16,0 0-291 0,0 0-84 15,0 0-16-15,0 0 44 0,-10-10 57 16,10 10 21-16,-2 0 4 0,2 0 16 15,0 0 22-15,0 0-43 0,-3 0-32 16,3 0-24-16,0 0-41 0,0 0-48 16,0 0-23-16,0 2-32 0,5 1 29 15,1 3 38-15,-2 1 13 0,6 3-10 16,-4 0-3-16,5 3-6 0,1 4 8 16,-1 0 11-16,1 1 17 0,0 3-18 15,-1-2-16-15,1 1-6 0,1 1-12 16,-1 4-17-16,7 0-9 0,-3 6 3 15,5 4-4-15,-1 3 1 0,3 4-6 16,2-2-4-16,2 3 7 16,-4 1-3-16,1-1-14 0,3 0 0 15,0-5 13-15,2-1 4 0,-6 0 3 16,2-5-19-16,-3-1 18 0,1 0-21 16,0-3 0-16,-3-2 0 0,-3-2 2 15,2-1 20-15,-3-2-3 0,-1 1 6 16,-3-5-13-16,0 3 7 0,1-4-7 15,-5-2 0-15,2 1 1 0,-1-3-1 16,-3-2-9-16,-2 0 10 16,0-2-10-16,-2-1 9 0,0-2-9 15,0-2 0-15,-2-1 9 0,0 0-10 0,0 1-2 16,0-2-3-16,0-1-15 0,0 0-28 16,0 0-60-16,0 0-49 15,0 0-80-15,0 0-147 0,0 0-217 16,0-2-395-16,-2-2-228 0</inkml:trace>
  <inkml:trace contextRef="#ctx0" brushRef="#br0" timeOffset="-53356.65">23509 14159 262 0,'0'0'121'0,"0"0"1095"15,0 0-772-15,0 0-165 16,0 0-56-16,0 0-39 0,0 0-4 16,21 57-20-16,-13-38-38 0,1 3-23 15,3 3-10-15,0 1-29 0,3 2-12 16,-3 0-29-16,-1-2 13 0,1 0 0 15,-6-2 12-15,0 0-13 0,3-4-12 16,-5-1 10-16,2-1 3 0,-6-2-1 16,2-1 13-16,-2-1 0 0,0-3 3 15,0-4 4-15,-2 0-1 0,-4-1-10 16,0-1 2-16,-3 1 2 0,1-3 15 16,-6 0 10-16,-1-1-13 0,-3 0 6 15,-3 0-13-15,-2-2-33 0,-2 0-14 16,3 0-1-16,-5 0-1 0,2 0-12 15,2 1-4-15,2-1-2 0,1 0-7 16,7 1-6-16,-1-1-25 0,4 0-66 16,3 0-54-16,5 0-60 15,2-1-230-15,0-4-570 0,4 3-45 0</inkml:trace>
  <inkml:trace contextRef="#ctx0" brushRef="#br0" timeOffset="-52768.49">23830 13980 158 0,'0'0'251'0,"0"0"1030"0,0 0-908 15,0 0-65-15,0 0-44 0,0 0-35 16,0 0-11-16,0 0-17 0,0 0-13 16,0 0-39-16,-13-3-22 0,13 3-30 15,0 1-18-15,0 4-29 0,0 5-31 16,0 8-19-16,4 17-1 15,3 18 0-15,1 25-1 0,4 9-2 16,-5 2-7-16,-3-3 11 0,-2-9 12 16,0 0 1-16,0-2-11 0,-2 0 11 15,0-3-13-15,4-4-2 0,-4-6-1 16,0-12-25-16,0-9-3 0,0-12 0 16,0-4-1-16,2 3 4 0,-2 0-13 15,4-1-19-15,-2-7-25 0,5-5-70 16,-3-7-26-16,-2-2-62 0,2-6-56 15,2-3-46-15,0-7 2 0,-2-5-167 16,1 4-59-16,-3-16-458 0</inkml:trace>
  <inkml:trace contextRef="#ctx0" brushRef="#br0" timeOffset="-51789.3">23772 13910 1196 0,'0'0'1051'0,"0"0"-754"15,0 0-100-15,0 0 44 0,0 0-56 16,0 0-57-16,0 0-42 0,56-32-6 15,-34 27-7-15,1 3-4 0,4-1-5 16,8 3-1-16,13 0-7 16,10 0-11-16,18 5-11 0,1 1 1 15,1 2-13-15,-6-1-20 0,-10-3 10 16,1 1-8-16,-1 0 14 0,-3-2 4 16,1 1-6-16,0-1 12 0,-14 1-9 15,-5-2-6-15,-10 1 0 0,-2 0 3 16,6 0-14-16,5-1 1 0,5 2 9 15,-8-2-12-15,0 1 0 0,-3 0-12 16,-3-1 10-16,-3 1-20 0,-7 0-4 16,0 0 13-16,-1 0 1 0,-7 1 9 15,-1 1-10-15,1-1 10 0,-9 2 2 16,0 0 1-16,-2-2 25 0,-2 2 29 16,0 0 24-16,0 1 3 0,0-1-15 15,0 1-23-15,0 2-12 0,0-3-15 16,0 1-1-16,0 1 1 0,0 1-13 15,0 1-1-15,2 5-2 16,2 2-1-16,0 5-1 0,5 5-14 0,-1 4 14 16,0 6-10-16,0 2-13 0,5 4-9 15,-7 4-7-15,4-1 1 16,-3 0-1-16,3 0 13 0,-6-2 0 16,2-2 3-16,-2-1 13 0,3-3-4 15,-1-4 1-15,-2 0 12 0,2-3-10 16,-6-3 10-16,6-3-17 0,-2-4-14 15,1 0 9-15,-3-4 9 0,4-3-3 16,-4 0 3-16,2-1 4 0,0-3 9 16,-4-1 1-16,2 2 1 0,-2-4 1 15,2 1 3-15,-2 0 9 0,0-3-9 16,0 3 10-16,0-2-11 0,0 0 11 16,-2-2-11-16,0 1 0 0,0 1 1 15,-4-1 0-15,0 1-1 0,2-2 11 16,-5 2-10-16,5-2 16 0,0 4 12 15,-2-5-17-15,-4 0-12 0,1 1 13 16,3-1 1-16,-2-3-4 16,-5 2 4-16,3-2 0 0,0 0 5 0,-9 0-2 15,5 0-16-15,-7-2 0 0,0 0-3 16,-4 1 0-16,-1 0-3 16,-7 0-15-16,-1 1 5 0,-3 0 11 15,-4 0-1-15,0 0-13 0,-3 1 14 16,-3 0-10-16,-7 0 9 0,-12 1-10 15,-13 0 1-15,1 0-1 0,3-2 1 16,9 4-5-16,2 0 4 16,4-1 10-16,0 1-16 0,-2 3 4 0,4 0-20 15,0 0-9-15,9 0-15 0,11 0-23 16,7-2 3-16,7 2 0 16,-3 3-22-16,-6 1-52 0,4-1 3 15,4-1-45-15,11-2-88 0,1-4-40 16,7-3-88-16,6 0-572 0,0-1-32 15</inkml:trace>
  <inkml:trace contextRef="#ctx0" brushRef="#br0" timeOffset="-50975.86">24181 14918 145 0,'0'0'1842'0,"0"0"-1401"16,0 0-164-16,0 0-190 0,0 0-61 15,0 0-26-15,0 0 71 0,-20-63-7 16,15 41 10-16,1-1-1 0,0-3 10 16,-2 1 20-16,0-3 5 0,-3-2 0 15,3-5-26-15,0 2-28 0,-4-7-16 16,-1 0-16-16,3-4-9 0,2-1-13 15,-2 0-3-15,-1 4-10 16,7 4 13-16,0 5 12 0,0 5 32 0,2 3 25 16,0 3-22-16,0 5-22 0,0 3 7 15,0 2 5-15,0 4 4 16,0 1 0-16,0 2 1 0,0 1-2 16,0 3-9-16,2-4-15 0,0 4-16 15,0-1 0-15,2 1-2 0,3-1 0 16,1-1 2-16,0-1 0 0,7 1 1 15,-1-1 1-15,-1 1 0 0,5-1 11 16,-1-1-12-16,1 0 0 0,-1 0 1 16,1 3-2-16,-1-1 0 0,0 1 2 15,1 1 0-15,-1 0 0 0,-3 0 13 16,3 0-12-16,-3 0-1 0,1 1 1 16,-3 1 0-16,-2-1 9 0,3 2-9 15,-5-2 1-15,0 3-1 16,-2-3 0-16,3 2 12 0,-3 0-11 15,-2 2-1-15,2 0 9 0,0 1-11 16,3 0 1-16,-3 3 0 0,0-1 1 16,0 3 10-16,1 2-10 0,3 2 15 15,-4 2-5-15,0 6-10 0,1 1 9 16,3 8 1-16,-4 1-1 0,-2 3-9 16,2 1 22-16,-1-2-6 0,-1 0-1 15,-2-3 1-15,4-2-17 0,-4-4 1 16,2-5-3-16,-2-2-1 0,-2-4-21 15,2-3-21-15,0-4-13 0,0-3-15 16,0-2-26-16,-2-1-54 0,0-2-62 16,0-2-97-16,0-6-98 0,0-4 74 15,-4-5-180-15,2 3-291 0,-2-11-469 16</inkml:trace>
  <inkml:trace contextRef="#ctx0" brushRef="#br0" timeOffset="-50412.77">24303 14043 60 0,'0'0'973'0,"0"0"-289"0,0 0-240 16,0 0-88-16,0 0-75 0,0 0-41 16,0 0 7-16,0 0-22 0,0 0-35 15,0 0-51-15,-31-25-29 0,31 29-16 16,0 7-27-16,0 3-33 0,2 5-18 15,4 8-1-15,-1-1-15 0,-5 3-1 16,2 2-24-16,0-2-3 0,0 0-3 16,0 0-52-16,0-1-26 15,-2-2-33-15,2-2-32 0,0-2-32 0,-2-1-53 16,2-5-62-16,0-1-56 0,0-1-8 16,0-3-21-16,2 0 54 15,-2-1 206-15,-2-5 119 0,3 0 27 16,-1-2 65-16,-2 0 137 0,0 0 100 15,0-1-9-15,0 2-21 0,0-2-23 16,-5 4-65-16,5 1-46 0,-2 3-51 16,2-1-36-16,0 4-12 0,0 1-1 15,0 2 4-15,0 1-7 16,5-2 7-16,-1 1-13 0,0-4-13 0,4-2-16 16,-2-1 0-16,5-3-13 0,-3-2 0 15,0-4-3-15,-2 0 16 0,5 0 13 16,-5-6 16-16,-2-3 9 0,0-1 26 15,0 0 25-15,-2-2 16 16,0-3-1-16,-2 2-21 0,0 1-23 16,0-2-13-16,-4 1-3 0,-2 1-12 15,2 2 2-15,-2 0-5 0,0 0-14 16,-3 2 1-16,1 2-13 0,2 1-1 0,-2 2 0 16,1 1-2-16,1 1-50 15,0 1-70-15,4 0-66 0,0 0-93 16,0 4-115-16,2 1-232 0,0 1-511 15</inkml:trace>
  <inkml:trace contextRef="#ctx0" brushRef="#br0" timeOffset="-49786.69">24865 14714 102 0,'0'0'245'15,"0"0"459"-15,0 0-34 0,0 0-248 16,0 0-40-16,0 0-99 0,0 0-45 16,0 0-21-16,0 0 19 0,0 0-34 15,-33 2-50-15,29-4-33 0,-2-3-41 16,2 1-14-16,0-4-30 0,-2-3-15 16,-1-3-7-16,1-3 1 0,-2-4-10 15,4-3 9-15,-2-3-9 0,-1-4 10 16,3-3 2-16,0 0 1 0,0-1-3 15,4 1 2-15,0-1 4 0,0 0 6 16,0 4-10-16,0-1 1 16,2 2-13-16,2 5 18 0,-2 0 1 15,2 4 9-15,3 4 3 0,-3 1-6 16,-2 7 0-16,0-1-4 0,0 3 1 0,2 3-9 16,-4 1-14-16,4 2-2 15,0 1 0-15,0 0-3 0,3 0-1 16,1 5 2-16,-2 5 1 0,6 2 1 15,1 5 2-15,1 2 1 0,1 2 12 16,-3 8-13-16,5-4 0 0,-7 7 0 16,2-2 1-16,1 2 10 15,-3 0-13-15,1 1-1 0,-1-3-21 0,-2 2-18 16,-4-2-13-16,2-2-2 16,1-1-10-16,-3-2-7 0,2-3-18 15,0-3-7-15,-4-2-32 0,4-3-44 16,-3-3-89-16,3 0-113 0,-4-6-90 15,-2-3-195-15,0-2-509 0</inkml:trace>
  <inkml:trace contextRef="#ctx0" brushRef="#br0" timeOffset="-49573.59">24768 14416 674 0,'0'0'817'0,"0"0"-22"0,0 0-371 16,0 0-321-16,0 0 31 0,0 0 100 16,0 0 37-16,0 0-93 0,50 8-87 15,-34-7-47-15,3 1-25 0,4-2-19 16,-5 0-17-16,3 0-129 16,-2 0-222-16,-3 0-265 0,-3 7-1326 0</inkml:trace>
  <inkml:trace contextRef="#ctx0" brushRef="#br0" timeOffset="-46591.82">21426 14707 356 0,'0'0'53'0,"0"0"-53"16,0 0 671-16,0 0-313 0,0 0-124 15,0 0-49-15,0 0-22 16,-4 7-11-16,4-7-32 0,0 0-30 16,0 0 11-16,4-6 25 0,0-1 25 15,0-5-3-15,0-3-23 0,2-4-13 16,1-3-16-16,5-6-23 0,-2 0-25 15,1-6-10-15,1 0-6 0,0-4-3 16,7-8-7-16,0-11 3 0,7-12-6 16,1 5 0-16,-10 13 0 0,4 0-6 15,-5 12-10-15,-1 3 16 0,1-6-17 16,-1 10 14-16,-3-3 3 0,5 1-16 16,-5 5 11-16,-2 5-13 0,-1 6-1 15,-3 5 3-15,-2 5 10 0,-2 4 3 16,0 3 9-16,-2-1 6 0,0 2 7 15,0 0-13-15,0 0-24 0,0 0-1 16,0 0-18-16,0 0-20 0,0 0-44 16,0 0-92-16,0 0-8 0,2 0 3 15,0 0-61-15,2 0-163 16,0 0-215-16,-2 0-427 0,-16 0 217 16</inkml:trace>
  <inkml:trace contextRef="#ctx0" brushRef="#br0" timeOffset="-46113.6">21515 13846 826 0,'0'0'443'0,"0"0"298"16,0 0-294-16,0 0-102 0,0 0-12 15,0 0-74-15,0 0-127 0,0 0-132 16,0 0 0-16,0 0 3 0,-11 30 67 16,22-34 0-16,3-2 2 0,3-1-18 15,-1-1-4-15,5-4-18 0,-1-2-17 16,3 3-11-16,0-4-1 0,0 1-1 15,-1 1 0-15,-1 1 1 0,0 1-1 16,-3 5 0-16,-3-1 0 0,-5 4 14 16,-2 3-14-16,-1 0 14 0,-3 0 3 15,-4 0 6-15,0 4 22 0,0 5 26 16,0 1-2-16,0 6-15 0,0 6-15 16,-4 5-10-16,4 3-9 0,0 2-10 15,0 1-10-15,4 0 0 0,-2-2-2 16,2-3-3-16,2-2-15 15,-2-3-1-15,3-1-9 0,-3-4-19 16,2-1-49-16,-2-3-46 0,0-2-62 16,0-2-62-16,0-1-107 0,1-2-163 15,-1 0-542-15,-4 0-264 0</inkml:trace>
  <inkml:trace contextRef="#ctx0" brushRef="#br0" timeOffset="-45288.02">20727 14729 246 0,'0'0'84'0,"0"0"-41"16,0 0 1147-16,0 0-875 16,0 0-75-16,0 0-55 0,0 0-43 15,0 0-35-15,0 0-14 0,0 0-3 16,-6 5 4-16,6 7 15 0,2 1-16 16,0 8-10-16,2 7-13 0,2 12-25 15,-2 18-13-15,9 22-3 0,-3 10-13 16,5 5 0-16,-3-1 0 0,0-10 6 15,-1 3-3-15,-1-2-3 0,-2-2 3 16,-1-8 10-16,1-8 18 0,-4-14-31 16,-2-15-15-16,0-10-2 0,0-6 1 15,2 1-13-15,-2 0-15 0,3 0-26 16,-3-6-13-16,0-3-9 0,0-3 8 16,0-4 5-16,0-2-11 0,2-3-48 15,-2-2-80-15,0 0-86 0,0-6-61 16,0-2-80-16,-2-6-46 0,2 2-290 15</inkml:trace>
  <inkml:trace contextRef="#ctx0" brushRef="#br0" timeOffset="-44181.22">20768 14772 180 0,'0'0'1419'0,"0"0"-1033"0,0 0-143 15,0 0-104-15,0 0-22 0,0 0-11 16,0 0-12-16,0 0 6 0,0 0-20 15,0 0 13-15,-10-43 0 0,10 43-22 16,0 0-71-16,4 0-7 0,0 0-22 16,7 0 29-16,1 0 20 0,5 0-1 15,7-3-6-15,3-2-11 0,8 0 20 16,9-2 10-16,14-5 6 0,14-3-6 16,2-1-6-16,-1 2 22 0,-5 1-7 15,-2 1 7-15,0 5-1 0,0 1-5 16,-4 1 34-16,3 4 12 0,-6 1 10 15,-1 2-4-15,-4 4-15 0,-8 2-4 16,-9-2-14-16,-10 3-18 0,-3-1-8 16,5 0-1-16,2 3-15 15,2 0-4-15,-4 1-12 0,0-2 0 16,-6-1 1-16,-2-1-1 0,-3-2-2 0,-1 1 1 16,-3-2-1-16,-1-2-1 15,-3 1-2-15,0 0 0 0,-1-2-11 16,-3 1 11-16,0 1-1 0,2-3-19 15,-1 1 19-15,-1-1-19 0,2 0 7 16,-2 2-7-16,3-1 6 0,-5-1-5 16,2 2 17-16,0 1-17 0,-4 0 2 15,2 1 2-15,0 1 16 0,-2 1 1 16,1 1 20-16,-1 1 8 0,-2 1 0 16,0 2-6-16,0 2-3 0,0 0-7 15,0 2 1-15,0 1-11 0,2 3 1 16,-2 4-3-16,0 3-2 0,6 4 2 15,-4 5-1-15,0 1-1 0,2 3-11 16,0 5-3-16,2-1-2 0,3 10 5 16,-3-7-5-16,-2 2-7 15,2 1-8-15,1-7-64 0,-1 6 19 16,4-2 34-16,-6 0-16 0,4-2 25 16,1-2-19-16,-1-5 10 0,0-2 3 15,1-6-10-15,-3-1-9 0,2-5-48 16,-2-1 6-16,-2-2 25 0,3-2 17 15,-5-3 18-15,2-3 4 0,-2 1 2 16,0-3 1-16,0-2 0 0,0-2 9 16,-2 2 17-16,0-3 9 0,0-2 19 15,0 0 13-15,0-2 16 0,0-2 23 16,-2 2 37-16,0-2-22 0,-2 0-44 16,0 0-29-16,-3 0-10 0,3-2 29 15,-4 2-7-15,-2-2-6 0,-1 0 3 16,1-1 4-16,-2 2 2 15,-1-1 1-15,-1-1 18 0,-3 3-43 16,-6 0-1-16,3 0 0 0,-5 5 16 16,-2-3-19-16,-2 3-11 0,-2 1 11 15,0 0 0-15,0 0 13 0,-2-2-10 16,-2 0 26-16,0 1-1 0,-2-1-2 16,-1-2-26-16,-1 1 12 0,-8-2-10 15,1-1-2-15,-8 2 1 0,-8 0 11 16,-10 4-11-16,0 0 0 0,5-1 0 15,5 3-1-15,9 0-13 0,-1 0 12 16,0 1-2-16,7 1-9 0,9-3 8 16,10 0-11-16,-1-2 11 0,-2 2 1 15,-7 0-16-15,1 0 18 0,4-2-2 16,4-1-22-16,4-2-13 0,9-2-10 16,5 0-44-16,3-2-70 0,6-4-91 15,2-2-304-15,0-1-510 0,4-3-249 16</inkml:trace>
  <inkml:trace contextRef="#ctx0" brushRef="#br0" timeOffset="-42301.47">21134 15874 174 0,'0'0'98'15,"0"0"1236"-15,0 0-944 0,0 0-108 16,0 0-59-16,0 0-52 0,0 0-55 15,-31 10-55-15,27-15-42 0,-2-1 17 16,0-4 15-16,2 1 13 0,-5-5 10 16,1-1 6-16,2-2 19 0,-5-3-7 15,-1-3-12-15,4-5-14 0,-3-3-12 16,3-2-16-16,-2-5-6 0,2-4-4 16,-1 1-5-16,3-2-11 0,0 2-9 15,2 2-1-15,4 3 11 0,-2 2 3 16,2 4-14-16,0 0 29 0,0 5 4 15,0 3 3-15,0 3 6 0,2 4-3 16,-2 2-7-16,0 4-6 0,0 4-9 16,0 1 0-16,2 3-19 15,-2 0 0-15,2 1-16 0,-2-1 4 16,4 0-1-16,0 1 11 0,0-2 0 16,3 1 0-16,1 0 0 0,2-1-1 15,0-1 0-15,3 0 1 0,1 0-1 16,5-2 0-16,0 1 0 0,-1 0-9 15,5 1 11-15,2-3 1 0,0 1-1 16,-1-2 2-16,3 3 0 0,-2 1 0 16,-2 0 1-16,-1 3 0 0,-3 0 10 15,-2 0-11-15,-3 2 2 0,-4 2-1 16,3 0 1-16,-7 0 9 16,0 4-10-16,2 1 1 0,1 1 0 0,-5 2-1 15,4 2 1-15,-2 3-1 0,3 2-1 16,1 2 2-16,-2 4 0 15,1 1 16-15,1 5-17 0,0 1 14 16,1 2-3-16,1 0-11 0,-4 1 1 16,3 0-3-16,-3-2-13 0,-2-4 1 15,0-1-4-15,0-4-9 0,-1-4-16 16,-3-2 10-16,0-6 9 0,0-3-7 16,-2-3-12-16,0-4-34 0,0-2-45 15,-2 0-74-15,0-4-108 0,-5-7-261 16,1 1-234-16,-2-10-304 0</inkml:trace>
  <inkml:trace contextRef="#ctx0" brushRef="#br0" timeOffset="-42043.56">21165 15062 109 0,'0'0'1547'0,"0"0"-1135"15,0 0-127-15,0 0-62 0,0 0-45 16,0 0-18-16,0 0-35 0,0 0-38 0,0 0-4 16,0 0 108-16,-6 25-4 15,12-3-79-15,3 6-51 0,-1 3-26 16,0-1-29-16,0 2-2 0,-1-3-22 16,1-1-9-16,-2 1-42 0,0-5-76 15,-2 0-51-15,3-2-43 0,-7 0-68 16,4-4-99-16,-2-5-411 0,-2 5-312 0</inkml:trace>
  <inkml:trace contextRef="#ctx0" brushRef="#br0" timeOffset="-41675.66">21223 15512 164 0,'0'0'238'0,"0"0"1205"0,0 0-1105 0,0 0-92 15,0 0-88-15,0 0-68 0,-4 50-35 16,8-33-10-16,-2 2-6 15,4 2-20-15,-1 1 13 0,-1 1 0 16,0-3 4-16,0 0 21 0,2-6 8 16,0-3-8-16,3-3-22 0,-1-2-16 15,-2-3-6-15,4-3-13 0,-1 0 1 16,1-5-1-16,0-5 20 0,-1 1 8 16,-1-5-5-16,0-1-4 0,-4-1 0 15,0 0 10-15,-2 1-10 16,-2-2 13-16,0 3 9 0,-2-1 13 15,-6 0 16-15,2 1 6 0,-4-1-13 0,-3-1-6 16,1 3-19-16,-1 1-13 0,1 2-9 16,0 3-1-16,1 2 0 15,1 2-15-15,2 3 0 0,-1 0-22 16,3 0-9-16,-2 4-17 0,2 4-15 16,2-1-16-16,-1 0-57 0,5 0-52 15,0-1-52-15,0-2-113 0,7-3-207 16,-3-1-268-16,6 0-260 0</inkml:trace>
  <inkml:trace contextRef="#ctx0" brushRef="#br0" timeOffset="-40982.57">21810 15676 60 0,'0'0'104'0,"0"0"-22"0,0 0-24 16,0 0 249-16,0 0 214 16,0 0-169-16,0 0-60 0,0 0-81 15,0 0-78-15,0 0-58 0,0 25-40 16,0-25-2-16,0 0 6 0,0 0 9 15,0 0-12-15,0 0-36 0,0 0-36 16,0-2-19-16,0 0 36 0,0-2-49 16,2-3-156-16,0 0-208 0,-2 2-236 15,-4 7-216-15</inkml:trace>
  <inkml:trace contextRef="#ctx0" brushRef="#br0" timeOffset="-40422.57">21988 15236 252 0,'0'0'176'16,"0"0"1372"-16,0 0-1084 0,0 0-132 15,0 0-88-15,0 0-52 0,0 0-23 16,0 0-17-16,-52-34-22 0,46 28-16 16,-2 0-20-16,0 2-9 0,3 1 6 15,-3 1 4-15,-2 2-17 0,-1 0 0 16,3 4-10-16,-4 4-31 0,-3 3-18 15,1 3-18-15,-1 5-1 0,-1 2-2 16,1 5 0-16,-1 4-13 0,3 1 12 16,1 3-13-16,0-1 14 15,5 0 2-15,1-1 0 0,2-1 3 16,4-5 10-16,2 1-12 0,4-6-1 16,3-1 0-16,3-3-25 0,-2-2 13 15,5-1 10-15,-3-4 1 0,5-2 1 16,3-1 21-16,-1-3 10 0,0-2 3 15,-1-2 0-15,1 0-6 0,2-2 0 16,-3-4 0-16,1-3 3 0,-1 1-7 16,1-5-8-16,-5 3-1 0,1 2-12 15,-1-3 0-15,-3 4-2 0,-1 0-1 16,0-1-1-16,-3 2-11 0,-1 1-53 16,0 0-43-16,0 0-65 0,2 1-55 15,-5-2-94-15,3 1-236 0,-4 1-442 16,0-2-819-16</inkml:trace>
  <inkml:trace contextRef="#ctx0" brushRef="#br0" timeOffset="-37974.66">21337 14446 263 0,'0'0'140'0,"0"0"1065"15,0 0-825-15,0 0-27 0,0 0-55 16,0 0-57-16,0 0-77 0,-15 14-91 15,15-14-18-15,0 0 12 0,0 0 13 16,0 1 37-16,2-1 48 0,0 1-26 16,3 1-32-16,-1-2-22 0,2 1-13 15,2 0-2-15,3 1-17 0,1-2-12 16,0 0-13-16,5 0-25 16,-3 0 22-16,5 0-13 0,-2 0-10 0,5 0 2 15,-1 0 11-15,-2-2-15 0,1 2-1 16,1 0 0-16,0 0-1 0,-5 0-17 15,-4 0-24-15,-1 0-17 0,-5 0 11 16,-2 0-15-16,-2 0-21 16,-2 0-12-16,0 0 9 0,-4 0-61 15,-2-1-172-15,2-3-98 0,0-1-172 16,-1 1-462-16,-3-2-161 0</inkml:trace>
  <inkml:trace contextRef="#ctx0" brushRef="#br0" timeOffset="-37632.53">21349 14282 974 0,'0'0'556'0,"0"0"213"0,0 0-291 15,0 0-90-15,0 0-139 16,0 0-160-16,0 0-70 0,0 0 44 16,0 0 13-16,0 0 13 0,35 15 2 0,-18-13 0 15,2 1-16-15,-1-3-20 16,3 0-8-16,-1 0-19 0,1 0-7 16,-4 0-17-16,3 0-2 0,-3-1 0 15,1-1-2-15,-1 2-1 0,-3-2-34 16,-1 2-47-16,-1 0-53 0,-1 0-63 15,-1 0-65-15,-2 0-84 0,0 2-126 16,-3-2-620-16</inkml:trace>
  <inkml:trace contextRef="#ctx0" brushRef="#br0" timeOffset="-26069.37">24950 16335 757 0,'0'0'235'0,"0"0"12"0,-62 20 453 16,37-11-483-16,-6 0-46 0,0-1-54 16,-2 3-7-16,0-2-23 0,2 2 3 15,-2 0-10-15,-2-1-6 16,2 0-3-16,-2 3-4 0,2-2-15 0,-5-1-23 15,3 0-13-15,0 1-16 16,-2-1-15-16,2 0 14 0,-2 1-15 0,-3-4-1 16,-3-1 14-16,2 0-16 15,-5-2-3-15,-8 0-10 0,-10-1 15 16,-8-1 16-16,-2 0 1 0,-1 0 1 16,7-2 2-16,4 3 13 0,0-2-14 15,-2 1 1-15,-3 0 13 0,1-2-3 16,-4 0-13-16,-1 0 1 0,3 0-1 15,-4-3 1-15,-3 1-1 0,3-1 1 16,-3 3 14-16,1-2-14 0,-1 1 0 16,-1 1 25-16,1 0-23 0,-3-3 10 15,1 0 2-15,-1-1-14 0,-1-2-1 16,2 0 21-16,-1-1-21 0,5-3-1 16,-5-1-2-16,3-2-14 15,1 1 17-15,-3-1 3 0,5 0-3 16,-5 0 0-16,7-1-1 0,-5 0 1 0,5-2 16 15,2-2-16-15,2 0 1 16,1-4-1-16,3-1 0 0,-2-4-13 16,2-2 11-16,2-4-17 0,0-2 16 15,6-2 0-15,0-1-9 0,3-1 11 16,7 3-9-16,7 5 10 0,8 5 1 16,2-4-1-16,-4-3 0 0,-6-9 0 15,-9-14 0-15,-6-7 0 0,1-10-1 16,1-4-2-16,4 8 2 0,9 7 0 15,4 5 0-15,6 3 1 0,2-2-23 16,0-4 21-16,5-1 2 0,1-1 1 16,2-5-1-16,3 1-3 0,3-1-10 15,-1-2 13-15,4 1-2 16,1-1 2-16,1 0 0 0,4 0 0 0,0 3-1 16,2-5-2-16,2-1 1 15,0-1 0-15,4-1 2 0,2-4 0 16,6 2-1-16,-1-4 1 0,3-1 0 15,1-1 3-15,3 0-1 0,-1 0-2 16,1-1-26-16,5 0 23 0,-2-2-10 16,2 1 10-16,1 2-10 0,3 3-6 15,0 3-7-15,2 2 24 0,2 2-11 16,2 5 0-16,4 3-6 0,3 1 6 16,-1 1 11-16,6-3 2 0,-3 4-2 15,5 0 1-15,1 2 1 0,1-1 0 16,3 1 0-16,-4 0 0 0,-1 9-2 15,5-4 1-15,0 4-19 0,-1 4 7 16,11-3 12-16,-10 9-2 0,2 2 2 16,2 5 0-16,-3-1 1 0,7 3 3 15,-2 3 0-15,4 0 17 16,2 3-4-16,0 0-3 0,2 3 6 0,3 4-6 16,-1 0-11-16,0 0 14 15,2 5-3-15,1 2 3 0,1 1-14 16,0 1 1-16,-1 3 16 0,3 0 4 15,-2 2 6-15,3 1 6 0,-1 3-19 16,1 0 10-16,-3 0-15 0,4 3-10 16,-1 2 2-16,-1 0 17 0,5 2-18 15,-1 1 18-15,3-2-18 0,4 2 11 16,-1-1-13-16,5-1 1 0,2 1-2 16,-4-2 1-16,2 2-2 15,4-1-14-15,-6 3-6 0,0 0 21 0,0 0-3 16,-3 1-31-16,1 1 6 15,-6 2 0-15,1 1 13 0,-5 5-3 16,-5-2 17-16,-2 5-14 0,0 1 15 16,-2 0-1-16,5 0 2 0,-3 1 2 15,-2 2-1-15,4-1-1 0,-1 0-3 16,3 0 2-16,-2 0 0 0,-2 0 0 16,1 2-3-16,-1 1 3 0,-2-2 1 15,0 4 2-15,-2-4 1 0,2 7-2 16,-2-1 1-16,-6-2 0 0,-2 5 0 15,0-2 1-15,-8-2 0 0,-11-3-3 16,-8-6-1-16,-2 3-2 0,6 5 1 16,0 5 1-16,4 9-2 0,6 9 3 15,-3 10 1-15,-5 8-1 0,2 5 1 16,-8-6 1-16,-4-2 17 0,-7-6-15 16,1 2 15-16,-5 0-6 0,7 3-1 15,-11-1 1-15,9 0-13 0,-9 3-1 16,1 2-2-16,3 0 1 15,-8 0-1-15,-2-2-1 0,3 2 3 16,-5-2 0-16,-2 2 1 0,0-1 2 16,-2 1 1-16,-5-2-2 0,1 0-1 15,-4 2-4-15,-5-2 2 0,5 1-17 16,-8-1 18-16,5 0-1 0,-6 0-1 16,3-1-13-16,-5 1-10 0,3-2-6 15,-5-2 3-15,0-2-10 0,-2-3 17 16,1-1-4-16,-5-2 26 0,2-1-1 15,-2-1 0-15,0-1 1 0,-2-2 2 16,4 2 0-16,-4-4 12 0,4-4-14 16,2-10 0-16,7-4-3 0,-3-2 3 15,-6 4-35-15,-2 6 12 0,-8 2-3 16,2 1 20-16,-2-5-7 0,-1 0 13 16,-3-4 0-16,-4 1 2 0,3 0 18 15,-7-3-18-15,-3 5 22 0,-12 2-23 16,-6 5 14-16,-7-4 5 15,9-4-4-15,8-7-15 0,2-6 0 16,0-4 0-16,2-3 18 0,3 2-19 0,-7-5 0 16,4 1-1-16,0 0 1 15,0-4 1-15,3-2-1 0,3-4-22 16,4 0-23-16,7-4-29 0,10 0-52 16,-2 0-68-16,-4-5-133 0,4 0-225 15,-23-5-210-15</inkml:trace>
  <inkml:trace contextRef="#ctx0" brushRef="#br0" timeOffset="-9474.97">18418 13547 363 0,'0'0'310'0,"0"0"-66"0,0 0-123 15,0 0-76-15,0 0 482 16,0 0-328-16,0 0-47 0,-43 52-35 16,38-46-29-16,1-2-7 0,2-1-20 15,2-1-32-15,-2-1-9 0,2 0 2 16,-2-1 11-16,0 2 5 0,2 0 1 15,-4 0-3-15,2 3 2 0,0 0-5 16,-2-1 2-16,0 1-6 0,-3 1-13 16,3 0-3-16,-2 0-10 0,0-3 1 15,2 0-2-15,-3 1-2 0,1-1 0 16,0 0-2-16,-2 0-14 0,4 0 14 16,-5 0 1-16,3 0-2 0,-2 3 1 15,0-3 0-15,1 0 0 0,1 1 2 16,0-1 2-16,2-1-2 15,0-1-1-15,0 2-2 0,2-3-17 16,2 0 1-16,0 2-7 0,0-2-13 16,0 0-16-16,0 1 10 0,0 0 26 15,0 2 18-15,0-1-1 0,0 1 1 16,0 1-1-16,2-1 2 0,-2 1 3 16,0 1 13-16,0-1-13 0,-2 1 13 15,2 1-14-15,-2 0 2 0,2 1-1 16,-3-2 0-16,1 0-1 0,2 1-1 15,-2-1 0-15,0 0-1 0,2-1-2 16,0 0-14-16,0 0 13 0,0 1-10 16,0-1 12-16,4 2 0 0,-2-2-1 15,-2 0 0-15,3 3 2 0,-3-3 13 16,2 3 7-16,0-2-4 0,2 2 3 16,-2-1-3-16,2 1-3 15,0-1 3-15,-2 5 1 0,4-2-1 16,1 2 0-16,-3 2 0 0,4 0 0 15,0-1-13-15,-4 2 10 0,5-3-11 16,-1 4 1-16,2-2-2 0,-4-1-1 16,3 0-2-16,-1 1-2 0,0-3-12 15,1-1 13-15,-3 0-13 0,-2 0 13 16,4 0-1-16,-2-2-9 0,-2 2 10 16,1 0-10-16,1-2 10 0,-4 0-20 15,0-2 11-15,4 1-1 0,-6-2 10 16,4 0 1-16,-2-1 0 0,0 0 1 15,1-2-2-15,-1 3-10 0,-2-3 10 16,2 2-10-16,0-1 0 0,2-1-6 16,-2 2-1-16,0-1 1 0,0 0-1 15,-2-2-6-15,6 0 1 0,-6 3-5 16,4-3 14-16,-4 0-3 16,0 0 17-16,0 0 1 0,2 0 1 15,-2 0 13-15,0 0 6 0,0 0 7 16,0 0 0-16,0 0-14 0,0 0-12 15,0 0-23-15,0 0 4 0,0 0-30 16,0 0-29-16,0 0 7 0,0 0 6 16,0-3 30-16,0 1-4 0,0-1-26 15,0 0-33-15,0-3-22 0,0 1 36 16,3-1 22-16,-3 2 20 0,2-2 25 16,0 2 17-16,-2-4 2 0,2 4 1 15,0-2 13-15,-2 0-3 0,2 0-12 16,0-1 0-16,0 0 11 0,0-1-12 15,0-2-1-15,0 1-1 0,2-1-2 16,3-3 1-16,-3-4 3 0,0 2 2 16,2-4 1-16,0-2 0 15,0-3 9-15,1-2-11 0,-1 0-1 0,0-1 0 16,0 2-13-16,-4 2-7 16,4 2 11-16,-1 4 9 0,-3 1 13 15,0 1 0-15,0 3-10 0,0-1-1 16,-2 5 1-16,0-2-1 0,2-1-1 15,-2 2 12-15,2-1 1 0,-2 0 2 16,2-1 0-16,0 1 0 0,0 1-3 16,0-1-12-16,0 1-1 0,-2 1 0 15,7-2-13-15,-5 5 0 0,2-3 11 16,-2 4 0-16,2-1 0 0,-4 2-1 16,2 1-17-16,-2 2 18 0,2-2 2 15,-2 2 49-15,0 0 71 0,0 0-39 16,0 0-67-16,0 0-14 15,-2 0-16-15,2 0 13 0,-2 0-14 0,2 0 4 16,-2 0 0-16,0 0 12 16,0 0 1-16,0 0 0 0,-2 0 4 15,-1 0 9-15,3 0-10 0,-2 0 13 16,-2 0-3-16,2 4-13 0,-2 1-1 16,-1-1-1-16,1 1 1 0,0-1 1 15,-2 1 1-15,0 0 12 0,-3 0-11 16,5-1 11-16,-2 1 10 0,-1-1 16 15,-1 0 0-15,2 0-10 0,0-2-16 16,-3 3-11-16,3-2 1 0,2 0-2 16,0 0-1-16,-1 0-3 0,1-1-20 15,0 2 4-15,4-2 6 0,-2 0 11 16,0 0-11-16,2 0-13 0,-1 2 3 16,3-2-3-16,-2 3-3 0,0-1-39 15,2 0-59-15,-2 2 3 0,2 2 11 16,-2 2 5-16,0-1 7 0,0 2 3 15,-2 2 14-15,2 1 22 0,0-1 26 16,-4-1 13-16,1 0 21 0,1 1 1 16,0-4-1-16,2-1-18 15,0-2-87-15,0 0-134 0,2-3-79 16</inkml:trace>
  <inkml:trace contextRef="#ctx0" brushRef="#br0" timeOffset="679.46">15361 9213 14 0,'0'0'49'0,"60"0"16"0,-27 0 7 15,6-3-49-15,0 1 19 16,3 1 36-16,3-2 186 0,-1 2-192 16,-1-1-49-16,2 1-20 0,1 0 14 15,-1-3-17-15,7 2-3 0,6 0 3 16,6 0-1-16,8 2-1 0,1 0 2 15,-5 0-1-15,-8 4 1 0,-2-2-3 16,-2 2 3-16,1-2 42 0,5 1 4 16,1 0-27-16,-1 0-2 0,-7 0-14 15,9 2-2-15,3-2 1 0,-7 0 17 16,6 1-19-16,-2 0 0 0,0-3-2 16,0 4 1-16,2-2 0 15,0-1 1-15,0 2 0 0,0-1-1 0,-1 0 1 16,3 0 0-16,-4-1 13 0,2 3 26 15,-2 0-9-15,0-1-11 0,0 0-17 16,-2 2 2-16,-4-3-4 0,4 0 0 16,2 2 0-16,-6-2-3 15,2 1 3-15,-6 0 0 0,4 3-2 16,-2-3 2-16,-5 0-2 0,3-1 2 16,-11 1-1-16,-3-2 1 0,-7 0 1 15,-6 0 0-15,12 1 1 0,2-1-2 16,7-1 0-16,-5 1 0 0,5-2 0 15,-5 0-1-15,-2 0 1 0,3 0-1 16,-5-2 1-16,2-1 1 0,-3 0-1 16,-1-1 0-16,0 0-1 0,-2 0-2 15,-2-1-13-15,0-1-7 0,-2 0-42 16,-2-2 13-16,0 1-23 0,4-1-33 16,-6-1-74-16,-2-1-11 0,-6 3-47 15</inkml:trace>
  <inkml:trace contextRef="#ctx0" brushRef="#br0" timeOffset="3021.14">21397 16461 9 0,'64'-2'52'0,"-4"1"-6"15,-4-1-20-15,-1 2 22 0,1-2-25 16,0 0-21-16,2 1 64 0,0-2-53 15,-2 2 13-15,1 0-25 0,1 0-1 16,0 1-11-16,0-2 11 0,2 2 16 16,4 0-16-16,-2 0 1 15,0 0 10-15,2 0-9 0,-2 0 0 16,0 0 24-16,0 0 9 0,-4 0 21 16,0 3 45-16,-2 0-62 0,-2 0-23 15,3 1 1-15,-3-1-14 0,2 0-2 16,0 3 28-16,-2-2 1 0,-1 1-8 15,3 1 5-15,-12-2-14 0,-5 1-11 16,-10-4 0-16,2 1 11 0,4 0-12 16,4 0 10-16,5 1-11 0,-5-3 0 15,0 2 1-15,-2-1-1 0,1-1 2 16,-3 0-2-16,0 1 2 16,0-1-1-16,0 0-1 0,2 0-2 15,-4 0 2-15,1 0 0 0,-1 0 0 16,-4 0 0-16,2-1-1 0,2-2-1 15,-2 0 0-15,0 0-31 0,-5-1-22 16,3-2 3-16,0 0-27 0,-2 0-12 16,-2-1-7-16,-2 0-3 0,4-1 20 15,-3 2-27-15,-3-1 30 0</inkml:trace>
  <inkml:trace contextRef="#ctx0" brushRef="#br0" timeOffset="4081.52">16041 11843 365 0,'0'0'26'0,"0"0"-26"15,0 0 564-15,0 0-339 16,0 0-56-16,0 0-45 0,0 0-56 0,0 0-58 16,-15 51-10-16,15-47-52 15,0 1-36-15,5-2-49 0,1 0-52 16,-2-2-120-16,6-1-138 0</inkml:trace>
  <inkml:trace contextRef="#ctx0" brushRef="#br0" timeOffset="16105.38">12742 10944 25 0,'0'0'104'0,"0"0"-29"0,0 0 440 0,0 0-316 15,0 0-52-15,0 0-30 16,0 0-49-16,-52-18-6 0,46 17 3 16,6 1-3-16,-2 0-3 0,0 0-4 15,-2 0-3-15,2 0-10 0,-3 0-3 16,3 0-6-16,2 0-20 0,0 0-13 15,0 0-12-15,-2 0-8 0,2-3 1 16,0 3-1-16,0 0 20 0,0 0 36 16,0-3 29-16,0 3 46 0,0-1 15 15,-4 1-6-15,4-3-3 0,-2 2-20 16,0-1-16-16,0 2-10 0,0 0 0 16,0 0 0-16,0 0-7 0,2 0-15 15,-2 0-11-15,-2 0-9 0,1 0 0 16,-3 0-3-16,4 0 0 0,-2 0-4 15,0 0-3-15,-2 2 1 16,4 2-8-16,-2 0-8 0,-7 2 8 0,5 3-8 16,-2 3-2-16,4 1 1 15,-11 7 13-15,7-1 0 0,0 6-14 16,-3-1 11-16,-1 2-10 0,1 3 13 16,3 0 13-16,-2 1-6 0,-5 2-11 15,9 3 7-15,-6 5-15 0,1 1 12 16,3 1-4-16,-4 5-8 0,-1-1 8 15,5 2-8-15,-8 7-3 0,1 7-1 16,-1 8-4-16,1 3 3 0,1-6 0 16,3-3 0-16,3-7 1 0,2 0 0 15,2 3 1-15,-2 2-1 0,1-1 1 16,1 2 2-16,0-3 0 0,2 2-2 16,0-2-1-16,0-3-14 0,2-1-21 15,-2 0 3-15,2-1 9 0,-2 1 4 16,2-3 17-16,-2 0-1 0,2-1 2 15,0-2 0-15,2 5 1 16,0-3 2-16,2 2 0 0,0 2-1 0,2 0 0 16,-2-6-1-16,1-8-29 15,3 5 7-15,-4-9 6 0,2 0 13 16,2 5-33-16,-3-6 14 0,5 5 21 16,-4 4 0-16,0-2-12 0,1 1-10 15,-3-3 4-15,4-2 17 0,-4 0-27 16,0-5 10-16,-2-1 17 0,2-3-1 15,1-5 3-15,1 0 3 16,0-3 13-16,0-1-15 0,-2-5-1 0,2 0-1 16,1-3-15-16,-3-1-4 15,8-3-5-15,-8-2-17 0,5 1 13 16,-3-3 9-16,4 0-5 0,-4 0-4 0,-2-1-7 16,7 0 14-16,-7 2 5 15,6-1-21-15,-6 1-4 0,-2 1-16 16,5 1-4-16,-3-2 10 0,-2 1 10 15,0 2 10-15,0-3 0 0,-2 1-4 16,6-2-3-16,-6-1 13 0,2 0-3 16,-2-3 0-16,0 1-7 0,0-2-16 15,0 0-10-15,0-1-12 0,0 0 15 16,0 1-9-16,0 0 19 0,-2 2 10 16,-2-2 38-16,2 1 0 0,2 2 1 15,-4-3 13-15,2-1 16 0,-2 0 14 16,-3 0 15-16,5 0 33 0,-4-3-10 15,-2-5 7-15,0 0-23 16,-1-4-26-16,3-2-37 0,-4-3 40 0,2-2-40 16,-1-3-2-16,5-1-1 0,-8-5 0 15,4-5-1-15,-3-9-11 16,-5-16 13-16,-3-17-2 0,0-8-11 16,1-6 13-16,-1 0-4 0,5 3-25 15,-5-4 26-15,5-5-23 0,-1-2-84 16,3 1-69-16,6-3-55 0,-3 2-98 15,5-1-20-15,4-5-133 0,0 24 112 16</inkml:trace>
  <inkml:trace contextRef="#ctx0" brushRef="#br0" timeOffset="21758.12">25062 11640 96 0,'-60'11'339'0,"-8"2"-49"15,10-6-192-15,-2 3-14 0,-2-2-45 16,4-3-22-16,-2 2-6 0,4-4-11 15,-2 0-3-15,5 0 2 0,1-1-1 16,-4-2-1-16,2 0-17 0,3 0-97 16,11-2-137-16,-1-1-245 0</inkml:trace>
  <inkml:trace contextRef="#ctx0" brushRef="#br0" timeOffset="22507.12">22786 11234 177 0,'0'0'43'16,"0"0"-43"-16,0 0 505 0,0 0-313 16,0 0-42-16,64 2-10 0,-43-7-55 15,3 0-17-15,7-2 10 0,0 0-16 16,3 0-7-16,1-1 7 0,2 1-4 15,2-1-9-15,2 2-3 0,5 1-43 16,-5-1 20-16,5 3-22 0,8 0 34 16,8 1-15-16,12 2 19 0,2 0 10 15,-1 0-14-15,-5 0 37 16,-4 5-14-16,5-3-6 0,3-1 13 16,9 2-4-16,-3-3-15 0,9 1-8 15,-2-1-15-15,0 0-10 0,2 0-10 16,-5 0 39-16,3 0-40 0,-2 0-2 15,4 3-1-15,-2 0 1 0,-3 0-2 16,1 1 1-16,0 0 0 0,-2 0-2 16,-1 2 1-16,1-2 2 0,-4 1 0 15,3-1 2-15,1 1-1 0,0-1 0 16,-3-3 2-16,1-1 0 0,-7 0-2 16,-1 0 1-16,-7 0-1 0,-4 0-1 15,0 0-3-15,-17 0 2 0,-8-1-12 16,-5 0 10-16,-6-2-10 0,3 1-13 15,4 0-51-15,0 2-37 16,-2-1-9-16,-8 1-16 0,-6 0-59 0,-7 0-66 16,-2 0-42-16,-8 0-39 15,0 0 13-15</inkml:trace>
  <inkml:trace contextRef="#ctx0" brushRef="#br0" timeOffset="23114.38">23009 11232 438 0,'0'0'1220'16,"0"0"-973"-16,-54 0-56 0,42 0 26 0,2-1-23 16,8 0-55-16,2-1-139 15,6 0-16-15,6-2 13 0,9 0 3 16,6-2 13-16,2 1-11 0,8-2 1 15,2 1 0-15,15-1-3 0,10-2-1 16,12 2-15-16,7-3 15 0,0 0-1 16,-3 3-1-16,-1-1 2 0,-3 0-12 15,9 2 13-15,-2 1 0 0,6 0-1 16,-2 0-3-16,1 1 2 0,3 2 1 16,0 1 1-16,-4 1 0 0,4 0 1 15,2 0-1-15,-4 3 3 16,8 3 33-16,-2 0-4 0,-2 1 13 15,4 2 4-15,-3-1-11 0,-1 0 1 16,-3 2-10-16,-3-2 0 0,4 2-7 16,-6 0-9-16,0-2 3 0,-5 0 0 15,1 1 0-15,-7-1-15 0,-1-2 15 16,-3-1-16-16,-6 0 0 0,-4 0-1 16,0-5 1-16,-12 2-2 0,-9-1 1 15,-14-1-2-15,-3 0-29 0,7 0-33 16,-4 1-18-16,0-1-1 0,-6 1-16 15,-7-1-19-15,-2 2-27 0,-8-2-41 16,-2 0-89-16,0 0-42 0,-10 0-350 16</inkml:trace>
  <inkml:trace contextRef="#ctx0" brushRef="#br0" timeOffset="24676.39">21260 7086 1084 0,'0'0'791'15,"0"0"-590"-15,0 0-110 0,71 61 32 16,-42-39 55-16,2 1-1 0,2 2-32 16,6 2-26-16,4 1-23 0,11 4-12 15,12 8-5-15,17 4-5 0,6 4-1 16,-7-4-3-16,1 0-22 0,-10-5-3 15,5 4-10-15,5 3 3 0,-3 3-10 16,9 4-6-16,-2 4-9 16,2 1-10-16,4 5 29 0,0 2-17 15,-2 3-12-15,4 2 9 0,-2 0-9 16,2 0 13-16,0 1-15 0,-2 1-1 16,-2-2 0-16,0 0-3 0,-2 0-16 15,-4-1 19-15,0-2 1 0,-5-3 15 16,1 1-16-16,-9-3 3 0,0-2 19 15,-3 0-22-15,-7-7 0 0,-2 1-3 16,-2-5-16-16,-15-8 0 0,-4-9-16 16,-8-4-6-16,-6-5-22 0,8 4-23 15,0 3-25-15,4-2-39 0,-6-3-20 16,-2-7-22-16,-2-4-66 0,-8-7-98 16,-1-5-179-16,-5-2-149 15</inkml:trace>
  <inkml:trace contextRef="#ctx0" brushRef="#br0" timeOffset="25018.34">24204 8479 2727 0,'0'0'347'16,"0"0"-271"-16,0 0-44 0,16 76 13 16,3-43 89-16,6 5 19 0,8 4-55 15,6 3-41-15,9 10-19 0,-3-7-19 16,11 8-17-16,4 8 1 0,-15-14 13 16,1 0-15-16,-15-7 27 0,-8-8-12 15,-3 7-15-15,-3 3 18 0,-7-1-7 16,-6-1 23-16,-10-2-7 15,-6-1 47-15,-9 1 10 0,-2-4-21 16,-6-1-11-16,0-3-28 0,3-6-25 16,3-2-14-16,6-8-137 0,7-1-147 15,8-5-143-15,2-3-327 0,8 2-668 0</inkml:trace>
  <inkml:trace contextRef="#ctx0" brushRef="#br0" timeOffset="25565.25">25860 12870 1555 0,'0'0'1176'0,"0"0"-941"16,0 0-117-16,0 0-9 0,0 0 9 15,0 0-19-15,0 0-71 0,0 0-26 16,0 0 24-16,0 0 107 0,-25 13-13 16,27-22-57-16,4-4-12 0,-4-7-10 15,4-7-4-15,7-14-12 0,-1-13-6 16,3-16-18-16,3-7 0 15,-1 2 0-15,1 1 1 0,3 7 2 16,-6-2-3-16,3 0 14 0,-3 3-13 16,-3 1-2-16,5 3-30 0,-11 3 28 15,2 12-11-15,-2 12 12 0,-4 6-24 16,-2 2-28-16,0-1-23 0,0-6-59 16,0-4-30-16,0 3-48 15,0 0-56-15,0 0-120 0,0 3-165 0,2 8-252 16</inkml:trace>
  <inkml:trace contextRef="#ctx0" brushRef="#br0" timeOffset="26044.34">26426 11792 2229 0,'0'0'201'0,"0"0"-17"0,-64-41-17 16,39 25-32-16,-4 2 23 0,-2-3-56 15,4-2-54-15,-2 3-46 0,5-3-2 16,-3-2-1-16,-2 2-2 16,0 0 3-16,4 0 1 0,2 3 2 15,1 0 13-15,-1 1 25 0,6 2-15 16,-1 2 9-16,5 0-10 0,-1 4-12 16,1 0 3-16,7 2-13 0,-2 2-1 15,0 0 0-15,1 2 2 0,3 1 5 16,2 0-9-16,0 8-44 0,-4 7-1 15,-2 9 32-15,2 7 13 0,-5 14 0 16,3 14 16-16,-4 9-3 0,3 4-10 16,5-7-1-16,4-13-2 0,0-15-3 15,0-8-10-15,0-2-44 0,0 5-26 16,2-1-38-16,2 5-72 0,5-5-94 16,-3-12-185-16,2 0-548 0</inkml:trace>
  <inkml:trace contextRef="#ctx0" brushRef="#br0" timeOffset="26604.92">25041 8726 2659 0,'0'0'238'0,"0"0"-122"0,0 0-100 16,0 0 3-16,0 0 112 15,0 0 10-15,70 38 27 0,-39-28-16 16,7 0-25-16,7 5-24 0,15 0-5 16,8 6-20-16,7 1-24 0,-7 0-32 15,-4 0-22-15,-12-2 0 0,-7 0-22 16,-8-4-60-16,-8-2-56 0,-6 0-57 15,6 1-65-15,0 2-162 0,-6-4-222 16,-5 1-698-16</inkml:trace>
  <inkml:trace contextRef="#ctx0" brushRef="#br0" timeOffset="26845.53">25182 9114 3392 0,'0'0'493'0,"0"0"-436"0,0 0-14 0,0 0 8 15,66 25 84-15,-33-14-23 0,2-1-37 16,6 0-54-16,15-1-20 16,-10-3-1-16,5-2-105 0,-3-2-29 15,-11-2-33-15,9 0-34 0,-9 0-87 16,-6-6-127-16,-4-1-196 0,-13 1-469 15,-4-9-296-15</inkml:trace>
  <inkml:trace contextRef="#ctx0" brushRef="#br0" timeOffset="27363.82">25533 8582 2704 0,'0'0'257'16,"0"0"-160"-16,0 0 27 0,-21 61-73 15,19-29 52-15,2 15 59 0,0 18-1 16,4 16-47-16,5 7-26 0,7 0-38 16,-3-6-3-16,1-9-18 0,-1 0-29 15,1-5-2-15,-2-1 0 0,-3-6-9 16,1-11 11-16,-6-11 0 0,2-9 0 15,-6-5-47-15,0 3-19 0,0 2-13 16,-6 0 13-16,-4-4 12 0,2-3 13 16,-9-6 3-16,3-4-6 0,-3-2 15 15,0-7 7-15,-1-4-29 0,1 0-3 16,-1-10-9-16,1-5 5 16,-3-5 1-16,3-5 9 0,-2-3 41 0,3-5 7 15,-1 2 26-15,3-2 22 0,-1-1-13 16,5 1 3-16,2 0 0 15,-1 5 7-15,5 0 12 0,2 4 4 16,2 4-8-16,0 6-27 0,0 4-26 16,2 3-16-16,2 4 3 0,3 3 13 15,1 0 0-15,0 2 70 0,5 5 6 16,3 1-35-16,5 4-39 0,0 4 36 16,3 2-4-16,7-2-15 0,0 3 0 15,4-3-17-15,-1 0-2 0,3-2 0 16,0-3-69-16,0 0-45 0,0-4-9 15,1-2-17-15,-1-2-13 0,-4-3-67 16,0-1-153-16,-8-4-284 0,6-10-493 16</inkml:trace>
  <inkml:trace contextRef="#ctx0" brushRef="#br0" timeOffset="27631.36">26040 8831 2350 0,'0'0'686'0,"0"0"-436"0,0 0-63 16,0 0-174-16,0 0 25 0,-17 57 70 16,17-32-1-16,0 7-12 0,8 4-35 15,3 1-23-15,-5 1-18 0,10 0-18 16,-3 2-1-16,1 0-2 0,5-4 0 15,4 3-11-15,-5-6-37 0,5 3-70 16,0-5-50-16,-1-4-78 0,1-2-27 16,4-1-133-16,-8-7-209 15,1-3-420-15</inkml:trace>
  <inkml:trace contextRef="#ctx0" brushRef="#br0" timeOffset="27997.31">26507 9351 252 0,'0'0'2431'0,"0"0"-2110"0,0 0-145 15,0 0-70-15,-54-30-8 0,42 27-5 16,1 0-36-16,-1 3-45 0,-1 0-12 16,-3 0-33-16,1 4-6 0,-5 3-18 15,5 3 9-15,-7 3 26 0,3 0 20 16,-4 1 2-16,9 3 1 0,-5 1 47 15,7 1 6-15,-3 1-3 16,7-1 6-16,0 1-10 0,4 0 7 16,-3 0 3-16,7 2-3 0,9-2-17 15,1 0-5-15,2 2 15 0,7 1-9 16,-3-2-4-16,7 0-6 0,6 0-12 16,-4-2-14-16,-2-1-1 0,8 0 0 15,-4-3 1-15,2 0-2 0,2-2-12 16,-5-2-35-16,1-2 9 0,0-1-25 15,0-2-22-15,0-2-28 0,4-4-43 16,-2 0-47-16,0-7-101 0,2-4-214 16,-13 0-539-16,9-10-331 0</inkml:trace>
  <inkml:trace contextRef="#ctx0" brushRef="#br0" timeOffset="28415.51">26802 8883 2365 0,'0'0'262'0,"0"0"-111"15,0 0 13-15,0 0-71 0,0 0-35 0,0 0-17 16,0 0-18-16,0 0 2 0,0 0 33 16,0 0-7-16,4 55 22 15,-2-30 10-15,5 8-10 0,1 3-7 16,0 13-2-16,-2 13-23 0,5 13-19 15,1 3-22-15,-2 0-3 16,3-6 1-16,1-9 1 0,-3 0 0 0,7-4-31 16,-5-3-28-16,3-11 6 0,-3-6-22 15,-5-10-39-15,4-4-25 0,1 4-84 16,-1 2-120-16,1 0-222 0,-3-8-259 16,-4 0-445-16</inkml:trace>
  <inkml:trace contextRef="#ctx0" brushRef="#br0" timeOffset="29026.93">27303 9225 2267 0,'0'0'204'15,"0"0"-36"-15,0 0-104 0,0 0-38 16,0 0 54-16,0 0 26 0,0 0-29 16,0 0-22-16,0 0-26 0,0 0-26 15,2 63 13-15,-9-42-16 0,-11 2-17 16,1 5-25-16,-10-1-3 0,-4 1-9 16,-2-2 6-16,-4-1 9 0,-2-2 10 15,-9 0 10-15,3-4 16 0,-1 0-17 16,-3-3 20-16,3-2 12 0,1-3-12 15,-1-1-3-15,7-3 2 0,0-2 1 16,6 0 1-16,2-2 28 0,8-3 19 16,2 0 13-16,9 0-3 15,4-3 0-15,1-4-31 0,1-3-27 0,6-4-1 16,0-3-40-16,0-4 9 16,10-4 12-16,-1-4 1 0,1 0 17 15,7-2 0-15,-1-1 2 0,7 3-1 16,2 1 0-16,-3 1-2 0,7 2 2 15,0 5-1-15,2 2-1 0,2 5-10 16,-2 3 12-16,0 7 1 0,0 2 23 16,-4 1 25-16,-4 6-10 0,6 3-3 15,-4 5-12-15,4 4-4 0,-4 3 10 16,-1 6-4-16,7 0 14 0,-4 4-26 16,4 4-10-16,-4-3 10 15,-2 1-11-15,-2 0-2 0,-1-3-1 0,-7 1-3 16,1-1-18-16,-5-4-7 0,-5 3 1 15,2-3-14-15,-8-1 0 16,0-1-19-16,0-3-9 0,0 0-10 16,-4-3-23-16,-4-3-7 0,2-4-22 15,1-1-36-15,-1-1-40 0,-2-4-71 16,0-2-241-16,-3-3-213 0</inkml:trace>
  <inkml:trace contextRef="#ctx0" brushRef="#br0" timeOffset="29762.25">27489 9121 1525 0,'0'0'1374'0,"0"0"-1152"16,0 0-66-16,0 0-140 0,0 0 13 15,0 0 66-15,47 3 1 0,-16 1-17 16,10 2-19-16,17 3-19 16,8 4-28-16,5 5-10 0,-5-1-1 15,-10-1 0-15,-21-2-2 0,-4-2-2 16,-6 2-20-16,-1 3-73 0,3 4-26 16,2 1-9-16,-8 3 18 0,-13-3 20 15,-2 0 37-15,-6 1 26 0,-10-3 26 16,-11 1 1-16,1-3 2 0,-9-1 16 15,-4-1 10-15,0-1-4 0,-2-3-3 16,1-1 4-16,-1-2-7 0,6 0-4 16,0-2 1-16,5-1-12 0,1 0 34 15,8-2-22-15,-1 0-11 0,6-2 13 16,7-2-15-16,-1 2 0 0,4-1-22 16,0 0-13-16,0 1 6 0,0 1 29 15,0 0 0-15,4 2 2 0,-1 3 24 16,5-1-4-16,0 3 23 0,0 0-10 15,-1 5-3-15,3 0 0 16,0 3-10-16,3 2 3 0,-3 2 4 16,4 0-26-16,-3 3-1 0,-1-2 1 15,3-2 0-15,-3 1-3 0,-4-2 0 16,-4 0-2-16,6-1-14 0,-8-2-12 16,0-2-13-16,0 0-4 0,-8-3 16 15,0-4 1-15,2 1-4 0,-5-3 16 16,-5-3-3-16,1-2 6 0,-3-1-3 15,-1-5-23-15,-2-4-5 0,-8-4-11 16,-2-5 1-16,3-3 9 16,-6 1 32-16,1-2 13 0,2 0 0 0,0 0 16 15,7 2 13-15,1 0 32 16,2 3 12-16,9-1 4 0,1 1 6 16,1 3-3-16,6 3 22 0,2 1-20 15,2 5-29-15,0-1-53 0,4 2-57 16,6 3 13-16,3-2 44 0,-1 0 18 15,9 3 7-15,0-1-23 0,1 1-2 16,5 0-12-16,0 1-32 0,0 5-93 16,4 0-61-16,0 3-94 0,-4 2-172 15,-2-3-191-15,12 5-462 0</inkml:trace>
  <inkml:trace contextRef="#ctx0" brushRef="#br0" timeOffset="30172.27">28175 9920 2591 0,'0'0'431'0,"0"0"-223"0,0 0-96 16,0 0-87-16,0 0-6 16,0 0-19-16,0 0-1 0,-17 51-2 15,17-39-19-15,0 4 6 0,7-3-3 16,-1 0 0-16,2-1 6 0,2-2 0 15,-1-1 10-15,5 0 0 0,-2 0 0 16,-1-3 1-16,3-2-11 0,1 2 11 16,-1-2 0-16,3-2 2 0,-5-2 10 15,5 0 9-15,-3 0-17 0,5-2 11 16,-5 0-11-16,5-3-2 0,-9 0-1 16,3-1 1-16,-3-1 0 15,-4 0 4-15,-4 0 31 0,0-3 25 0,-2-1 10 16,0-1 0-16,-4-3-10 0,-2 1-3 15,-4-1-13-15,-5-1 10 16,3 1 12-16,-9 2 3 0,4 1-12 16,-5 2-39-16,1 4-7 0,2 1-11 15,-3 3-31-15,7 2-29 0,-3 0-82 16,7 1-60-16,-3 3-46 0,6 4-82 16,-3-2-201-16,5-2-529 0</inkml:trace>
  <inkml:trace contextRef="#ctx0" brushRef="#br0" timeOffset="36362.51">26637 11289 13 0,'0'0'730'0,"0"0"-4"16,0 0-348-16,0 0-80 0,0 0-110 16,0 0-78-16,0 0-55 0,-19 4-26 15,19-4-7-15,0 0-2 0,0 0 12 16,0 0 10-16,0 2 6 16,0-2 1-16,0 0-1 0,0 0 7 15,0 0 9-15,0 1 0 0,0-1-3 16,0 0-13-16,2 0-10 0,3 0 1 15,-3 1-1-15,0-1-6 0,0 1 0 16,4 1-10-16,-4 1 7 0,4-3-7 16,0 4 1-16,5 1-4 0,-3-2 0 15,2 0 3-15,5 1 0 0,-5 2-6 16,3-2 13-16,7-1 3 0,-1 2-1 16,-1-1 1-16,7 2 6 15,0-2-6-15,0 4 6 0,0-5-4 0,8 3-12 16,-2-1-19-16,2 2 13 0,2 1-14 15,2 2 0-15,0 1 2 16,7-1 11-16,-3 4-13 0,-2 0 13 16,11 1-15-16,-7 1 0 0,5 0 2 15,10 6-2-15,6 2 0 0,8 4-2 16,5 2-1-16,-7-3 0 0,-4 1 3 16,-4-6 3-16,-2 3 10 0,6-2 9 15,0 2 0-15,9 0-3 0,-7 0-16 16,6-1 19-16,-1 2 0 0,-1-2-7 15,3 0-12-15,-1 2-1 0,-4 0-1 16,1 2-1-16,-1 1 1 0,-2-3 0 16,2 2-1-16,-4 0 2 0,3-2-1 15,-3 3 0-15,0-2 1 0,-2 0 1 16,0 1-2-16,-4-3 12 0,0 2-11 16,-4-2-2-16,-11-4 0 0,-5-3 0 15,-9-5-1-15,-2 2 0 0,6 1-1 16,2 4-14-16,2 0 3 0,5-1 11 15,-9 1 0-15,-4-3-13 16,0 0 15-16,-6-1 0 0,-1-1-2 16,-1-1 1-16,-8-1 0 0,3-2 1 15,-3-2 0-15,-5 0 1 0,0 0-1 16,1-3-2-16,-7 0 0 0,6-2-10 16,-6 0-10-16,0-1-13 0,1-1-9 15,-3 0-19-15,0-2-16 0,0 0-19 16,-2 0-23-16,0 0-35 0,0 0-71 15,2 0-65-15,-2 0-66 0,2-2-63 16,4-1-181-16,-4-1-147 0</inkml:trace>
  <inkml:trace contextRef="#ctx0" brushRef="#br0" timeOffset="36754.56">30081 12303 444 0,'0'0'1057'0,"0"0"-524"15,0 0-222-15,0 0-88 0,0 0-33 16,0 0-26-16,0 0-4 0,0 0-3 15,0 0-23-15,0 0-42 0,8 65-25 16,-2-46-23-16,0 1-16 16,-1-1-2-16,-3-1 8 0,2 2 8 15,-2-4 14-15,0 1-2 0,-2 0 6 16,0-1-7-16,-6-2 13 0,-1 1 1 16,-1 2-8-16,-2-2-12 0,-3 1-4 15,-3-2-2-15,1 0 9 0,-5-1-4 16,3 0 1-16,-3-2-1 0,-1 0-15 15,0-1-30-15,1-1-1 0,-1-2-2 16,2 0-35-16,3-2-40 0,1-1-107 16,7-4-77-16,6 0-159 0,0 0-302 15,8 0-905-15</inkml:trace>
  <inkml:trace contextRef="#ctx0" brushRef="#br0" timeOffset="37518.52">30581 12241 1528 0,'0'0'445'0,"0"0"-134"0,0 0-84 16,0 0-14-16,0 0 37 0,0 0-19 15,0 0-34-15,0 0-51 16,0 0-47-16,0 0-33 0,2 30-9 0,-2-10-1 16,-4 11 4-16,0 12-13 15,0 18-6-15,2 21-3 0,-3 12-35 16,1 7 22-16,4 2 13 0,0-1-6 15,0 6 30-15,0 5-9 0,2-1-3 16,0 0-7-16,3 0 13 0,-5-1-19 16,0 2 22-16,0 1-28 0,-2-1-31 15,-3 1-12-15,1-7-7 0,-2-4-2 16,2-7-32-16,-2-5 0 0,2-7 4 16,-3-6 5-16,3-7 13 0,-2-7-4 15,6-11 7-15,-2-12 10 0,2-10 5 16,0-6 1-16,0 5-41 0,0-1-14 15,2-1-21-15,2-5-63 0,2-5-7 16,1-6-23-16,-3-5-29 0,0-6-72 16,2-1-50-16,0-4-127 0,0-7-77 15,1-7-72-15,-5 1-380 16</inkml:trace>
  <inkml:trace contextRef="#ctx0" brushRef="#br0" timeOffset="38490.62">30453 12459 125 0,'0'0'2201'16,"0"0"-1707"-16,0 0-202 15,0 0-155-15,0 0-105 0,-15-58-32 16,28 41 2-16,-1-1 0 0,5 0-2 16,5 1-16-16,3 1 3 0,2-1-3 15,6 2 15-15,13 0 1 0,7-1 1 16,20 1 12-16,5 0-10 0,1 7 22 15,-5 1-2-15,-3 6 5 0,1-2 14 16,2 2-1-16,5 1 26 0,-1-1-1 16,1 1-12-16,-3 0 0 0,1-1-6 15,-7 1-17-15,-4 0 1 0,-14 3-4 16,-9 0 3-16,-14 0-9 0,-4 4 7 16,4-1 5-16,2 4 4 0,2 1 12 15,-8 2 14-15,0 2-8 0,-7 0 6 16,3 1-9-16,-4 4-6 15,-1-1-3-15,1 6 8 0,-1 0 1 16,-3 5-7-16,3 3 4 0,-1 4 24 16,-3 11-15-16,0 18-19 0,1 19-16 15,-5 14-9-15,-2 3-2 0,-2 7-1 16,-4-6-10-16,0 3 0 0,0 3 10 16,0-5-12-16,0 1-18 0,0 0 6 15,0-3 11-15,0 3-2 0,0-4-10 16,3-2-11-16,5-5-22 0,0-4-16 15,2-4-34-15,5-2 10 0,-3-3 14 16,1-3 7-16,-1-6-7 0,0-2-9 16,-1-5-23-16,-3-5-24 0,-4-11-11 15,-2-9-9-15,0-10 11 0,-2-6-28 16,0 7 72-16,0 2 36 0,0-1 34 16,0 0 21-16,-2-7 2 0,0-3 11 15,2-3 18-15,-2-4 76 16,0-5 7-16,2-1-33 0,-2-5-22 15,0 0-9-15,-2-3-17 0,0 0-2 16,0-1-10-16,-1 0-7 0,-1 0 1 16,-2 0 9-16,0-2 0 0,-3-2 7 15,-1 1-4-15,-3-1 3 0,-1 0-9 16,-3 4-6-16,-1-2-10 0,-3 2 0 16,-2 0 0-16,-4 0 16 0,2 2-16 15,-4 1 16-15,-2-1-16 0,-2 1 16 16,-4-1-19-16,0-2 0 0,-11 0 19 15,-12 0 53-15,-8 0-59 0,-9-2-12 16,1-2-1-16,5 2 15 0,7 2 18 16,-2-2-5-16,4 2 12 0,-2 0 13 15,8-4 7-15,2 0 11 0,0 0 0 16,9-4-18-16,9 4-28 16,9 1-10-16,0-1-2 0,-4 1-10 0,0 0 9 15,-2 1 1-15,4 1-2 0,4 1-11 16,9-2-16-16,3 2-2 15,7 0-22-15,4-3-66 0,4-1-93 16,0-1-156-16,6-6-82 0,2 2-272 16,1-10-718-16</inkml:trace>
  <inkml:trace contextRef="#ctx0" brushRef="#br0" timeOffset="39130.71">31433 10822 1023 0,'0'0'180'0,"0"0"395"0,0 0-211 16,0 0-115-16,0 0-23 0,0 0-45 16,-52-48 8-16,52 42-19 0,-6 2 15 15,2 1 15-15,2 1-13 0,2 2-24 16,0 0-18-16,0 0-47 0,0 0-49 16,0 0-49-16,0 6-26 0,0 7-4 15,2 5 30-15,2 10 19 0,-2 5-19 16,2 4 0-16,-4 0-19 15,4 1-15-15,-2-1-55 0,2-2-39 16,-2 0-42-16,0-4-30 0,0-1-74 16,-2-2-97-16,-2-3-194 0,-2-8-549 15</inkml:trace>
  <inkml:trace contextRef="#ctx0" brushRef="#br0" timeOffset="39367.58">30972 11143 1027 0,'0'0'1346'0,"0"0"-927"0,0 0-2 15,0 0-73-15,0 0-126 0,0 0-203 16,0 0-12-16,0 0-3 0,-21 80 28 16,35-35 32-16,-3-1 6 15,1 1-29-15,-1 3-24 0,-1-8-13 0,-4 5-3 16,6-5-60-16,-3-3-41 15,-3-7-63-15,0-5-10 16,-4-3-40-16,2-4-96 0,-2-7-96 0,-2-2-168 16,0-6-249-16</inkml:trace>
  <inkml:trace contextRef="#ctx0" brushRef="#br0" timeOffset="39693.74">30982 11283 461 0,'0'0'508'0,"0"0"319"16,0 0-367-16,0 0-133 0,0 0-63 16,64-60-75-16,-39 46-58 0,4-1-35 15,6 2-26-15,4-1 23 0,3 2-23 16,11 1-4-16,9 1-22 16,9 2-2-16,1 4-17 0,-10 0-9 15,-10 4-13-15,-15 0 12 0,-8 0-15 16,-4 0 0-16,1 6 0 0,3 1 1 15,0 2-2-15,-6 1-1 0,-6 4-2 16,-9 2-15-16,0 4 7 0,-6 3-4 16,-2 4 0-16,-10 1-25 15,2 3 0-15,-7 0-29 0,-1 1 13 0,-1-3 22 16,-2 0 9-16,-1-2-31 0,1-2-39 16,1 0-41-16,-1-4-52 0,2 2-88 15,-1-2-169-15,3-4-298 0,-3 2-450 16</inkml:trace>
  <inkml:trace contextRef="#ctx0" brushRef="#br0" timeOffset="40060.31">31414 11300 99 0,'0'0'1421'0,"0"0"-826"15,0 0-181-15,0 0-56 0,0 0-89 16,0 0-87-16,-27 60-49 0,13-44 7 16,-1 5-11-16,-3 4-12 0,-3 4-20 15,-2 4-28-15,-4 4-27 0,3 2-17 16,-7 2-6-16,4 1-19 0,0-2-3 15,0-1 1-15,2-2 0 16,6-4 0-16,3-6 1 0,6-5-14 16,1-6-4-16,3-5-51 0,6-3-56 15,0-3-53-15,2-2-59 0,6-3-58 16,1-4-47-16,3-5-25 0,3-5-72 16,-1-4-119-16,5-3 51 0,-3-1-20 15,3-2 118-15</inkml:trace>
  <inkml:trace contextRef="#ctx0" brushRef="#br0" timeOffset="40393.61">31267 11616 71 0,'0'0'176'0,"31"-61"150"16,-14 30-95-16,-5 3-48 0,1 2 22 16,-5 2 42-16,6 4 26 0,-3 2-16 15,-3 4-11-15,2 2-42 0,-1 2-36 16,1 0-26-16,-6 5 3 0,6 1-30 16,1 1-41-16,-1 1-16 15,2 2-7-15,3 0-16 0,1 3-10 0,1 0-21 16,0 2 15-16,-1 1-18 0,1 1 2 15,-7 0 13-15,-2 3 3 16,-4 2 10-16,-4 3 38 0,0 3 69 16,-10 6 7-16,0 2-42 0,-9 7-16 15,0 0-26-15,-3 1-5 0,-3 1-42 16,-2 2 10-16,0-4 10 0,0 0-3 16,0 0-26-16,-2-4 16 0,3 1-19 15,-3-3-2-15,2 0-17 0,2-4 2 16,-2 0-21-16,4-2-18 0,5-3-10 15,-1-2-6-15,5-2-20 0,1-3-37 16,3-2-33-16,4-4-45 0,0-3-81 16,1-2-34-16,5 0-114 0,0-6-185 15,0-5-85-15,0 1-60 0</inkml:trace>
  <inkml:trace contextRef="#ctx0" brushRef="#br0" timeOffset="41098.33">31242 11581 373 0,'0'0'45'0,"0"0"1133"15,0 0-791-15,0 0-70 0,0 0-26 16,0 0-75-16,0 0-62 0,0 0-100 16,0 0-53-16,0 0 72 0,-8 13 45 15,21-6 51-15,1 1-4 0,5 1-57 16,1 1-36-16,3 1-21 0,0 1-10 15,2 1-16-15,1-1-3 0,1 2-19 16,0 3 16-16,2-3-6 16,-2 0-10-16,-2 2-2 0,2-1 2 15,-2-1-1-15,-3 0 0 0,-1-2-2 16,-2-2-1-16,-3 2-21 0,-4-3-19 16,-3-1-9-16,-1-2-13 0,-4 0-4 15,-2-2 23-15,-2-1 12 0,0-2-2 16,0 0-8-16,0 1-8 0,0-1-33 15,-4 1-9-15,0-1-14 0,-2-1 13 16,-3 3 16-16,-1-2 36 0,0-1 18 16,-3 0 4-16,1 0 19 0,-5 0 16 15,5 0-3-15,-2 0 41 0,-1-2 30 16,1 0 5-16,-1 1 4 0,3 1-23 16,-1-3-6-16,3 3 6 15,0-2 12-15,-1 2 0 0,3 0-12 0,-2 0-23 16,2 0 7-16,-1 2-16 15,1 1 6-15,0 2-16 0,-1 5-9 16,1 0-4-16,2 5-12 0,-2 0 1 16,1 6-2-16,3-2 10 0,2 2-9 15,0-2 10-15,2 0-10 0,0-1 0 16,6-3-1-16,-1 0 10 0,3-1-12 16,-2-2-2-16,6-2-2 0,-1-3-11 15,-1 1-1-15,7-4 13 0,-1-2-10 16,-1-2 1-16,1-2 10 0,1-4 0 15,-1-2 2-15,1-3 0 0,-3-1 2 16,-1-1 10-16,-5-1-10 0,0 1 24 16,-2-1 8-16,-4-1 2 0,-2 2 4 15,0-2 10-15,-2 2 12 0,-4-3-18 16,-2 1 0-16,0 4-7 0,-3-2 6 16,-1 5-21-16,0 1-22 0,-1 2-1 15,1 3-27-15,-3 1-9 0,5 1-38 16,0 2-84-16,-3 3-67 0,7 1-106 15,0 3-210-15,2-1-422 16,2 2-369-16</inkml:trace>
  <inkml:trace contextRef="#ctx0" brushRef="#br0" timeOffset="43231.67">28470 11606 167 0,'0'0'118'0,"0"0"783"0,0 0-237 16,0 0-278-16,0 0-11 0,0 0-31 16,0 0-107-16,0 0-14 0,-33 20-71 15,33-20-95-15,0 0-56 0,7 0 25 16,3 0 31-16,-2 0-4 0,11-1 4 16,-3-1 12-16,11 0-12 0,2-2-10 15,6 1-19-15,-2-3-3 0,7 1 1 16,1-4 5-16,2 4 1 0,3-4-1 15,-7 1 0-15,5 0-9 0,-9 0-4 16,-4 1 4-16,-9 1-9 0,-1 0 8 16,-9 3 4-16,-1 2-9 0,-3 1 2 15,-6 0 7-15,-2 0 43 16,0 0 127-16,0 0-1 0,-6 1-93 16,-4 4-100-16,-1 0-1 0,-1 6-34 15,-5 2-6-15,1 4 3 0,-1 4 10 16,-1 1 2-16,1 0 4 15,3 3 8-15,-1-2-2 0,7 1 12 0,2 0-12 16,0-3 13-16,3-1-14 0,3-1 15 16,0-3 0-16,3 1 1 0,3-5 0 15,2 2 2-15,0-3 11 0,5 3-1 16,-1-4-9-16,-2 0 0 0,7-2-1 16,-5-2 0-16,5 0-2 0,-3-3-11 15,1-1-8-15,-1-2-48 0,-3 0-23 16,7-2-24-16,-3-7-29 0,3 0-83 15,-3-5-148-15,1-3-157 0,-1-2-170 16,-3 4-503-16</inkml:trace>
  <inkml:trace contextRef="#ctx0" brushRef="#br0" timeOffset="43495.84">29130 11343 441 0,'0'0'13'0,"0"0"1273"0,0 0-838 16,0 0-221-16,0 0-30 0,0 0 51 15,0 0 2-15,12 57-17 0,-3-35-23 16,-3 5-55-16,0 2-26 0,2 1-10 16,0-1-31-16,-1-1-46 0,-1-3-20 15,0-1-10-15,0-4-12 16,-2-3-2-16,3-3-17 0,-5-3-57 0,2-3-68 15,-2 1-90-15,0-6-102 16,0-2-177-16,2-1-191 0,2-1-540 0</inkml:trace>
  <inkml:trace contextRef="#ctx0" brushRef="#br0" timeOffset="43743.26">29339 11284 255 0,'0'0'2012'0,"0"0"-1351"0,0 0-274 16,0 0-221-16,0 0-164 0,0 0 17 16,0 0 108-16,0 0 46 0,0 0 16 15,24 56-38-15,-15-34-36 0,-5-1-31 16,0 4-16-16,-2 0-9 0,-2 0-25 16,0 0-31-16,0-2-3 15,0-3-1-15,0-2-54 0,0-1-42 0,0-5-55 16,0-2-55-16,4-3-64 15,0-3-80-15,3-1-97 0,3-3-68 16,-2 0-145-16,-2-10-140 0</inkml:trace>
  <inkml:trace contextRef="#ctx0" brushRef="#br0" timeOffset="43982.34">29330 11445 745 0,'0'0'1220'15,"0"0"-573"-15,0 0-409 0,0 0 38 16,0 0 106-16,0 0-53 0,67 6-2 16,-43-6-51-16,1 0-75 0,0-2-87 15,0-4-50-15,6 0-14 0,-2 1-26 16,0-2-22-16,-3 0-2 0,-3 1-1 16,-2 2-23-16,-5-1-53 0,1 3-31 15,-11 1-27-15,2 0-26 16,-5 1-23-16,-3 0 8 0,0 2 54 0,-11 5-48 15,5 3-309-15,-11 4-205 16,5-3-527-16</inkml:trace>
  <inkml:trace contextRef="#ctx0" brushRef="#br0" timeOffset="44246.51">29378 11693 940 0,'0'0'1357'16,"0"0"-815"-16,0 0-282 0,0 0-43 15,0 0 117-15,0 0-26 0,0 0-25 16,0 0-4-16,58 5-39 0,-46-5-80 16,3-2-50-16,3 1-46 15,-3-1-31-15,3-2-11 0,-3 0-19 16,1 3-3-16,-3-1-2 0,1 2-14 16,-1-3-8-16,-3 2-43 0,2 1-28 15,-1-2-27-15,-3 1-38 0,2-3-28 16,-1 1-17-16,-3-1-37 0,-2-2-66 15,-2-2-78-15,0-1-62 0,0-1-78 16,-2-2-230-16,0 3-277 0</inkml:trace>
  <inkml:trace contextRef="#ctx0" brushRef="#br0" timeOffset="44475.75">29554 11419 34 0,'0'0'199'0,"0"0"1024"15,0 0-738-15,0 0-48 0,0 0-11 16,0 0-25-16,0 0-54 0,0 0-139 15,0 0-98-15,0 0-72 0,-27-22-36 16,29 30 58-16,6 5 51 0,-2 6 48 16,3 5-1-16,-3 4-3 15,0 4-20-15,2 2-24 0,0 0-59 16,-3-1-24-16,-3-2-26 0,0-3-1 16,0-2-1-16,0-4-22 0,0 0-45 15,4-2-53-15,-2-2-25 0,2-4-16 16,-3-3-29-16,3-3-55 0,-4-2-79 15,0-1-109-15,-2-1-126 0,0-2-156 16,-2 0-520-16</inkml:trace>
  <inkml:trace contextRef="#ctx0" brushRef="#br0" timeOffset="44745.95">29390 11933 943 0,'0'0'797'0,"0"0"-16"0,0 0-327 15,0 0-163-15,0 0-80 0,0 0-50 16,0 0 3-16,0 0 15 0,0 0 7 16,17 51-18-16,-11-44-13 15,0-1-26-15,-2 1-36 0,9-1-35 16,-3 0-12-16,0 0-18 0,3-2-7 16,-1-1-5-16,1-1-13 0,3-2-3 15,-1 0-1-15,3-2-24 0,-3-4-52 16,5-2-9-16,-3-1-25 0,4-3-21 15,-3-1-17-15,1-3-51 0,-1 1-51 16,-1-1-135-16,0-2-205 16,-7 5-387-16,0-6-477 0</inkml:trace>
  <inkml:trace contextRef="#ctx0" brushRef="#br0" timeOffset="45045.54">29655 11530 704 0,'0'0'2060'0,"0"0"-1541"0,0 0-334 16,0 0-134-16,0 0 44 0,0 0 0 15,56 2-4-15,-36-2 10 0,5 0-23 16,6 0-6-16,-2-2-21 0,2-2-26 15,4 1-9-15,-2-1-13 0,0 0 0 16,-2-2-3-16,-2 0-24 0,0 0-55 16,-8 1-71-16,0-1-77 0,-9 0-78 15,0 1-21-15,-7 2-56 16,-1 1-58-16,-4 0 28 0,0 2-75 16,-9-1-537-16</inkml:trace>
  <inkml:trace contextRef="#ctx0" brushRef="#br0" timeOffset="45356.21">29899 11372 148 0,'0'0'1911'0,"0"0"-1387"0,0 0-103 15,0 0-63-15,0 0-114 0,0 0-79 16,0 0-58-16,0 0-38 0,0 0-32 15,0 0 17-15,-13 59 28 0,11-28 12 16,0 6 5-16,-2 4-18 0,0 3-25 16,0 0-35-16,-2-1 7 0,-1-2 3 15,3-2-13-15,-2-1-14 0,4-6-1 16,-2 0-3 0,4-5-15-16,0-2-53 0,0-4-12 0,0-1-20 15,2-4-9-15,0-3-19 0,4-3-14 16,-2-2-40-16,1-4-46 0,3-1-71 15,-2-3-63-15,-2 0-194 0,2-6 70 16,-4 1-77-16,3-12-475 0</inkml:trace>
  <inkml:trace contextRef="#ctx0" brushRef="#br0" timeOffset="45632.47">29955 11750 317 0,'0'0'82'0,"0"0"1399"0,0 0-979 0,0 0-195 15,0 0-85-15,0 0-65 16,0 0-32-16,0 0-4 0,0 0-13 16,0 0-19-16,33-17-38 0,-25 17-26 15,2 0-12-15,1 0-10 0,1 0-1 16,0 0-2-16,-1 0-1 0,1 1 0 16,-1 0-11-16,-1 1-20 0,-6 1-35 15,4-2-9-15,-4 1-7 0,1-2-12 16,-3 0-27-16,-2 3-3 0,0-2 19 15,0 2 55-15,-5 2-33 0,1 0-122 16,-6 5-153-16,4 0-154 0,-2-1-37 16,-1-1-82-16,-3 6 142 0</inkml:trace>
  <inkml:trace contextRef="#ctx0" brushRef="#br0" timeOffset="45851.52">30025 11850 112 0,'0'0'538'0,"0"0"-10"0,0 0-47 0,0 0-49 16,0 0-89-16,0 0-49 0,0 0-18 15,0 0-23-15,0 0-21 0,0 0-39 16,-19 40-41-16,19-37-30 15,2 0-8-15,-2-2-8 0,5 2-3 16,-1-2-10-16,0 3-12 0,4-1-7 16,-2-2-19-16,0 1-18 0,3-1-12 15,-3 1-6-15,4-1-17 0,1 0-1 16,-3-1-1-16,2 0-19 0,1 0-61 16,1 0-9-16,-2 0-14 0,3-1-27 15,-1 0-36-15,0-1-7 0,-1-1-35 16,-1 0-93-16,5-2-108 0,-5 2-93 15,-4-1-162-15,-2 0-586 0</inkml:trace>
  <inkml:trace contextRef="#ctx0" brushRef="#br0" timeOffset="46481.37">30494 11284 330 0,'0'0'1623'0,"0"0"-1180"0,0 0-123 16,0 0-28-16,0 0-48 0,0 0-57 15,0 0-34-15,0 0-20 16,0 0-36-16,0 0-40 0,-8 5-23 16,8-1-2-16,0 1 27 0,0 4 14 15,0 7-10-15,0 4-10 0,-4 1-6 16,0 4-16-16,-3 0-6 0,1 4-7 16,-4 0-2-16,6 0-13 15,-7 0-3-15,3-1-1 0,2-3-36 0,-2 0-1 16,4-5-40-16,-1 0-43 0,3-2-43 15,0-2-67-15,2-2-124 0,0-3-225 16,0-3-626-16</inkml:trace>
  <inkml:trace contextRef="#ctx0" brushRef="#br0" timeOffset="46673.49">30364 11948 1023 0,'0'0'1674'0,"0"0"-1282"16,0 0-287-16,0 0-105 0,0 0-96 0,0 0 26 15,0 0-75-15,0 0-93 0,0 0-153 16,0 0-731-16</inkml:trace>
  <inkml:trace contextRef="#ctx0" brushRef="#br0" timeOffset="54023.71">29992 13914 200 0,'0'0'65'0,"0"0"26"0,0 0 1103 15,0 0-899-15,0 0-152 0,0 0-23 16,0 0 3-16,0 0 7 0,-8 25-14 16,6-23 0-16,-1-2-12 0,3 2 2 15,-2-1-22-15,2-1-27 16,0 0-29-16,0 1-28 0,0-1-32 16,0 0 13-16,0 0 18 0,0 0 1 15,-2 0 0-15,2 0 25 0,0 0-12 16,-2 0-13-16,0 0 0 0,-2 0 7 15,-4 0-4-15,4-1 6 0,0-2 7 16,-5 2 7-16,1-2-4 0,-2-1-3 16,1 1-3-16,-3-1 0 0,0 0 9 15,-1 0 13-15,-5 0-3 0,3 0-12 16,-4-1-1-16,3 2 13 0,-5 0 9 16,1 1-3-16,-1-1 1 0,-2 0-4 15,3 1 15-15,-5-4-21 16,2 2-7-16,-4-1-10 0,6-1-12 0,-8 2-1 15,3-2-12-15,-5 0 10 16,0 1 3-16,-2-1 2 0,-1 2 0 16,-1 0 27-16,2-2 18 0,-4 1-12 0,0 1 22 15,4-2-6-15,-2-1 12 16,2-1 6-16,-1 0-37 0,1-4 8 16,0-1-36-16,2 1-3 0,-2-4 0 15,0 1-2-15,4-1 0 0,-4-2-3 16,0 0-11-16,0 1 12 0,-4-2 3 15,4 1 0-15,-4 0 3 0,-1-2-3 16,1 1 0-16,-2-2-1 0,2 0 1 16,-1 2 0-16,3-2 0 0,-2-1 3 15,-2 1 0-15,0-1 0 0,-1 0-1 16,1-2 11-16,2 2-1 16,0-2-10-16,-5 1 0 0,1-1-2 0,2-1 1 15,1 0-2-15,-3 0 1 0,2 0 0 16,-5 0 0-16,3 0 0 15,4-1 0-15,-2-1-1 0,-3 2-1 16,1-1-16-16,-1 2 15 0,3-2 0 16,-4 1 3-16,-1 0-1 0,1 3 1 15,2-2 1-15,-3-1 1 0,3 2 14 16,2-1 3-16,-3-1-4 0,-1 0-11 16,2-2 8-16,3 1 1 0,-1-2-12 15,2-1 0-15,-5 1-1 0,7-2-2 16,0 1 0-16,0-2 1 0,0 0 0 15,0 2 1-15,2 0-2 0,0-1 1 16,0 0-1-16,4 1 2 0,-4 1 3 16,4 1 1-16,2-3-1 0,-2 3-3 15,4 1-13-15,-4 1 10 0,4-1-19 16,3 2 10-16,-1-1 8 16,-4 2-11-16,8-1 12 0,-1 2-10 15,-1 1 10-15,6 2 0 0,-3 3-10 0,5-1 11 16,3 2 0-16,0 3-11 15,2-1-2-15,3 3-10 0,1 0-13 16,2 0 6-16,0 3-34 0,2-2-42 16,0 3-47-16,0 2-36 0,0-2-52 15,2 3-85-15,2 1-154 0,-2 1-235 16,0 1-367-16</inkml:trace>
  <inkml:trace contextRef="#ctx0" brushRef="#br0" timeOffset="54549.8">26416 12478 461 0,'0'0'551'0,"0"0"477"15,0 0-782-15,0 0-100 0,0 0 32 16,0 0-11-16,2-57-22 0,0 33-30 16,-2-1-6-16,6-6 16 0,-4-5-11 15,0-1-6-15,-2-5-6 0,2 0-42 16,-2-1 0-16,0 3-10 0,0-1-5 16,0 3-14-16,-2 5-3 15,0 2-6-15,-4-1 4 0,4 6-1 0,-2-2-3 16,-2 6-10-16,3 0 10 0,-1 8 3 15,2 0 7-15,-2 3 12 0,2 5 6 16,2 1 6-16,-2 2 7 16,2 2-8-16,0-1-14 0,0 2-23 15,0 0-18-15,0 0-1 0,0 0-23 16,0 0-1-16,2 0 25 0,0 0 0 16,4 0 2-16,-2 2 10 0,5-1 4 15,1 2-4-15,2-1-10 0,-1 1 11 16,3 1 2-16,3 1-12 0,3 0 13 15,-1 1-1-15,4 3 1 0,6-2-1 16,-6 2-2-16,-3-1-1 0,5-1 0 16,-2-1-12-16,-5 0 0 0,1 0 0 15,-5-1-15-15,3 0-63 0,-5-1-58 16,-1 1-64-16,3 2-36 0,-6 2-92 16,3 3-132-16,-1-4-252 0,-4 19-839 15</inkml:trace>
  <inkml:trace contextRef="#ctx0" brushRef="#br0" timeOffset="56299.02">27557 12280 117 0,'0'0'1'16,"0"0"984"-16,0 0-253 0,0 0-337 16,0 0-142-16,0 0-79 0,0 0 80 15,-4-2-7-15,4 2-107 0,0 2-25 16,0 3 66-16,0 3 11 0,0 7-113 16,0 10-35-16,0 8 16 0,2 5-10 15,-2 15-35-15,0-5-14 0,0 2-1 16,0-2 3-16,0-5 9 0,-2 2 2 15,-5-3 20-15,5-5 19 0,2-4-3 16,0-7-16-16,0-3 4 0,0-6-1 16,0-3-18-16,7-3-18 0,-3-2 2 15,-2-3 0-15,2-1-2 0,-2-3 0 16,0 0 14-16,0 1 4 0,0-2-7 16,4-1 4-16,-4 0 6 0,5 0 6 15,-1 0 6-15,0-1-10 16,0-4 4-16,3 3 0 0,1-4-6 15,-2 1-7-15,5-3-13 0,-1 0-1 16,0-1 1-16,-1 2 1 0,-1 0-2 16,0 0-1-16,-3 0-2 0,-1 1-16 15,2 1-44-15,-2-1-53 0,-2 1-71 16,0-1-21-16,-1 0-57 0,5 0-126 16,0-1-151-16,-4 0-211 0,2-4-459 15</inkml:trace>
  <inkml:trace contextRef="#ctx0" brushRef="#br0" timeOffset="56741.82">27908 12518 1574 0,'0'0'1123'0,"0"0"-680"0,0 0-26 16,0 0-70-16,0 0-96 16,0 0-182-16,0 0-57 0,0 0 26 15,0 0 30-15,0 0 3 0,52 29 7 16,-27-29 2-16,-1 0-15 0,3-2-31 16,0-4-19-16,2 0-15 0,-6-1-1 15,-2 0-23-15,-1 2-41 0,-3-1-34 16,1 4-44-16,-5-1 44 0,-1 3-51 15,-4 0-92-15,-3 0-102 0,-3 2-54 16,-2 1-1-16,0 0-192 0,-7 2-810 0</inkml:trace>
  <inkml:trace contextRef="#ctx0" brushRef="#br0" timeOffset="57129.01">27960 12398 21 0,'0'0'1896'16,"0"0"-1426"-16,0 0-154 0,0 0-33 0,0 0-85 15,0 0-25-15,0 0-30 16,0 0-4-16,0 0-22 0,0 0-26 16,-27 25-34-16,21-8-10 0,2 5-13 15,-5 3 7-15,-1 6 17 0,4 4 10 16,-2-1 4-16,-1 6 3 0,1 1-10 15,2-3 3-15,4 0 12 0,-2-4-9 16,4-4 0-16,0-3-12 0,6-4-10 16,2-4-9-16,5-3-3 0,-1-1-3 15,4-5 5-15,1 0-8 16,2-1-3-16,-5-6 2 0,11 2-12 16,-7-4 4-16,5-1-7 0,2 0-12 15,-2-6 0-15,-5-1-2 0,5-4 0 16,-6 3-1-16,1-3-2 0,-5 2-38 15,-1-1-36-15,-4 1-25 0,1 0-13 16,-5 0-24-16,0-2-42 0,4-2-50 16,-4-1-109-16,0-3-174 0,-2 4-218 15,-2-8-613-15</inkml:trace>
  <inkml:trace contextRef="#ctx0" brushRef="#br0" timeOffset="57419.26">28198 12314 620 0,'0'0'242'0,"0"0"1123"0,0 0-864 16,0 0-186-16,0 0-92 15,0 0-32-15,0 0 9 0,0 0 21 16,0 0-41-16,18 55-52 0,-14-31-19 15,-2 2-29-15,0 0-27 0,3 0-35 16,-3-3-18-16,0-1-15 0,2-5-4 16,-2 3-24-16,-2-5-66 0,6-1-43 15,-2-3-50-15,0-2-69 0,1-2-152 16,-5-4-93-16,4 0-645 0,-2-4-215 0</inkml:trace>
  <inkml:trace contextRef="#ctx0" brushRef="#br0" timeOffset="57660.25">28324 12285 77 0,'0'0'212'0,"0"0"1315"16,0 0-1131-16,0 0-202 16,0 0-42-16,0 0 29 0,0 0-5 15,0 0-22-15,0 0-16 0,0 0-26 0,14-2 24 16,-8 12 80-16,-2 3 14 15,-4 8-63-15,5 2-58 0,-5 5-53 16,0 2-28-16,0-1-14 0,0 0-14 16,-5-1-16-16,5 0-9 0,-2-6-25 15,2-1-68-15,0-4-81 0,0-2-101 16,2-3-171-16,3-5-214 16,-1 1-649-16</inkml:trace>
  <inkml:trace contextRef="#ctx0" brushRef="#br0" timeOffset="58321.59">28303 12744 1056 0,'0'0'1602'0,"0"0"-1203"0,0 0-342 16,0 0 7-16,0 0 26 0,0 0 18 15,0 0-10-15,0 0-21 0,60-3-24 16,-41 3-21-16,-5 0-7 0,3 0-6 16,-3 0-3-16,-4 0-3 0,5 2 3 15,-7 1-1-15,-2-1 17 16,-2 3 18-16,3 0 57 0,-3 2 48 0,-4 0-24 16,4 3-32-16,-4-1-18 0,0 3-35 15,0 1-24-15,0 0-20 16,-4 3-2-16,2-2-2 0,-4 1-10 15,3 0 10-15,-3-2-1 0,4-1-9 16,0-4 10-16,-2 4-10 0,2-6-10 16,0 1-3-16,0-3-9 0,0 0-28 15,2-1-4-15,-2-2 1 0,2 1-4 16,0-1-16-16,0-1-16 0,0 0-53 16,0 0-58-16,-2 0-36 0,2 0 2 15,-5-3 69-15,3 1 71 0,0-2-7 16,-2 1-54-16,0-1-31 0,0-1-32 15,-6 1 29-15,1 1 29 0,1 0-36 16,-2-2 113-16,-3 4 74 0,3 0 21 16,4-1 113-16,-5 2 99 0,-1 0 58 15,4 4 21-15,2 0 36 0,-1-1 1 16,-1-2-46-16,8 1-71 16,0-1-62-16,0-1-76 0,0 2-71 15,0-1-1-15,2 0 72 0,6 4 47 16,1 0 46-16,-3-1 4 0,2 2-26 15,7-2-11-15,-5 2-27 0,-2 0-36 16,9-1-23-16,-7 0-7 0,5-2-22 16,-1 1-16-16,-4 1 1 0,5-2 0 15,-5 3-3-15,-2-4-13 0,3 2-42 16,-1-3-32-16,-4 0-43 0,3-1-34 16,1 0-34-16,-4 0-31 0,0 0-109 15,3-5-80-15,-1-2-74 0,-4 0-253 16,0-3-561-16</inkml:trace>
  <inkml:trace contextRef="#ctx0" brushRef="#br0" timeOffset="58624.15">28628 12872 2154 0,'0'0'1223'16,"0"0"-865"-16,0 0-210 0,0 0-120 16,0 0 48-16,0 0 31 0,0 0 8 15,0 0-18-15,0 0-23 0,57 3 10 16,-48-1 21-16,5 4 15 0,-1 0-6 16,-5-1-40-16,-2 2-38 0,4 0-14 15,-1 0-10-15,-1 0-10 0,-2 2-2 16,2-1-12-16,-1-4-22 0,-1 3-24 15,0-2-34-15,0-2-59 0,5 1-41 16,-3-4-50-16,2 0-123 0,0 0-270 16,-3 0-459-16,-1-1-904 0</inkml:trace>
  <inkml:trace contextRef="#ctx0" brushRef="#br0" timeOffset="59960.02">27032 13444 551 0,'0'0'336'15,"0"0"718"-15,0 0-636 0,0 0-99 16,0 0-13-16,0 0-34 0,0 0-14 15,0 0-53-15,0 0-57 0,0 0-35 16,-15 70-2-16,15-45-8 0,4 7-3 16,-2 5-23-16,1 2-15 0,-1 1-25 15,2 2-15-15,-2 0-19 0,2-3 0 16,-4-2-3-16,4-5-11 0,0-1-11 16,-2-5-37-16,9-5-40 0,-5-6-44 15,0-1-62-15,2-7-97 0,5-5-165 16,-1-2-147-16,-4-5-369 15,11-13-35-15</inkml:trace>
  <inkml:trace contextRef="#ctx0" brushRef="#br0" timeOffset="60196.1">27294 13597 115 0,'0'0'62'15,"0"0"1273"-15,0 0-867 0,0 0-157 16,0 0-4-16,0 0-66 0,0 0 0 15,0 0-17-15,0 0-33 0,0 0-30 16,15-2 19-16,-13 16 8 0,2 5-40 16,2 6-54-16,-4 6-35 0,2 1-22 15,-2 5-25-15,-2-4-12 0,0 0-1 16,0 0-17-16,0-7-14 0,0-1-48 16,0-4-51-16,0-4-61 15,7-3-92-15,-3-5-110 0,4-3-180 16,2-2-492-16,1-4-253 0</inkml:trace>
  <inkml:trace contextRef="#ctx0" brushRef="#br0" timeOffset="60725.01">27555 13852 262 0,'0'0'134'0,"0"0"1013"0,0 0-750 15,0 0-54-15,0 0-16 0,0 0-83 16,0 0-96-16,0 0-81 0,0 0 17 16,0 0 31-16,-23-31 21 0,33 18 1 15,7-2-23-15,-1-1-29 0,5 3-15 16,0-2-7-16,-1 2 2 0,5 1-11 15,0 2-4-15,-2 0-15 0,2 2-6 16,-1-1-14-16,-5 4 4 16,2 1-18-16,-3 3 11 0,-3 1-12 15,-5 1 0-15,0 5 0 0,-3 4 3 16,-5 4 29-16,-2 3 5 0,0 4-15 16,0-1-10-16,-7 3-12 0,3-3-11 15,-4-4-39-15,0 2-40 0,6-8-30 16,-2-3-37-16,-1-3-90 0,1-4-125 15,2-6-138-15,0-6-507 0,2 1-77 16</inkml:trace>
  <inkml:trace contextRef="#ctx0" brushRef="#br0" timeOffset="60895.23">27809 13525 141 0,'0'0'26'15,"0"0"1081"-15,0 0-716 0,0 0-161 16,0 0 4-16,0 0-79 0,0 0-22 15,0 0-36-15,0 0-23 16,54 25-35-16,-50-15-26 0,0 0-13 16,-2 0-54-16,0-3-162 0,-2 1-105 15,0-2-267-15,0-4-526 0</inkml:trace>
  <inkml:trace contextRef="#ctx0" brushRef="#br0" timeOffset="61172.4">27633 13397 1520 0,'0'0'1184'0,"0"0"-718"16,0 0-53-16,0 0-116 0,0 0-89 16,-6 67-21-16,6-38-1 15,2 7-7-15,0 13-38 0,0-2-27 16,0 2-13-16,-2 1-18 0,0-8-29 15,0 6-14-15,2-4-22 0,0-5-15 16,1-2 0-16,-1-5-3 0,-2-4-2 16,6-6-40-16,-2 1-22 0,2-7-10 15,0-3-17-15,-2-1-47 0,3-5-44 16,5-1-50-16,-2-3-105 0,-1-3-149 16,3 0-136-16,-4-3-146 0,-1-3-651 15</inkml:trace>
  <inkml:trace contextRef="#ctx0" brushRef="#br0" timeOffset="61471.4">27974 14108 2063 0,'0'0'1477'16,"0"0"-967"-16,0 0-61 0,0 0-138 15,0 0-112-15,0 0-70 0,0 0-32 16,0 0-21-16,-8 69-18 0,2-48-28 16,4 4-30-16,-2-1 0 0,2-5-33 15,0 0-64-15,2-5-74 0,0 1-58 16,4-7-92-16,2 0-166 0,0-5-317 15,2-2-305-15,3-1-743 0</inkml:trace>
  <inkml:trace contextRef="#ctx0" brushRef="#br0" timeOffset="62494.33">28198 13859 750 0,'0'0'1680'0,"0"0"-1274"0,0 0-56 16,0 0-124-16,0 0-175 0,0 0-50 16,0 0 40-16,0 0 22 0,0 0 10 15,51-7-9-15,-28 7-20 0,2 0-10 16,8 0-15-16,-2 0-17 0,2 0-1 15,0 1 0-15,-4 0-1 0,2 3 0 16,-8-3 0-16,-5 0 0 16,-7 1-1-16,1 0-14 0,-8-2-26 0,-4 0 6 15,0 0 22-15,0 0 13 0,0 0 58 16,-2 0-58-16,-6 0-50 0,-5 0-4 16,3-2 22-16,-6 0 17 15,3 1 11-15,-1 1 2 0,-3 0-10 16,1 0 8-16,-1 2-18 0,3 2 21 15,-5 4-1-15,9 4 0 0,-5 0 0 16,7 2 2-16,0 1 0 0,-1 0 19 16,1 1-16-16,0-2-1 0,6 1 11 15,-2-1-11-15,4-2 17 0,-2 0-8 16,2-2-11-16,2 0-3 0,4-1-12 16,0 0 15-16,6-2 1 15,-1 1 2-15,1-1 13 0,5-1-13 0,-5 0 16 16,9-2 3-16,-7 1-3 0,7 0 0 15,-7-1 3-15,5 1 3 16,-4 1 0-16,3-1-6 0,-8-1 16 16,1 1 3-16,-3 0 2 0,-4-1 11 15,-2 1 56-15,-2 1 77 0,0 4-13 16,-2-1-47-16,-2 2-47 0,-8 2-31 16,1-1-12-16,3 1 3 0,-8-3 3 15,3 0-7-15,1-3-14 0,-5-1-7 16,9 0-12-16,-7-3-15 0,5-2-19 15,4-1-18-15,-2 0-62 0,-3-4-68 16,5-2-67-16,2-5-118 0,0 2-322 16,0-1-459-16,0-4-733 0</inkml:trace>
  <inkml:trace contextRef="#ctx0" brushRef="#br0" timeOffset="62906.66">28716 14124 57 0,'0'0'798'0,"0"0"386"0,0 0-1051 16,0 0-33-16,0 0 107 0,0 0 35 15,0 0 9-15,0 0 12 0,62-10-28 16,-45 10-38-16,4 0-24 0,-3 0-19 16,3 2-34-16,-2 1-11 15,-3 5-22-15,-4-2-34 0,5 1-4 0,-9 0-8 16,-4 4-4-16,-2 2 6 15,-2 0 16-15,0 5-16 0,-6 1-25 16,-2 0-15-16,-2-1-3 0,-3-2 0 16,3-1-77-16,0-3-34 0,-1-2-44 15,3-5-35-15,0-3-90 0,-1-2-191 16,1-2-257-16,0-9-771 0</inkml:trace>
  <inkml:trace contextRef="#ctx0" brushRef="#br0" timeOffset="63178.89">28799 13902 197 0,'0'0'137'0,"0"0"1374"15,0 0-1018-15,0 0-125 0,0 0-30 16,0 0-44-16,0 0-31 16,0 0-67-16,0 0-42 0,0 0-34 15,-12-12-20-15,12 20-25 0,0 6 6 16,0 8-4-16,0 8 4 0,0 6-1 15,0 4-9-15,-2 4-13 0,-2-1-11 16,-1-1-14-16,-3-2-11 16,4-1-20-16,2-4-1 0,2-7-1 0,0-2-19 15,0-4-36-15,4-5-71 0,8-3-50 16,1-4-32-16,-3-5-62 0,13-2-86 16,-2-3-132-16,-3-11-81 0,1 4-225 15,-1-13-372-15</inkml:trace>
  <inkml:trace contextRef="#ctx0" brushRef="#br0" timeOffset="63456.22">29012 13972 4 0,'0'0'183'16,"0"0"55"-16,0 0 1122 0,0 0-906 16,-19-50-2-16,19 49-28 0,-2 0-29 15,2 1-107-15,0 0-96 0,0 0-79 16,0 2-32-16,0 3-28 0,2 8-15 15,3 5 58-15,3 10 59 0,0 6-10 16,-2 5-68-16,1 4-28 0,-1-1-9 16,2 3-10-16,-2-4-17 0,-2-1-12 15,-2-7-1-15,5 0-19 0,-5-5-36 16,2-5-28-16,4-3-46 0,0-6-54 16,3-3-65-16,-3-4-120 0,6-6-146 15,-3-1 21-15,3-6-24 0,-3-6-174 16,-3 2-9-16</inkml:trace>
  <inkml:trace contextRef="#ctx0" brushRef="#br0" timeOffset="63659.78">29159 13986 465 0,'0'0'186'15,"0"0"1159"-15,0 0-801 0,0 0-148 16,0 0-70-16,0 0-122 0,0 0-84 15,0 0-47-15,-8 63-3 0,8-43-4 16,2 2-13-16,0-2-36 0,-2-1-17 16,2-2-16-16,0-5-31 0,-2 0-107 15,4-5-110-15,0-2-125 0,4-4-133 16,-1-1-713-16</inkml:trace>
  <inkml:trace contextRef="#ctx0" brushRef="#br0" timeOffset="63856.26">29248 13957 396 0,'0'0'1261'0,"0"0"-229"15,0 0-646-15,0 0-83 0,0 0-116 16,0 0-92-16,0 0-50 0,-19 62-27 16,19-47-18-16,0 1-10 0,2-1-41 15,0-2-199-15,4-2-127 0,-1-4-154 16,-1-3-487-16,-2-2-145 0</inkml:trace>
  <inkml:trace contextRef="#ctx0" brushRef="#br0" timeOffset="64199.34">29452 13811 727 0,'0'0'1997'0,"0"0"-1411"0,0 0-183 0,0 0-145 16,0 0-122-16,0 0-43 15,0 0-3-15,0 0-3 0,0 0-19 16,17 58-30-16,-9-44-27 0,0-3-11 16,-3 3-12-16,1-3-38 0,2 2-77 15,-4 0-69-15,0 0-72 0,-2 3-207 16,-2-4-291-16,0 9-794 0</inkml:trace>
  <inkml:trace contextRef="#ctx0" brushRef="#br0" timeOffset="64554.33">29332 14148 350 0,'0'0'2402'0,"0"0"-1752"0,0 0-345 15,0 0-214-15,0 0-12 16,0 0 52-16,0 0 27 0,0 0-24 16,0 0-38-16,0 0-25 0,65-17-24 15,-47 13-10-15,-5-4-13 0,7 5-11 16,-7-2 2-16,5 2-12 0,-3 1 13 16,1 1-15-16,-3 1-1 0,3 1-3 15,-3 5-9-15,-3 1 12 0,0 4 1 16,-2 2 15-16,1 0-13 0,-7 4 18 15,2 1 10-15,-4 3 0 0,0 1-4 16,0 2 13-16,-4 0 3 0,0-3-3 16,-3 3-9-16,-1-1-13 0,-2-2-16 15,4-2-2-15,-3-1 0 0,1-5-46 16,-2-2-40-16,6-3-30 0,2-4-66 16,-3-2-92-16,1-2-143 15,4-5-587-15,-6-6-798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47:01.810"/>
    </inkml:context>
    <inkml:brush xml:id="br0">
      <inkml:brushProperty name="width" value="0.05292" units="cm"/>
      <inkml:brushProperty name="height" value="0.05292" units="cm"/>
      <inkml:brushProperty name="color" value="#FF0000"/>
    </inkml:brush>
  </inkml:definitions>
  <inkml:trace contextRef="#ctx0" brushRef="#br0">10088 6694 21 0,'0'0'1'0,"0"0"22"0,0 0-22 16,0 0-1-16,0 0-13 0,0 0-20 15</inkml:trace>
  <inkml:trace contextRef="#ctx0" brushRef="#br0" timeOffset="271.4">10088 6694 72 0,'33'-14'23'0,"-27"12"-4"15,-4 2 17-15,-2-3-20 16,0 2 258-16,0 0-82 0,0 1-71 15,0-1-43-15,0 1-32 0,0 0-14 16,0-2 17-16,0 1 23 0,-2-1 9 16,-4 2 14-16,6 0-11 0,-5 0-2 15,3 0 2-15,-2-1 8 0,0 1-8 16,2 0-12-16,-2 0-11 0,2 0-2 16,0 0-27-16,0 0-13 0,-4 0-19 15,6 0-23-15,0 0 0 0,-3 0-13 16,3 0-9-16,0 0-33 0,0 0-68 15,0 0-50-15,0 0 60 0,3 0 64 16,-3 0 10-16,8 0 13 0,-6 0 10 16,2-2-3-16,-2 1-4 0,2-2-12 15,2 2-47-15,-1-1-58 0,-3-1-39 16,6 0 13-16,-8 2 24 0</inkml:trace>
  <inkml:trace contextRef="#ctx0" brushRef="#br0" timeOffset="1335.93">10137 6641 149 0,'0'0'349'0,"0"0"-59"0,0 0-52 0,0 0 3 15,0 0-17-15,0 0-35 16,0 0-24-16,0 0-15 0,0 0-8 16,-27-6-12-16,23 6-13 0,2 0-8 15,0 0-5-15,0-1-1 0,-2-1-3 16,4 2-10-16,-6 0 0 0,4 0-1 16,-1 0-5-16,-1 0-8 0,2 0-12 15,-2 0-13-15,0 0-13 16,4 0-6-16,-4 3 3 0,0 0-10 0,-5 0-6 15,5 3-6-15,-2 0-10 0,0 2 10 16,0 3 0-16,-3-1-11 16,5 6 0-16,-2-1-2 0,2 3-2 15,0 0 1-15,0 0-1 0,2 1-2 16,2 0-8-16,0-1 10 0,0 1 0 16,2 0-11-16,2-1 10 0,0 3 0 15,4 0 3-15,3-1-3 0,-3-1 1 16,4 0 0-16,1-2 1 0,-3-2 0 15,4-1-2-15,1-4 3 0,1-1 0 16,1-2-16-16,0-2 16 0,1-1 2 16,-1-4 11-16,1 0 6 0,1 0-6 15,0-5-1-15,1-1 4 0,-3-2 3 16,1 1-6-16,-3-2-11 0,1-2 17 16,-7 1 0-16,5 0-16 0,-4 0 0 15,-1 0 13-15,-1-1-13 0,0 1 10 16,-2-1 6-16,-1 3-7 15,-1-4 11-15,-2 1 2 0,0 2 6 0,0-5-2 16,0 1-10-16,-2-1-7 16,2 1-9-16,-2-1-1 0,0-3 2 15,0 3-1-15,0-1 0 0,0 0 16 16,0 3-7-16,0 0 4 0,-2 1-3 16,0 1-1-16,-2 0 1 0,2 1-10 15,-2-2 13-15,1 2-14 0,-5 0-2 16,4 1 2-16,-4 0 17 0,2 1-7 15,-1 0-9-15,-3-1 0 0,2 1 10 16,-3 1-10-16,-1 0-2 0,2 0 2 16,-3 0-3-16,-1 1-2 0,1 1 1 15,3-1-2-15,-4 0 0 0,1 1 3 16,1 1 2-16,-1 0-1 0,3 2 1 16,-2-1-1-16,1 1 2 0,1 1 0 15,0-1 0-15,-1 1 13 16,3 0-3-16,0 0-10 0,-5 0 10 0,5 1-11 15,2 2 11-15,0 0-11 16,-5 1 0-16,5 2-2 0,0 2-11 16,-2 0-3-16,-1 2 12 0,3 1 0 15,-4 2-14-15,4 0 13 0,-3 2-9 16,3-1 8-16,0 4-8 0,0 0-1 16,4-1 10-16,-2 5-9 0,2 1 9 15,2 3-1-15,0 0-8 0,0-1 11 16,2 2-2-16,2-4 0 0,0 0-16 15,4-3 16-15,-2 0 0 0,5-3-10 16,-1-1 0-16,0-1 1 0,1-1-1 16,1-1 12-16,1-2-1 0,3-3-11 15,1 2 10-15,-1-4 2 0,1-2-11 16,-1-3 11-16,3 1 1 0,-1-2 0 16,3 0 0-16,-6-5 3 15,1 0 0-15,-6-2 13 0,5-1-13 16,-5 1 16-16,-1-3-4 0,1-1-11 15,-4 0 11-15,2-3-2 0,-4 0-1 16,1 0 1-16,-1-4-11 0,0 3 11 16,-2-2-12-16,0-1 1 0,0 1-1 15,-2-1-1-15,0-1-1 0,0 3 0 16,0-2-1-16,0 2-17 0,0 0-3 16,0 0-16-16,-2 2-3 0,0 1-9 15,2 1-10-15,-2 1-10 0,0 2-5 16,0 3-14-16,2 0-29 0,-2 1-35 15,0 3-74-15,2-1-114 0,0 1-303 16,0 2-628-16</inkml:trace>
  <inkml:trace contextRef="#ctx0" brushRef="#br0" timeOffset="3192.64">11671 9566 112 0,'0'0'443'0,"0"0"150"15,0 0-280-15,0 0-56 0,0 0-27 16,0 0-68-16,0 0-48 0,0 0-11 15,0 0 1-15,0 0-20 0,-48-21 26 16,46 20 2-16,-4 1-54 16,0 0 74-16,0 0-26 0,2 0-10 15,-3 2-16-15,3 2-32 0,0-1-19 16,-4 1-17-16,6 2-9 0,-4 1-3 16,-3 3-13-16,7 0 10 0,-2 3-13 15,0-1-4-15,-2 1 18 16,4 2-1-16,0 0-10 0,0 1 1 0,0-3 8 15,-1 1 1-15,3 0 0 0,0-1-10 16,0-1 10-16,0-1-13 16,0-1 3-16,3 1-3 0,-1-3-3 15,2 2 6-15,4-3 11 0,-2 2-1 16,2-3 1-16,3 0 2 0,1-2 0 16,-1 0 0-16,1-1-1 0,0-1 0 15,1-1 1-15,-3-1 2 0,5 0 1 16,-5 0-2-16,2-1 12 0,-1-2-11 15,-1 0 1-15,-2 0 13 0,5-2-3 16,-5-1-11-16,2 1 1 0,3-4 13 16,-5 0-3-16,2 0-12 0,1-1 15 15,-5-2-14-15,0 1 11 0,0 0 6 16,-2-3 4-16,-2 4-1 0,5-4 0 16,-5 2 0-16,0-1-6 0,-2-1 3 15,0 0 1-15,0-2-1 0,0 0-3 16,-2 3 3-16,-5-4 0 0,5 3 6 15,-2 0 1-15,-2-1 2 16,0 2-6-16,0 1 0 0,-5 1-6 16,3-2 3-16,-2 2-3 0,1 3-3 15,-3-1-1-15,0 3 1 0,-3-1-11 16,5 2 14-16,-1 1 3 0,-5 1-3 16,4 2-13-16,1 0 9 0,-1 1 4 15,1 0-13-15,3 3 0 0,-4 2-2 16,1 2-1-16,5 2 0 0,-6 1-1 15,4 2-2-15,-1 1-9 0,3 2 10 16,-4 2-2-16,4 2 2 0,-1 0 2 16,3 0 1-16,0 3-1 0,2-3-1 15,2 2-11-15,0-3 9 0,0 3-1 16,0-2-8-16,0-1 9 0,0-2 0 16,4 2-16-16,0-1 16 0,5-1-9 15,-1 0-1-15,2-2 11 16,3-1-1-16,1-1-13 0,-4-5 14 0,5 0 0 15,-1-2-1-15,-1-1 2 0,5-1-2 16,-7-3 3-16,3 0 3 16,1-1-2-16,-3-4 1 0,5-2 10 15,-7 0 4-15,0-3-13 0,5-1 13 16,-5-2 3-16,-2-2-6 0,5 0-1 16,-9-1-9-16,4-2-2 0,-2 2 2 15,-4-1 9-15,7 3-9 0,-7-3 16 16,0 2-15-16,-2 0 14 0,0 1 1 15,0-3-3-15,-2 3 3 0,-2-3 0 16,-3 2 3-16,1-1 3 0,0 1 3 16,-2-1 0-16,2 2-12 0,-9 1-3 15,3 0-11-15,-1 1-1 0,-3 3 0 16,-1 5-1-16,5-2-2 16,1 4 0-16,-1 2-20 0,2 0-3 15,3 0-13-15,3 2-31 0,0 0-79 16,4 2-109-16,0 0-152 0,0 0-215 15,4 4-662-15</inkml:trace>
  <inkml:trace contextRef="#ctx0" brushRef="#br0" timeOffset="13734.15">7251 14930 41 0,'0'0'26'0,"0"0"-26"16,0 0 72-16,0 0 518 0,0 0-205 15,0 0-203-15,0 0-36 16,-6 3-12-16,6-3-14 0,-2 0 0 16,2 1-22-16,0-1-11 0,0 0-12 15,0 0-23-15,0 0-33 0,0 0-18 16,0 0 22-16,0 0 3 0,0 0-10 16,0 1-16-16,0-1-19 0,0 0-10 15,0 0-10-15,0 0 9 0,0 0 27 16,0 0 1-16,0 0 2 0,2 0 3 15,2 0 13-15,-2 0 10 0,1 0-3 16,-1 0 6-16,0 0-3 0,2 0-10 16,-2 0 4-16,0 1 2 0,2 0 1 15,0-1 3-15,-2 0 0 0,4 1 0 16,-1-1-4-16,3 0 1 0,-4 0-4 16,2 0-6-16,0 0 23 0,3 0-14 15,-3 0-2-15,0 0-4 0,2 0-3 16,-4 0-12-16,5 0 12 0,-1 1 0 15,-2 0 6-15,2 0 7 16,1-1-7-16,-1 2-6 0,0-2 10 16,1 0 9-16,-1 2-6 0,-2-2-1 15,0 0 1-15,0 1-3 0,3 0-10 16,-3-1 3-16,0 0-3 0,0 1-1 16,1 0 5-16,1 1-5 0,-2-1-8 15,2-1 8-15,1 0-8 0,-1 0 15 16,-2 2-3-16,2-2-13 0,-2 0 10 15,3 1 3-15,-3 1-3 0,2-1-10 16,0-1 16-16,1 1-17 0,-1 0 2 16,-2 0 12-16,5 0-15 0,-3-1 2 15,0 2 0-15,0-1 16 0,3 0-6 16,-1-1 0-16,-2 0-10 0,3 0 16 16,-1 0-3-16,-2 0-3 0,5 0 3 15,-5 0-15-15,2 0 2 0,-2 0 10 16,3 0-11-16,-1 0 14 0,3 0-15 15,-1 0 1-15,2 0 1 0,-1 0-1 16,1 0 23-16,1 0-6 0,1 0-3 16,1-1-12-16,-3 0 15 15,1-1-4-15,1 0-14 0,-3 0 23 16,5 2-21-16,-3-3 16 0,1 2 0 16,-1 1-16-16,1-2 9 0,-1 2 1 15,-1-1 3-15,1 1-15 0,-1-2 12 16,1 2-12-16,-3 0 2 0,5 0 0 15,-1 0 10-15,-1 0-13 0,-1 0 1 16,3 0 1-16,-1 0 11 0,1 0-1 16,-1 2-8-16,-3-2 15 15,3 0-16-15,-1 0 13 0,-3 0-4 16,3 1-9-16,-7-1-1 0,4 0 1 16,1 0 0-16,-5 0-1 0,4 0 11 15,1 0-11-15,-1 0 0 0,-2 0 0 16,3 0 1-16,-3 0-1 0,3 0 11 15,-1 0-12-15,0 0 1 0,1 0 1 16,-3 0-2-16,0 0 0 0,3 0 2 16,-1 0-2-16,-1-1 1 0,1 1-1 15,-2 0 1-15,5 0 11 0,-3 0-12 16,1 0 1-16,-1 0 0 0,2 0 0 16,-1 0 0-16,3 0-1 0,-1 0 0 15,-1 0 0-15,1 0 0 0,-1-2 1 16,1 2 0-16,-1-1 11 0,1 1-10 15,-3-1 0-15,3 1 1 0,-5 0-1 16,2 0 13-16,1 0-14 0,1 0-2 16,-1 0 1-16,-1 0 0 15,2 0 2-15,1 0 0 0,-1 0 10 16,3 0-12-16,-1-1 0 0,-1 0 0 16,1 1 1-16,-1-2 0 0,1 2 0 15,1-2-1-15,-2 2 2 0,-1-1 9 16,0 0-11-16,3-1 2 0,0 1 10 15,-1-1-10-15,-1 1 13 0,-1-1-14 16,3 1 1-16,-5-2 0 0,2 2 10 16,1-2-10-16,-3 2 10 0,3 0-10 15,-3 0-1-15,3-1 1 0,-3 0 10 16,0 2-12-16,1 0 1 0,-1-1 1 16,-1 0 9-16,1 0-9 0,-2 1-2 15,3-1-1-15,-5 1 1 0,2 0 0 16,1-1-1-16,-3 1 0 0,2 0-2 15,-1 0 1-15,-1 0-1 0,2 0 2 16,0 0-3-16,1 0 1 0,1 0 1 16,-4 0 1-16,3 0 1 15,-1 0-1-15,-2 0 0 0,3 0 0 16,-3 0 1-16,2 0-1 0,-3 0 0 16,-1 0 2-16,2 1 0 0,0 0-2 15,-2-1 0-15,3 1 0 0,-1-1 2 16,0 0-1-16,1 0-1 0,-1 0 0 15,0 0-1-15,0 0 1 0,-1 0 1 16,1 0-1-16,-2-1 1 0,0 0-1 16,3 1 0-16,-5-1 0 0,2 1 0 15,0 0 0-15,2 0 1 0,-1 0-1 16,-1 0 0-16,-2 0 1 0,2 0 0 16,0 0 0-16,0 0-1 0,1 0 1 15,-3 0-1-15,0 0 0 0,2 0 0 16,-2 0-1-16,2 0 1 15,1 0 0-15,-1 0 0 0,-4 0 0 16,4 0 0-16,-2 0-1 0,0 0 0 16,3 0 1-16,-3 0-1 0,2-1 1 15,-4 1-1-15,2-1 1 0,0 1-2 16,-2 0 0-16,2-1 0 0,-1 1 0 16,1 0-1-16,-2 0 1 0,2 0 2 15,0 0-1-15,-2-2 0 0,2 1 1 16,-2 0-1-16,2 1 0 0,-2-2 1 15,3 2-1-15,1-3 0 0,-2 2 0 16,0 0-1-16,0-2 0 0,2 0-14 16,1 2 15-16,-1-1 1 0,0 0-1 15,0 0 0-15,0-1 1 0,-1 1 0 16,1 0 0-16,-2 2-1 0,0 0-2 16,-2 0 1-16,2 0 0 0,-2-2-1 15,-2 2 0-15,2 0 1 0,0 0 0 16,-2 0 1-16,2 0-1 0,1 0 1 15,-3 0 0-15,2 0-2 16,-2 0 1-16,0 0-10 0,2 0 9 16,0 0-1-16,0 0-8 0,-2 0 9 15,4 0 0-15,-2 0-13 0,0 2 13 16,0-2-13-16,-2 0 13 0,4 2-10 16,-2-1 11-16,-2 0 0 0,2 1-11 15,1-1 12-15,-1 0-1 0,0 1-11 16,-2-1 1-16,2 1 8 0,0-1-8 15,0 1-1-15,-2-1-3 0,2 1 4 16,0-1-1-16,0-1 0 0,-2 2 12 16,2-1-2-16,0 1 1 0,0-2-14 15,-2 2 13-15,0-2 0 0,0 0-13 16,0 0-3-16,4 0 0 0,-4 0-16 16,0 0-3-16,0 0-10 0,0 0-13 15,0 0-9-15,0 1 0 16,0-1 6-16,0 0-10 0,0 0-12 0,0 0-21 15,0 0-47-15,0 0-78 16,0 0-70-16,0 0-120 0,0 0-170 16,0-3-229-16,0 5 533 0</inkml:trace>
  <inkml:trace contextRef="#ctx0" brushRef="#br0" timeOffset="22272.39">7212 15159 38 0,'0'0'55'0,"0"0"27"0,0 0-46 15,0 0-17-15,0 0 1 0,0 0-4 16,0 0-14-16,0-1 1 0,4 1 13 16,-2 0-13-16,0 0 13 15,5 0 30-15,-5 0-10 0,0 0 195 0,0 0-12 16,-2 0-56-16,2 0-23 16,-2-1-43-16,0 1-22 0,0-1-19 15,0 1-11-15,0 0 7 0,0 0 0 16,0 0-9-16,0 0-4 0,0 0 6 15,0 0 4-15,0 0 0 0,0 0-4 16,0 0-6-16,0 0-3 0,0 0-4 16,0 0-9-16,0 0-20 0,0 0 14 15,0 0-14-15,0 0 13 0,0 0 0 16,0 0 13-16,0 0 17 0,0 0 9 16,0 0 19-16,0 0 7 0,0 0 7 15,0 0-7-15,0 0 3 0,0 0-10 16,0 0-10-16,0 0-15 0,0 0-11 15,0 0-9-15,0 0-9 0,0 0-7 16,0 0-11-16,0 0 0 0,0 0-1 16,0 0-1-16,0 0 1 15,0 0 0-15,0 0 1 0,0 0 0 16,0 0 11-16,0 0-12 0,2-1 0 16,2 0 3-16,0-1 15 0,5-2-18 15,-1 2 1-15,-4-1-2 0,4 1 1 16,-6-1 15-16,7 2-14 0,-3-2 14 15,-2 3-3-15,0 0 7 0,0 0-4 16,0 0-4-16,0 0-9 0,-4 0 0 16,5 0 0-16,-1-1 10 0,0 1-11 15,0 0 1-15,0 0 10 0,0-1-13 16,2 1 2-16,1 0 0 0,1 0-2 16,0 0 0-16,0-2 1 0,3 2 1 15,-1 0 2-15,-2 0 21 0,1 0-21 16,5 0-4-16,-6 0 1 15,3 0 0-15,-3 0 1 0,0 0 0 16,1 0-1-16,-1 2 0 0,0-1 1 16,0 0 0-16,1-1 0 0,-3 3 1 15,2-3 0-15,2 1 0 0,-1 1 13 16,-1-1-13-16,0-1 0 0,3 0 1 16,-1 2 15-16,-2-2-16 0,2 0 13 15,-3 0 0-15,1 0-3 0,0 0 3 16,0 0 3-16,-1 0-6 0,3 0-11 15,-2 0 0-15,5 0 1 0,-1 0 0 16,0-2-1-16,3 2-1 0,-5-3 1 16,7 2-1-16,-3-2 1 15,3 3 1-15,-5-1 19 0,1-2-6 0,-1 2 7 16,0-1-4-16,-3 2 0 16,1-1 0-16,-2-1-3 0,1 2 3 15,-1-2-3-15,0 2-3 0,-2-1-11 16,1-1 1-16,-3 1 13 0,4 1-13 15,0-3 10-15,-2 3-10 0,1 0 10 16,-3 0 3-16,4-3-4 0,-2 3-8 16,0 0 15-16,-1 0-7 0,1 0 7 15,-4 0-3-15,4 0 0 0,-2 0-3 16,0 0-1-16,0 0-10 0,1 0 14 16,1 0-13-16,-2 0-3 0,2-3 0 15,0 3-2-15,0 0 0 0,5 0-14 16,-3 0 14-16,4 0 2 0,-1 0 0 15,3 0 2-15,1 0-1 0,-1 0 1 16,3 0 1-16,-1 0 9 0,-1 0-11 16,-1 0 2-16,3 0-2 0,-5 0 1 15,1 0 1-15,-1 0 13 0,0 0-13 16,-3 0 9-16,-1-1-9 16,0 1 9-16,0 0 1 0,1 0 0 15,1 0-10-15,2-1 13 0,-1-1-14 16,3 1 0-16,1-1-1 0,-1-1 1 15,3 1-2-15,1-1 1 0,-1-1 0 16,-1 1-1-16,3-1 1 0,-2 1 0 16,-1 2-1-16,1-3 0 0,-1 0 1 15,1 1 0-15,1 0 1 0,1-1 1 16,0 1 13-16,-3 0-13 0,1 0 13 16,-1 0-3-16,1 1-10 0,-5 0 22 15,0 0-3-15,1 0-9 0,-5 1 2 16,0-1 4-16,1 0-18 0,-3 2 15 15,0-3-15-15,-2 3-1 0,2 0-1 16,-1 0-2-16,1-1 0 0,2-1-10 16,2 2 13-16,1-1 0 0,-1-1 0 15,0 1-1-15,3 1 0 16,-3-4 0-16,-2 4 1 0,3 0 0 16,-3 0-1-16,2 0 1 0,-1 0 0 15,-1 0 0-15,-2 0-1 0,2 0-2 16,-1 0 2-16,1 0 1 0,-2 0 0 15,2 0-1-15,-2 0-1 0,1 0 2 16,3 0 1-16,-4 0-1 0,5 0 0 16,-3 0 1-16,0 0 2 0,0 0 0 15,1 0 0-15,-1 0 0 0,0 0 0 16,3 0 0-16,-3 0 9 0,2 0-11 16,0 0 1-16,1 0 0 15,1 0 1-15,-1 0-2 0,-1 0 0 16,2 0 1-16,-1 0-1 0,-1 0 0 15,0 4-1-15,1-4 0 0,-1 0 1 16,0 0 0-16,1 0 1 0,-3 0 1 16,2 0 19-16,1 0-6 0,-3 0-13 15,2 0 13-15,-2 0-1 0,3 0 4 16,-3 0-16-16,2 0 0 0,-1 0 13 16,1 0-14-16,-2 0-2 0,3 0 0 15,-1 0-1-15,-4 0 1 0,4 0-2 16,-1 0 0-16,-1 0 1 0,-2 0-1 15,2 0 0-15,1 0 1 0,-3 0-1 16,2 0 0-16,0 0 2 0,-1 0 0 16,1 1 1-16,0-1 0 0,0 0-1 15,1 0 2-15,-1 0 0 0,-2 0 0 16,2 2 0-16,1-2 10 0,-1 0-9 16,0 0 1-16,1 0-2 0,-1 0 1 15,0 0 0-15,0 0 0 16,-4 0 11-16,5 0-12 0,-3 0 1 15,2-2 0-15,0 2-2 0,3-1-1 16,-1-3-1-16,0 4-1 0,3 0 0 16,-3 0-12-16,3 0 14 0,-3 0 0 15,0 0 0-15,1 0 0 0,-1-1 0 16,-2 1 0-16,1-3 0 0,-3 3 0 16,0 0 0-16,0 0 2 0,-2 0 1 15,0 0 10-15,3 0 0 0,-5 0-10 16,2 0 12-16,0 0-13 0,0 0 0 15,0 0 1-15,-2 0-2 0,4 0-1 16,-1 0 0-16,-1 0-1 0,2 0 1 16,0 0-3-16,-2 0 2 0,-2 0-1 15,2 0 1-15,1 0 0 0,-3 0 0 16,2 0 0-16,-4 0 0 0,4 0 0 16,-4 0 0-16,2 0-1 0,0 0 1 15,2 0-1-15,-2 0-1 0,0 0 0 16,2 3 1-16,1-3-1 15,-1 1 0-15,0-1 1 0,0 0 0 16,0 0 0-16,0 4-1 0,0-4 0 16,-2 1-11-16,1-1 13 0,-1 2-1 15,0-1 2-15,2-1 0 0,-4 0 0 16,2 0 1-16,-2 2 1 0,2-2 2 16,-2 0-1-16,0 0 1 0,4 0 8 15,-4 1-11-15,0-1-1 0,0 0 0 16,0 0-2-16,0 0 0 0,0 0-11 15,0 0 11-15,0 0-1 16,0 0 1-16,0 0 0 0,0 0-1 16,0 0-13-16,0 0-9 0,0 0-19 15,0 0 1-15,0 0-2 0,0 0-5 16,0 3-7-16,0-3-2 0,2 0-5 16,0 2-21-16,0 0-20 0,2-1-6 15,1 1-1-15,-1 1 10 0,4-2 19 16,-2-1 6-16,4 2 19 0,1-2-3 15,3 0 3-15,-1 0-10 0,1-2 10 16,3 2-9-16,-1-4-17 0,1 1-29 16,6-1-20-16,-7 1 3 0,3 2 17 15,-1-2 32-15,-1 0 13 0,1-1-14 16,-1 0-109-16,-7 2-327 0,7-6-565 16</inkml:trace>
  <inkml:trace contextRef="#ctx0" brushRef="#br0" timeOffset="35153.84">18869 14223 131 0,'0'0'183'16,"0"0"-124"-16,0 0-59 0,0 0 39 16,0 0-7-16,0 0-5 0,0 0-27 15,0 0 29-15,-21 1-13 0,15 2 34 16,2-3-50-16,2 0-3 0,0 2-30 15,-1 1 7-15,-1-2 3 16,2-1 23-16,0 0 0 0,0 1 1 16,2 0 1-16,-4-1 17 0,4 0 14 15,-2 0 42-15,2 0 42 0,0 0 23 16,0 0 33-16,0 0-4 0,0 0-48 16,0 0-53-16,0 0-39 0,0 0-12 15,0 0 9-15,0 0 9 0,0 0 14 16,0 0 13-16,0 0 0 0,0 0-7 15,0 0-10-15,0 0-2 0,0 0-1 16,0 0 3-16,0 0 14 0,0 0 2 16,0 0 1-16,0 0-7 0,0 0 7 15,0 0-7-15,0 0 3 0,0 0-26 16,0 0-12-16,0 0-4 0,0 0-3 16,0 0-12-16,0 0 2 0,0 0 13 15,0 0 10-15,0 0 7 0,0 0 15 16,0 0 7-16,0 0-13 15,0 0-20-15,0 0-22 0,0 0-15 0,0 0-8 16,0 0 23-16,0-1 32 16,6 0 0-16,2-2-13 0,-3 2 1 15,-1-1 9-15,6-1 0 0,-8 2 13 16,8 0-1-16,-3 0 1 0,1-1-16 16,-2 1-4-16,6-1-6 0,-1 2 0 15,-1 0 4-15,3-2-1 0,-1 0 3 16,2 0-2-16,3 1 2 0,-1 0-3 15,1-1-16-15,2 0 17 0,-1 1-1 16,1 0-6-16,-3 1-11 0,3-1 10 16,0-2 1-16,-1 3 3 0,3-1-14 15,0 0 11-15,1 0-10 0,1-1 16 16,0 0-16-16,-1 0 0 0,5-3 16 16,-4 2-17-16,4 2 11 0,-2-1-13 15,0 1 2-15,-3-3 1 0,3 4 10 16,-2-1-10-16,-5 1 13 0,3-1-15 15,0 1 2-15,-1-2 1 16,-1 2 18-16,0 0-9 0,-1 0-1 16,1-3 1-16,-3 3 3 0,1 0-13 0,2-1 0 15,-1 0-1-15,3 1 17 16,-3-2-6-16,1-1-11 0,0 2 14 16,-1-1-14-16,3-1-1 0,-2 2 1 15,-3-3 2-15,1 4-1 0,-1-1-1 16,-1-2 1-16,-3 3-2 0,0 0 1 15,5 0-1-15,-3 0 3 0,3 0-1 16,0 0-1-16,-1 0 11 0,3 0-10 16,-1 0 9-16,1 0-9 0,4 0 12 15,-3 0 1-15,-1-1-3 16,6 1 0-16,-5-2-10 0,3 2-1 16,0 0 1-16,0 0-1 0,-3 0-1 15,3 0 0-15,-2 2-1 0,1-1 1 16,-1-1 2-16,2 3 13 0,0-2-15 15,-3 1 1-15,3 0 2 0,-2-2-1 16,3 0-2-16,-1 0 11 0,0 0-11 16,-2 0 2-16,1 0-3 0,-3 0 1 15,2 0-1-15,-3 0 1 0,3 0 1 16,-5 0 0-16,3 1 0 0,-2-1-1 16,-1 1 15-16,3 0-15 0,-3-1 1 15,1 0 1-15,-1 0 16 0,1 0-18 16,1 0 0-16,-1 0 3 0,-3 0-1 15,1 0-2-15,-1 0 1 0,1 0-2 16,-1-1 1-16,1 1-1 0,-1-1-1 16,1 0 1-16,-1 1 1 0,-1 0 0 15,1-2-1-15,-2 2 1 16,3-2 0-16,-1 2 0 0,-1 0-1 16,1 0 1-16,3 0 1 0,-3 0 1 15,3 0-1-15,-3 0-1 0,3-1-1 16,1 1 0-16,1-3 1 0,0 3 0 15,-1-1 2-15,1-1-2 0,2 0 1 16,-1 0 0-16,-1-1-1 0,1 2-1 16,-1-2 2-16,2 0 0 0,-7 1-2 15,5 0 0-15,-3 1 0 0,1-2 0 16,-1 2 0-16,1-1 0 0,0 1 0 16,-1 0 0-16,1 1 1 0,-1-2 0 15,-1 1 2-15,-1 0 0 0,3 1 12 16,-1-1-11-16,1 1-3 0,3-1 2 15,-5 1 13-15,3 0-4 0,5-2-9 16,-2 1 13-16,-3-1-13 0,3 1 10 16,-2 1 6-16,1-2-7 0,-3 1-10 15,2 1 17-15,-3 0-3 16,3-1-3-16,-3 1-1 0,3-1 1 0,-3 1-1 16,1-1 7-16,1 1-3 0,1-2 9 15,-2 1 0-15,1-1-10 16,-1 1-2-16,1-2-10 0,1 1 0 15,0 0 1-15,-1 2 9 0,3-3-12 16,0 1-1-16,-3 1-1 0,3 1 1 16,-1-2-1-16,1 1 0 0,2 1-1 15,-2 0 1-15,1 0-1 16,1 0 0-16,0 0 2 0,-1 0 1 0,3 0-1 16,0 1-1-16,-2-1 1 15,0 0 1-15,-1 0 0 0,-1 0 0 16,-2 0 0-16,3 2 0 0,-7-2 1 15,5 0 0-15,-7 0 1 0,5 0-2 16,-3 0-1-16,-1 0 1 0,3 1 0 16,-3-1-1-16,1 1-1 0,-1 0 0 15,1-1 1-15,-3 1 1 0,-1 1 0 16,1-2 2-16,-2 1 10 0,3 0-11 16,-3-1 0-16,0 1-2 0,1 0 0 15,-1-1 0-15,0 2 0 0,1-1 0 16,-1-1 0-16,-2 1-2 0,5-1 1 15,-1 2 1-15,-2-2 0 0,5 0 0 16,-3 0 1-16,1 0 0 0,1 0-1 16,-1 0 0-16,1 0 0 0,-2 0-1 15,-1 0-1-15,5 0-1 0,-5 0 0 16,-1 0 0-16,2 0 0 0,-3 0-9 16,-1 0 11-16,-2 0-2 15,-2 0-11-15,3 0-2 0,-5 0 15 0,0 0-11 16,0 1-4-16,-2-1-6 15,2 0-3-15,0 0 3 0,0 0 4 16,0 0 5-16,2 0 10 0,0 0-16 16,0 0-13-16,5 0 7 0,-1 0 13 15,-2 0-1-15,4-1 13 0,-1 1-2 16,-5 0-11-16,0-2 11 0,0 2 0 16,-2 0 0-16,-2-1 1 0,2 1 1 15,0 0 0-15,-2 0-1 0,0 0-12 16,0 0 1-16,0 0-13 0,0 0-13 15,0 0-7-15,0 0 7 0,0 0 0 16,0 0 0-16,0 0-3 0,0 0-13 16,0 0-9-16,0 0-14 0,0 0-22 15,0 0-26-15,0 0-45 16,0 0-61-16,0 0-99 0,0 0-162 0,0 0-205 16,-2-3-337-16,4 6 918 0</inkml:trace>
  <inkml:trace contextRef="#ctx0" brushRef="#br0" timeOffset="37545.91">18805 14034 53 0,'0'0'274'0,"0"0"-150"0,0 0-85 16,0 0 23-16,0 0-10 0,0 0 10 15,0 0 13-15,0 0 13 0,0 0 212 16,0 0-95-16,0 0-59 0,10 10 7 16,-4-10 3-16,0 2-39 15,1-2-33-15,-1 0-19 0,2 0-16 16,4 0-20-16,-1 0-6 0,-1 0 0 15,5-3-4-15,-1 3 7 0,3-3 9 16,1 2-2-16,1-1 6 0,-3 1 3 16,7-1-3-16,2 0 6 0,-4 1 6 15,3-2 1-15,-1 2-13 0,0-2-7 16,0 1-9-16,-1 0 6 0,-1 1-7 16,2-2-2-16,-1 1-4 0,-1 0-3 15,4-1 12-15,-2 2-2 0,1-1-4 16,-1-1 7-16,2 2-7 0,-2-1 7 15,-5 1-10-15,7-1 22 0,-2 2-18 16,-5-1-17-16,7 0 16 16,-2-1 0-16,-4 0-3 0,3 1 0 15,1 0-3-15,-2-2 0 0,2 1 2 0,-1 1-14 16,-1 1 24-16,4-3 7 16,0 1-13-16,-3 0 0 0,3 0-6 15,0-1 3-15,0 1 9 0,-1-1-9 16,3 3 0-16,0-1-3 0,0 0 3 15,2-1-16-15,-2 1 13 0,0-1-12 16,2 1 0-16,0-2 0 0,2 0 0 16,0 0 0-16,-2-1 0 0,4 0-1 15,-4 0 1-15,0 0-1 0,-3 1 0 16,1 0 1-16,-4 2 1 0,0-1 0 16,-3 2 27-16,-1-2-10 0,0 2 0 15,-3 0-3-15,3 0 3 0,-1 0-3 16,-1 0-3-16,2-1 3 0,1-1-13 15,-1 1 13-15,2-2-14 0,-1 2 0 16,-1-2 0-16,1 0 1 16,-1 0 10-16,-2 2-13 0,-1-1 1 0,-1 1-1 15,-1-2 0-15,3 2 0 0,-5-2 0 16,0 3 0-16,5-1 1 16,-5-1 1-16,3 2 11 0,-1 0-11 15,1 0 0-15,-1-1 11 0,-1 0-11 16,3 1-1-16,1 0 1 0,-1 0-2 15,1-2 0-15,1 2 0 0,3 0 13 16,0 0-12-16,-1 0-1 0,1 0 2 16,2 0 14-16,-3 0-4 0,3 0-10 15,0 0 0-15,-2 0 0 0,1 0 1 16,1 0 0-16,-2 0-3 16,-1 2 3-16,3-1-1 0,0 0 11 15,-2-1-11-15,1 3 11 0,1-3-1 16,-2 2 1-16,4-2-10 0,-3 0 16 15,3 0-19-15,-2 0 1 0,0 0 1 16,3 0-1-16,-5 0 2 0,2-2-2 16,-2 2-1-16,-3-1-2 0,1-1 2 15,-1 2 1-15,-1 0 2 0,-1-1 9 16,1 1 4-16,-1-1-13 0,5 1 13 16,-4-2-13-16,1 1-1 0,3 0-1 15,-4 1-1-15,1 0 0 0,-1 0-1 16,-1 0 0-16,-1 0 1 0,1 0 0 15,-3 0 3-15,1 0 0 0,-2 0-1 16,1 0 0-16,1 0 0 0,-1 0 0 16,-1 1 0-16,-2 0 0 0,3 1 11 15,-1-1-12-15,-1 0 15 16,1-1-4-16,0 3 1 0,-1-3-10 0,1 2 22 16,3-1-9-16,-3-1-4 15,3 1 4-15,-3 0-14 0,0 1 11 16,3-1-11-16,-3-1 0 0,1 1 1 15,-3-1 16-15,4 1-7 0,-3-1-8 0,-1 0 11 16,2 1-2-16,-1-1 2 16,-1 0 4-16,3 0-3 0,3 0-13 15,-4 0 0-15,3 0 9 0,-3 0-12 16,5 0-13-16,-7 0 12 0,5 0 1 16,-1 3 0-16,-3-3-1 0,5 0 1 15,-4 1 0-15,1-1 0 0,-1 1 1 16,-1-1 0-16,1 1 0 0,-2 0 0 15,1-1 2-15,-1 2 13 0,0-2 1 16,-1 0-5-16,3 0-9 0,0 0 1 16,-3 0-1-16,-1 0 9 0,2 0-10 15,1 0-1-15,-1 0-1 16,0 0 1-16,1 0-2 0,1 0 0 0,-2 0 0 16,3 0 1-16,-1 0 0 15,3 0 0-15,-5 0 0 0,4 0 1 16,-1 0 0-16,-1 0 0 0,1 0 1 0,-1 0-2 15,0 0 0-15,1-2 1 16,-5 2-1-16,5 0-1 0,-1 0 1 16,-4 0 1-16,5 0 2 0,-1 0 0 15,-2 0 9-15,3 0-11 0,-1 0 0 16,-2 0 2-16,3 0 10 0,-3 0-10 16,-2 0 9-16,5 0-10 0,-3 0 11 15,1 2-10-15,-5-2 0 0,6 1 10 16,-4-1-10-16,3 1-1 0,-3-1-1 15,4 0 2-15,-3 2 9 16,-1-2-9-16,2 1-1 0,1-1-1 16,-1 1-1-16,-2 0 0 0,3 0 1 15,-3 1-1-15,2-2 0 0,-2 2 1 16,3-1-1-16,-3 0 1 0,2 1-1 16,1 0 1-16,-5-2 0 0,2 1 1 15,-2-1-2-15,1 1-2 0,-1-1 1 16,0 1 1-16,-2-1 0 0,0 1 0 15,2-1 1-15,-1 1-1 0,1 1-1 16,-2-2-1-16,-2 0 1 0,0 0-12 16,0 0 11-16,0 0-20 0,0 0 0 15,-2 0-9-15,2 0-25 0,-2 1-23 16,0-1-31-16,4 1-29 0,-1-1-31 16,-1 3-40-16,2 0-109 0,4-1-199 15,-6 1-557-15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47:57.369"/>
    </inkml:context>
    <inkml:brush xml:id="br0">
      <inkml:brushProperty name="width" value="0.05292" units="cm"/>
      <inkml:brushProperty name="height" value="0.05292" units="cm"/>
      <inkml:brushProperty name="color" value="#FF0000"/>
    </inkml:brush>
  </inkml:definitions>
  <inkml:trace contextRef="#ctx0" brushRef="#br0">5352 2692 497 0,'0'0'163'0,"0"0"-49"16,0 0 58-16,0 0 50 0,0 0-4 0,0 0-29 16,0 0-7-16,0 0 3 15,-50-30-42-15,42 26-56 0,2 2-22 16,4 0 13-16,-3 0-23 0,1 0-26 16,4 1-13-16,-2-2 3 0,2 3-3 15,0 0-16-15,0 0-55 0,0 0-3 16,2 0-7-16,0 0 65 0,3 0 54 15,-3 0 18-15,2 0-5 0,4 0-15 16,-2 0-10-16,0 0 0 0,1-1-6 16,-3 1-7-16,6 0-17 0,-2-1 5 15,1-1-17-15,1 2-2 0,2-1-1 16,3 1-10-16,-3 0 13 0,3 0 0 16,-3 0 1-16,7 0 2 0,-5 0-1 15,5 0 11-15,-5 0-10 0,5 0-1 16,-5 0 27-16,5 0 6 0,-5 0 7 15,7 0-13-15,-6 0-6 0,5-1-1 16,-1 1-9-16,2-2 6 16,-1 1-16-16,-1-1 17 0,4-1-18 15,1 0 17-15,-5 0-6 0,6 0 3 16,-3 0-14-16,1 2 14 0,-2-2-3 16,0 1 3-16,-1 1 3 0,5 0-3 15,-2 1-3-15,2 0 6 0,1 0 52 16,5 0 120-16,3 1-92 0,1 2-77 15,2 0-22-15,-2-3 1 0,0 2 18 16,0 2-3-16,0-3 6 0,1 2-6 16,1-3 0-16,-2 2-4 0,2-2 7 15,0 0 7-15,-2 0-1 0,7 0-6 16,-5-2-16-16,4-1 26 0,-1 0-14 16,-1 0 1-16,4 2-3 0,1-4-10 15,-1 3-1-15,1-3 14 0,-1 2-15 16,0 1-1-16,1 0 2 0,1 0-2 15,-3 0 0-15,-3 0-1 0,4 0-1 16,-1-1-11-16,-3 3 13 0,2-1 1 16,-6 1 0-16,7-1 1 15,-5 1-1-15,0 0 12 0,-4 0-11 16,4 0-2-16,-1 0 1 0,-1 0-1 16,0 0 1-16,0 0 2 0,0 0 0 15,0-4 16-15,-2 3-18 0,0 0 0 16,5-2 2-16,-3 2-2 0,-2 1-1 15,0-1 0-15,0-1-1 0,2 1 1 16,-2-1 0-16,2 2 2 0,3-2-2 16,-3 2 1-16,0-3 0 0,2 2-1 15,-2-1 0-15,4 2 1 16,-3-3-1-16,-1 2 1 0,2 0-1 16,-2 1-1-16,0-1-1 0,0 1-11 15,-2 0 11-15,1 0 2 0,-1 0-2 16,2 0 2-16,-4 0-1 0,2 1 1 15,0 0 3-15,-2 1 0 0,0 0 0 16,2-2 0-16,-2 0 19 0,0 0-19 16,-2 0 19-16,2 0-7 0,-4 0-14 15,2 0 0-15,-2 0 1 0,2 0-2 16,-3 0-3-16,3 0 2 0,0 0 1 16,0 0 4-16,2 0-4 0,-2 0 2 15,2 0 0-15,-4 0 10 0,2 0-9 16,-2 0 0-16,-2 0-1 0,0 0 1 15,-3 0 9-15,1 0-10 0,-4 0 14 16,-1 0-3-16,1 0-1 0,-5 0-10 16,3 0 14-16,-3 0-4 15,1 1-9-15,-3-1-3 0,1 1-3 0,-1 1 0 16,0 0 1-16,-1-1-1 16,1 2 2-16,1-1 0 0,-5 0 0 15,2 2 0-15,-2-2 0 0,1 0 0 16,-1 0 1-16,-2 0 2 0,0-2 1 15,-2 3 0-15,1-1 10 0,-1-2-10 16,0 2 13-16,-2 0-13 0,2-1 0 16,0 0 0-16,-2 0 13 0,2 0-14 15,3-1 0-15,-3 0 1 0,2 0 0 16,-4 1 11-16,4-1-12 0,-2 0 0 16,-2 0 1-16,3 0 9 0,-1 0-9 15,0 0 0-15,-2 0 9 0,-2 0-10 16,4 0 1-16,-4 0 10 0,0 0-10 15,0 0 0-15,0 0-2 0,2 0-1 16,0 0-1-16,-2 0-1 16,2 0-10-16,0 0 9 0,0 0 1 0,0 0-10 15,0 0 10-15,1 0 0 16,1 0-11-16,0 0-2 0,0 0-2 16,0 1-24-16,-2 1-50 0,2 1-69 15,2 2-52-15,1 1-71 0,1 6-118 16,-6-4-380-16,2 8-1065 0</inkml:trace>
  <inkml:trace contextRef="#ctx0" brushRef="#br0" timeOffset="42087.64">5399 4385 37 0,'0'0'75'15,"0"0"-46"-15,0 0 252 0,0 0 159 16,0 0-281-16,0 0-103 15,0 0 25-15,-12-1-39 0,10 1-3 0,2 0-16 16,-2 0-23-16,0 1-24 16,2 0 8-16,-2-1-7 0,0 4 23 15,0 0 1-15,-1 0 12 0,-1 1-13 0,2 2-1 16,-4-1 1-16,4 1 17 16,0-1 12-16,0 1 17 0,0 1-30 15,0 0 13-15,-2 1-6 0,2 0 13 16,-1 0-20-16,-3 1 46 0,4 2-33 15,-6 0-27-15,4-2-2 0,2 1 1 16,-5 0 25-16,1 3 49 0,-2-3-20 16,-2 3-9-16,3 0 3 0,-1 1-4 15,0-2-19-15,-2 6 10 0,1-3 9 16,-1 2-12-16,0 2-20 0,1-2-11 16,-1 4 14-16,2-2-3 0,0 0-12 15,3 2-1-15,-1 2-3 0,2-1-13 16,2 2 14-16,-2 1-18 0,4 0 19 15,0 2-15-15,0 1-4 16,0-2 7-16,6 2 12 0,0-2-18 16,0 0 18-16,5 1 1 0,-1-2 0 15,0 1-7-15,3-2-16 0,-1 2 20 16,-1 1 3-16,1-2 1 0,-2 2 9 16,-1-1-10-16,-1 0-11 0,6 1 11 15,-5-1 3-15,-1-2 20 0,2 1-21 16,1-2 0-16,-3 1 2 0,2-5-2 15,1 3-2-15,-1-6-17 0,-2-1 4 16,2 1 11-16,-1-4 0 0,-3 1 1 16,0 0-1-16,2 0 0 0,1 0-10 15,-5-3 12-15,2 3 0 0,-2-2-7 16,0-2-6-16,5 1-6 0,-3 0 0 16,-2-2 15-16,2 1-15 0,-2-3-4 15,0 1 10-15,3 0 0 0,-5-2-3 16,2-1-7-16,0-1 10 15,-2-1 0-15,-2-1 12 0,2-1-2 0,0 0 1 16,-2-1 0-16,0 0 2 0,0 0 17 16,0 0 12-16,0 0-3 15,0 0 13-15,0 0 6 0,0 0 4 16,0 0 0-16,0 0 0 0,0 0 2 16,0 0 1-16,0 0-3 0,0 0-36 15,0-1-10-15,-2-2 17 0,0 1-7 16,0 0 3-16,-2-1 3 0,0 0-15 15,-1-2 15-15,-1 2-3 0,0-2-13 16,2-1 17-16,-2 0-1 0,-5 0-16 16,3-1 14-16,2-3-1 0,-4 0-13 15,-3-3-1-15,5 1 0 0,-7-4 1 16,-1 0 10-16,1-2-13 16,-3 2-10-16,-1-4 10 0,1 1 24 15,-1-1-5-15,-2 3 17 0,3-2-20 16,1 0-3-16,-3 0-11 0,5-1 17 15,-1 0-16-15,5 1 1 0,1-1-4 16,0 0-1-16,5-1-12 0,3 0-10 16,0 0 22-16,2-2 0 0,0 2 0 15,0-3 1-15,0 3 16 0,0-4-13 16,0 4 0-16,0-2 0 0,-2 1-3 16,0 0-33-16,0 0-12 0,0 2-10 15,-4-3-10-15,4 4 7 0,0-2 3 16,-5 3-13-16,5-3 13 0,0 2 6 15,0-2 7-15,0 2-17 0,2-1-15 16,0 1-11-16,0 1 23 0,0-1 13 16,0 1-3-16,0 3 23 0,0-1 0 15,2 2-69-15,0-1 23 16,-2-1 40-16,2 4 22 0,0-1-27 16,5 0-8-16,-3 0 5 0,0 0 8 15,2 0 15-15,-2-2-26 0,0 3 14 16,3 1 2-16,1 0-5 0,-2 0-14 15,0 0-3-15,0 1 26 0,-1 1 6 16,5-1 7-16,-2-2-13 0,-2 3-13 16,1-1 6-16,1 0 7 0,0-1 7 15,-2 1-11-15,1 0-6 0,-1-1 14 16,6 0-1-16,-2-2-3 0,-1 1 13 16,3 1 0-16,-2 0-23 0,1-1 3 15,-1 3-9-15,-4 1 3 0,1 0 16 16,-1 2 6-16,-4-1-15 0,2 3 12 15,-2-1 7-15,2 0-10 0,-2 4 23 16,-2-2 3-16,0 3-3 0,0-1-1 16,0 0-26-16,0 1-5 0,0 0 6 15,0 0-7-15,0 0-9 16,0 0 32-16,0 0 10 0,0 0 0 16</inkml:trace>
  <inkml:trace contextRef="#ctx0" brushRef="#br0" timeOffset="46506.97">6007 6885 34 0,'0'0'42'0,"0"0"0"16,0 0 40-16,0 0 426 0,0 0-214 16,0 0-63-16,0 0-111 15,0 0-32-15,-4-1-36 0,4 1-29 0,0 0-23 16,0 0-3-16,0 0-10 0,0 0 11 15,0 0 2-15,0 0 0 16,0 0 3-16,0 0 42 0,0 2 34 16,0 2 38-16,0 0-23 0,-2 2-26 15,2 0-19-15,-2 1-14 0,0 2-12 16,2 3-4-16,-2 1-16 0,0 0 13 16,2 3-14-16,-5 0 14 0,3 3-13 15,0 1 14-15,-2 0-1 0,2-1 0 16,-4 3-13-16,2-3 27 15,0 4-1-15,-5-2 3 0,5 3-9 16,-4-1 3-16,2 2-4 0,-2-2 1 16,-1 4-4-16,1 0-6 0,0 2-9 15,-1 2 9-15,-1 2-12 0,2-1 1 16,0 2-1-16,-1-3-1 0,1 5-3 16,0-1-14-16,-1 0 16 0,1 0-2 15,0 4 0-15,4-2-10 0,-4 6 12 16,-1 0 1-16,5-1 1 0,-2 1-1 15,4-1-2-15,-2-1-11 0,4-3 10 16,0-1-27-16,4-2-5 0,-2-3 6 16,8 0 6-16,-4 1 10 0,3-4 0 15,-3 4 11-15,-2-1 1 0,6-2-1 16,-3-2-11-16,-1 1 0 0,0-1 10 16,2 1 0-16,-2-2-10 0,3 2 11 15,-1-1-11-15,2 0-3 0,1-1-7 16,-1-1 7-16,2 0-13 0,3-1 29 15,-3 0 1-15,5-1 1 16,-3 1 0-16,3-3 11 0,-5 2 4 0,3-2-16 16,-3 3-1-16,-2-5 0 15,5 2 0-15,-5 0 2 0,-1-3-2 16,1 0 0-16,-2-1 3 0,0-1 10 16,-1-1 3-16,-3-1-4 0,6-2-12 15,-4 1-3-15,3-3 1 0,-3-3-11 16,4 2 11-16,-2-2 2 0,-1-1 0 15,-1 1 0-15,2-1 0 0,-4-3 1 16,4 5 2-16,-1-3-1 0,-3 0 11 16,0-2-12-16,2 1-1 0,-2-1 0 15,2-1 0-15,-1 1-1 0,-1-2 0 16,-2 1 1-16,2-1-1 0,-2-1 0 16,0 0 1-16,2 1 0 0,-4-2 3 15,0 0 10-15,0 0 19 16,0 0 27-16,0 0-4 0,0 0-16 15,0 0-17-15,0 0-6 0,0 0 10 16,0 0 0-16,0 0-13 0,0 0-13 16,-4 0 1-16,2 0 0 0,0-3 3 15,-2 0-1-15,0 0 16 0,-3-1-16 16,-3-1 10-16,2-1-10 0,0-2 13 16,-3-1 0-16,-1-2 0 0,1 3-15 15,-1-3 2-15,0-2 1 0,-3 1-4 16,-1-2 0-16,1 0 6 0,-3-2-6 15,3-3-1-15,-3 0-12 0,1-1 13 16,-2 0-1-16,3-3-1 0,-1-1 0 16,-3-1-21-16,3-3 20 0,-1 0-9 15,-1-3 11-15,-2 1 0 0,3-5-25 16,-1 0 23-16,2-2-20 0,-1-1 10 16,-1 1 11-16,5-1-25 15,-1 0 27-15,1 1 0 0,4 4 0 16,-3-1-3-16,3 1 1 0,4 0 2 15,-3 1-13-15,5-3 13 0,0 1-20 16,2-1 17-16,2 0-10 0,-2-1 0 16,2 1 13-16,0 0 0 0,0 1 0 15,2 1 0-15,-2 1 1 0,2 0-1 16,2 0-1-16,-2 1 1 0,0 2 2 16,0 2 21-16,3 0 6 0,-1 1-14 15,0 1-15-15,6-3-3 0,-2 0-10 16,1 0 10-16,3-1 3 0,0-2-1 15,-3 0 1-15,-1 1 3 0,4 1 13 16,-3 1-14-16,-1 2-2 0,0 0 2 16,-2 3 1-16,3 0-2 0,-3 1-1 15,0-3-1-15,4 3-3 16,-1-2-17-16,1 2 20 0,0 1 1 0,1-1 0 16,-1 1 1-16,-4 2-1 15,7 0 0-15,-3-1-2 0,-2 3-11 16,3 0 12-16,-1-2-1 0,-2 5 1 15,-2-3 1-15,5 2-3 0,-3 4-13 16,-2 0 14-16,0 2 0 0,-4 0-1 16,7 1 3-16,-3 2 0 0,-2 2 0 15,-2-1-19-15,2 3 17 0,-2-2-11 16,0 3 10-16,0 0-17 0,-2-1 7 16,3 2-6-16,-3 0-4 0,2 0-22 15,6 0-23-15,-4-2-36 0,4 2-81 16,1-2-157-16,-1 0-188 0</inkml:trace>
  <inkml:trace contextRef="#ctx0" brushRef="#br0" timeOffset="48744.24">6214 7441 86 0,'0'0'91'16,"0"0"-78"-16,0 0 127 0,0 0 853 16,0 0-674-16,0 0-131 0,0 0-74 15,0 0-52-15,0 0-36 0,0 0-13 16,0 0 9-16,0 0 1 0,0 1 3 16,0-1 10-16,0 0 6 0,0 0 16 15,0 0 10-15,0 0 3 16,0 0-6-16,2 0 9 0,0 2-6 0,0-1-23 15,4 1-3-15,2 0 6 16,-1-1 0-16,3 0 14 0,2 1 15 16,3 0 67-16,3 0-29 0,3-2-25 15,4 4-43-15,0-2 17 0,2-1-4 16,4 2-5-16,0 0-21 0,-2 1 4 16,4-2 4-16,-2 0-30 0,2 0-9 15,-6 0-3-15,-1 1 2 0,1-2 0 16,-8 1 0-16,2-1 13 0,-7 1-12 15,3-2 0-15,-5 1 0 0,-4-1 10 16,-4 0-10-16,3 0 13 0,-7 0-1 16,2 0 7-16,-2 0 9 0,0 0-31 15,0 0-22-15,0 0-32 0,-2 0-41 16,2 0-38-16,0 0-45 0,-2 0-24 16,2 0-13-16,-3 0-74 15,1-3-106-15,2 2-131 0,-2-1-115 0,-4 1-177 16,23 8 632-16</inkml:trace>
  <inkml:trace contextRef="#ctx0" brushRef="#br0" timeOffset="49378.23">6516 7505 27 0,'0'0'85'0,"0"0"-30"0,0 0 7 16,0 0 13-16,0 0 356 0,0 0-220 16,0 0-15-16,0 0-14 0,0 0-22 15,0 0-53-15,-17-2-49 0,15 0 14 16,0 0 6-16,0 2 10 0,0 0 19 15,0-2 0-15,-5 2 6 0,7-3 7 16,-6 1-4-16,2 2 7 0,-2 0-20 16,0-3-13-16,-5 3 1 0,5-1-14 15,-2 1-20-15,-4-2 7 0,-1 2 1 16,-3-1-18-16,1 1-2 0,-3 0-22 16,-3 0 5-16,-2 0-15 0,-2 1 16 15,1 1 3-15,-5 2 25 16,-2-2-3-16,-3 1-38 0,1-1 0 0,-4-2 47 15,2 0 16-15,-4 0 38 16,2 0-35-16,-5 0-35 0,5-2-21 16,-2-3-24-16,2 2 9 0,-3-1-11 15,3-1-3-15,-2-1 0 0,4 0-12 16,2-1 15-16,-1 1 1 0,3-2-1 16,7-1 1-16,-5-1 0 0,4 0-1 15,2-1-21-15,3 1 18 0,3-2 1 16,0 1-48-16,3-2 31 0,4 1 19 15,1 2-54-15,-1 0 26 0,6-2 9 16,0 1-6-16,0-1-7 0,2 2 29 16,0 0 1-16,-1-1-11 0,-1 3-6 15,4 0-9-15,-2 2 25 0,0 1 3 16,2 1 3-16,0 1-3 0,-4 2-4 16,4 0-62-16,-2-1-49 0,2 1-41 15,0 1-45-15,0 0-92 0,0 0-191 16,0-2-529-16,0 2-127 0</inkml:trace>
  <inkml:trace contextRef="#ctx0" brushRef="#br0" timeOffset="50706.5">1466 7010 1734 0,'0'0'422'0,"0"0"-121"0,0 0-21 16,0 0-119-16,0 0-151 0,0 0-10 15,0 0 0-15,0 0 38 0,0 0 81 16,0 0 9-16,22-20-48 15,-11 15-45-15,-1-4-6 0,2 0-1 16,7 1 7-16,-2-3 3 0,3-1-19 16,7 1-6-16,0-1-11 0,0 3-1 15,0 1 3-15,0 0-3 0,2 2-1 16,-5 1 2-16,-3 1-2 0,0 3 0 16,-7 1 1-16,3 0-1 0,-9 0-3 15,0 6-10-15,-2 2 13 0,1 6 15 16,-5 2 32-16,-2 6 20 0,0 3-20 15,0 3-21-15,0 0-11 0,-4 2-15 16,-1-1-2-16,1-4-33 0,2 0-40 16,0-3-8-16,0 0-41 0,2-3-71 15,0-3-103-15,0 1-79 0,0-5-183 16,0-4-198-16,0 3-397 0</inkml:trace>
  <inkml:trace contextRef="#ctx0" brushRef="#br0" timeOffset="50997.64">1606 7367 1761 0,'0'0'496'16,"0"0"-172"-16,0 0 17 0,0 0-75 15,0 0-206-15,0 0-60 0,0 0 0 16,0 0 46-16,0 0 15 15,0 0 40-15,50 15 58 0,-32-18-7 16,7-2-33-16,-2-3-34 0,4-2-38 16,0-1-12-16,4 0-13 0,0 1-9 15,-4-1-13-15,-3 1 0 0,3 1-3 16,-2 3-22-16,-2 0-36 0,-5 2-46 16,3 1-41-16,-9-1-10 0,5 0-48 15,-7 0-75-15,1 2-8 16,3-2-224-16,-8 0-217 0,7-3-448 0</inkml:trace>
  <inkml:trace contextRef="#ctx0" brushRef="#br0" timeOffset="51359.42">2232 7047 285 0,'0'0'179'0,"0"0"1067"0,0 0-879 16,0 0-27-16,0 0-43 0,0 0-37 16,0 0-61-16,67-21-52 0,-51 11-20 15,7-2-35-15,4 0-41 0,0 1-26 16,-3-3 3-16,3 4-15 0,0 0-12 15,2 2 0-15,0 0-1 0,-6-1-1 16,4 4 1-16,-2 1 6 0,-3 0-6 16,-7-1 0-16,1 3-44 0,-5 0-98 15,-3-1-27-15,-2 2-26 0,2 1-65 16,-4 0-104-16,1 0-147 0,-3 0-254 16,-2 0-448-16</inkml:trace>
  <inkml:trace contextRef="#ctx0" brushRef="#br0" timeOffset="51848.02">2712 6703 458 0,'0'0'681'0,"0"0"588"0,0 0-907 16,0 0 77-16,0 0-76 0,0 0-171 15,0 0-192-15,0 0-3 0,0 0 3 16,0 0 83-16,10 8 24 0,7-8-19 16,8 0-15-16,0-1 11 0,-1-4 0 15,7 0 6-15,2-1-16 0,1-2-15 16,3 0-28-16,0-4-19 0,-4 2-12 15,-4 0 0-15,0-1-2 0,-4 4-44 16,2 0-38-16,-11 3-9 0,3 1 19 16,-9 3-29-16,0 0-105 0,-6 0 13 15,-1 0-20-15,-3 3-23 16,0 0-12-16,-3 2-48 0,-5 1 11 16,0 1-160-16,4-1-350 0</inkml:trace>
  <inkml:trace contextRef="#ctx0" brushRef="#br0" timeOffset="52097.2">2789 6598 2195 0,'0'0'436'16,"0"0"-69"-16,0 0-32 0,0 0-77 15,0 0-113-15,0 0-85 0,-7 69-19 16,7-36 3-16,7 6 0 0,-1 13-3 15,-2-7-10-15,0 4-12 16,4 0 0-16,1-9-19 0,-1 2 0 0,-2 1-22 16,4-9-19-16,3 1-44 0,-3-8-116 15,2-1 4-15,5-5 10 0,-5-6-133 16,3-4-76-16,-3-4-54 0,1-6-170 16,-1-1-8-16</inkml:trace>
  <inkml:trace contextRef="#ctx0" brushRef="#br0" timeOffset="52355.21">2896 6401 161 0,'0'0'2183'0,"0"0"-1709"0,0 0-109 16,0 0-208-16,0 0-110 0,0 0 141 15,15 81-27-15,-5-41-41 0,2 4-57 16,1 3-32-16,3 0-31 0,-3 0 1 16,3-3-1-16,-6-2 0 0,7-3-1 15,-5-2-27-15,-1-3-29 0,1-2-28 16,-2-3-66-16,-1-3-49 0,3-3-78 16,-4-4-84-16,1-2-151 0,-1-5-240 15,-4-5-251-15</inkml:trace>
  <inkml:trace contextRef="#ctx0" brushRef="#br0" timeOffset="52748.35">3076 6313 2362 0,'0'0'545'0,"0"0"-250"0,0 0-206 15,0 0-70-15,8 54 45 16,-4-24-20-16,2 7-22 0,1-2-22 16,-1 3-1-16,4-4-11 0,-2-3-49 15,-1-2-82-15,-1-5-27 0,0-3-16 16,2-6-55-16,1-2-66 0,-7-5-79 16,2-4-43-16,-4-4-10 0,2-2 15 15,0-9 202-15,0-6 63 0,0-5 159 16,-2-6 75-16,2-3 49 15,-2-4 107-15,6-2-42 0,-6-5 20 0,2 0 25 16,3 3-6-16,-1 4 15 0,-2 10 43 16,0 8 28-16,0 7-17 0,-2 9-33 15,0 1-53-15,0 0-107 0,4 6-104 16,-2 3-32-16,2 12 32 16,5 5 60-16,-1 9-21 0,-2 5-39 0,-2 3-26 15,2 0-140-15,3-1-145 0,-1-13-202 16,-2 6-563-16</inkml:trace>
  <inkml:trace contextRef="#ctx0" brushRef="#br0" timeOffset="53442.57">3648 6503 438 0,'0'0'1383'15,"0"0"-278"-15,0 0-718 0,0 0-25 16,0 0-110-16,0 0-133 0,-51 6-77 0,34 4-26 16,-1 7-16-16,-7 4-13 15,2 6 13-15,-4 0 0 0,-2 4 0 16,2 0 0-16,-2-1 1 0,5-4 0 16,5-1-1-16,-4-4-1 0,9-2-21 15,-1-3-7-15,7-4-34 0,4-5-62 16,2-2-58-16,2-4-179 0,0-1-205 15,6 0 208-15,4-7 175 0,7-3 67 16,-5-2 10-16,7-1 26 0,-7-1 79 16,3 2 2-16,-3 2 42 0,-6 2 140 15,3 2 48-15,-3 2 15 0,-4 3-3 16,0 1 75-16,-2 0 69 0,0 0-93 16,0 1-110-16,2 3-110 0,0 6-71 15,0 6-1-15,2 10 105 0,5 7-3 16,-1 4-41-16,2 4-38 15,-4 0-9-15,3-3-15 0,3-3-19 16,-1-4-27-16,-5-3-48 0,6-4-11 16,-2-3-50-16,-3-3-96 0,3-5-155 15,2-3-142-15,-5-3-147 0,3-7-691 0</inkml:trace>
  <inkml:trace contextRef="#ctx0" brushRef="#br0" timeOffset="53648.86">3706 6729 1080 0,'0'0'2337'0,"0"0"-1885"0,0 0-212 16,0 0-175-16,0 0-65 16,0 0-138-16,0 0 116 0,0 0 22 15,56-5-29-15,-33 3-80 0,-9 2-99 16,7 0-189-16,-9 1-107 0,1 8-90 15,-5 2-221-15,-6 13-440 0</inkml:trace>
  <inkml:trace contextRef="#ctx0" brushRef="#br0" timeOffset="53811.71">3806 6991 252 0,'0'0'1717'16,"0"0"-708"-16,0 0-628 0,0 0-67 15,0 0-138-15,0 0-176 0,0 0 0 16,0 0-90-16,0 0 90 0,0 0 0 15,31 4-2-15,-17-7-11 0,1-3-2 16,1-1-96-16,1-2-117 0,3-2-140 16,-3-4-150-16,-1 5-302 0,-1-8-659 15</inkml:trace>
  <inkml:trace contextRef="#ctx0" brushRef="#br0" timeOffset="54387.85">4176 6426 2229 0,'0'0'530'0,"0"0"5"0,0 0-129 16,0 0-116-16,0 0-111 15,0 0-95-15,0 0-53 0,0 0-31 0,0 0-23 16,0 0 23-16,-38 60 15 16,28-42 25-16,2-5 4 0,2-1-10 15,-5-3-6-15,7 0-28 0,2-4-3 16,2-4-35-16,0 0-52 0,0 1-118 15,0-2-32-15,2 0 130 0,2 0-7 16,2 0 22-16,3 0 47 0,-3 0 45 16,0-2 3-16,0 0 11 0,3-4 8 15,1 2 16-15,-4-2 0 0,2 2-1 16,5 0 33-16,-3-2 2 16,-2 1-9-16,7 1-3 0,-3 0 6 0,3 0 2 15,-3 2-5-15,1-3-3 16,1 5-22-16,-2 0-20 0,1 0-14 15,-1 5 1-15,-4 3 20 0,5 4-3 16,-5 9 15-16,0 6 32 0,-3 5 8 16,-1 3-6-16,-2 3-52 0,-2 3-4 15,0-1-9-15,-4 0-3 0,-1-1-12 16,1-3-10-16,0-4-18 0,-2 0-4 16,2-5-18-16,-2-2-31 0,-1-4-13 15,5-4-71-15,-2-2-84 0,0-3-152 16,-2-4-136-16,-2-3-253 0,-1-1-626 15</inkml:trace>
  <inkml:trace contextRef="#ctx0" brushRef="#br0" timeOffset="54562.95">4180 6795 1027 0,'0'0'159'0,"0"0"1216"15,0 0-876-15,0 0-59 0,0 0-212 16,0 0-228-16,0 0-70 15,0 0-77-15,0 0 147 0,0 0 2 16,43 15-2-16,-24-10-4 0,-1-1-59 16,7-1-131-16,-2-2-104 0,-7-1-182 15,11 0-686-15</inkml:trace>
  <inkml:trace contextRef="#ctx0" brushRef="#br0" timeOffset="55025.38">4587 6641 890 0,'0'0'2301'0,"0"0"-1866"16,0 0-267-16,0 0-127 0,0 0-41 16,0 0-68-16,0 0 68 0,0 0 2 15,66-18 10-15,-45 10-10 0,-1 2 0 16,7 0 14-16,-4 1-14 0,-4 5 0 15,3 0 0-15,-3 0 2 16,-2 6 11-16,-9 1 4 0,4 5 6 16,-6 0 1-16,-1 6 11 0,-3 1-5 15,-2 3-1-15,-2 2 0 0,-5 2 2 16,-7 2-8-16,4 1-3 0,-5-1-7 16,1-1 10-16,-1-1-3 0,-1-4-12 15,5-1-10-15,1-2-25 0,-2-3-18 16,7-2-96-16,-1-2-84 0,4-3-116 15,0-3-163-15,2-1-176 0,0-5-638 0</inkml:trace>
  <inkml:trace contextRef="#ctx0" brushRef="#br0" timeOffset="55409.07">4802 6863 405 0,'0'0'17'0,"0"0"1717"0,0 0-1369 16,0 0-223-16,0 0 74 0,0 0-17 15,0 0-39-15,0 0-45 16,54 9-68-16,-42-9-25 0,3 0-2 0,-3-1-17 16,4-3 22-16,-3 2-12 15,-1-2 3-15,1 2-16 0,-3-3-3 16,0 3-13-16,-1-1-42 0,-7 1-21 16,2 2-7-16,-4 0 22 0,0 0 64 15,0 0 51-15,0 0-13 0,0 0 1 16,0 0 12-16,0 0 3 0,-2 0-54 15,0 0-26-15,0 0-15 0,-5 0 30 16,3 0 11-16,-2 0 54 0,2 0 61 16,0 0 15-16,-2 5 21 0,-1-1-47 15,1 5-95-15,-2 1-9 0,4 3-12 16,0 2-7-16,0-1-6 0,1 0-1 16,1-1 4-1,-2-1 4-15,4-2-8 0,0-1-27 0,0 0-20 0,0-3-54 16,4 0-47-16,-2-1-72 0,1-2-82 15,-1 0-62-15,-2 0-252 16,2 0-107-16,-2-3-232 0</inkml:trace>
  <inkml:trace contextRef="#ctx0" brushRef="#br0" timeOffset="55605.68">4841 7029 148 0,'0'0'101'15,"0"0"1998"-15,0 0-1500 0,0 0-138 16,0 0-85-16,0 0-181 0,0 0-148 15,0 0-47-15,0 0-50 0,0 0-36 16,2 3 86-16,4-3 60 0,3 2-22 16,1-2-20-16,5 0-17 0,-3 0 1 15,7 0-2-15,-3-3-9 0,7-3-85 16,2-3-161-16,-1-3-219 16,-5 3-198-16,14-4-650 0</inkml:trace>
  <inkml:trace contextRef="#ctx0" brushRef="#br0" timeOffset="55976.54">5259 6795 981 0,'0'0'1384'16,"0"0"-775"-16,0 0-123 0,0 0-113 15,0 0-169-15,0 0-178 0,0 0-26 16,0 0-108-16,0 0 108 0,0 0 6 16,33 2 38-16,-13-6-9 0,-1 1-25 15,2-1-10-15,-1-1 0 0,1-1-1 16,4-2-92-16,0-2-127 0,0-3-154 16,-1-2-225-16,-3 5-564 0</inkml:trace>
  <inkml:trace contextRef="#ctx0" brushRef="#br0" timeOffset="56383.59">5532 6511 996 0,'0'0'979'0,"0"0"-422"0,0 0-450 16,0 0 31-16,0 0 20 0,0 0-49 16,0 0-4-16,57-14 10 0,-34 7-22 15,-2 1-55-15,0 0-9 0,1 0-14 16,1 0-2-16,-2 3-11 0,-3 1 11 16,-3 2 9-16,1 0-6 0,-5 0-15 15,-5 3 21-15,2 0-9 16,-4 2 19-16,-2 4 28 0,0 1 54 15,-2 8 49-15,0 2-28 0,-4 7-37 16,-4 1-36-16,4 3-26 0,-4 2-36 16,-1-1-4-16,1-1 2 0,0-3 0 15,2-1 1-15,-3-3-11 0,3-4-10 16,-4-2-12-16,4-2-10 0,1-3-22 16,1-1-26-16,-2-2-39 0,2-1-37 15,-2-3-73-15,4-2-106 0,0-2-126 16,2-2-229-16,0-4-696 0</inkml:trace>
  <inkml:trace contextRef="#ctx0" brushRef="#br0" timeOffset="56564.98">5763 6725 314 0,'0'0'140'0,"0"0"1505"16,0 0-1086-16,0 0-253 0,0 0-149 0,0 0-106 15,0 0 108-15,0 0 0 16,0 0-51-16,0 0-35 0,50 42-26 0,-42-31-3 15,4-1-6-15,-1 0-16 0,-1 1-3 16,0 1-4-16,-1-1-15 16,-1 0-73-16,0 2-151 0,0-2-231 15,-1-1-539-15,-5 1-969 0</inkml:trace>
  <inkml:trace contextRef="#ctx0" brushRef="#br0" timeOffset="57680.67">2702 7625 1016 0,'0'0'716'0,"0"0"-81"0,0 0-257 15,0 0 49-15,0 0-99 16,0 0-107-16,0 0-63 0,0 0-45 16,0 0-50-16,0 0-63 0,-15 34 0 15,15-7 0-15,0 20 21 0,0 14-5 16,6 9-13-16,-1 4-2 0,-1-15-1 15,0-13-3-15,-2-18-22 0,0 0-45 16,0-1-40-16,2 4-31 16,2 0-93-16,-1-6-107 0,-1-6-109 0,-2-5-225 15,2-9-498-15</inkml:trace>
  <inkml:trace contextRef="#ctx0" brushRef="#br0" timeOffset="58008.08">2737 7571 1510 0,'0'0'983'15,"0"0"-554"-15,0 0-52 16,0 0-59-16,0 0-179 0,0 0-139 16,0 0-28-16,0 0 28 0,0 0 50 15,0 0-18-15,52-39-14 0,-36 31 1 16,7 0-16-16,-5 1 0 0,3 2-1 15,0 2-2-15,-3 1 1 0,5 2-2 16,-10 4 0-16,3 4-1 0,-6 5 2 16,1 3 18-16,1 9 20 0,-6 2 0 15,-2 9-7-15,3 1-15 0,-5 2-16 16,2 0 0-16,0-3-41 0,-2 1-37 16,0-4-33-16,2-2-34 0,0-2-68 15,1-2-26-15,-1-4-55 0,0-2-83 16,4-4-119-16,-6-6-242 0,0 0-498 0</inkml:trace>
  <inkml:trace contextRef="#ctx0" brushRef="#br0" timeOffset="58278.95">2700 7752 2049 0,'0'0'427'0,"0"0"-149"0,0 0-278 16,0 0 12-16,0 0 53 0,0 0 89 15,0 0 22-15,64 37-10 16,-50-32-32-16,7-2-20 0,0-1-35 16,-3-2-41-16,7 0-7 0,-11 0-15 15,7-4-13-15,-6 0-1 0,3 1-2 16,-7 0-47-16,1 0-98 0,-4 2-106 15,-4-1-82-15,-2 2-102 0,-2 0-138 16,0 0-410-16,-2 6 6 0</inkml:trace>
  <inkml:trace contextRef="#ctx0" brushRef="#br0" timeOffset="58494.85">2749 7927 814 0,'0'0'680'0,"0"0"474"0,0 0-909 15,0 0-178-15,0 0-25 0,0 0 109 16,0 0 46-16,0 0 4 0,54 16-72 16,-35-16-53-16,-1-2-22 0,5-4-20 15,-4-1-15-15,3 0-3 0,3-1-4 16,-2 1-12-16,-7 1-31 0,5 2-86 16,-9 0-79-16,5 2-122 0,-7 0-127 15,-3 2-163-15,-3 0-431 16</inkml:trace>
  <inkml:trace contextRef="#ctx0" brushRef="#br0" timeOffset="58829.07">2820 8103 415 0,'0'0'1766'0,"0"0"-1310"15,0 0-447-15,0 0 7 0,0 0 26 16,0 0-22-16,0 0 5 0,0 0 17 15,62 8-13-15,-44-12 16 0,-3 0-16 16,3-2 6-16,-3 0 4 0,-1 1 6 16,-8 1-16-16,3 1-10 0,-5 2 10 15,0 1 25-15,-4 0 128 0,0 0 192 16,0 0-56-16,-4 3-99 0,2-1-104 16,-2 3-115-16,-3 2-62 15,3 2-6-15,-2 3 9 0,-6 4 6 0,-1 1 18 16,1 2 3-16,-3 1 10 15,3-1 22-15,-7 0-1 0,7-1-15 16,-7-1-9-16,7-2-9 0,0-3-10 16,1-1-32-16,3-5-62 0,6 0-113 15,2-4-157-15,0-2-172 0,2-1-563 16,0-4 445-16,8-8 91 0</inkml:trace>
  <inkml:trace contextRef="#ctx0" brushRef="#br0" timeOffset="59058.56">2952 8104 151 0,'0'0'170'0,"0"0"481"15,0 0-65-15,0 0-189 0,0 0 37 16,0 0-57-16,0 0-97 0,0 0-136 16,0 0-58-16,0 0-85 15,33-13 31-15,-27 21 25 0,2 3-12 16,-1 3-4-16,5 0-19 0,-2-1-3 16,-1 0-6-16,1-1 0 0,2-2 15 15,-3-2-5-15,-1-1-20 0,2-1 13 16,1-2-16-16,-1 1-13 0,2-3-12 15,1-2-10-15,-3 0-48 0,9-5-63 16,-5-4-49-16,5-2-43 0,-3-6-61 16,1 4-255-16,1-12-637 0</inkml:trace>
  <inkml:trace contextRef="#ctx0" brushRef="#br0" timeOffset="59320.97">3227 7739 1255 0,'0'0'1287'0,"0"0"-1187"16,0 0 87-16,0 0 82 0,47 4-26 15,-24-12-52-15,-2 2-87 0,4-3-69 16,1-3-19-16,1 0-15 0,0-3-1 15,0 2-22-15,-6 1-92 0,-1 0-87 16,-3 0-54-16,-1 5-37 0,-5 1-89 16,-3 3-72-16,0 0 307 0,-4 3-563 15,-4-2-341-15</inkml:trace>
  <inkml:trace contextRef="#ctx0" brushRef="#br0" timeOffset="59533">3398 7582 2214 0,'0'0'819'0,"0"0"-334"0,0 0-78 15,0 0-143-15,0 0-143 0,-35 62-71 16,33-36-22-16,0 8-13 0,2 12-15 16,0-1 2-16,0 3 0 0,4 3-1 15,-2-7-1-15,0 3-3 0,5-1-34 16,-3-7-47-16,2-2-44 0,2-6-41 15,-2-6-77-15,1-2-194 0,3-8-150 16,-4-5-518-16,2-8-211 0</inkml:trace>
  <inkml:trace contextRef="#ctx0" brushRef="#br0" timeOffset="59724.03">3491 7861 700 0,'0'0'2037'0,"0"0"-1565"16,0 0-284-16,0 0-188 0,0 0-64 16,0 0 64-16,0 0-1 0,0 0-10 15,64-42-28-15,-49 31-114 0,4 0-103 16,-7 2-47-16,7 0-127 0,-9 4-278 16,-6 3-110-16</inkml:trace>
  <inkml:trace contextRef="#ctx0" brushRef="#br0" timeOffset="59889.41">3539 7957 63 0,'0'0'254'0,"0"0"974"0,0 0-637 0,0 0-244 0,0 0-96 15,0 0-135-15,-8 54-87 0,14-48-26 16,-2-2 20-16,4 0-4 16,3-1-19-16,-3 0-1 0,4-3-12 15,-1 0 10-15,-1 0-26 0,6 0-80 16,-3-5-75-16,-1-2-75 0,3-1-165 15,-7 3-249-15,6-7-384 0</inkml:trace>
  <inkml:trace contextRef="#ctx0" brushRef="#br0" timeOffset="60149.75">3692 7672 4 0,'0'0'2520'0,"0"0"-1929"0,0 0-101 16,0 0-187-16,0 0-133 0,0 0-92 16,0 0-78-16,0 0-25 0,0 0 25 15,0 0 16-15,16 49 40 0,-5-23-9 16,-1 1-19-16,2 4-12 16,5 2-1-16,-3-3-15 0,3-1-18 15,-2-2-63-15,-1-2-43 0,-4-2-72 16,3-1-59-16,-1-5-94 0,-2 1-77 15,-1-4-139-15,-1-6-538 0</inkml:trace>
  <inkml:trace contextRef="#ctx0" brushRef="#br0" timeOffset="60639">4047 7638 422 0,'0'0'2431'16,"0"0"-1827"-16,0 0-190 0,0 0-124 16,0 0-172-16,0 0-118 0,0 0-44 15,0 0-37-15,0 0 25 0,-16 48 41 16,10-20 15-16,-3 3 2 0,-3 2 10 16,0 2-12-16,-3 1-1 0,-1-3 1 15,-1 2 0-15,-4-3 1 0,1-2-1 16,3-3-15-16,-1-1 11 0,1-4 4 15,-2-5-3-15,9-3-23 0,-6-6 25 16,5-2-2-16,5-5-19 0,0-1-6 16,-2 0 15-16,3-5-2 0,-1-2 13 15,4-3-49-15,-2-4-2 16,2 0 21-16,0-4 32 0,0 0 35 16,2 0 3-16,0 0 9 0,0 0-3 0,4 1-19 15,0 1-13-15,2-1 11 16,7 4-23-16,-3 0-2 0,-4 1 1 15,11 3 1-15,-5 2 12 0,1 0-12 16,3 2-17-16,1 3 15 0,1 1 1 16,-3 1 0-16,3 0 1 0,-5 2 3 15,5 2 11-15,-7 3 11 0,3 0-7 16,-4 4 1-16,-1-1 3 0,-1 4 9 16,0-1-15-16,-2 0 3 0,-3 3-19 15,1-2-56-15,0-1-89 0,0 0-78 16,-2 0-131-16,2-1-141 0,0-5-209 15,-2 1-593-15</inkml:trace>
  <inkml:trace contextRef="#ctx0" brushRef="#br0" timeOffset="61022.86">4264 7271 304 0,'0'0'1027'0,"0"0"-540"0,0 0-259 0,0 0-15 16,0 0 33-16,0 0 160 0,54 4-182 15,-46 2-93-15,1-1-6 16,5 6-14-16,-3 1-7 0,1 5-5 16,0 1-21-16,-3 5-12 0,3 1-3 15,0 2-34-15,-3-1-27 0,-1 2 1 16,0-2 10-16,-2 5-13 0,1 0-15 16,-5 2-32-16,-2 4-19 0,0 1-16 15,0 3-23-15,0 0-72 0,-4 0-84 16,-1 3 8-16,-1-4 137 0,-2-1-219 15,0-2-219-15,4-11-141 0,-9 9-423 0</inkml:trace>
  <inkml:trace contextRef="#ctx0" brushRef="#br0" timeOffset="61765.35">2311 7525 118 0,'0'0'1801'15,"0"0"-1363"-15,0 0-122 16,0 0-36-16,0 0-78 0,0 0-71 16,-54 42-52-16,42-35-6 0,4 4-22 15,-3 1-6-15,-1 1 8 0,4 4-21 16,-3 2 3-16,-1 3 6 0,4 4-6 15,1 4-7-15,-3 3-12 0,2 5-4 16,0 3-10-16,3 11-1 0,3-4 0 16,0 2-1-16,2 10 0 0,0-2 1 15,4 1-1-15,1-6-18 0,3-10 16 16,4-9 1-16,-1 5-12 0,1 4 10 16,7-5-19-16,-3-5-10 0,3-3-40 15,3-3-36-15,-3-6-32 0,4-3-61 16,0-4-123-16,-1-4-95 0,-3-4-291 15,6-6-558-15</inkml:trace>
  <inkml:trace contextRef="#ctx0" brushRef="#br0" timeOffset="76484.07">5589 9951 53 0,'0'0'39'16,"0"0"-39"-16,0 0 4 0,0 0-2 16,0 0-1-16,0 0 12 0,0 0 49 15,0 0 29-15,7-7 173 0,-5 7-42 16,-2-1-66-16,0 1 17 0,0 0 71 16,0 0 55-16,0 0-32 0,0 0-56 15,0 0-43-15,0 0-35 0,0 0-56 16,0 0-28-16,0 0 6 15,-2 0-10-15,-2 0 3 0,1 0-3 16,3 0 7-16,-2 0-1 0,2 0 4 0,0 1-7 16,0 0-6-16,0-1-16 15,0 1-10-15,-2-1 9 0,0 1 1 16,2 1 3-16,0-2-7 0,-2 2 0 16,0 0 1-16,0 1-4 0,0-1-16 15,0 2 16-15,-2 2-16 0,2-3-2 16,-2 2 1-16,-3 1-1 0,5 0 0 15,-2 1-1-15,0 1 1 0,0 0 0 16,0 0 15-16,0 4-13 0,-5-1 13 16,3 1 3-16,2 2-16 0,-2 0 10 15,-2 0 0-15,3 0-12 0,-1 0 1 16,2 0-2-16,2 1-12 0,2 1-3 16,-2-1-1-16,2 1 13 0,0 2 3 15,0-2 0-15,0 0 0 0,0 2 0 16,0-3 3-16,-2 3 13 0,0 1-13 15,0 1 16-15,0 2-6 16,-4 2-10-16,-3 2 22 0,5 2-2 16,-2 1 2-16,0 1 0 0,-3-1 1 15,1 1-4-15,2-1-6 0,2 2-3 16,-2-2-13-16,4-1-2 0,0 0 0 16,2-3-21-16,0 0 11 0,0-2 12 15,4 2-13-15,0-2 12 0,2-1-1 16,-2-2-2-16,6 1-6 0,-1-2 9 15,-3-3 2-15,-2 2-1 0,0-2 2 16,4 0 14-16,-1-1 0 0,-3 2 0 16,-2 0-4-16,2-1 1 0,-2-2 0 15,0 0-10-15,0 2 10 0,0-2-10 16,4 0 13-16,-1 2-13 0,-3 1 13 16,2-2-13-16,0 4 10 0,0-1-11 15,-2 2 10-15,0 2-10 16,2-2 2-16,-2 0-2 0,7 0-1 0,-5-1-1 15,0-2-3-15,0-2-13 16,0 2 13-16,2-2 2 0,1 0-31 0,-3-1 29 16,4 0-16-16,-2-2 16 15,0 1-17-15,5-2 5 0,-3 0-1 16,-2-2-10-16,2 0 24 0,1 0 1 16,-3 0 1-16,2-2-1 0,-2 2 1 15,1-2-1-15,-1 1 0 0,0-2-1 16,0 1 2-16,-2-1-2 0,1-1-11 15,-1 0-9-15,0-1 6 0,2 1-3 16,-4-3-4-16,2 2-2 0,0-1-1 16,-2-1-2-16,3 0-7 0,-3 0-20 15,-2-2 7-15,2 0 7 16,-2 1-1-16,0-1 7 0,0 0 25 16,0 0 10-16,0 0 29 0,0 0 6 15,0 0 10-15,0 0 3 0,0 0 6 16,0 0-3-16,0 0-19 0,0 0-29 15,-2 0-3-15,2 0-2 0,0 0-17 16,-2 0 16-16,-1 0 0 0,1 0 3 16,0 1 3-16,-2 0 10 0,0 0 3 15,2 0-3-15,-6-1 3 0,6 3-14 16,-5-2 17-16,1 1-18 0,0 1 1 16,-4-3 1-16,6 1-3 0,-3 1 13 15,-1-2 3-15,2 0-4 0,-4 0 8 16,7 0 5-16,-5 0-9 0,4-3-13 15,-4-3-1-15,-3 1-2 0,5-2-25 16,-2-2-7-16,0 1 30 0,-5-2 1 16,3-2-2-16,-2 0-29 15,-1-1 19-15,3 1 12 0,0-4-15 0,-1 1 14 16,3-1-11-16,0-2-3 0,-1 0-3 16,1-3 3-16,2-1 3 15,0 1-6-15,2-1 18 0,-3 0-2 16,-1 1 0-16,4 2 2 0,0-3 1 15,-2 2 0-15,-1-2-2 0,3 1 1 16,-4-1-2-16,4-2 3 0,0 1 0 16,-2 0 0-16,4-2-3 0,-5 0 0 15,5 0 0-15,0-5 0 0,2 3-13 16,0 1 14-16,0-3-2 0,0 4 4 16,0 0 2-16,0 2 11 0,0 0-10 15,2 1 13-15,-2 0-3 0,2-1 0 16,-2 0 3-16,2 1-3 0,0-3-1 15,1 2-9-15,-3 2-3 0,2 0 0 16,-2 2-16-16,4-2-7 0,-2 1 11 16,2 1 8-16,-2-2-12 15,0-1 4-15,6 2 12 0,-4-3 0 0,3 4 0 16,-3 0-1-16,0 3-2 16,-2 1 3-16,2 4 12 0,2 1-9 15,-4-1 13-15,0 1 0 0,1 1-3 16,-1-2 3-16,2-2 6 0,-2-1-18 15,0-3-3-15,2 1-1 0,-2 0-3 16,2 1-22-16,2-1 23 0,-4 2 0 16,5 2 0-16,-3-3-14 0,-2 3 14 15,4 2 1-15,-4-2 0 16,2 4-15-16,2-1 4 0,-1-2-4 16,1 0 12-16,-2 2-18 0,2 0 3 0,0-1 6 15,1 1-3-15,1 0 0 0,-2 0-6 16,2-1 21-16,-4 4-22 15,7-2 20-15,-5 1-13 0,-2 1 16 16,2 0-1-16,-2-1 0 0,1 1-2 16,3 0-20-16,-2-1 7 0,-2 1-9 15,2 0-8-15,-2 1-18 0,-1 1-10 16,5 0-13-16,-6-2-32 0,4 0-36 16,0 0-55-16,-2-4-59 0,3 1-144 15,-1 2-156-15,-4-2-490 0</inkml:trace>
  <inkml:trace contextRef="#ctx0" brushRef="#br0" timeOffset="91288.67">5538 12633 43 0,'0'0'56'0,"0"0"-20"0,0 0 6 15,0 0 4-15,0 0-7 0,0 0 20 16,0 0 6-16,-15-12-26 0,15 9 241 16,0-1-94-16,0-1-134 0,0 3-52 15,0-4-29-15,2-1-46 16,5 0-56-16,-5 2-41 0,2-1-17 0,0 0 32 16,-4 2 46-16,2 3 59 15,0-2 34-15,-2 3 18 0,0 0 94 16,0 0 174-16,0 0 28 0,0 0-113 15,0 0-69-15,-4 0 0 0,2 0-13 16,-2 0 22-16,2 0-2 0,-2 0-4 16,-3 0-16-16,3 2-4 0,2-1-16 15,-2 2-9-15,0-1 3 0,-4 0-1 16,3 0-6-16,-1 2 20 0,0 1 9 16,0-1-6-16,-2 2-33 15,-5-2-10-15,7 5 36 0,0-3 19 16,-2 0-13-16,-3 3-15 0,5-3-5 15,2 0-22-15,-2 3-12 0,-3-1-1 16,1 0-9-16,4 0 6 0,0 0-13 16,-4 1 6-16,1-1 4 0,1 3-3 15,0-3-7-15,0 4-17 0,0 0-1 16,-1 0 1-16,1-2 1 0,-2 3 23 16,2-1-4-16,-1 1-6 0,1 1-13 15,0-1 13-15,-2 1 0 0,2 1 0 16,-1-2 0-16,1 4-14 0,-2-1 1 15,0 2 1-15,1 2 12 0,1-2-15 16,-2 3 1-16,0-1-2 0,2 0 0 16,-1 2-1-16,-1 1 1 0,2-1 0 15,-2-2-1-15,3 0 0 0,3-2-3 16,-2-1-8-16,0 2 8 0,2-2 1 16,0 2-22-16,0 1 22 15,0-3-13-15,2 2 13 0,0-1 1 16,0 1-1-16,0 2 1 0,2 1-1 15,0-1 1-15,0 0 0 0,0 3 2 16,-2-3-1-16,2 2 1 0,2-2 0 16,-2-1-1-16,0-1-12 0,3-1 12 15,-3 0 0-15,4-2-1 0,-4-1-1 16,4 1 2-16,-4 0-1 0,4-1 0 16,-1-1 0-16,-3-2 0 0,2 0-11 15,4-2 12-15,-4 2-12 0,0-4 10 16,0 2 0-16,1-3 2 0,-1 3 1 15,0 0 1-15,4-2-1 0,-4 1 0 16,2 1-1-16,-1-3-1 0,-1 2 1 16,2 0-3-16,2 0 1 0,-2 0-13 15,1-2 16-15,-1 3 0 0,-2 1 1 16,4-3-1-16,0 2 0 0,-3-2 1 16,1 0 0-16,-2 2-1 15,0-3-1-15,4 0 0 0,-4 0 1 16,1 0 0-16,-1-2-11 0,0 1 11 15,-2-1 1-15,2 1-1 0,2 0-3 16,-4-4 3-16,0 2-2 0,3-2-10 16,-3 2 9-16,0-3 3 0,-2 2-1 15,2-1 0-15,0-1 1 0,0 2 1 16,0 0 0-16,-2-1 2 0,2 0-2 16,-2 0-1-16,2 0-1 0,0-2 1 15,-2 2-2-15,2-2 1 0,-2 2 1 16,0-1 3-16,0-1 0 0,0 0 19 15,0 0-3-15,0 0 7 16,0 0-4-16,0 0 1 0,0 0-7 16,0 0-1-16,0 0-11 0,0 0 12 15,0 0-13-15,0 0 13 0,0 0-13 16,0 0 13-16,0 0-4 0,0 0 4 16,0 0 3-16,0 0 4 0,0 0 12 15,0 0 15-15,0 0 17 0,0 0-7 16,0 0-58-16,-2 0 11 0,-2-3 6 15,0 1-7-15,-2-1-8 0,2 0 8 16,-3 1 17-16,-3-1-11 0,6 0 1 16,-4-2-15-16,-3 1 8 0,1-2 4 15,2 0-16-15,-5 1 12 0,3-3-12 16,2 0 16-16,-1 2-14 0,1 0 17 16,-2-1-3-16,6 1 0 0,-3 2-14 15,1 0-2-15,2-3-2 0,-4 0-16 16,4 2 18-16,0-2 1 0,-3-3-1 15,1 2 0-15,0-3 1 0,-4 1 0 16,3 0 0-16,-1-2 2 16,0-1-3-16,-2-2-3 0,1 2 2 15,1-1-18-15,0-2 17 0,-3 0 1 16,3 3 1-16,2-3 0 0,-6 1 3 16,5 0 0-16,-1-2 0 0,2 2 13 15,0 0-13-15,-3-1 0 0,3 1 10 16,2 2 6-16,-2-1-18 0,0 1 0 15,4 0-1-15,-5 2 2 0,3-3 0 16,2 3 0-16,0-3-1 0,0-1 1 16,0 0-1-16,0-2-1 0,0 3 1 15,-2-3 3-15,0 3 11 0,4-1-14 16,-2 1 12-16,-1-2-10 0,-1 2 44 16,4-2-2-16,-2 1-26 0,2 0-17 15,0 1 1-15,0 0-2 0,0 0 2 16,0 0-2-16,0-1-1 0,0 1 0 15,2-1-1-15,2 1 0 0,1 1-2 16,-5-2-13-16,6 0 4 16,-2 0-5-16,0-1 1 0,0-2-3 15,0 5 16-15,3-3-19 0,-3-2 10 16,4 1 10-16,-2 2-14 0,-2-4 13 16,7 2-19-16,-3 0 3 0,0-1 16 15,0 2 1-15,3-1 2 0,-1 0 0 16,-2 2-1-16,-1 0 0 0,3 1 1 15,-4 2 0-15,0 2 1 0,-2 0 1 16,1 2 17-16,-3 1-3 0,0 1-14 16,4 2 10-16,-4-1-9 0,-2 1 10 15,2 1-13-15,0-3 0 0,0 2 0 16,0 0-1-16,2-2-2 16,-2 1-10-16,0-1 10 0,1 0 0 15,-1 2-16-15,0-2 17 0,4 0-23 16,-4 2-51-16,2-3-21 0,2 1-42 15,-2-2-103-15,3 1-65 0,3-3-98 16,2-2-144-16,-3 1-241 0,5-8-506 0</inkml:trace>
  <inkml:trace contextRef="#ctx0" brushRef="#br0" timeOffset="96926.45">5643 13315 203 0,'0'0'46'16,"0"0"-46"-16,0 0 140 0,0 0 518 15,0 0-329-15,0 0 42 0,-20 8-85 16,20-8-63-16,0 0-145 0,0 0-78 16,0 0-39-16,0 0 11 0,0 0 28 15,0 0 55-15,0 0 29 0,0 0 13 16,2 0 10-16,-2 0-7 0,4 0-10 15,-4 1-10-15,0-1-16 0,2 1-16 16,-2-1-9-16,2 1-4 0,0-1-16 16,2 1 4-16,0 0-4 0,0 1 7 15,3-1 5-15,1 0 5 16,2 1-4-16,1 0-4 0,-3-1-2 16,8 1-1-16,-3-2-6 0,-1 0 4 15,3 1-4-15,-1-1 9 0,1 0 1 16,-3 0 6-16,7 0-10 0,-5 0 1 15,3 0 9-15,-3 0-7 0,0 0-6 16,3 0-3-16,0 0 3 0,1 0-9 16,1 0 12-16,-3 0 1 0,7 0-1 15,-2 0 0-15,-1 0 10 0,5-3-7 16,0 2 0-16,-4 1-3 0,8-2-6 16,-7 0 0-16,5 1 0 0,-2-2 0 15,0 3-1-15,2-2-15 0,-2 0 9 16,-1-1 7-16,1 3-7 0,2-2 7 15,0 1 1-15,0-1-1 0,0 1-4 16,-3 0-12-16,3-1 15 16,2-1 1-16,0 1-18 0,0 1 2 0,2-2 10 15,0 1-1-15,2-2 4 0,0 2-1 16,0-2-2-16,2 2 2 16,-1-3-2-16,-1 3-1 0,-2 0 1 15,0 0-1-15,2 0 1 0,-6 0-1 16,4 0-9-16,0 2 9 0,-5-1-8 15,3 0 17-15,0-1-19 0,-2 0 14 16,-2 2-4-16,6-2 4 0,-6-1-4 16,2 3-10-16,0-2 17 0,-5 1-17 15,5 1 13-15,-4 0-13 0,2-1 11 16,0 1-12-16,-3 0 1 0,1 0 1 16,-2 0 9-16,6 0-10 0,-3 1-2 15,1 0 12-15,2 1-9 0,-2 1-1 16,2-3 0-16,0 0 10 0,2 0-10 15,-3 0-1-15,1 0 1 0,2 0 1 16,0 0 0-16,-2 0 12 16,2 0-14-16,-2 0 11 0,-2 0 1 15,4-3-1-15,0 0-11 0,-3 2 1 16,3-3 0-16,-2 3 11 0,2-2-12 0,0 1 11 16,4-1-11-16,-2 0 1 15,-2 1 0-15,2 0 1 0,-2 1-2 16,0 1 0-16,2-2-1 0,-4 2 0 15,2 0 0-15,0 0 0 0,0 0 0 16,0 2 2-16,2-1 0 0,0 1 11 16,0 0 5-16,0-2-15 0,0 2 10 15,0-2 2-15,-2 0 0 0,-2 0-11 16,1 0 11-16,-1 0-3 0,-2 0-9 16,0 0 13-16,2 0-16 15,-4 0 2-15,3 0 0 0,-1 0 1 16,0 0-1-16,2 0 10 0,-2-2-10 15,0 1 0-15,-1 0 1 0,3-2 0 16,-4 1 0-16,2 1 1 0,0-2 14 16,-3 3-17-16,3-2 0 0,-2 1-1 15,2 0 0-15,-5 0 0 0,3 0-1 16,0 1 0-16,2-2 0 0,-3 2 1 16,1 0 0-16,0 0 0 0,2 0 1 15,-3 0-1-15,1 0 2 0,0 0-1 16,-3 0-1-16,3 0 0 0,-4 0 3 15,4 0-2-15,-5 0 1 0,5 0 1 16,0 2 10-16,-3 0-11 0,5-1 10 16,-2 0 0-16,4 1 7 0,0 0-18 15,-1-1 1-15,1-1 1 0,2 0 9 16,-2 0-9-16,2 0-1 0,-2 0-1 16,0 0 0-16,2 0 1 0,-2 0-1 15,2 0 11-15,-5 0-10 16,1 0 1-16,0 0 13 0,0 0-13 15,-2 0-1-15,-1 0 1 0,1 0-2 16,-2 0 2-16,-3 0 0 0,7 0-2 16,-6 0 0-16,-1 0 2 0,1 0-1 15,0 0 10-15,-3 0-11 0,3 0 0 16,1 0 2-16,-3 0-2 0,1 0-1 16,1 0 1-16,0 0-1 0,-3 0 0 15,3 0 1-15,-3 0-1 0,-1 0 0 16,-1 0 1-16,1 0 0 0,-7 0-1 15,7 0 0-15,-5 0 1 0,-2 0 0 16,0 0 1-16,-1 0-1 0,-3-1 1 16,2 1-1-16,-2-2 0 0,-2 2 1 15,0 0 0-15,2 0-1 0,-2 0 0 16,0 0 0-16,1 0-1 0,-3 0 0 16,2 0-1-16,-2 0 1 0,0 0-1 15,0 0-1-15,0 0-13 0,0 0-13 16,0 0-9-16,0-2-12 15,0 2-31-15,0 0-43 0,0 0-55 16,0-2-58-16,0-2-81 0,0 1-141 16,0-4-201-16,0 3-599 0,0 26-292 15</inkml:trace>
  <inkml:trace contextRef="#ctx0" brushRef="#br0" timeOffset="98535.59">6129 13625 105 0,'0'0'111'0,"0"0"-111"15,0 0 0-15,0 0 48 0,0 0 242 16,0 0 150-16,0 0-140 0,0 0-59 15,0 0-1-15,0 0-48 0,-17 21-27 16,15-20-16-16,0 1 0 0,0 0-23 16,2-1-42-16,0 0-23 0,0-1-16 15,0 0-13-15,0 0-11 0,0 0-21 16,0 0-39-16,0 0-16 16,0 0-12-16,2 0 47 0,2-2 20 15,1 0 42-15,-1-2 6 0,4-2 1 16,0 0-17-16,3-1 0 0,1-4 0 15,0-2-6-15,1-3 0 0,5-1-13 16,-1-1-1-16,4-1-11 0,-3 1 9 16,1 1-10-16,-3 3 0 0,-1 3 3 15,-1 0 20-15,-1 0 15 0,-5 4 10 16,-2 1 7-16,5 2 9 0,-7 0-4 16,0 2-9-16,-4 0 10 0,2 2 15 15,-2 0 51-15,0 0 3 16,0 0-45-16,0 0-47 0,0 2-35 15,0-1-3-15,0 0-15 0,0 0 5 16,2 2 10-16,0 1 19 0,0 0-3 16,2 2-15-16,-2 1 2 0,4 0 9 15,-1 0-9-15,-1-2-1 0,0 1-1 16,0 1 1-16,0-2-2 0,-2 1 0 16,0-1-13-16,0-3-25 0,-2 1-31 15,0-2-29-15,2-1-44 0,-2 1-37 16,0-1-41-16,0 0-50 0,0 0-52 15,5 0-89-15,-5-2-167 0,2-2 86 16,0 1-55-16</inkml:trace>
  <inkml:trace contextRef="#ctx0" brushRef="#br0" timeOffset="98973.78">6358 13397 1 0,'0'0'111'0,"0"0"-7"16,0 0-9-16,0 0 488 0,0 0-166 15,0 0-43-15,0 0-91 0,0 0-17 16,0 0-33-16,0 0-37 0,0-3-31 16,-2 3-27-16,2 0-13 0,0 3-13 15,0-3 3-15,0 3-20 0,0 0-9 16,-4 4 6-16,2 2-54 0,0 6-13 15,-4 3 10-15,-2 6 12 0,-3 2 7 16,-1 0-13-16,0 5 6 0,-3-1 0 16,3 2-3-16,-3 0-7 0,3-1-12 15,-1 0-6-15,-1 0-2 0,4-4-5 16,3 2-9-16,-1-4 12 16,2 0 1-16,2-3-1 0,4 0-12 15,0-4 19-15,0 1-3 0,0-3-7 0,2-1-9 16,4-1 0-16,-2-1 0 15,2-1-3-15,-2-1-1 0,3-3-12 16,-3 3 10-16,4-4-9 0,-2 1 10 16,1-3-17-16,-3 0-3 0,0-1-18 15,0-1-43-15,-2-2-46 0,4-1-25 16,-2 0-68-16,3 0-112 0,-3-4-86 16,2-1-175-16,0-6-437 0</inkml:trace>
  <inkml:trace contextRef="#ctx0" brushRef="#br0" timeOffset="100341.77">6447 13843 60 0,'0'0'133'16,"0"0"-31"-16,0 0 478 0,0 0-369 16,0 0-35-16,0 0 29 0,54-25-39 15,-42 22-42-15,1 0-20 0,-1 0-4 16,-1 2 30-16,1-1-46 0,-2 2 30 16,-1 0 9-16,-7 0 3 0,6 2 57 15,-6-1-12-15,2 1-62 0,-2 1-10 16,0-1 7-16,-2 4-23 0,2 0-29 15,0 5-13-15,-2-3-18 0,0 3-1 16,0-1-6-16,0 1 12 0,0 0 10 16,0-2 13-16,-2 0 12 15,-2-1 10-15,-2 2 6 0,-4-1-19 16,4 0-10-16,-3-1-12 0,-1 1-13 16,0 1 3-16,-3 1-3 0,3-3-9 15,-1 2 0-15,1-2 3 0,0-1 0 16,-1 0 9-16,5 1 4 0,0-4-17 15,-2 2 4-15,2-3 3 0,-1 1-20 16,-1-1 13-16,2 0 1 0,4-1 6 16,-4 0 0-16,4 0-4 0,0-2-2 15,2 0-16-15,-5 0-3 0,5 0-32 16,0 0-14-16,0 0-11 0,0 0 1 16,0 0 2-16,0 2-3 0,5 1 26 15,-1-2 34-15,2 3 3 0,0 1 0 16,0 0-3-16,0 0-1 0,3-2-1 15,1 3 0-15,0-1-1 0,-1 1-1 16,1 0 2-16,-2 0-1 16,1 1 3-16,-1 0 0 0,-2 0 13 15,0 0-10-15,-2 2 19 0,-2 0 6 16,3 1 0-16,-5 1 1 0,0 1 9 16,0 1-10-16,-7 1-6 0,1 3 3 15,-2-2-10-15,0 3-2 0,-1-1 12 16,1-3 3-16,-2 4-6 0,-1-3 3 15,3-2 2-15,0-1 5 0,2-1-8 16,-3-2-11-16,3-3-13 0,2-2 0 16,0 0-13-16,2-3-5 0,0-1-13 15,-2 0-19-15,4 0-81 0,0-5-98 16,0-2-207-16,0-5-107 0,4 2-50 16,2-7-548-16</inkml:trace>
  <inkml:trace contextRef="#ctx0" brushRef="#br0" timeOffset="100799.99">6766 13837 347 0,'0'0'22'0,"0"0"1263"16,0 0-746-16,0 0-407 0,0 0-116 15,0 0 72-15,0 0 44 0,0 0-16 16,0 0 7-16,0 0-8 0,64-2-2 16,-50 2-20-16,1 0-10 0,-1 1-26 15,3 0-19-15,-3 1-3 0,1-2-22 16,-3 0 0-16,0 1-10 0,-3-1 0 16,-1 0 10-16,-4 0-12 0,0 0-1 15,0 1-1-15,-4 1-44 0,2-2-34 16,1 3-33-16,-1-1-7 0,-2 2 30 15,0-2-8-15,0 2-96 0,0-1-13 16,0 0-258-16,0-2-186 0,-5 2 2 16,-1-2-29-16</inkml:trace>
  <inkml:trace contextRef="#ctx0" brushRef="#br0" timeOffset="101010.63">6881 13886 122 0,'0'0'114'0,"0"0"319"0,0 0 281 15,0 0-168-15,-49 16-105 16,41-13-64-16,-3 3-49 0,5-2 0 15,0-1-64-15,4 0-28 0,-2 0-41 16,2 0-48-16,-1 0-35 0,1 1-38 16,0 3-24-16,-4 4-16 0,6 1-4 15,-6 6-8-15,4 0 3 0,0 1-25 16,-2 2 0-16,4-2-19 0,-2 2 1 16,0-4-19-16,2 0-28 0,0-4-44 15,0-1-53-15,0-4-42 0,0-2-98 16,4-1-258-16,0-5-248 0,0 0-455 15</inkml:trace>
  <inkml:trace contextRef="#ctx0" brushRef="#br0" timeOffset="101267.93">6759 13941 1493 0,'0'0'637'0,"0"0"-320"0,0 0-294 15,0 0-10-15,0 0 113 0,0 0-14 16,0 0 1-16,0 0-4 0,0 0 3 16,0 0-19-16,54 4-32 0,-43-4-13 15,1 0-7-15,-2 0-2 0,1-1-14 16,-1 0-25-16,0-1-3 0,-1 1-10 16,-1 0 0-16,-2 1-57 0,0-2-89 15,0 1-63-15,1 1-45 0,-3-1-111 16,2 0-177-16,-4 1-83 0,-2 0-406 15</inkml:trace>
  <inkml:trace contextRef="#ctx0" brushRef="#br0" timeOffset="101525.24">6747 13983 109 0,'0'0'68'0,"0"0"936"0,0 0-292 16,0 0-401-16,0 0-168 0,0 0-17 15,0 0 26-15,0 0 18 0,0 0 7 16,0 0 9-16,25 24-17 0,-17-20-42 16,5-1-54-16,-1-1-13 0,-2 1-6 15,7-1-22-15,-3-1-10 0,1-1-19 16,-3 0-3-16,1 0-1 0,-3 0-2 16,0 0-10-16,-4 0-21 0,3 0-42 15,-3-1-32-15,-2 0-35 0,-2 1-14 16,2-1-22-16,-2 0-43 0,2-1-97 15,-4 2-144-15,3-1-197 16,-3 0-171-16</inkml:trace>
  <inkml:trace contextRef="#ctx0" brushRef="#br0" timeOffset="101863.64">6584 14141 765 0,'0'0'557'0,"0"0"-37"0,0 0-153 16,0 0-50-16,0 0-59 16,54 0-72-16,-44-1-42 0,6 0-10 15,-1-1-9-15,1-1-17 0,3 2-32 16,0-2-32-16,5 0-22 0,-1-2-6 15,2-2-16-15,0 1 0 0,-2-1-1 16,-3 1-1-16,3 0-26 0,-7 2-20 16,-1 1-19-16,-5-1-15 0,-4 3-20 15,-3 0-19-15,-3 1 6 0,0 0 115 16,0 0 0-16,0 0-74 0,-7 1-196 16,-1 1-169-16,0 2-243 0,0-2-60 15</inkml:trace>
  <inkml:trace contextRef="#ctx0" brushRef="#br0" timeOffset="102395.17">6815 14096 73 0,'0'0'130'0,"0"0"27"16,0 0 1048-16,0 0-757 0,0 0-40 15,0 0-50-15,0 0-85 16,0 0-62-16,-47 27-55 0,45-20-48 16,-2 2-41-16,-1 2-7 0,3 4 0 15,-4 4-3-15,4 3-13 0,-4 5 0 16,-2-2-9-16,1 3-4 0,1 0 13 15,0-2 0-15,0-2-7 0,0-2-1 16,4-5-11-16,-1-1-3 0,1-3-22 16,2-4 0-16,0-2-19 0,2 1-6 15,3-3-17-15,1-2 11 0,0-1 9 16,2-2 0-16,3 0 0 0,-1-2 3 16,0-7-12-16,3-3 15 0,1-1-22 15,-1-3-15-15,1-4-32 0,-2 1-10 16,1-1 6-16,-1 1 16 0,-3 1 3 15,-1 2 32-15,-4 3 38 0,0 1 0 16,-2 1 35-16,-2 2 19 16,0 0 19-16,-2 4-16 0,-2-1-16 15,2 2-15-15,-4 0-4 0,4 2 13 0,0-1 18 16,-5 3 4-16,7 0 3 16,0 0-7-16,-2 3-3 0,2 3-34 15,-2 0-15-15,2 0 21 0,0 1 35 16,0 1 28-16,0 4 2 0,0-4 28 15,0 1 3-15,2 1-38 0,0-1-33 16,5 3-20-16,-3-2-2 0,4 1-6 16,0 0-19-16,0 1-2 0,7-4-13 15,-1 2 0-15,-1-2-7 16,1-1-9-16,1 3-34 0,1-2-15 0,3 4 9 16,-1-2 18-16,1 0 53 0,-2-1-62 15,-3-4-85-15,-4-2-80 0,1-3-158 16,-3 0-59-16,0 0-67 15,-4-4-78-15,1 0-166 0</inkml:trace>
  <inkml:trace contextRef="#ctx0" brushRef="#br0" timeOffset="102671.76">7020 14223 102 0,'0'0'137'16,"0"0"-81"-16,0 0 1000 0,0 0-562 16,0 0-78-16,0 0-45 0,0 0-46 15,0 0 122-15,0 0-63 0,0 0-130 16,-12 18-125-16,5-10-20 0,-5 3-13 16,2 3-21-16,1-2-1 0,-3 1-16 15,0 2-21-15,1-5-37 16,3 0-24-16,-4-3-1 0,9-1-15 15,-3-1-93-15,2-4-85 0,4 1-77 16,0-2-211-16,0 0-623 0,0-2-560 0</inkml:trace>
  <inkml:trace contextRef="#ctx0" brushRef="#br0" timeOffset="103168.46">7142 13922 86 0,'0'0'1631'0,"0"0"-1145"15,0 0-421-15,0 0 6 0,0 0 114 16,0 0 27-16,0 0-25 16,50 2-17-16,-34-2-17 0,1 0-25 15,1-2-4-15,5 1-23 0,2-2-41 0,0 0-31 16,3 0-13-16,3 0-16 16,0 2 12-16,0-3-12 0,-2 4-1 15,-2 0-1-15,-2 0 0 0,-2 0-14 16,-5 4-12-16,-5-2-26 0,-3 0-57 15,-4 0-67-15,-4-1-55 0,-2 0-37 16,0 2 32-16,-4 0-374 0,-8 5-968 0</inkml:trace>
  <inkml:trace contextRef="#ctx0" brushRef="#br0" timeOffset="103428.71">7154 14077 50 0,'0'0'1790'15,"0"0"-1313"-15,0 0-151 16,0 0-120-16,0 0-164 0,0 0-26 16,0 0 42-16,0 0 25 0,0 0 0 15,11 56-12-15,-5-45-24 0,0 7-24 16,4-1-23-16,-1 0-3 0,-1-1-23 15,-2-1-35-15,4-3-67 0,-1-4-90 16,-3 0-94-16,0-4-167 0,-4-3-240 16,9-1-307-16</inkml:trace>
  <inkml:trace contextRef="#ctx0" brushRef="#br0" timeOffset="103733.48">7202 14078 138 0,'0'0'235'0,"0"0"1079"0,0 0-856 16,0 0-216-16,0 0-242 16,0 0 0-16,0 0 94 0,0 0 31 15,0 0-2-15,0 0 12 0,66-22 13 16,-43 18-4-16,2-1-10 0,3 1-29 16,1-2-10-16,0 3-19 0,2 0-9 15,-4 2-10-15,-2 1-10 0,-2 0-15 16,-7 3 2-16,-1 0-5 0,-5 1-4 15,-2-1 3-15,-3 1 0 0,-3-1 16 16,0 0 6-16,0 2-2 16,-2-1-1-16,0 3-12 0,0 2-32 15,0 0-3-15,-2 0-19 0,-5 1-54 0,3 0-55 16,0 1-42-16,-4-2-67 16,2-1-79-16,-3 0-107 0,-1-1-168 15,2-1-445-15</inkml:trace>
  <inkml:trace contextRef="#ctx0" brushRef="#br0" timeOffset="103999.16">7177 14201 220 0,'0'0'805'0,"0"0"-220"0,0 0-192 16,0 0-30-16,0 0-88 0,56 18-21 15,-38-16-81-15,1 0-22 16,4-2-11-16,-5 1-7 0,7 2-31 0,-4-3-29 16,0 0-35-16,-3 0-16 0,-3 0-22 15,5 0-2-15,-7-4-11 16,3 2-22-16,-5-3-82 0,-1 3-74 16,-2-3-29-16,-2 2-7 0,1-1-37 15,-1 0-36-15,-4 1-141 0,-2-1-187 16,0-3-406-16</inkml:trace>
  <inkml:trace contextRef="#ctx0" brushRef="#br0" timeOffset="104282.62">7373 13903 89 0,'0'0'1353'15,"0"0"-674"-15,0 0-319 0,0 0-170 16,0 0-74-16,0 0 35 16,0 0 35-16,0 0 5 0,-4 52 7 0,4-33-15 15,-2 7-38-15,-2 0-44 16,2 1-61-16,-2 4-24 0,0-4-16 16,2 1-2-16,-5-5-17 0,7-1-34 15,0-4-76-15,0-4-38 0,0-3-59 16,0-3-74-16,5-2-59 0,-1-4 27 15,0-2-460-15,0 0 102 0,4-10-239 0</inkml:trace>
  <inkml:trace contextRef="#ctx0" brushRef="#br0" timeOffset="104517.21">7469 13886 79 0,'0'0'209'16,"0"0"1220"-16,0 0-959 15,0 0-127-15,0 0-124 0,0 0-35 16,0 0-5-16,0 0 35 0,2 55 31 16,-2-35-40-16,-2 2-51 0,-1 1-47 15,-1-1-28-15,0 0-32 0,2-1-16 16,-2-2-31-16,0-1-12 0,0-3-16 16,4-1-12-16,-2-3-52 0,2 0-40 15,-2-1-41-15,2-2-52 0,0-1-61 16,0 0-76-16,0-2-135 0,0-3-197 15,-5 2-302-15</inkml:trace>
  <inkml:trace contextRef="#ctx0" brushRef="#br0" timeOffset="104825.64">7254 14284 197 0,'0'0'1155'0,"0"0"-158"16,0 0-722-16,0 0-118 0,0 0 20 16,0 0 15-16,0 0-16 0,0 0-14 15,0 0-26-15,0 0-34 0,57 15-24 16,-42-15-18-16,1 0-16 0,-1 0-19 16,1 0-12-16,-1-2-11 0,-1 0-2 15,3-2 0-15,-3 2 0 0,-3-2-16 16,5 1-31-16,-3-5-32 0,-3 4-34 15,0-2-36-15,-1 0-29 0,-3 0 3 16,-4 2-24-16,-2 2 0 0,0-1 12 16,0 1 39-16,-4 0-163 0,0 2-377 15,-11 0-521-15</inkml:trace>
  <inkml:trace contextRef="#ctx0" brushRef="#br0" timeOffset="105347.63">7210 14336 539 0,'0'0'85'0,"0"0"1027"16,0 0-680-16,0 0-102 0,0 0-21 16,0 0-103-16,50 9-40 0,-38-9 6 15,3 1-9-15,-1-1-30 0,3 0-32 16,1 0-42-16,-1 0-14 0,-1 0-17 15,5-2-16-15,-5-1-9 0,3 1 0 16,-4-1 0-16,-3-1-3 16,0-1-3-16,1 0-41 0,-7 1-48 15,2 0-44-15,-4-1-25 0,-2 3-17 16,3-3 2-16,-5 2-20 0,0 1-13 16,0 0 0-16,0-2 15 0,-5 2-72 15,1-2-101-15,-4 2-7 0,0 2 74 16,0-1 115-16,-1 1 90 0,-1 0 95 15,0 0 153-15,-3 0 85 0,5 1 110 16,-2 1 20-16,1-1-37 0,3 2-34 16,-2-1-38-16,6 3-41 0,-4-2-19 15,6 3-33-15,-3 3-45 0,1-1-13 16,2 3 6-16,0 2 6 0,0 2-10 16,0 0-19-16,2 0-16 0,1 1-20 15,1-2-24-15,0-1-3 0,0-1-25 16,-2 0-3-16,2-4 0 0,-2-2-15 15,2 0 2-15,-2-1-18 16,0-1-61-16,1-2-30 0,-1-1-7 16,-2 0-17-16,0-1-38 0,0 0-42 15,0 0-37-15,0 0-26 0,0 0 17 16,0-2 55-16,0-1-175 0,-5-2-96 16,1 1-14-16,-2 0-3 0</inkml:trace>
  <inkml:trace contextRef="#ctx0" brushRef="#br0" timeOffset="105574.05">7254 14414 63 0,'0'0'264'16,"0"0"-62"-16,0 0 600 0,0 0-321 16,-50-6-63-16,42 6-46 0,4 0-34 15,-1 0-2-15,5 0-50 0,-2 1-99 16,2 1-80-16,0-1-47 0,0 2-10 16,0 1-10-16,0 2-8 0,0 0-9 15,0 0-23-15,0 0-13 0,0 1-6 16,2 1 1-16,3-2-8 15,-1 1-11-15,0-1-54 0,4 0-32 0,-4-3-45 16,9 0-51-16,-5-3-52 16,2 0-83-16,7-2-98 0,-3-5-76 15,-1 0-110-15,3-6-401 0</inkml:trace>
  <inkml:trace contextRef="#ctx0" brushRef="#br0" timeOffset="105765.25">7551 14346 471 0,'0'0'1204'15,"0"0"-471"-15,0 0-249 0,0 0-116 16,15 62-155-16,-9-48-108 0,-2 0-29 16,2 0 3-16,0 1-19 0,-1-3-19 15,-3 0-19-15,2-4-22 0,-2 1-25 16,-2-4-89-16,0-2-149 0,2-2-152 15,0-1-300-15,-2 0-977 0</inkml:trace>
  <inkml:trace contextRef="#ctx0" brushRef="#br0" timeOffset="117237.74">5753 14916 86 0,'0'0'94'15,"0"0"40"-15,0 0 965 0,0 0-770 16,0 0-41-16,0 0-32 0,0 0-26 16,0 0-30-16,-25 11-29 0,21-7 15 15,0 0-20-15,2-1-29 0,-2 0-45 16,1 1-13-16,-1-1-9 0,2 1-7 15,0-2-22-15,-2 2-12 0,2-2-4 16,-4 0-3-16,4 2-6 0,0 2 3 16,-2 1-7-16,-3-1-10 15,3 2 1-15,-4 3 32 0,0 1-9 16,1 5-24-16,-3-3 9 16,0 1 26-16,-1 3-2 0,1-2-13 0,2 0-3 15,-5 2-17-15,5 1 14 0,-2 1-14 16,-3-1 11-16,7 1-13 0,-2 1-2 15,-2-1 2-15,1 3 1 0,3-2 2 16,-2 2-2-16,4-2 0 0,-2 3 0 16,-1-2-1-16,5-1-1 0,-2 2 1 15,2-2 1-15,2 2 12 0,-2-1-1 16,2 0 1-16,0 0-1 16,-2 0 1-16,2 0-10 0,0-1-1 0,0 0-2 15,2-1-1-15,0-2 0 16,-2-2 1-16,2 0-2 0,2 0 1 15,-2-1 1-15,5 1 0 0,-5-1 0 16,4 0 1-16,-4 2 1 0,4 0-1 16,-2-2-1-16,0 2-2 0,5-1-1 15,-1 0 1-15,-2 0 1 0,2-1 1 16,1-1 0-16,-1 2 0 0,-2-2 2 16,0-1 10-16,-2 2-10 0,5 0 11 15,-5-1-10-15,2 3 0 0,0-1-3 16,-2-1 1-16,0 1-1 0,1-1 2 15,1-1-1-15,0 1-1 0,-2-2-1 16,2 0-2-16,1 1-13 0,1-4 4 16,0 3 9-16,-2-3-10 15,3 1 10-15,-5-3-16 0,6-2 4 0,-4 3 13 16,0-3 2-16,-1 2 1 16,1-3 1-16,2 3 1 0,-2-2-2 15,-2 0-1-15,3-1-2 0,-1 1-1 0,-4 0 0 16,6-3-13-16,-2 2-1 15,-2-3-2-15,1 2 16 0,-1-2-12 16,0 1 2-16,-2-2 1 0,-2 1-1 16,6-2 11-16,-4 3-1 0,0-1-13 15,2-1 1-15,1 1-4 0,-1 1-10 16,-2-2-15-16,2 0 3 0,-2 2 4 16,0-2-11-16,4 1 7 0,-4-1 7 15,0 1 15-15,0-1 0 0,0-1 19 16,-2 1 2-16,0-1 13 0,0 0 8 15,0 0 2-15,0 0-6 0,0 0-16 16,0 1-1-16,0-1 1 0,0 0 1 16,0 0 8-16,0 0 1 0,0 0 6 15,0 0 9-15,0 0 7 0,0 0 15 16,0 0-6-16,0 0-6 16,-4-1-38-16,0-1-25 0,-2-1 6 0,2-1 8 15,-2 0 11-15,-1 0 1 0,1-2-1 16,-2 0-2-16,4-1-10 15,-2 1-1-15,-1-2 10 0,-1-3 3 16,0 3 1-16,4-2 2 0,-2 1 13 16,-3-2-15-16,3-1-1 0,-4 2-1 15,4-2-2-15,1 1-19 0,-1-4 3 16,0 0 3-16,2-1 0 0,-4-1-6 16,6 0 19-16,-3 1-9 0,-1-3 10 15,4 2 1-15,-4-1 1 16,2 3 1-16,-2 0 2 0,4 1-2 0,0-3-1 15,-3 3 0-15,3-3-1 0,-2-2 0 16,-2 3-1-16,2-3 2 16,-2 1 0-16,1 2 0 0,3-3 0 15,-2 3 0-15,0 1-1 0,0-1-1 16,0 2-1-16,2 0-13 0,-2-2 14 16,0 1 1-16,1-1-1 0,1-1-1 15,0 0 1-15,0 0-1 0,0-1 3 16,0 1 2-16,0 0 14 0,0 1-4 15,0 1-9-15,0 2 13 0,0-1-14 16,0 3-2-16,2 0 0 0,0 1-12 16,0-3-4-16,0 0 0 0,0 0 13 15,0-3 0-15,4 1-10 0,-2 0 11 16,0 2-13-16,0-2 15 0,2 2 1 16,-2 1 2-16,0-1 0 0,0 1-1 15,-2 0 17-15,0 1-17 0,2 2 1 16,-2-1 10-16,0-1 2 15,0 2-2-15,0 0 0 0,0 0-11 16,0 1 10-16,0-2-10 0,0 3 0 16,0-1-2-16,0 0 0 0,0 1-15 15,0-3-4-15,0 0-3 0,3-1 6 16,3 3 14-16,-4-3-11 0,0 0 10 16,2 0 0-16,-2-1 1 0,2 2 1 15,0-2-2-15,0 1-10 0,-1-1 13 16,3 2-13-16,-4-3-18 0,2 5-4 15,0-3 16-15,-2 3 16 0,0-1-10 16,0-3 12-16,0 5 1 0,0 0-28 16,1 0-30-16,-1 1-18 0,-2 0-3 15,2 0-20-15,-2-1-13 0,2 1-26 16,4-2-6-16,-4 1-8 16,2-3-12-16,0 0-53 0,0-3-65 0,1 1-97 15,-1-1-15-15,-2 3-170 0</inkml:trace>
  <inkml:trace contextRef="#ctx0" brushRef="#br0" timeOffset="137483.16">7012 13507 76 0,'0'0'137'0,"0"0"-95"15,0 0 33-15,0 0 668 0,0 0-411 16,0 0-23-16,-58-3-71 0,47 3-86 16,-1 0 42-16,2 0-80 0,-3 0-50 15,1 0 1-15,-3 0-17 0,5 0 1 16,-2 0-7-16,-1 1-14 0,-1 1-2 16,-5-1 3-16,5 1-17 0,-5 2-12 15,5-2-3-15,-5 3-12 16,-4 1 15-16,5 0 0 0,-7 2 1 15,2 1-1-15,-2-1 1 0,1 2-1 0,-3-1 0 16,2 3 1-16,-2 1 1 16,-2 0-1-16,0 0-1 0,0 3 12 15,2-1-11-15,0 1-1 0,1 2 1 16,-1 0 1-16,2 1 11 0,-2 3-11 16,6-2 14-16,1 4 0 0,-3-2 10 15,8 3 3-15,-3 0 3 0,8 3-32 16,-5 0-15-16,5 0 14 0,1 2-1 15,3-1-1-15,0 1-20 0,2 0-2 16,4 2 2-16,0-1 4 0,2 0-13 16,6 0 6-16,1-4-3 0,-1-1 3 15,8-1-3-15,-3-2 28 0,5-4-28 16,-3 2 16-16,8-1 13 0,-3 0 1 16,3-1 2-16,0 0 1 0,4 0 9 15,-1-1-2-15,1 2-11 16,4-1-1-16,2 0 0 0,0-1-2 15,1 1 0-15,-1 0 3 0,8-1-3 16,-6 0-1-16,6-2 4 0,-1-1-1 16,1-3-18-16,2-2-7 0,1 0-6 15,-1-3 19-15,1-2-13 0,-1-2 4 16,3 1-1-16,-5-1 10 0,2-1 0 16,-3 0 12-16,1-2 1 0,-4 0-1 15,5 0-1-15,-3 0 2 0,-4-5 15 16,4-1 27-16,-4-4-7 15,-2-2-6-15,1-5-12 0,-1 2-7 16,-7-3-8-16,1-3-1 0,-6 0 1 0,4 0 0 16,-5 0-2-16,1-1 22 15,-4-1 14-15,-1-1-4 0,-1-2-9 16,-5-1-1-16,-2-1-3 0,1-1 1 16,-1 0-7-16,-6 2 3 0,-2-2 3 15,0 4 0-15,-4-1 10 0,-5 1 3 16,-1 0-6-16,-2 2 0 0,-1-1-7 15,-1 2-3-15,-3-3-16 0,3 3 0 16,-3-3 1-16,1 1-1 0,-1-1 0 16,-1 1 1-16,-1-3 12 0,0 0-13 15,1 0 0-15,-7-1 0 0,6 1-2 16,-3 1 2-16,-1-1 0 0,0 4 13 16,-2-2-10-16,1 1 16 15,-3 2-16-15,0-1 23 0,2 3 0 0,-4 0-25 16,0-1 15-16,4 3-16 0,1-1 3 15,-5 0-2-15,4 2-1 16,-4-1 0-16,4 3 2 0,0 1-1 16,0 0 1-16,-1 7-2 0,-1 1-32 15,0 3-38-15,0 3-20 0,2 0-10 16,-2 8-48-16,2 3-20 0,3 3-22 16,-1 3-105-16,4 2-170 0,5-1-176 15</inkml:trace>
  <inkml:trace contextRef="#ctx0" brushRef="#br0" timeOffset="139914.5">6348 14118 128 0,'0'0'23'0,"0"0"-10"15,0 0 16-15,0 0 14 0,0 0-7 16,0 0 6-16,0 0 4 0,-4 0 117 16,4 1 225-16,0-1-147 0,0 0-105 15,0 0-58-15,0 0-29 0,0 0-13 16,-2 0 0-16,2 0 0 0,0 0-1 16,0 0-2-16,0 0-22 15,0 0-11-15,0 0-13 0,0 0 13 16,0 0 16-16,0 0 26 0,0 0 20 0,0 0 29 15,0 0 29-15,0 0 16 16,0 0-3-16,0 0-23 0,0 0-32 16,0 0-49-16,-2 0-9 0,0 0-7 15,0 0 6-15,-4 0 0 0,3-1 14 16,-1-1-1-16,-2 2-3 0,4-1 3 16,-4 0 4-16,2-1-4 0,-2 0 13 15,-1 0-3-15,-1 0-16 0,4-1-26 16,-2 0 0-16,-3-1 0 0,1 1 0 15,0-1 16-15,0 0-15 0,-1-1 2 16,-3-1-2-16,4-2-1 0,-3 1 0 16,1 0 0-16,-2-1 2 0,-1 1-2 15,-1-2 16-15,-1-1-3 16,-1 1-10-16,1 1 13 0,-3-2 4 0,1 1-1 16,-4-2-16-16,5 1 10 0,-5-2-13 15,1 2-3-15,-1-3-23 0,-4 1 26 16,4 0 0-16,-3-1 1 15,-1 1 1-15,0 0-2 0,-6 1-2 0,4 3 2 16,-4-1-1-16,0 0 1 16,-4 3 1-16,0-1 0 0,-2 1 1 15,1 0 2-15,-1 2 15 0,2-1 7 16,-2 0-23-16,0-1 22 0,0 0-21 16,-3 0 12-16,1-1 13 0,0-1-13 15,1-1-13-15,-1 1 10 0,2-3 22 16,0-1-34-16,-5 3-1 0,7-2 0 15,-4-2-1-15,4 2-2 0,-4 0 1 16,1 0 0-16,1 0 2 0,0 4 3 16,-2-1-2-16,4 2 1 15,-1 2 1-15,3-1 16 0,2 3-18 16,0-2 1-16,4 3 0 0,1 1 0 16,1 0-2-16,-2 0 3 0,8 0 16 15,-1 0-18-15,1 0-1 0,5 0 0 16,1 3-1-16,3-1-15 0,4-1-16 15,2-1-22-15,1 1-75 0,3-1-138 16,0 2-289-16,0-2-423 0,5 3-9 0</inkml:trace>
  <inkml:trace contextRef="#ctx0" brushRef="#br0" timeOffset="141778.81">947 13687 1133 0,'0'0'1013'15,"0"0"-521"-15,0 0-139 0,0 0-84 16,0 0-107-16,0 0-95 0,0 0-35 16,-29-1 0-16,27-4-7 0,2 0 0 15,0-2-9-15,0-1 3 0,4-3 0 16,2-5-16-16,4 0 13 0,-1-3-5 16,5-4-11-16,5-1-4 0,-3 0-15 15,3 3 16-15,2 0-28 0,-5 4 30 16,5 2-18-16,-7 5 19 15,-3 5-1-15,1 3 0 0,-8 2 1 0,0 0 0 16,-2 7 60-16,0 5 170 16,-2 1-13-16,0 4-149 0,-2 4-67 15,-2 0-1-15,0 3 0 0,0 0 0 16,0 0 3-16,-2-2-3 0,4 0 0 16,-3-1 0-16,1-3 0 0,0-1 15 15,2-2-13-15,0-1 11 0,-2 0-13 16,2-4 2-16,-2 1 13 0,-3-4 1 15,5-1-4-15,0-2 1 0,0-1 6 16,2-2-19-16,0 0 0 0,0-1-47 16,0 0-19-16,0 0-15 0,0 0-4 15,4 0 53-15,5 0 31 0,-3-2-11 16,0 1-4-16,4-2 13 0,5 0-8 16,-7-2 11-16,7 1 12 15,-1 0-10-15,-2 2 20 0,3-1-19 16,-5 2 19-16,1 1-6 0,1 0 9 0,-4 3 20 15,-2 4 33-15,1 3 46 16,-1 5-21-16,0 2-35 0,-2 2-28 16,-2 5-3-16,-2 0-9 0,0 1 6 15,0-3-6-15,-2 1-1 0,0-2-23 16,-6-2 11-16,6-4 5 0,-2-3-20 16,2-2-21-16,-3-1 5 0,1-3-5 15,2-2-35-15,-2-1-45 0,-2-1-45 16,-2-1-16-16,-1-1-52 0,3-2-145 15,-2-6-227-15,-4-4-191 0,5 0-460 16</inkml:trace>
  <inkml:trace contextRef="#ctx0" brushRef="#br0" timeOffset="142028.37">1201 13459 337 0,'0'0'2053'0,"0"0"-1508"16,0 0-248-16,0 0-144 0,0 0 25 16,0 0 34-16,0 0-45 0,33-51-80 15,-23 36-35-15,5-1-15 0,1-1-6 16,3-3-15-16,0 1-16 0,3 0-1 16,-1 1-1-16,0 0-14 0,-5 3-34 15,3 4-35-15,-5 4-57 0,1 1-40 16,-9 3-27-16,2 3-59 0,-4 0-59 15,3 1-40-15,-5 4 5 0,-2 1-317 16,0 5-606-16</inkml:trace>
  <inkml:trace contextRef="#ctx0" brushRef="#br0" timeOffset="142234.42">1282 13389 321 0,'0'0'2219'15,"0"0"-1737"-15,0 0-216 0,0 0-199 16,0 0-55-16,0 0-12 0,0 0 70 16,0 0-9-16,0 0-20 0,31 58-22 15,-23-43-3-15,-2 2-16 0,2 1-19 16,-1 3-89-16,-3 1-115 0,0 2-52 16,2-2-105-16,-2 0-219 0,-4-8-506 15</inkml:trace>
  <inkml:trace contextRef="#ctx0" brushRef="#br0" timeOffset="142461.79">1300 13510 76 0,'0'0'2108'0,"0"0"-1830"15,0 0 205-15,0 0-258 0,0 0-168 16,0 0 29-16,0 0 29 0,0 0-33 15,0 0-40-15,37-60-27 0,-24 47-15 16,3-3 0-16,-1-2 0 0,6 1-14 16,-5 2-69-16,3 3-79 0,-7-1-68 15,3 7-17-15,-5 2-79 0,-4 2-111 16,-2 2-265-16,-4 6-468 0</inkml:trace>
  <inkml:trace contextRef="#ctx0" brushRef="#br0" timeOffset="142699.59">1323 13586 1891 0,'0'0'1194'16,"0"0"-1050"-16,0 0-118 0,0 0 63 15,0 0 57-15,0 0-41 0,0 0-29 16,0 0-19-16,54-46-20 0,-42 35-11 15,1 1-25-15,-3-1-1 0,2 0-3 16,3 1-45-16,-5 1-170 0,5 1-110 16,-5 0-28-16,-2 4-131 0,0 0-295 15,-1 4-411-15</inkml:trace>
  <inkml:trace contextRef="#ctx0" brushRef="#br0" timeOffset="143410.81">1275 13794 190 0,'0'0'678'0,"0"0"332"15,0 0-660-15,0 0-26 0,0 0-92 16,0 0-97-16,0 0-42 0,58-53-16 15,-45 40 2-15,1-1 1 0,3-3-41 16,-1 0-27-16,3 1-8 0,-1-2-2 16,-5 2-2-16,-1 2-12 0,1 6-7 15,-5 0-39-15,-6 2-28 0,0 3-4 16,0 3-1-16,-2 0 91 0,0 0 77 16,0 0-65-16,-2 0-12 0,-2 4-99 15,2 0 25-15,-4-1-22 16,-3 2 28-16,3-1 23 0,0 0 42 15,0 1 3-15,-2 0 42 0,-1 0 9 16,1 1 58-16,2 2 39 0,4 1-36 16,0 3-112-16,2 4-6 15,0 5-29-15,4 5 19 0,0 2 15 0,4 2 1 16,3 0 11-16,-1-3 12 0,-4-4 34 16,2-2 10-16,3-5-3 0,-3-4-25 15,-4-3-39-15,2-5 0 0,0 1-4 16,1-5-21-16,-3 0-10 15,2-1 35-15,-6-7 6 0,6 0 13 16,-2-4 0-16,0-2 1 0,-1-4-20 16,1 0-16-16,-4-1-45 0,2-1 10 15,-2-1-7-15,0 0 7 0,0 2 0 16,0-1 19-16,0 1 6 0,0 2 23 16,-2 1 3-16,-2 2 1 0,1 4 21 15,-1 2 7-15,2 3 13 0,2 1 41 16,-2 4 45-16,2 0-13 0,0 0-20 15,0 0 0-15,0 0-22 0,0 0-32 16,0 0-13-16,0 0-24 0,0 0-2 16,2 4 10-16,4 0 45 0,3 0 37 15,1 4 7-15,0-1-19 0,5 2-22 16,-1 0-7-16,5 1-16 0,-7-2-12 16,7-1-13-16,-7-2-12 0,7 2-2 15,-7-1-1-15,5-2-31 0,-1-1-66 16,-1 1-48-16,1-3-3 15,-3 1-48-15,3-2-51 0,-3 0 87 16,1 0-360-16,-5-3-202 0,-5-6-558 0</inkml:trace>
  <inkml:trace contextRef="#ctx0" brushRef="#br0" timeOffset="143614.7">1668 13539 1164 0,'0'0'1528'0,"0"0"-1008"16,0 0-103-16,0 0-99 0,0 0-139 16,0 0-107-16,0 0-41 0,0 0 7 15,0 0-38-15,-56 52 0 0,54-44-41 16,0 0-21-16,2 0-96 0,0 1-68 16,0 1-179-16,2 1-175 0,2-3-405 15,-4 0-760-15</inkml:trace>
  <inkml:trace contextRef="#ctx0" brushRef="#br0" timeOffset="144017.48">1734 13097 141 0,'0'0'92'0,"0"0"1901"16,0 0-1518-16,0 0-61 0,0 0-28 15,0 0-367-15,0 0-19 0,0 0-146 16,0 0 146-16,0 0 101 0,2-12 7 16,13 0 0-16,8 0-10 0,-3-2-17 15,3 0-24-15,4-3-29 0,2 3-12 16,-2-4 0-16,0 2-16 0,-5 1 0 16,1 2-4-16,-6 6-43 0,-1-2-53 15,-6 3-67-15,1 4-90 0,-5 2-94 16,-2 0-109-16,-2 2-210 0,-2 6-534 15</inkml:trace>
  <inkml:trace contextRef="#ctx0" brushRef="#br0" timeOffset="144214.44">1732 13276 1604 0,'0'0'1299'15,"0"0"-1037"-15,0 0-147 0,9 52-68 16,1-34-47-16,4-2-2 0,-3 1 0 16,3-2 0-16,3-1-11 0,-7-3-3 15,4-2-83-15,-3-2-93 0,1-3-120 16,1-4-166-16,-7 0-596 0</inkml:trace>
  <inkml:trace contextRef="#ctx0" brushRef="#br0" timeOffset="144490.75">1774 13305 1627 0,'0'0'1197'0,"0"0"-643"0,0 0-288 16,0 0-253-16,0 0 104 16,0 0 84-16,35-52 10 0,-15 32-71 15,-1-2-20-15,6 0-42 0,2-3-23 16,0 0-27-16,-3 0-16 0,3 2 1 15,0 1-13-15,0 3-1 0,-6 3-18 16,-3 1-2-16,3 8-19 0,-9 3-35 16,1 1-14-16,-3 3-4 0,-6 0-26 15,0 6 16-15,-2 4 52 16,-2 6 4-16,0 2-94 0,-6 7-83 0,0 0-81 16,-6 3-86-16,1-2-76 15,-7 1-87-15,5-6-243 0,-9 8-298 0</inkml:trace>
  <inkml:trace contextRef="#ctx0" brushRef="#br0" timeOffset="144698.07">1829 13440 1039 0,'0'0'797'0,"0"0"383"0,0 0-864 16,0 0-211-16,0 0-35 0,0 0 28 16,0 0 104-16,0 0 6 0,0 0-79 15,0 0-57-15,60-32-7 0,-41 20-18 16,2-1-32-16,-5 1-14 0,5-1 1 15,-5-1-2-15,3 2-62 0,-7 1-59 16,5-1-81-16,-9 3-62 0,5-2-142 16,-3 0-184-16,-4 3-397 0,-2-5-309 0</inkml:trace>
  <inkml:trace contextRef="#ctx0" brushRef="#br0" timeOffset="144897.28">1865 13047 135 0,'0'0'2560'0,"0"0"-2022"0,0 0-213 15,0 0-142-15,0 0-164 0,0 0-19 16,0 0-31-16,0 0 31 0,20 58 50 16,-3-27-19-16,-5 2-31 0,3-1-4 15,-5 0 2-15,0-4-61 0,3-3-76 16,-5-5-83-16,-2-5-136 0,0-2-169 15,-1-7-500-15,-3-5-441 0</inkml:trace>
  <inkml:trace contextRef="#ctx0" brushRef="#br0" timeOffset="145110.57">1953 12947 1088 0,'0'0'1649'0,"0"0"-1116"15,0 0-225-15,0 0-242 16,0 0-65-16,0 0-1 0,0 0 98 16,0 0 0-16,46 69-10 0,-38-41-16 15,5 5-25-15,-3 0-27 0,-2 1-20 16,-4 0-39-16,5-4-89 0,-5 1-124 16,4-5-114-16,-4-2-178 15,-2-8-465-15,-2 2-607 0</inkml:trace>
  <inkml:trace contextRef="#ctx0" brushRef="#br0" timeOffset="145379.65">2005 13465 631 0,'0'0'2339'0,"0"0"-1752"0,0 0-404 16,0 0-125-16,0 0-58 0,0 0 0 16,0 0 0-16,0 0 16 0,0 0-15 15,0 0-1-15,54-57-11 0,-42 43 10 16,3 0-45-16,-1 2-68 0,-3-1-54 16,3 4-38-16,-6 2-86 0,-2 2-55 15,1 2-118-15,-5 3-182 0,0 0-56 16</inkml:trace>
  <inkml:trace contextRef="#ctx0" brushRef="#br0" timeOffset="145824.93">1951 13600 471 0,'0'0'2157'0,"0"0"-1541"0,0 0-473 16,0 0-139-16,0 0 66 0,0 0 94 15,0 0 13-15,0 0-23 0,54-29-15 16,-39 17-52-16,3-2-34 0,-5 1-21 16,5-3-11-16,-3 0-8 0,3 0-13 15,-7 4 0-15,1 2-16 0,-2 0-46 16,-6 5-4-16,1 1-5 0,-1 1 7 16,-2 3 11-16,-2 0 40 15,0 0 1-15,0 0-32 0,0 0-3 16,0 0 25-16,0 0 22 0,0 0 0 15,0 0 12-15,0 0-10 0,0 0-1 16,2 1-1-16,-2 2 0 0,6 3 44 16,-4 2 22-16,4-1-9 0,-2 4-12 15,1-1-5-15,-1 2 16 0,0 1 16 16,-2-1 9-16,4 1-7 0,-4-2-18 16,0 2-34-16,0-1-22 0,0-1 0 15,0 1-3-15,1 0-22 0,-3-4-22 16,2 1-27-16,-2-1-16 0,0-3-22 15,2 2-34-15,-2-4-23 0,0 2-43 16,0-1-45-16,-2-1 17 0,0-1-16 16,-3-1 4-16,-3-1-113 15,-4 0-180-15,3 0-44 0,-3-3-40 16</inkml:trace>
  <inkml:trace contextRef="#ctx0" brushRef="#br0" timeOffset="146015.95">2040 13561 125 0,'0'0'166'0,"0"0"-42"0,0 0 437 16,0 0 596-16,0 0-694 0,0 0-157 16,0 0-53-16,0 0-68 0,0 0-103 15,0 0-69-15,13 13 54 0,-7-7 6 16,0 3-16-16,0 1-36 0,-2-1-21 16,5-1 0-16,-1 2-22 0,-2-2-70 15,0-1-57-15,-2 1-39 0,3-4-43 16,-1-2-97-16,2-2-128 0,-2 0-294 15,-4-11-402-15</inkml:trace>
  <inkml:trace contextRef="#ctx0" brushRef="#br0" timeOffset="146191.99">2270 13373 841 0,'0'0'1108'0,"0"0"-143"0,0 0-667 16,0 0-119-16,0 0-11 0,0 0-67 15,0 0-22-15,35 57 3 0,-29-43-35 16,2 3-15-16,5-2-32 0,-5-1-12 16,0 0-13-16,5-2-164 0,-3-3-176 15,-2-4-151-15,3-1-571 0,-5-4-619 0</inkml:trace>
  <inkml:trace contextRef="#ctx0" brushRef="#br0" timeOffset="146994.36">2493 12903 174 0,'0'0'235'0,"0"0"1696"15,0 0-1440-15,0 0-110 16,0 0-63-16,0 0-99 0,0 0-90 16,0 0-73-16,0 0-40 0,0 0-15 15,-4 12 1-15,8-1 14 0,2 9 40 16,0 7 17-16,5 9-20 0,3 5-3 16,-6 2-6-16,3-1-4 0,3-1-6 15,-6-5-31-15,3-2 25 0,3-3 3 16,-7-6 0-16,3-3-9 0,0-5-11 15,1-3-11-15,-3-4-2 0,0-2-1 16,4-3-22-16,-5-2 24 0,3-1-1 16,0-2 1-16,1 0-2 0,-3-3 3 15,4-3 1-15,-1-3 2 0,-1-4 10 16,4-5-12-16,-1-2-1 0,-3-7-87 16,7-2-90-16,-7-1-72 0,5-1-104 15,-1 2-170-15,-6 7-192 16,5-8-673-16</inkml:trace>
  <inkml:trace contextRef="#ctx0" brushRef="#br0" timeOffset="147463.83">3103 12787 1816 0,'0'0'1415'0,"0"0"-907"15,0 0-183-15,0 0-98 0,0 0-72 16,0 0 0-16,0 0 23 0,0 0 9 16,0 0-98-16,0 0-89 0,-27 21-12 15,12-5-37-15,-1 4-12 0,-1 2-22 16,-1 5-6-16,3-2 9 0,-3 3 3 16,5-3-31-16,1-2-66 0,-3-2-53 15,7-3-28-15,0-4-13 0,2-5 4 16,2-1 69-16,4-8 28 0,0 0-58 15,2 0-347-15,6-9 313 0,2-2 168 16,-2-2 91-16,5-3 10 0,-1-2-7 16,-1 4 23-16,1-1 84 0,0 2 72 15,-3 3 45-15,1 2-30 0,-4 3-10 16,0-1 9-16,-1 6-17 0,-1 0-48 16,2 0-29-16,2 6 19 0,2 3 41 15,1 8 24-15,1 5-32 0,3 6-59 16,-3 3-33-16,3 3-24 15,-7-1-13-15,2 0-25 0,3-6-3 0,-7-3-10 16,0-4-2-16,0-4-26 16,2-5-54-16,1-2-55 0,-3-5-55 15,-2-4-97-15,4 0-39 0,1-10-32 16,-1-4-64-16,-4-7-192 0,2 5-65 16</inkml:trace>
  <inkml:trace contextRef="#ctx0" brushRef="#br0" timeOffset="147946.53">3237 12750 1585 0,'0'0'1513'0,"0"0"-981"0,0 0-177 16,0 0-355-16,0 0 7 0,0 0-7 15,0 0 126-15,0 0 14 16,0 0 0-16,58-53-32 0,-44 37-43 0,7 3-12 15,-2 1-26-15,-3 2-5 0,5 0-1 16,-5 5-17-16,3 1-1 16,-7 1 8-16,5 3-11 0,-5 0 0 15,-1 3-10-15,1 5 10 0,-1 3 1 16,-5 1 1-16,2 4 9 0,2 4-11 16,-3 1-37-16,-3 0-6 0,-4 1-47 15,4-1 16-15,-4 0-12 0,0-3-14 16,-4-1-6-16,2-2 3 0,-5-4-10 15,-5 0-1-15,4 0 17 0,-3-5 37 16,1 0 35-16,-2-4 25 0,1 0 15 16,1-2 20-16,0 0 69 15,3-2 31-15,1 0 14 0,-2-2-12 16,6 2 15-16,-4 0-13 0,4 1 12 16,2 1 0-16,0 0-23 0,0 0-51 15,0 1-50-15,0 1-27 0,2 3-18 16,4 2-22-16,0 3 40 0,0 5 9 15,3 6-7-15,3 3-2 0,-4 2 1 16,0 4-1-16,-1-4-1 0,-1-1-35 16,4 0-38-16,-6-3-39 0,3-2-103 15,1-4-162-15,0-1-232 0,0-8-511 16,-1-4-893-16</inkml:trace>
  <inkml:trace contextRef="#ctx0" brushRef="#br0" timeOffset="148368.67">3717 12383 1667 0,'0'0'1235'0,"0"0"-804"0,0 0-59 15,0 0-121-15,0 0-137 0,0 0-64 16,-11 53-6-16,20-31 24 0,-1 7 16 15,-2 6 3-15,6 5 3 0,3 5-10 16,-7 1-27-16,7 4-19 0,-5-2-16 16,-2-2-16-16,3-3 0 0,1-5-2 15,-4-1-18-15,-1-5-16 16,3-7-43-16,-2-3-19 0,0-5-34 16,-1-6-54-16,3-3-68 0,-2-4-171 15,-2-4-139-15,1-1-77 0,-3-5-377 16,0-7-124-16</inkml:trace>
  <inkml:trace contextRef="#ctx0" brushRef="#br0" timeOffset="149528.71">3828 12697 184 0,'0'0'36'0,"0"0"-23"0,0 0 3 0,0 0 39 16,0 0 17-16,0 0 625 0,0 0-182 15,0 0-125-15,0 0-53 0,0 0-31 16,0 0-67-16,-33-4 8 0,29 4 2 16,2 0-27-16,2-2-51 15,0 1-11-15,0 1-5 0,0-1-21 16,0 1-37-16,0 0-11 0,0 0 1 16,0 0-7-16,0 0-18 0,0 0-62 15,0-2-12-15,0 1-68 0,6-2-7 16,-2-3 87-16,9-2 28 0,-1-1-13 15,1-5 13-15,7 2-9 0,1-1-1 16,-2-2 1-16,-1 2-19 0,1 0 1 16,1 1 0-16,-5 3 0 0,-1 2-1 15,-1 1 1-15,-7 3-1 0,4 1 2 16,-1 2 1-16,-5 0 9 0,0 0-9 16,0 0 16-16,-2 0-4 0,2 3-2 15,2 0-1-15,1 3 0 0,-3 0 4 16,0 1-1-16,0 1 4 15,0 2-1-15,4 7 1 0,-1 0-1 16,-3 2-3-16,4 8-2 0,-4-2 2 16,0 2-13-16,2 4 1 0,1-3 0 15,-3-1 0-15,-2-2-3 0,2-1 0 16,-2-3-3-16,2 0-12 0,-2-3-22 16,2-1-9-16,3-2-3 0,-3-1-10 15,0-3-24-15,-2-2-29 0,0-3-40 16,0-2-41-16,-2-1-91 0,0-3-175 15,2 0-44-15,-2-3-237 0,0-1-334 16,0-7 298-16</inkml:trace>
  <inkml:trace contextRef="#ctx0" brushRef="#br0" timeOffset="149850.92">3746 12323 1080 0,'0'0'703'0,"0"0"323"16,0 0-564-16,0 0-75 0,0 0-56 16,0 0-15-16,0 0-22 0,0 0-82 15,0 0-56-15,0 0-33 0,0 0 5 16,0 2-19-16,0 0-54 0,0-1-55 15,0 2-17-15,2-1-11 0,-2 6-8 16,6 4 33-16,-2 4 2 0,0 5 1 16,2 3-3-16,1-2-12 0,3 1-1 15,-4-2-26-15,0-4-47 0,3 4-42 16,3-6-71-16,-2-1-103 16,-1-2-150-16,1-3-227 0,-2-3-282 15,0 2-518-15</inkml:trace>
  <inkml:trace contextRef="#ctx0" brushRef="#br0" timeOffset="150444.79">4244 12293 581 0,'0'0'271'16,"0"0"1042"-16,0 0-806 0,0 0-89 16,0 0-4-16,0 0-104 0,0 0-100 15,0 0-59-15,0 0-48 0,0 0-41 16,-13 5-22-16,15 5-27 0,3 7-12 16,3 8 30-16,4 18 3 15,3 12-6-15,3 15-10 0,-1-6-17 16,-5-13 0-16,-3-13-1 0,-3-9-1 15,2 2-1-15,2 4-1 0,-1 2-12 16,3-7-1-16,-2-5-21 0,-1-5-68 16,-1-2-76-16,4-7-108 0,-1-4-208 15,-3-6-144-15,2-1-371 0,-1-7-287 16</inkml:trace>
  <inkml:trace contextRef="#ctx0" brushRef="#br0" timeOffset="150673.86">4324 12627 1168 0,'0'0'758'0,"0"0"15"0,0 0-276 15,0 0-220-15,0 0-150 0,0 0-54 16,0 0-4-16,0 0 57 0,0 0 79 16,0 0-30-16,23-3-39 0,-10 2-52 15,-1-1-44-15,4 2-21 0,3 0-16 16,0 0-3-16,6 0-22 0,-1 0-71 15,-1 0-84-15,2-3-130 0,0 3-240 16,-9-3-434-16,5-3-687 0</inkml:trace>
  <inkml:trace contextRef="#ctx0" brushRef="#br0" timeOffset="150811.26">4717 12675 1088 0,'0'0'1961'0,"0"0"-1747"16,0 0-214-16,0 0-137 0,0 0-841 15,0 0-928-15</inkml:trace>
  <inkml:trace contextRef="#ctx0" brushRef="#br0" timeOffset="170325.58">13575 2782 396 0,'0'0'524'16,"0"0"615"-16,0 0-816 0,0 0-61 15,0 0 24-15,0 0-4 0,0 0-30 16,-6-12-49-16,6 15-30 0,-2 2-63 16,-5 6-63-16,5 7-47 0,-6 23-53 15,-2 30 25-15,-9 26 28 0,0 14 0 16,-5 0 3-16,5-11 0 16,0-13 0-16,-5-5 6 0,1-4-9 0,0-4-12 15,-2-8-4-15,5-7 13 16,5-13 0-16,1-12-13 0,8-10 0 15,-3-5-9-15,5-5-6 0,2 0-32 16,0-4-86-16,2-9-223 0,4-5-141 16,4-11 109-16,9-11-4 0,-1-15 67 15,7-14-105-15,4-15-63 0,-4-5 43 16</inkml:trace>
  <inkml:trace contextRef="#ctx0" brushRef="#br0" timeOffset="170502.57">13442 3463 285 0,'0'0'554'0,"3"-56"-10"15,1 28 8-15,-4 3-27 0,0 9-45 16,0 9 44-16,0 4-44 0,0 3-105 15,0 0-105-15,0 6-61 0,0 4-172 16,2 13-37-16,6 24-62 0,9 21 38 16,-1 9 8-16,5-2 13 0,2-8-18 15,-11-20 5-15,0-11-11 0,1-6-7 16,-5-5-80-16,4 0-44 16,5 3-35-16,-3-4-112 0,3-5-80 0,-5-9-75 15,5-7-71-15,-5-3-438 16,-3-7-183-16</inkml:trace>
  <inkml:trace contextRef="#ctx0" brushRef="#br0" timeOffset="171071.81">13688 3077 1419 0,'0'0'1018'15,"0"0"-811"-15,0 0 22 0,27-67 110 16,-10 45-103-16,-1-1-116 0,11-1-53 15,-2 2-7-15,4-1-25 0,0 0-19 16,4 2-15-16,0 1 0 0,-4 3-1 16,-4 3-2-16,-2 2-2 0,-11 5-18 15,-4 2 3-15,-6 4 19 0,-2 1 49 16,0 2 111-16,-4 5 76 0,-8 4-185 16,1 8-51-16,-9 12-22 0,-3 17-15 15,-6 17 6-15,8 8 6 16,-1-3 6-16,7-7 2 0,-1-7 5 15,7-8 10-15,1-15-1 0,0-6-9 16,2-4-7-16,-1 1 0 0,3 2-3 16,2 1-12-16,-4-5-42 0,2-3-6 15,0-4 13-15,2-5 12 0,2-3 35 16,-2-4 22-16,2-3 0 0,0 0-37 16,0-2-20-16,0-3 16 0,2-4 41 15,0-1 16-15,8-5 25 0,-4-4 10 16,5-1 12-16,1-3-6 0,-2 0 15 15,3-2 1-15,3 5-14 0,-5 2-18 16,5 2-6-16,-3 4-17 0,1 1-5 16,3 5-12-16,-7 4 12 15,2 2 13-15,-1 0 14 0,-7 4 23 16,2 4 11-16,-2 5 7 0,-2 6 6 16,-2 6-12-16,0 8-38 0,-2 6-27 15,-2-1-10-15,-4 5-12 0,4-2-7 16,-5-3-15-16,1 1-43 0,4-7-32 15,0-2-22-15,2-3-20 0,-2-4-60 16,4-5-73-16,0-5-76 0,-2-1-32 16,-3-7-92-16,1-3-172 0,-2-3-31 15,0-7-88-15,0-3 629 0</inkml:trace>
  <inkml:trace contextRef="#ctx0" brushRef="#br0" timeOffset="171268.06">13800 3426 138 0,'0'0'163'0,"0"0"1296"0,0 0-1018 0,0 0-50 15,0 0 24-15,0 0-57 0,0 0-253 16,0 0-105-16,0 0-63 16,0 0 63-16,-10-19 142 0,26 37-56 0,1 2-51 15,1 5-24-15,5 0-11 16,-6 0-19-16,3-2-38 0,-3-1-44 16,4-5-58-16,-9-4-42 0,5-3-59 15,-5-2-10-15,-2-6-76 0,7-2-56 16,-9-2-76-16,7-8-40 0,-7 0-68 15</inkml:trace>
  <inkml:trace contextRef="#ctx0" brushRef="#br0" timeOffset="171444.03">14114 3106 128 0,'0'0'1164'0,"0"0"-517"16,0 0-174-16,0 0-12 0,0 0 3 15,0 0-157-15,0 0-199 0,0 0-48 16,0 0 15-16,15 79-40 0,-5-32-35 15,-6 5-1-15,5-8-18 0,1 3-35 16,-2-5-53-16,-4-3-86 0,5-6-144 16,-3-5-76-16,4-6-136 15,-2-2-211-15,-6-12-286 0</inkml:trace>
  <inkml:trace contextRef="#ctx0" brushRef="#br0" timeOffset="171649.92">14402 3031 1 0,'0'0'818'16,"0"0"174"-16,35-74-480 0,-23 54-121 16,3 6-214-16,-7 12-91 0,-2 4-44 15,0 15 220-15,7 20 12 16,-5 24-135-16,4 21-76 0,7 9-38 16,-7-1 0-16,3-12-12 0,-5-12-13 0,3-2-22 15,3-6-13-15,-3-2-6 16,-1-12-241-16,-2-8-161 0,-1-7-30 15,-3-5-523-15,4-6 198 0,-2 13 68 0</inkml:trace>
  <inkml:trace contextRef="#ctx0" brushRef="#br0" timeOffset="172560.32">14743 4059 21 0,'0'0'2149'0,"0"0"-1803"15,-71 26-169-15,45-19 94 0,-5-1-98 16,-5 0-90-16,-1-3-82 0,-2 0 43 16,-2-1 11-16,-13-1-36 0,-8 2 32 15,-11-2-49-15,-3 2 23 0,-1-2 16 16,3-1 7-16,8 0-22 0,-4-1-26 16,1-5 3-16,1 1 16 0,-4-6-6 15,-3 2-13-15,1-3-19 16,0-2 9-16,-1-3 8 0,-1 0 2 0,-1-3-1 15,7-4 1-15,2-4-1 16,2-5-15-16,-1-3 0 0,10-7 14 16,1-6 1-16,4-8-21 0,5-9 6 0,5-5-10 15,7-11 7-15,6-4-10 16,8-4 14-16,1-6-11 0,12 0 26 16,3-5 2-16,5-2 24 0,9-5-10 15,9-5-14-15,9 3-1 0,8 2 1 16,7 6-1-16,5 8-1 0,11 8-1 15,-2 10-2-15,10 9-26 0,6 4 27 16,5 5 1-16,5 3 1 0,12 3 32 16,3 5 15-16,4 4 1 0,4 5 9 15,3 6 3-15,-1 6-19 0,1 7-6 16,6 3-6-16,-3 2-28 0,9 9-1 16,-8 3-3-16,-1 4 2 0,-3 6-12 15,-5 9 12-15,-4 6-15 16,-4 8-6-16,-4 7-16 0,-4 6-19 15,-8 6-16-15,-11 7 29 0,-4 7 28 16,-8 4 0-16,-4 5 3 0,-11 7 0 16,-6-3-6-16,-8 9 3 0,-8-1 16 15,-7 0 12-15,-4 1 17 0,-8 1-1 16,-6 1-26-16,-11 1 14 0,-3-1 29 16,-9-2-10-16,-2 0 19 0,-4-3-4 15,-2-1-6-15,-5-5-2 0,-1 0-18 16,-3-1-24-16,-3-5 0 0,1-1 3 15,-6-1 28-15,5-2-2 0,-5-3-4 16,2-5-3-16,1-3 13 0,-3-5-13 16,11-8 3-16,1-9 3 0,9-8-6 15,2-2-19-15,-6 2-1 0,-7 2 14 16,-1 0-1-16,4-5 26 16,-1-2 26-16,7-4 33 0,4-6 18 0,10-3-19 15,-1-1-12-15,9-3-23 16,1-2-20-16,4-2-20 0,4 1-24 15,4-1 0-15,0 0-77 0,0 0-34 16,0 0-7-16,0 0 9 0,0 0 16 16,6 0-36-16,0 0-119 0,2 0-203 15,-2 1-280-15,-1 9-715 0</inkml:trace>
  <inkml:trace contextRef="#ctx0" brushRef="#br0" timeOffset="176048.73">14162 3871 92 0,'0'0'131'0,"0"0"-56"15,0 0 717-15,0 0-311 0,0 0-305 16,0 0-59-16,0 0-20 0,2-3-12 15,-2 3-21-15,0 0-28 0,0 0-36 16,0 0-11-16,0 0-11 0,0 0 5 16,0 0 17-16,4 2 7 0,0 2-5 15,2 4-1-15,3 0 0 0,3 3 0 16,-4 3 19-16,5 3-17 0,1-1-3 16,-3 5-3-16,-1 2-22 0,4 2 25 15,-3 3 3-15,-3 5-1 16,4-1 11-16,-5 4-11 0,1 3 15 0,-2 10-14 15,4 9 16-15,-1 13-19 16,-1 2-1-16,-2 1-2 0,6-6 1 16,-5-7-18-16,-1 3-38 0,0-2 3 15,2 2 19-15,1 0 7 0,-5 0 15 16,4-3 14-16,-2-1 2 0,7 3-2 16,-7-4 2-16,4 4 0 0,3-3 15 15,-3 1-1-15,0 2-13 0,3 1 17 16,-3 4-4-16,2 3-13 0,3 2 10 15,-7 1-11-15,2 2-2 0,3 1-2 16,-7 1-27-16,0 3-20 0,0-2 7 16,-1 3-3-16,1 1 12 0,-2 0-3 15,-2 2 10-15,0-2 26 0,-2-2 0 16,2-3 4-16,-2 0 15 0,0-3 27 16,0 1 35-16,0 1 0 0,0-1-7 15,0 6-2-15,0-3-24 0,0 1-15 16,0 3-14-16,0-3-17 0,2 0 2 15,-2 2 15-15,0 1-17 0,4 1 11 16,0 1-10-16,-1 2 1 16,-1 1 12-16,0-2-13 0,4-3 0 15,-4 1-3-15,-2-3-1 0,2 1-22 16,-2-1 1-16,0 0 20 0,0 3-11 16,-2-1-3-16,-2 2-4 0,0 1-9 15,2-1-7-15,-5 0-6 0,1-3-3 16,4 2 12-16,-4-2 30 0,0 2 3 15,0-4 11-15,-1 2 44 0,3 1 20 16,0 0-11-16,2-2-15 16,0-1-1-16,-2 1-28 0,2 2 15 15,0 1 8-15,-2 1-11 0,1 2-6 16,1 1-10-16,-2 2-13 0,2-1-2 16,-2 3 12-16,2-2-13 0,-4-1 1 15,-5 1 12-15,5-1 35 0,-2 1 27 16,2 0-24-16,-2-2-12 0,-1 1-7 15,-1-3 3-15,4-1-35 0,-3 1 0 16,-1-4 0-16,2 4 1 0,2-4 0 16,-1 0 3-16,-1-1-1 0,4 3 13 15,-2-2-3-15,4 0-10 0,0-3 26 16,0 1-10-16,-3 1-18 0,3-3 3 16,-2 3-2-16,-2-3 0 0,4 2-1 15,-2 0 0-15,-2 1 2 0,2-3-3 16,-3 1 0-16,-3 1-61 0,0 1 23 15,3 1 25-15,-7-1 12 0,6-1 1 16,-1 2 2-16,-1-3 17 16,-2 4 4-16,1-5-7 0,1 1 9 15,-2-2 17-15,1 0 6 0,3 2-32 16,-4-2-16-16,1 0 0 0,3-2 0 16,-6 0 0-16,3 1-2 0,1-2-11 15,-5 1 12-15,5-2-21 0,-6 0-1 16,3 0 22-16,1-3 1 0,-5 1 0 15,5-3 0-15,-5-4 0 0,5 3 1 16,-5-4 1-16,5 1 2 0,2-1-4 16,-7-5 0-16,7 2-20 0,-7-5 8 15,1-1 12-15,5-8-2 0,-1-7 1 16,2-7 2-16,3-4-1 0,-5 4 3 16,-2 6 0-16,1 2 0 0,-3-2 0 15,3-2 14-15,-3-3-17 0,5-3-2 16,-3-3-1-16,6 0-13 0,-1-5-19 15,3-1-23-15,-4-4-55 0,6-3-67 16,-1-5-111-16,5-2-79 16,-2-6-261-16,2 1-430 0</inkml:trace>
  <inkml:trace contextRef="#ctx0" brushRef="#br0" timeOffset="188906.1">17726 3623 275 0,'0'0'0'15,"0"0"-13"-15,0 0-3 0,0 0-115 16</inkml:trace>
  <inkml:trace contextRef="#ctx0" brushRef="#br0" timeOffset="189167.45">17726 3623 93 0,'0'-25'59'16,"0"25"-33"-16,0-2 20 0,0 1 0 0,0-2 15 15,0 1 464-15,4 0-222 0,-4-1-55 16,0 3 77-16,0-1-1 0,2 1-45 15,0-2-30-15,-2 2-8 0,2-2-26 16,-2 0-51-16,2 2-34 0,-2 0-31 16,0 0-29-16,2 0 6 15,-2 4 22-15,0 2-22 0,0 8-32 16,0 7 38-16,-4 8 15 0,-6 8-37 16,3 6-25-16,-3 2-13 0,-2 1 3 15,1-2-23-15,1-1 0 0,-2-4 0 16,3-4-2-16,3-5-18 0,2-4-14 15,4-7-82-15,0-3-144 0,2-6-129 16,6-7-135-16,3-3-127 0,-3 0-383 16,2-15-80-16</inkml:trace>
  <inkml:trace contextRef="#ctx0" brushRef="#br0" timeOffset="189493.47">17736 3856 86 0,'0'0'241'0,"0"0"1101"15,-10-55-917-15,5 36-91 16,1 1 24-16,0 2-44 0,2 3-55 15,2 1-91-15,0 3-63 0,0 1-74 16,6-2-30-16,3 2-1 0,1-1 0 16,2 1 0-16,3 3 2 0,-1-1 0 15,1 3 20-15,3-2 13 0,-3 1 9 16,3 2 15-16,1 2 20 0,-2 0 12 16,-1 5-5-16,1 1-27 0,-5 3-9 15,5 2-10-15,-7 4 7 0,0 6 18 16,-2 4 10-16,-3 6 11 0,-3 7 4 15,-2 3-25-15,-2 3-22 0,-5 2-19 16,-3 0-8-16,2-2-13 0,-5-2 0 16,-3 0-1-16,3-4-2 0,-3-2-22 15,1-4-5-15,1-4-53 0,4-1-35 16,-1-8-40-16,3-4-41 0,0-4-67 16,4-5-110-16,2-3-131 0,0-3-37 15,2-9-185-15,-5 2-429 0</inkml:trace>
  <inkml:trace contextRef="#ctx0" brushRef="#br0" timeOffset="189686.55">17777 3982 285 0,'0'0'49'0,"0"0"1239"15,0 0-629-15,0 0-152 0,0 0-33 16,0 0-115-16,0 0-179 0,0 0-180 16,0 0-25-16,0 0 25 0,-4-40 85 15,12 46-6-15,3 0-36 0,3 3-24 16,1 1-17-16,1 3-2 0,1-3-10 15,1 1-9-15,-3-2-94 0,5-4-63 16,-3 1-84-16,4-6-213 0,-5-1-140 16,-1-6-546-16</inkml:trace>
  <inkml:trace contextRef="#ctx0" brushRef="#br0" timeOffset="189911.8">18348 3112 1320 0,'0'0'2042'16,"0"0"-1624"-16,0 0-28 0,0 0-42 15,0 0-228-15,0 0-120 0,0 0-49 16,-9 73 49-16,9-37 20 16,0 0-20-16,3 2-15 0,1-4-13 0,-2 0-3 15,0-3-18-15,-2-2-47 0,2-2-32 16,-2-1-24-16,0 0-84 0,0-4-159 15,-2-1-155-15,2-6-205 0,-8 1-839 16</inkml:trace>
  <inkml:trace contextRef="#ctx0" brushRef="#br0" timeOffset="190318.48">18052 3673 1277 0,'0'0'1670'0,"0"0"-1232"0,0 0-228 15,0 0-210-15,0 0 0 0,0 0 107 16,56-16 73-16,-27 5-42 0,6-1-65 16,2-1-54-16,3 2-17 0,-3 0-2 15,4 0-1-15,-2 5-2 16,-6-2 0-16,-4 1-26 0,-6 5-12 0,-6 0-3 15,-7 0 9-15,-6 2 1 16,-2 0 34-16,-2 0 115 0,-4 0 20 16,-4 0-122-16,-3 0-13 0,-1 0-32 15,-4 3 4-15,-3 0 0 0,-2 7-16 16,1 1-4-16,-1 3-8 0,0 5-4 16,1 2-6-16,1 4 22 0,2 0 41 15,5 0 1-15,0 0 0 0,3-1 0 16,5-2-1-16,2-3-23 0,0-5 4 15,2 2-6-15,2-5-26 0,2-3-92 16,2-1-108-16,1-3-18 0,3-1 27 16,0-3-100-16,1-2-8 0,-1-5-76 15,0-1-26-15,1 0-145 16</inkml:trace>
  <inkml:trace contextRef="#ctx0" brushRef="#br0" timeOffset="190996.63">18313 3395 1 0,'0'0'23'0,"0"0"-23"0,0 0 39 16,-2-58-10-16,2 44 7 15,2 6 20-15,-2 2-40 0,2 4 85 16,-2 2 434-16,0 0 100 0,0 0-232 16,0 5-202-16,0 0-65 0,0 5 42 15,0 4 32-15,0 8 9 0,-2 3-4 16,-3 14-7-16,1 14-17 0,0 15-32 15,-4 9-17-15,0-1 6 0,4-8 2 16,-3-7-8-16,3-2-45 0,0-10-29 16,2-9-22-16,0-11-27 0,2-4-16 15,0 2-3-15,0 2-2 0,0 1-63 16,2-5-53-16,2-5-19 0,-2-4-24 16,0-4-31-16,2-5-68 0,1-2-116 15,-1-5-122-15,-2-2-114 0,0-4-379 16</inkml:trace>
  <inkml:trace contextRef="#ctx0" brushRef="#br0" timeOffset="191492.29">18364 3493 1308 0,'0'0'1170'0,"0"0"-635"0,0 0-273 16,0 0-262-16,0 0 102 0,0 0 38 15,0 0-20-15,64-4-25 0,-43 4-1 16,0 0-28-16,-5 0-18 0,5 4 2 16,-5 2 3-16,-3 2 1 15,-3-1 15-15,-6 2-16 0,-4 2 15 0,0 3 28 16,-2 3 28-16,-10 3-62 0,-5 4-28 16,3-1-19-16,-7-1-11 15,7-3-4-15,-5 2-2 0,7-6-13 16,-3-1 12-16,5-5-16 0,0-2-24 15,3-1-6-15,1-3-29 0,0-1-15 16,4-2 25-16,0 0 21 0,0 0 32 16,2 0-7-16,0 0-22 0,0 0-15 15,0 0-2-15,0 0 8 0,4 0 53 16,0 0 0-16,6 0 16 0,1 0-13 16,-1 0 0-16,7 0 9 0,-1 2 7 15,-1 0-16-15,1 4 32 0,1 0 16 16,-1 1-1-16,-1-1-6 0,-5 6 5 15,0-3 11-15,-3 1-5 0,-3-1-2 16,-2 4 28-16,-2 0 27 16,-6 1-16-16,-3 1-21 0,-3 1-10 0,-5-2-12 15,3-1-27-15,-1 0-4 16,-1-3-16-16,1-4-2 0,3 0-11 16,0-4-53-16,1-2-93 0,-1-1-93 15,4-7-121-15,-1-2-575 0,-5-12-817 0</inkml:trace>
  <inkml:trace contextRef="#ctx0" brushRef="#br0" timeOffset="191881.04">19175 2957 373 0,'0'0'2754'0,"0"0"-2311"16,0 0-263-16,0 0-73 0,0 0-106 15,0 0 0-15,-11 75-1 0,11-44 0 16,0 4 0-16,2 0-13 0,-2 2-2 16,0 0-20-16,-2 0-117 15,-8 1-114-15,0 0-111 0,-1-12-212 16,-9 12-651-16</inkml:trace>
  <inkml:trace contextRef="#ctx0" brushRef="#br0" timeOffset="192313.88">18782 3442 2350 0,'0'0'1194'0,"0"0"-1194"15,0 0 32-15,0 0 12 0,54-24 146 16,-23 12-62-16,2-3-71 0,4-1-23 15,4 0-34-15,-4 2-2 0,1 3-1 16,-5 2-13-16,-6 3-5 0,-9 3-8 16,-5 3 4-16,-11 0-3 0,-2 5 28 15,0 8 65-15,-15 5 27 0,-3 11-80 16,-7 6-12-16,-2 1-2 16,-2 3-14-16,0-1-13 0,4-2-33 0,0-3-45 15,9-6 0-15,3-4 6 16,5-5-58-16,6-5-86 0,2-4-65 15,13-3 14-15,1-6 57 0,3-2 54 16,3-8 46-16,3-5 55 0,2 0 80 16,-2-5 4-16,1-2 81 0,-1 0 59 15,-4 1 77-15,1-1 38 0,-7 1-1 16,1 4 18-16,-8 2-14 0,3 5-20 16,-7 2-59-16,0 5-66 0,2 3-63 15,-4 0-50-15,2 0-31 0,0 2-1 16,0 2 32-16,0 3 2 0,0 2 11 15,-2 5 3-15,0 2-16 0,-4 3-12 16,-8 4-60-16,1 0-76 0,-5 3-98 16,-5-1-140-16,-2 3-63 15,-3-1-172-15,7-8-479 0</inkml:trace>
  <inkml:trace contextRef="#ctx0" brushRef="#br0" timeOffset="192750.69">18769 3819 925 0,'0'0'765'0,"0"0"-126"0,0 0-303 16,0 0 59-16,0 0-159 0,65-23-134 15,-45 14-29-15,5-2 0 0,0 1-19 16,4 1-22-16,0 0-17 0,2 2-13 16,0 1 1-16,-2 2 0 0,-2 0 16 15,1 3-3-15,-7 0-13 16,-6 1 0-16,-7 0-3 0,-2 1 2 15,-4 2 30-15,-2 3 53 0,0 1 81 16,-8 5-8-16,-2 7-108 0,-3 6-22 16,-3 5-13-16,-1 6-15 0,1 5-1 15,1 2-2-15,-1 1 0 0,7 2 3 16,1-5 1-16,2-4 21 0,4-7-19 16,2-2 16-16,0-9-17 0,2-3-1 15,2-4 1-15,2-4-2 0,2-3-1 16,1-5-10-16,3 0 11 0,3-6 28 15,-1-5 3-15,5-3-6 0,-5-3 6 16,1-3-3-16,-5-2 0 0,2-1 0 16,-6-2 3-16,1 0 3 0,-5-1-9 15,-2 0-13-15,0 1-9 0,-4 1 19 16,-3 3-7-16,-1 4 10 0,-4 2-25 16,6 7-10-16,-5 0-113 0,-1 2-82 15,4 3-64-15,-5 1-128 0,7 1-327 16,-6 0-878-16</inkml:trace>
  <inkml:trace contextRef="#ctx0" brushRef="#br0" timeOffset="193489.65">19524 3230 1297 0,'0'0'1527'0,"0"0"-1002"16,0 0-116-16,0 0 25 0,0 0-59 15,0 0-178-15,0 0-191 0,0 0-6 16,0 0-55-16,-29 61 55 0,21 10 28 16,-1 12-28-16,-3 11 0 0,4-1 0 15,0-6 24-15,1-1 10 16,1-7-16-16,-2-6 1 0,2-7-16 15,-1-12 9-15,3-15-12 0,2-10-18 0,0-5-16 16,0 2-31-16,2-1-24 16,0 0-19-16,0-5-43 0,2-7-76 15,2-7-75-15,5-6-112 0,-1-2-81 16,-2-13 37-16,4-6 89 0,-5-5-215 16,1-8 96-16,-2-6 188 0,-4-10 300 15,0-12 29-15,0-15 108 0,-6-4-3 16,2 6 58-16,-1 5 52 0,5 10 3 15,0 10 3-15,0 11-33 0,0 12-61 16,0 7 54-16,0-1 44 16,0 0 6-16,0 2-8 0,0 7-26 15,0 4-71-15,5 2-79 0,1 1-29 16,2 3 10-16,4-1-4 0,3 0-35 16,3 3-18-16,1 0-3 0,2 3-9 15,-1 2 9-15,-1 2-13 0,0 2-3 16,-5 2-6-16,-4 1 23 0,-1 1 2 15,-7 5 19-15,-2-1 12 0,-2 4-15 16,-9-1-16-16,1 1-38 0,-4-2-9 16,1-3-9-16,3-2 2 0,-1-3 4 15,5-4-4-15,2-3-19 0,0-1 10 16,2-2 15-16,2-1 13 0,0 2-32 16,0-2-19-16,0 2 61 0,2 0 25 15,0 2 38-15,2 3 7 0,2-2 9 16,-1 4 9-16,-1 2 4 0,6-1 3 15,-4 2-1-15,3 2 1 0,-3 0 9 16,-4 0-10-16,2 4 19 0,-4 0 26 16,-4 1 23-16,-2-1-4 0,-7 3-21 15,-1 0-29-15,-3-4-21 0,-1-1-31 16,1-5-12-16,-2-1-19 16,3-6-2-16,3-2-99 0,1-2-119 15,2-8-127-15,-1 0-349 0,1-15-1117 0</inkml:trace>
  <inkml:trace contextRef="#ctx0" brushRef="#br0" timeOffset="194176.57">20084 3096 92 0,'0'0'1975'16,"0"0"-1680"-16,0 0-182 0,0 0 68 16,0 0-27-16,0 0-92 15,0 0-1-15,0 0 124 0,56-14-15 16,-42 21-65-16,-1 4-29 0,-1 0 19 15,-1 2 3-15,-1-1-22 0,-2 0-7 16,-2 0 10-16,1 2 18 0,-5 0 2 16,-2 0-37-16,0 4-18 0,-2 0-13 15,-3 7-13-15,-3 2-2 0,0 4-16 16,-2 4-11-16,-3 13 7 0,1 12-11 16,-3 18 2-16,-1 10 11 0,1-1-1 15,3-1 3-15,6-11 3 0,-1-4 22 16,5-6-6-16,2-15 15 0,0-13 16 15,2-13-19-15,5-8-6 0,-1 2-22 16,-2-2-3-16,8-2-16 0,-1-4-21 16,-1-4 3-16,2-5 15 0,-1-1 1 15,3-7 18-15,-1-6 25 0,-1-3 9 16,1-6 9-16,-5-3-12 16,0-3 3-16,-4-3-6 0,-4-1-28 0,0-2-6 15,0-1-13-15,-6-4 4 16,-2 3 14-16,-1 2 1 0,-1 1-13 15,2 5-5-15,0 3-29 0,1 7-40 16,1 0-44-16,2 5-26 0,2 1-82 16,0 0-208-16,2-1-243 0,0 4-665 15</inkml:trace>
  <inkml:trace contextRef="#ctx0" brushRef="#br0" timeOffset="195019.62">20570 3279 966 0,'0'0'709'0,"0"0"34"16,8-59-285-16,-8 42 25 0,0 3-33 16,0 7-108-16,-2 1-99 0,0 6-85 15,2 0-91-15,0 6-67 0,0 8-21 16,-2 9 21-16,0 6 0 0,2 8 3 16,-4 3-3-16,0 0-31 0,0-3 13 15,-1-4 5-15,1-4 1 0,0-5-7 16,0-5-8-16,0-6 24 15,2-4 0-15,0-4-9 0,0-1-13 16,2-4-18-16,0 0-22 0,0 0-25 16,0-3 5-16,2-2 26 0,2-4 11 15,6-3 48-15,-2-5 29 0,7-4-10 16,-1-4-6-16,5 0 2 0,0-5 4 16,3 1-4-16,1-1-15 15,0 1 0-15,2 5-3 0,-3 4-12 0,-3 5 13 16,-3 3-14-16,-1 6 16 0,-5 3-12 15,-4 3 12-15,-1 4 12 16,-1 5 41-16,-4 3 0 0,0 7 3 16,0 4-15-16,-2 4-35 0,-7 2-6 15,1 4-22-15,-2 1-21 0,-1-2-70 16,1 3-47-16,0-2-29 0,2-4 6 16,-1 0-17-16,-3-1-103 0,2-2-17 15,-3-1-29-15,-1-6-39 0,-1-3-90 16,1-3-20-16,-3-4-62 0,1-3 218 15,-1-5 342-15,3-1 94 0,1-2 359 16,1-4 10-16,-1-2 18 0,7 2 16 16,2-1-57-16,4-1-86 0,0 2-213 15,2-1-87-15,6 0 51 0,5-4-15 16,1 3-17-16,1 2-10 0,1-1-12 16,1 3-26-16,-1 3-21 0,1 1 18 15,-1 0 6-15,-1 3-2 0,-3 3 15 16,1 5 44-16,-3 3 28 0,-4 3-22 15,-4 10 7-15,-2 2-1 16,-2 7-3-16,-10 4-23 0,-5 0-34 0,1 1-24 16,-5-2-13-16,3-1-3 15,-5-3-15-15,2-3-13 0,3-7-37 16,1-3-4-16,5-7 6 0,1-5-5 16,5-6-50-16,4-4-14 0,0-1-13 15,2-8-64-15,0-4-155 0,4-6 197 16,2-2 125-16,0-3 45 0,3-2 35 15,-1-2 122-15,4 0 41 0,1 0-10 16,1 0-45-16,3 5-38 0,-1 6 2 16,1 3-35-16,-1 6-37 0,1 7-23 15,-1 1-12-15,1 7 2 0,2 9 49 16,1 4 44-16,-1 6-33 0,4 3-34 16,-1 3-15-16,-1 0-12 0,2-1-1 15,2-2-20-15,-5-4-100 0,1-3-106 16,2-4-157-16,-3-4-260 0,-5-5-136 15,5-4-1214-15</inkml:trace>
  <inkml:trace contextRef="#ctx0" brushRef="#br0" timeOffset="195550.75">21298 3119 1027 0,'0'0'2104'0,"0"0"-1747"0,0 0-97 16,0 0 158-16,0 0-219 0,0 0-199 15,0 0-61-15,0 0 14 16,0 0 47-16,0 0 0 0,8-17 1 15,2 19 0-15,3 2 1 0,-3 4 14 16,2 0 12-16,1 1 9 0,-5 3-9 16,2-2 3-16,-1 5-9 0,-3-1-4 15,-2 1 1-15,-2 5 9 0,0-1 0 16,-2 7 2-16,-2 6 1 0,-6 13 0 16,-11 27-29-16,-6 22 1 0,-2 8 0 15,-2-2 40-15,7-10-43 0,5-19-4 16,5-3 2-16,4-15 2 0,8-13 2 15,-5-14 32-15,5-4-12 0,0 1-7 16,5 0-15-16,-1-3-1 0,4-4-1 16,0-6-32-16,0-2 7 15,5-6 5-15,-3-2 10 0,5-3 12 0,-3-7 15 16,-2-2 13-16,1-3 3 16,-1-3-4-16,-4-4 10 0,0-2-3 15,-1-7-10-15,-3-1-24 0,-2-3-13 16,0-2 11-16,0 4-19 0,0 0-4 15,0 6-6-15,-2 6-36 0,-5 2-32 16,3 5-62-16,0 1-69 0,-2 5-160 16,2 1-373-16,2 2-819 0</inkml:trace>
  <inkml:trace contextRef="#ctx0" brushRef="#br0" timeOffset="195935">21570 3568 2815 0,'0'0'974'0,"0"0"-792"15,0 0-15-15,0 0-21 0,0 0-78 0,52-29-46 16,-31 24-9-16,4 0-12 16,6 2-1-16,2-2 0 0,0 1-22 15,4 1-84-15,0 2-12 0,0-3-36 16,-4 4-60-16,-6-2-14 0,-6 2-109 15,-9-2-102-15,-5 0 45 0,-7 0 47 16,0-3 201-16,-9 1-214 0,-3-3 31 16,-5-1 176-16,1 2 153 0,-1-1 238 15,-1 2-72-15,-1 1 25 0,3 3 86 16,1 1 66-16,1 7 29 0,-3 5 14 16,5 8-19-16,-1 7-53 0,3 4-34 15,0 3-48-15,1 15-61 16,1 9-19-16,2 10-38 0,0 1-49 15,6-3-41-15,6-8-8 0,2-13 8 16,2-8 25-16,1-9-35 0,1-3-14 16,3 3-80-16,1 2-154 0,5 3-111 15,-7-12-339-15,7 2-632 0</inkml:trace>
  <inkml:trace contextRef="#ctx0" brushRef="#br0" timeOffset="196351.2">22315 3240 1517 0,'0'0'1237'0,"0"0"-926"16,0 0 2-16,0 0 48 0,0 0-129 15,0 0-231-15,0 0 42 0,41-61 73 16,13 42 3-16,-3 1-26 0,-1 4-34 16,-7 5-12-16,-10 4-16 0,5 1-19 15,-3 1 13-15,-8 3 18 0,-5 1 3 16,-5 3 3-16,-7 4 7 0,-6 0-29 15,-2 5-5-15,-2 1 15 0,-8 9 9 16,-2 3-9-16,-7 4-22 0,3 3-15 16,-5-4-40-16,5 0-52 0,-1-2-25 15,5-2-3-15,2-2 2 0,-1 0-18 16,1-2-90-16,0-1-116 0,2 0-196 16,-3-9-243-16,-9 3-755 15</inkml:trace>
  <inkml:trace contextRef="#ctx0" brushRef="#br0" timeOffset="197693.11">22114 3534 1384 0,'0'0'1301'0,"0"0"-842"0,0 0-338 16,0 0-3-16,0 0 60 0,60-33 56 15,-27 17-5-15,15-5-31 0,12-5-58 16,14-2-41-16,2 0-16 0,-5 5-46 15,-13 5-37-15,-23 9 0 16,-4 2-12-16,-11 2-34 0,5 2-38 16,-2-1-30-16,0 3-5 0,-9 1 1 0,-8 0-24 15,-4 0 22-15,-2 1 120 16,0 1 63-16,-4 2-22 0,-4 2-41 16,-2 1-94-16,-5 1 18 0,5 3 26 15,-5 1-4-15,3-2-12 0,0 4 9 16,-1-3 25-16,1 4 31 0,-1-1 1 15,1 1 22-15,2 0 19 0,-3-1 26 16,3-1 21-16,0-2 4 0,-1 1-7 16,3-2-10-16,2-3-19 0,0 1-11 15,4-1-20-15,-1 0-13 0,-3 0-12 16,6 4-2-16,-2-1-11 0,0 1 11 16,2 3-1-16,-2-2 3 0,2 0 2 15,0-1 17-15,0 0 12 0,0 1 3 16,-2-2-12-16,0 0 6 0,0 4-6 15,0-2-10-15,-2 4 4 16,-3 2-13-16,-3 1 16 0,-2 1-16 16,1 2-1-16,-5-1 0 0,3 3-2 15,-1-3 0-15,0 0 1 0,3-3 11 16,-5-1 1-16,5-2-10 0,1-2 12 16,0-2-12-16,3-4 9 0,1-2-12 15,2 2-13-15,4-3-5 0,0-4-4 16,0 0-12-16,0 0-16 0,0 0 6 15,0 0 17-15,0-2 27 0,0-4 28 16,2-1-28-16,2-3 0 0,5-7-2 16,1-3-20-16,0-5-46 0,5-3-18 15,1-1 5-15,3-5-10 0,2-3 15 16,-1-1 13-16,1-3 25 0,2-2 6 16,6-10-21-16,-3-7-49 0,-1 5-38 15,-2 4-55-15,-6 7 6 16,-3 8 58-16,0-7 18 0,1-3 32 0,-5 4 49 15,3 0 0-15,-5 4 32 0,-2 1 1 16,0 1 31-16,1 3-16 16,-1 4 13-16,-4 2 26 0,-2 6 77 15,4 6 22-15,-4 4 32 0,0 6 34 16,0 4-1-16,0 1-39 0,0 0-89 16,0 3-57-16,-4 2-34 0,2 7-9 15,0 4 9-15,-7 10 43 0,3 5 4 16,-2 5 4-16,-7 11-16 0,5-2-7 15,0 3 7-15,-5-1-11 16,7-7-11-16,-6 4-1 0,5-5-11 0,-1 0 2 16,2-5 15-16,-3 0 10 0,3-5-12 15,2-1-13-15,4 0 0 16,-2-2-2-16,2-1-1 0,2 0-3 16,0-1 3-16,0-2 2 0,0 1 0 15,-2-2 11-15,-3 0-10 0,3 1-2 16,-4-5 1-16,0 5 1 0,0-4 9 15,0 3 1-15,-3 0-10 0,1-2-1 16,0 6 14-16,-1 0 2 0,3 2 13 16,0 4-6-16,-2 0-3 0,4 3-7 15,-3 2-12-15,5-3-2 0,2-2-1 16,-2-2-37-16,2-6-13 0,2 0-2 16,0-8 24-16,5-3 12 0,-3-6 16 15,2 0 0-15,2-4 34 0,3-2 50 16,-1-2-3-16,2-6-19 0,3-1-1 15,1-4-5-15,1-2-25 0,-1-4-16 16,1 0-3-16,-3-2-8 16,-1-2 14-16,-1-2-3 0,-1 0-2 0,-3-4 5 15,-4 1-6-15,-2 0-9 16,-2 1 7-16,-4 4 17 0,-4 4-5 16,-5 2-4-16,-1 4-18 0,-5 4-27 15,5 2-10-15,-1 4 0 0,1 2-18 16,1 1-26-16,3 0-36 0,0 2-29 15,3 4-25-15,1 3-30 0,0-1-28 16,2 1-31-16,0 2 15 0,0 0 89 16,2-2 37-16,0 2 10 0,-1-1-39 15,3 0 19-15,0-2 84 0,0 0 22 16,0-2 23-16,0-1 2 0,0-1-2 16,0-1-3-16,0-1 3 0,0-1 78 15,5 1 83-15,-3-2 51 0,2 1 22 16,0-1 11-16,4 1-20 0,0-1-23 15,1 4-39-15,3-2-44 0,3 0-47 16,-1 1-31-16,5 2-41 16,1-2-3-16,1-1-110 0,-2 1-160 15,-1 0-186-15,-3-3-687 0,-3 0-1129 0</inkml:trace>
  <inkml:trace contextRef="#ctx0" brushRef="#br0" timeOffset="200309.65">22296 5096 327 0,'0'0'121'16,"0"0"1073"-16,0 0-633 0,0 0-34 15,0 0-87-15,0 0-201 0,0 0-166 16,0 0-51-16,0 0-22 0,-60 7-2 16,31-7-11-16,-8 0-50 0,-19 0-77 15,-18-1 63-15,-9-3 10 0,-8-2 48 16,-4-1 19-16,0 0 12 15,-11 0 52-15,-5-3 13 0,-3 5 25 16,-4 0-10-16,-4-3 29 0,0 5-26 0,-4-2-23 16,0 1 4-16,-4 1-16 15,-2 1-4-15,-1-1-28 0,1 1-6 16,-2 1-6-16,-1-2-1 0,-3 3-11 16,3-2 11-16,1 1-11 0,0-2 28 15,1 2-10-15,3 0 6 0,2-1 0 16,4 2 0-16,0 0-17 0,6 0-11 15,0 0-12-15,11 3 10 0,-1 1 1 16,9 0-9-16,4 4 10 0,6-5 3 16,11 2 0-16,5-1 13 0,5-2 6 15,8 1-19-15,2 0-1 0,13-1 0 16,10-2-2-16,6 0-2 0,6 1-1 16,-6-1 2-16,0 0 0 0,0 0-1 15,6 0 1-15,3 0 0 0,3 0 1 16,5-1 3-16,1-1 12 0,7-1 7 15,0 0-3-15,2-1-4 0,0-1-15 16,0 0-21-16,0-4-1 0,-2 1 22 16,2-5 0-16,0 1 12 15,0-5 7-15,-3-1 0 0,1-1-16 16,0-4 12-16,-2-2-14 0,-2-4-1 16,-1-1-2-16,1-3-10 0,-4-3-7 15,1-1 19-15,-1-10 6 0,-5-10-2 16,3-18-2-16,-5-6-2 0,7-3-1 15,0 1 0-15,1 4 1 0,3-5 0 16,2-2 1-16,-2-2 1 0,-1-1 1 16,5 1-3-16,2 1-31 0,-2 0 6 15,4 2-3-15,6 6 25 0,-6 3 3 16,6 4 0-16,-2 5 28 0,3 4 6 16,-1 4 16-16,-2 12 27 0,2 9-40 15,-4 10-3-15,0 3-3 0,5-5 3 16,1-1-9-16,0-4-3 0,0 1-7 15,1 3-13-15,3 2-1 0,-4 4-1 16,1 1-3-16,1 4 0 0,-2 1-9 16,0 5 9-16,-1 1 0 15,5 1 2-15,-6 1-14 0,5 2-4 16,-1 2 7-16,2-3 9 0,-1 2-19 16,7-2 4-16,-1 1 6 0,5-2-1 15,3 3-6-15,4-3-2 0,4 0 2 16,11 0-6-16,12 0 10 0,18-3 12 15,4-3 0-15,7 3-10 0,-4 1 12 16,4-2-1-16,4 2-10 0,10 0 12 16,10 1-1-16,5-1-1 0,10 3-26 15,6-4 26-15,7 4 2 0,3 0 11 16,11 0-10-16,6 1-1 0,0 1 16 16,2 1-16-16,3-2 3 0,1 3 12 15,7 0-2-15,-3 2 2 0,-2 0-2 16,3 1 2-16,-1 0 1 15,3 3-14-15,-3 0 10 0,-6 3-10 16,1 6-2-16,-5-1 0 0,0 3 0 16,-8 1 0-16,-7 4-1 0,-11-2 1 15,-10 2 0-15,-5 4 0 0,-8-3 0 16,-5 2 1-16,-12-1 0 0,-10 2-1 16,-11-2-2-16,-16-2-20 0,-11-2 19 15,-12-6 0-15,-8 0 2 0,0 2 1 16,1 3 1-16,-3-4 0 0,-2 0 2 15,-11-2 16-15,-4-2-16 0,0-2 19 16,0 1-7-16,-2 1 1 0,0 1-4 16,-2 1-9-16,0 5 13 0,3 1-4 15,-3 9-11-15,4 6 2 0,-2 6 15 16,0 14-14-16,0 12 23 16,2 17-11-16,2 7-13 0,0 2 15 15,-1 0 13-15,1-3 6 0,-2 2-9 0,-2 3-25 16,2 0-3-16,0 4-1 15,-2 2-23-15,2-4 24 0,-2 1 34 16,-2-6 6-16,0-3 3 0,0-5-3 16,-8-5 3-16,2-7-25 0,-2-1-18 15,-9-2-3-15,7-3 0 0,-7-1-12 16,5-3 3-16,4-9-1 0,-3-9-2 16,3-8 12-16,4-4 0 0,-2 5 0 15,0 3 0-15,-5 1-16 0,3-2 1 16,0-1-10-16,1-5-33 0,-3-2-35 15,2-2 1-15,0-2 2 0,1-3-13 16,-3-2-31-16,2 1-70 0,2-2-92 16,-1-1-190-16,-3-1-28 0,0-4-708 15,-9-1-220-15</inkml:trace>
  <inkml:trace contextRef="#ctx0" brushRef="#br0" timeOffset="201790.89">14737 5520 464 0,'0'0'365'0,"0"0"463"0,0 0-549 16,0 0-279-16,0 0 39 0,0 0-39 16,0 0 137-16,0 0 18 0,0 0-48 15,55-50-17-15,-40 32-9 0,8-3 9 16,-3-1 23-16,7-7 42 0,2-3 50 16,6-2-7-16,15-12-30 0,12-12-22 15,18-16-23-15,13-3-12 0,0-1-8 16,0 4-9-16,-4 8-36 0,4 1-5 15,0 6-7-15,-6 7-21 16,2 5-3-16,-10 7 12 0,-3 4-12 16,-10 7-3-16,-16 4 2 0,-11 6-17 15,-8 7 17-15,-4 0-20 0,0-1 0 16,2 2 0-16,0-1 1 0,-9 1-1 16,3 3-1-16,-4 0-18 0,-1 3-10 15,1-1 15-15,-5 1-5 0,7 0-23 16,-6 3-18-16,3-3-25 0,-3 3-52 15,3-2-43-15,-5 0-54 0,3 0-140 16,-3 0-127-16,-3 2-166 0,-2-2-351 16</inkml:trace>
  <inkml:trace contextRef="#ctx0" brushRef="#br0" timeOffset="202152.09">16427 4161 366 0,'0'0'2008'15,"0"0"-1579"-15,0 0-131 0,0 0-49 16,0 0-166-16,0 0-64 0,0 0 89 15,0 0 6-15,0 0-10 0,0 0-6 16,62-2-26-16,-41 5-16 0,-2 3 11 16,3 4-1-16,-3 1-1 0,0 3 1 15,-7 1-20-15,3 5 10 0,-9 1 15 16,-6 6 47-16,0 5 21 16,-9 4-53-16,-7 2-53 0,-1 2-31 0,-3-3-2 15,-3-3-27-15,6-6-53 16,-3-5-56-16,7-5-52 0,3-6-61 0,0-4-138 15,3-7-223-15,7-1-188 16,-4-7-1000-16</inkml:trace>
  <inkml:trace contextRef="#ctx0" brushRef="#br0" timeOffset="202588.67">15412 3717 1419 0,'0'0'1548'16,"0"0"-1359"-16,0 0 250 0,0 0-236 16,0 0-203-16,0 0 0 0,0 0 104 15,0 0 34-15,56-23-22 0,-25 10-31 16,2-2-36-16,2 1-8 0,5 0-29 15,1-1-11-15,0 5-1 0,-1 0-2 16,-1 0-13-16,-2 5-16 16,-4 2-25-16,-4 3-82 0,-4 0-51 15,-11 6-41-15,-1 5-74 0,-11 4-118 16,-4 3-113-16,-8-1-674 0</inkml:trace>
  <inkml:trace contextRef="#ctx0" brushRef="#br0" timeOffset="202800.81">15491 3918 1922 0,'0'0'1235'0,"0"0"-1181"15,0 0 61-15,0 0 149 0,0 0 13 16,70-2-44-16,-45-5-58 0,0-3-63 16,8-1-63-16,0-1-34 0,4 0-15 15,-4-1-25-15,-4 1-43 0,2 2-35 16,-4 2-53-16,-4 3-64 0,-7 1-29 15,1 2-62-15,-7 1-93 16,-4 1-37-16,3-3-80 0,-7 1-214 16,-2-3-311-16</inkml:trace>
  <inkml:trace contextRef="#ctx0" brushRef="#br0" timeOffset="203233.01">15694 3523 1027 0,'0'0'332'0,"0"0"454"15,0 0-369-15,0 0-104 0,0 0 26 16,0 0-87-16,0 0-119 0,0 0-85 16,0 0-48-16,0 0-24 0,-19-12 24 15,21 24 45-15,6 7 46 0,1 9 0 16,-3 9-6-16,4 13-13 0,7 10-11 16,-7 12-27-16,2 0-33 0,-5-4 2 15,-5-15 12-15,-2-18-13 16,0-7 1-16,-2-2 0 0,-5 1 10 0,-1 1-1 15,2 0-12-15,0-4 0 0,-3-7 0 16,-3-3-2-16,4-5-26 16,4-1 10-16,-3-5 16 0,-1-2 0 15,2-1 0-15,0 0-13 0,2-4-7 16,2-4-14-16,-3-1-14 0,1-5 22 16,0-2-10-16,-4-3 16 0,4 0 10 15,0-4 9-15,2 3-10 0,-3 1 13 16,5 0 19-16,-2 4 19 0,2 2 21 15,0 0-6-15,4 3-14 0,5 1-1 16,3-2 2-16,3 0-3 16,3 0-18-16,1 1-19 0,6-1 0 15,4 3-12-15,0-2-4 0,2 3-6 16,0 0-46-16,-3 0-56 0,6 1-14 16,-1 0-67-16,-2 0-97 0,-4 1-126 15,-1-5-185-15,-11 3-461 0</inkml:trace>
  <inkml:trace contextRef="#ctx0" brushRef="#br0" timeOffset="203450.01">16020 3523 1247 0,'0'0'819'16,"0"0"-169"-16,0 0-293 0,0 0-80 15,0 0-149-15,0 0-93 0,0 0 44 16,2 61-13-16,2-32-22 0,3 2-31 15,1-2-13-15,2 4-1 16,-2-7-21-16,3-1-70 0,3-5-127 0,-1-1-91 16,-3-3-81-16,7-7-169 0,-7-1-441 15,8-5-118-15</inkml:trace>
  <inkml:trace contextRef="#ctx0" brushRef="#br0" timeOffset="203706.3">16291 3609 373 0,'0'0'1083'0,"0"0"-106"16,0 0-600-16,0 0-37 0,0 0-34 16,0 0-106-16,0 0-89 0,0 0-43 15,-62-8-68-15,47 32-32 0,-3 8 32 16,1 7 3-16,1 3 48 0,-1-1 2 16,1 1 1-16,5-3 18 0,-1-4 10 15,6-4 11-15,2-5-8 0,4-7-30 16,0 1-31-16,0-5-24 0,2-4-12 15,4 1-16-15,4-3-22 0,1-2-37 16,1 1-7-16,5-5-4 0,-3-2-43 16,5-1-54-16,-3-4-40 15,5-4-58-15,-1-3-38 0,-3-3-65 16,0-2-71-16,-5 3-157 0,0-9-688 0</inkml:trace>
  <inkml:trace contextRef="#ctx0" brushRef="#br0" timeOffset="203945.83">16312 3417 76 0,'0'0'2323'16,"0"0"-1830"-16,0 0-131 16,0 0-187-16,0 0-127 0,0 0 107 15,0 0 81-15,16 68-15 0,-8-33-68 16,9 12-42-16,-7 1-36 0,7 0-19 15,-3 2-29-15,-3-9-11 0,5 6-16 16,-3-5-1-16,1-1-80 0,-4-7-58 16,1 0-92-16,-1-4-49 0,-2-6-157 15,-1-3-49-15,-1-6-73 0,-2-4-232 16,6-7-312-16</inkml:trace>
  <inkml:trace contextRef="#ctx0" brushRef="#br0" timeOffset="204370.92">16669 3521 925 0,'0'0'511'0,"0"0"583"15,0 0-666-15,0 0 4 0,0 0-11 16,0 0-94-16,0 0-190 0,0 0-137 16,0 0-16-16,0 0 16 15,-18 77 2-15,3-36-1 0,1 4 0 16,-5 0 2-16,3 0-3 0,-5-2 0 15,0-4-2-15,-4-3 2 0,3-5-1 16,1-5-1-16,-2-5-23 0,1-3-9 16,5-8-10-16,-2-2-12 0,5-7-1 15,-3-1-9-15,7-4-6 0,0-5 0 16,-1-3-7-16,5-6 0 0,2-1 13 16,4-5 12-16,0 1 22 0,0-5 18 15,2 1 14-15,2 1 38 0,2 1 26 16,7-1 15-16,-5 6-7 0,2-3 13 15,7 6-6-15,-5-2-7 0,7 3-5 16,-5 2 2-16,7 1-10 0,-2 3-6 16,3 3 0-16,1 3-7 0,-2 4-9 15,2 0 4-15,-1 4-4 0,-3 7 0 16,2 3-12-16,-5 4-22 0,3 1-3 16,-7 6-62-16,1 2-65 0,-5-1-113 15,-4 5-128-15,0-10-319 16,-2 8-694-16</inkml:trace>
  <inkml:trace contextRef="#ctx0" brushRef="#br0" timeOffset="207687.77">22230 5109 161 0,'0'0'134'0,"0"0"657"0,0 0-445 15,0 0-304-15,0 0-10 0,0 0 56 16,0 0 123-16,0 0 0 16,0 0 10-16,0 0 5 0,0 0-32 15,33 0-43-15,-25 0-13 0,-2 0-29 16,5 0 0-16,-3 0-16 0,4 0-32 15,1 0-30-15,1 0 1 0,5 0 6 16,-1 0-15-16,5 0-20 0,4 0-1 16,2 0 1-16,2 0-1 0,4 0 14 15,0 2-16-15,5 0 1 0,-3 0 1 16,4 0 0-16,-2 1 0 0,3-1 0 16,-7-1-1-16,2-1 0 0,-4 0-1 15,-6 0 0-15,-2 2-1 0,-2-2-2 16,-5 0 3-16,-1 0 0 0,-7 0 13 15,-2 0-12-15,-1 0 12 0,-5 0 3 16,-2 0 9-16,0 0 26 0,0 0-4 16,0 0-9-16,0 0-6 15,0 0-13-15,0 0-17 0,0 0 9 0,0 0-11 16,0 0-3-16,0 0-16 16,0 0 4-16,2 0 13 0,-2 0 2 15,0 0 3-15,0 0 22 0,0 0-9 16,0 0-1-16,0 0 11 0,0 0 0 15,0-2-26-15,0-1 0 0,0-2 3 16,0 0 13-16,0 2-14 0,0 2 10 16,0-2-8-16,-2 1-2 0,2-1 10 15,0 2 1-15,0-1-11 0,0-1 0 16,0-3 1-16,0 4 0 0,0-4-3 16,0 1 0-16,0-3-1 0,0 2-2 15,0 0 1-15,0-1-1 0,-2-1-19 16,2 1 6-16,-3 2-22 0,3-3-12 15,-4 3 6-15,2-2 15 0,2 2-12 16,-2-1-28-16,2 1-23 0,0 0-51 16,0-1-55-16,2-1-191 0,0 1-338 15,7-5-739-15</inkml:trace>
  <inkml:trace contextRef="#ctx0" brushRef="#br0" timeOffset="209993.03">28967 2182 299 0,'0'0'355'0,"0"0"855"0,0 0-837 0,0 0-66 16,0 0-123-16,0 0-101 0,0 0-83 15,0 0-20-15,0 0 20 0,0 0 68 16,2 20 38-16,4 3 25 0,-4 12 48 15,2 24 6-15,-4 23-27 16,0 16-19-16,-4 6-26 0,-4 3-6 16,1 0-41-16,3 4-6 0,-6 7 6 15,-5 5 12-15,9-4 21 0,-4 0 25 16,0 3-13-16,1 3-33 0,1 0-14 16,4 5 50-16,4-5-50 0,0-5-12 15,6-3-3-15,0-6-6 0,5-2-28 16,-1-2-13-16,-2-3-2 0,-2-6 0 15,7-7-2-15,-7-4 2 0,-4-12-2 16,2-5-16-16,-2-12-22 0,-2-14 16 16,0-10 21-16,0-7 2 0,0 7 1 15,0-3 0-15,0 2 2 16,0-7 13-16,-2-8-13 0,2-4 10 16,0-4-9-16,0-5 16 0,0-3 17 15,0-2-11-15,0 0-13 0,0 0 3 16,0 0 10-16,0 0-22 0,0-2 9 15,2 1-9-15,-2-1 15 0,2-2 6 16,3 1-8-16,-3-3-13 0,4 3-1 16,0-3 0-16,0 1-2 0,2-1-2 15,7-1-10-15,-3 0 11 0,7-2-1 16,0 2-1-16,5-2 3 0,5 0 0 16,4 0 3-16,5-1-2 0,7-1 2 15,19 0-3-15,17-3 0 0,4 0-1 16,5-1-2-16,4 2 0 0,-10-3 2 15,11 4-2-15,5-1 3 0,-1 2 0 16,0 4 1-16,0 3 1 0,0 2-1 16,-3 2-1-16,-6 5-1 15,-3 1-11-15,-8 1 10 0,-9 2-13 16,-16-4 0-16,-13 1 12 0,-12-2 2 16,-8-3-15-16,4 2 16 0,-5-1 12 15,-1-2-10-15,-7 0 22 0,-5 0 10 16,-5-6 30-16,0-6 48 0,0-4 3 15,0-5-66-15,0-7-31 0,-2-6-15 16,2-8 11-16,-2-16-14 0,2-16-12 16,-2-8-6-16,2-4-12 0,2-3-10 15,-4 2-17-15,0-6-22 0,0-9 27 16,0-4 18-16,-6-10 16 0,6-3 15 16,0-10 3-16,0-2-2 0,0-5-14 15,0 1-60-15,0 2 15 0,0 4 27 16,0 5 18-16,-2 5 14 0,-4 7-9 15,0 6-50-15,-1 9 28 0,-5 5 10 16,8 12 23-16,-2 7 12 16,-1 4 3-16,-1 9-15 0,0 9-22 15,4 10 7-15,-2 11-49 0,-1 5 11 16,-1-3 52-16,0-3-1 0,-5 1 2 16,3 4 3-16,0 4-1 0,-1 3-1 15,3 4 3-15,0 2-3 0,0 1-1 16,1 3 0-16,3 2 2 0,0 1 10 15,0 2 0-15,0-2-10 0,-2 3 17 16,4-1-16-16,-3 0 12 0,1 1-4 16,0 0-11-16,0 2-3 0,-4 0-12 15,-3-2-3-15,-3 3-4 0,-13 0 4 16,-6 0-4-16,-15 3 19 0,-16 5-18 16,-14 3 18-16,-13 0 0 0,0 1-21 15,-4 1 22-15,4-2 2 16,-8 2 15-16,-1-1-14 0,-1 2 11 15,2 0-8-15,2-1 32 0,6-1 10 16,10-1 1-16,9-3-8 0,6-1-5 16,14-2 0-16,13-3-23 0,12 1-11 15,6-3 0-15,1 3-3 0,-5-3-16 16,8 1-14-16,1 1-16 0,9 0-49 16,5-1-87-16,2 4-318 0,7 1-544 15,1 2 426-15,2-1-391 0,9 0-405 16</inkml:trace>
  <inkml:trace contextRef="#ctx0" brushRef="#br0" timeOffset="210292.08">30194 2557 1699 0,'0'0'1238'0,"0"0"-960"0,0 0-29 15,0 0 114-15,0 0-89 0,-51-48-121 16,47 44-54-16,2 2 4 0,-1 2-103 16,3 0 0-16,0 2-134 0,0 6-18 15,0 5 135-15,3 5 17 0,-3 5 2 16,0 4-2-16,0 0-37 0,-3 4-67 15,-3-1-85-15,-4 0-152 0,-5-1-196 16,-1-3 48-16,4-8-799 16</inkml:trace>
  <inkml:trace contextRef="#ctx0" brushRef="#br0" timeOffset="210523.16">29764 2802 677 0,'0'0'2315'0,"0"0"-1861"16,0 0-286-16,0 0-121 0,-14 50 4 16,10-22 2-16,0 7-15 0,0 2-22 15,2 5-16-15,2-4-14 0,0 0-5 16,0-2 4-16,4-3-83 0,0-7-92 16,-2-3-52-16,2-7 2 0,-2-1 63 15,0-7 33-15,-2-3-37 16,0 1-65-16,0-6-13 0,0 0-76 0,0-6 176 15,0-3-277-15,-2 1-288 0</inkml:trace>
  <inkml:trace contextRef="#ctx0" brushRef="#br0" timeOffset="210787.4">29727 2959 278 0,'0'0'362'16,"0"0"842"-16,15-54-798 0,-7 39-54 16,2-4-56-16,9 5-52 0,-5 1-46 15,11 1-42-15,-2 1-46 0,2 3-18 16,0 0-7-16,6 4-12 0,2 1-29 15,0 1 0-15,4 2-19 0,6 0 6 16,-3 2-3-16,3 3-6 0,-6 3-5 16,-2 1-1-16,-4 3 2 0,-4 2 26 15,-6-1 3-15,-7 1-16 0,-3 3-6 16,-3 0-10-16,-6 2 10 16,-2 1-6-16,0 3-17 0,-8 2 20 0,-3-3-20 15,-3 3-2-15,-3-4-41 0,3 0-55 16,-3-2-26-16,3-4-39 15,0 0-65-15,-1-5-111 0,-2 0-133 16,5-2-224-16,-11-3-592 0</inkml:trace>
  <inkml:trace contextRef="#ctx0" brushRef="#br0" timeOffset="211244.5">29924 2990 278 0,'0'0'2133'0,"0"0"-1567"0,0 0-278 15,0 0-163-15,0 0-27 0,0 0-25 16,0 0 0-16,0 0-32 0,0 0 32 16,0 0 21-16,-4 45 13 0,-5-24-22 15,-3 0-19-15,-3-2-22 0,1 1-19 16,-1-4-3-16,3-3-7 0,2-3-13 16,1 0-2-16,7-4-11 0,0-1-5 15,0-4-18-15,2 1-13 0,0-1-16 16,2-1-9-16,0 0 25 15,2 0 18-15,7-1 10 0,-1-4 19 16,3 0 13-16,3-7 18 0,-1 3-5 16,5-2-11-16,1 0 1 0,2-3 12 15,-1 4-15-15,3 3 9 0,-2 1-7 16,2 3 8-16,-5 2 5 0,-1 1-9 16,0 0-3-16,-5 4-13 0,1 1 12 15,-7 0 23-15,-4 2 12 0,-4-1-4 16,0 5 29-16,-8 1 77 0,-5 5 33 15,-7 9-56-15,-5 3-59 0,-4 2-33 16,-4 4-16-16,-2 1-21 16,-3 0-23-16,-1 1 4 0,2-2-2 15,0-4 6-15,6-3-4 0,0-6 17 16,4 0-22-16,2-3-118 0,-2 1-74 16,11-8 55-16,-3-1-10 0,7-9-156 15,1-2-206-15,3-2-140 0,4-6-629 16,2-11-6-16</inkml:trace>
  <inkml:trace contextRef="#ctx0" brushRef="#br0" timeOffset="211766.52">29791 3184 681 0,'0'0'1227'0,"0"0"-721"16,0 0-174-16,0 0-49 0,0 0-18 15,0 0-64-15,0 0-59 0,0 0-31 16,60 8-17-16,-45-1 7 0,3 3 2 15,3 2-2-15,0 1-17 0,8 1-34 16,-2 3-6-16,1-1-17 0,6-1-24 16,-3 2-1-16,0-5-2 0,-3 1-4 15,-5 0-23-15,2-1-23 0,-8-5-53 16,-7 0-45-16,-4 0-46 16,-2-4-40-16,-4 1-7 0,0-1 17 15,-4-1 77-15,-4 2-39 0,-3-2-108 16,-1 3 10-16,0-5 11 15,-5 0-107-15,3 0 51 0,-3 0 95 0,5-3 172 16,-1 0 62-16,1 0 205 0,0 3 202 16,-1 0 45-16,3 0 24 0,-1 2-115 15,-1 5-15-15,0 5-98 0,-5 4-114 16,1 8-36-16,-1 1-10 0,1 2-6 16,-1 1 0-16,5 0-13 0,1-3-10 15,7-2-14-15,0-4-17 0,2-1-12 16,2-3-14-16,0-3-1 0,6 0 0 15,0-5 0-15,3 2-1 0,-1-4-1 16,4-2 1-16,1-1-16 0,-3-2 16 16,0 0 12-16,1-1 13 0,-5-5 6 15,6-2 19-15,-3-3 12 0,-1-3 0 16,2-4-12-16,0-5-13 16,-3 0-15-16,-1-5-1 0,-4 2-18 15,0-3 17-15,-2 4-20 0,0 1-22 16,-2 4-52-16,-2 3-100 0,-7 5-114 15,3 3-307-15,-19 2-1200 0</inkml:trace>
  <inkml:trace contextRef="#ctx0" brushRef="#br0" timeOffset="212935.7">23148 3509 463 0,'0'0'205'0,"0"0"-205"15,0 0 616-15,0 0-388 16,0 0-23-16,0 0 16 0,0 0-43 16,49-47-6-16,-26 30-1 0,0 2-13 15,8-3-3-15,4-3-20 0,2 0-23 16,15-3-9-16,12-6-27 0,14-5-9 16,9-2-9-16,4 0-7 0,-6 1 3 15,0 4-17-15,8 0-37 16,0 1-1-16,8 0-12 0,4 3 10 0,-1 2 1 15,3 2 1-15,5 1 1 0,2 0 0 16,1 4 0-16,5-3 2 16,4 5 11-16,0 0-11 0,2 3-1 15,5 1-1-15,-3-1 0 0,4 4-16 16,0-1-10-16,1 3 4 0,-5 1 3 16,-2 2 17-16,-8 4-14 0,2-1 16 15,0 2 2-15,-9 0 11 0,1 1 6 16,-3 4 6-16,-5-1-21 0,-3 3-2 15,0 0 14-15,-6 2-16 0,0 0-1 16,-8 1 1-16,0-3 1 0,-6 5-1 16,-5-2 1-16,-3 0 21 0,-5 2 35 15,-4-3 0-15,-2 4 22 0,-2-3 35 16,-11-2-7-16,-9 1-47 0,-11-3-40 16,-3-2-19-16,5 1-1 0,0 2 1 15,0-2-1-15,-2 3 0 0,-4-4 0 16,-2 1 3-16,0 1-3 0,-5-2 12 15,3 0-12-15,-7 2 19 16,3-2-18-16,-9-1 0 0,1 1 1 16,-1-2-1-16,-6 0 0 0,-2 0 11 15,0-2 55-15,0 1 10 0,0-1-5 16,0 0-28-16,0 0-44 0,0 0-13 16,0 0-12-16,0 0-15 0,0 0-7 15,2 1 0-15,2-1 19 0,-2 2-7 16,2 0-15-16,-2 0 9 0,0 0 3 15,3 1 4-15,-3-2-14 0,0 1-15 16,2 1-34-16,-2-3-55 0,-2 1-71 16,0-1-135-16,0 0-109 0,0 0-198 15,-8 0-805-15</inkml:trace>
  <inkml:trace contextRef="#ctx0" brushRef="#br0" timeOffset="213336.69">28305 2635 1023 0,'0'0'1764'0,"0"0"-1629"0,0 0-71 15,0 0-10-15,0 0 132 0,0 0-49 16,58 64-42-16,-39-43-25 0,1 3-38 16,5 2-16-16,0 0 9 15,0 2-23-15,-1-1 20 0,1-1 1 16,-4 0-1-16,-2-3-6 0,-1-3 6 16,-8-2 3-16,-1-1 13 0,-3-4-4 15,-6 0 20-15,0-1 46 0,-6 1 92 16,-3 1-30-16,-5 3-60 0,-5 2-33 15,3-2-20-15,-7 1-3 0,-4 2 1 16,-2-5-4-16,-2 3 3 0,0-2-12 16,4-3-13-16,-2 1-21 0,5-4-18 15,1-1-65-15,11-3-121 0,3 1-116 16,1-1-279-16,6-3-602 0,2-3-792 16</inkml:trace>
  <inkml:trace contextRef="#ctx0" brushRef="#br0" timeOffset="214316.5">24843 2089 2361 0,'0'0'484'0,"0"0"-132"16,0 0-8-16,0 0-160 0,0 0-184 15,0 0 15-15,0 0-15 0,0 0 148 16,58-9 54-16,-27 5-46 0,4-5-57 16,8 3-43-16,-2-2-40 0,7 3-5 15,0 2-11-15,-7 0-2 0,4 2-11 16,-1 1-5-16,-7 0-1 15,-4 0-37-15,0 4-18 0,-10-1-51 0,-5 2-45 16,-1-1-53-16,-9 0-72 0,1-1-158 16,-5 0-118-16,-4 0-197 0,0-3-334 15</inkml:trace>
  <inkml:trace contextRef="#ctx0" brushRef="#br0" timeOffset="214555.64">25324 1808 1164 0,'0'0'1091'0,"0"0"-465"0,0 0-133 16,0 0-85-16,0 0-156 15,0 0-195-15,0 0-57 0,0 0-19 16,0 0 19-16,-10 61 78 0,10 2 0 16,0 18 3-16,-2 16-7 0,0-2-5 15,-2-11 5-15,4-10-9 16,-2-23-19-16,-3-8-45 0,3-12-1 15,0-5-22-15,0 4-67 0,0 3-26 16,-2-1-55-16,4-6-44 0,0-3-97 16,-2-6-171-16,2-5-64 0,0-5-136 15,0-5-388-15</inkml:trace>
  <inkml:trace contextRef="#ctx0" brushRef="#br0" timeOffset="-214718.42">25006 2269 255 0,'0'0'2596'0,"0"0"-2058"15,0 0-510-15,0 0 80 0,0 0 95 16,54-27 23-16,-29 17-59 0,8-1-86 16,0 0-66-16,4 1-15 0,4 0-19 15,1 0-53-15,-1 3-63 0,-2-3-66 16,0 4-30-16,1-2-135 0,-3 3-222 15,-12 1-417-15,2-4-379 0</inkml:trace>
  <inkml:trace contextRef="#ctx0" brushRef="#br0" timeOffset="-214286.44">25601 1755 685 0,'0'0'1857'0,"0"0"-1352"0,0 0-135 0,0 0-18 16,0 0-173-16,0 0-179 0,0 0-47 16,0 0 47-16,0 0 47 0,-25 83-10 15,19-33-11-15,2-1-1 16,0 2 13-16,4-9 3 0,0-11 2 15,4-4-2-15,2-5 0 0,3-4-7 0,3-1-9 16,2-5-1-16,1-6-2 16,4 0-6-16,-1-6-13 0,1-3 19 15,6-6 9-15,-3-4 0 0,1-4-28 16,-2-3 21-16,-7-3-5 0,5-1-1 16,-11 2 7-16,-4 0 9 0,-2-2-9 15,0-2-4-15,-2-3 13 0,0-6-6 16,-4 2-9-16,-2 0 5 0,-4 4 10 15,-7 2-10-15,5 4-12 0,-7 5-12 16,5 2-16-16,-5 4 1 0,5 3-43 16,-5 5-22-16,5 1-47 0,-5 3-25 15,9 3-44-15,-3 6-93 16,3 1-205-16,4 2-143 0,1 1-334 16,-1 6-325-16</inkml:trace>
  <inkml:trace contextRef="#ctx0" brushRef="#br0" timeOffset="-214086.79">25550 1888 448 0,'0'0'2258'15,"0"0"-1786"-15,0 0-137 0,0 0-168 16,0 0-167-16,0 0 38 0,0 0 13 16,0 0 100-16,0 0-32 0,0 0-46 15,62 6-48-15,-38-5-10 0,-1-1-15 16,2 3 0-16,2-3-40 0,0 3-71 15,-5 0-102-15,-1 0-94 0,-2 3-220 16,-9-2-166-16,-10 6-441 0</inkml:trace>
  <inkml:trace contextRef="#ctx0" brushRef="#br0" timeOffset="-213678.63">25417 2190 317 0,'0'0'3043'15,"0"0"-2603"-15,0 0-427 0,0 0 119 16,0 0 44-16,54 4-51 0,-31-4-51 16,2 0-30-16,4 0-26 0,2 0-16 15,2 0 0-15,-2 0-2 0,-4 0 0 16,-3 0-2-16,-1 2-69 0,-4-2 0 15,-9 3-32-15,-4-2 5 0,-4-1 26 16,-2 2 72-16,0-2 53 0,0 0 29 16,-6 0-82-16,2 3-50 15,-2-2-4-15,-5-1 20 0,5 2-1 16,-2 3 10-16,0 1-3 0,-3 2 25 16,3 2 3-16,0 2 44 0,0 3 9 15,-3 2 6-15,3 0 27 0,2 1-5 16,4-1-25-16,0 1-31 0,-1 0-25 15,3-2-12-15,0-2-1 0,3 1-12 16,1-1-15-16,-2-3-63 0,6 1-89 16,-2-3-48-16,3-2-157 0,-1-3-158 15,-4 1-134-15,0-4-355 0</inkml:trace>
  <inkml:trace contextRef="#ctx0" brushRef="#br0" timeOffset="-213511.3">25667 2387 14 0,'0'0'1429'0,"0"0"-417"0,0 0-796 16,0 0 28-16,0 0 41 0,0 0-100 16,0 0-64-16,50-29-42 0,-35 23-62 15,-1 3-17-15,0 0-1 0,3 1-30 16,4 0-84-16,-9 1-124 0,0 1-113 16,-1 0-116-16,-9 0-323 0,0 3-425 15</inkml:trace>
  <inkml:trace contextRef="#ctx0" brushRef="#br0" timeOffset="-213313.62">25579 2279 27 0,'0'0'2471'0,"0"0"-1908"0,0 0-260 16,0 0-84-16,0 0-80 0,0 0-44 15,-25 58-4-15,21-37 9 0,-1 0-39 16,3 3-36-16,-6 0-25 15,2-2 0-15,0 0-41 0,-3-2-79 16,7-4-69-16,-6-2-57 0,6-3-95 16,-4-3-96-16,4-2-118 0,0-2-274 15,0-4-316-15</inkml:trace>
  <inkml:trace contextRef="#ctx0" brushRef="#br0" timeOffset="-213107.95">25479 2461 138 0,'0'0'192'0,"0"0"1484"0,0 0-1229 15,0 0-70-15,0 0-220 16,0 0 265-16,0 0-162 0,0 0-62 0,71 3-9 16,-42 2-26-16,-3-3-36 15,10 3-28-15,1-2-21 0,4 1-20 16,7 1-36-16,-3-3-12 0,3 2-10 16,-1-3-21-16,-5 0-10 0,-1 1-43 15,-6-1-25-15,-4-1-63 0,-2 0-73 16,-6 0-134-16,-9 0-223 0,3-1-175 15,-11-7-793-15</inkml:trace>
  <inkml:trace contextRef="#ctx0" brushRef="#br0" timeOffset="-212749.62">26120 1850 1942 0,'0'0'1383'0,"0"0"-1123"0,0 0-26 16,0 0-5-16,0 0-187 0,0 0-40 15,0 0-2-15,-41 76 44 0,37-38-4 16,4 2-9-16,0-5 7 0,0-4 2 16,0 0 1-16,0-4 24 0,4-3 18 15,4-1 16-15,0-6-9 0,-1-2-17 16,-1 1-5-16,4-5-7 0,5 0-9 15,-5 0 0-15,8-2 4 0,-1-3 11 16,6 2 18-16,-3-4-18 0,7 1-21 16,2-3-13-16,2 0-5 15,2 0-25-15,-2-2-3 0,2 0 0 0,0 0-16 16,-4 0-35-16,-2 0-35 0,-4-2-29 16,-2-1-63-16,-9 2-40 0,0-2-60 15,-3-1-140-15,-7-1-128 0,-2 0-136 16,0-6-668-16</inkml:trace>
  <inkml:trace contextRef="#ctx0" brushRef="#br0" timeOffset="-212525.44">26356 1917 940 0,'0'0'2504'0,"0"0"-2213"0,-17 60-212 15,11-27 68-15,-6 8-8 0,8 4-51 16,-3 3-29-16,3-3-32 0,4-1-27 16,0-3-16-16,0-3 14 0,0-6-51 15,2-2-75-15,2-5-45 16,5-4-48-16,1-5-26 0,-2-4-155 0,-2-3-129 16,3-6-286-16,5-3-456 0</inkml:trace>
  <inkml:trace contextRef="#ctx0" brushRef="#br0" timeOffset="-212319.2">26558 1982 2906 0,'0'0'559'0,"0"0"-328"16,0 0-162-16,0 0 7 0,-20 78 0 15,11-44-17-15,-1 4-21 0,6-1-37 16,-4 0-1-16,4-1-19 0,-3-2 6 15,-3-2-18-15,2-1-69 0,2-1-61 16,-5-4-74-16,-1-1-157 0,1-4-165 16,1-5-525-1,-8-4-343-15</inkml:trace>
  <inkml:trace contextRef="#ctx0" brushRef="#br0" timeOffset="-211972.11">26110 2369 943 0,'0'0'1674'0,"0"0"-1134"16,0 0-355-16,-13 50-20 0,11-31-44 15,2 1-77-15,2-1-42 0,7-1 0 16,-1 0-2-16,6-4-22 0,1-1 3 16,6-1 16-16,-5-1 3 0,11-5 31 15,-2-1 14-15,-3-4-7 0,3-1 6 16,4-1 47-16,0-4 0 0,-2-4-9 15,2-1 3-15,-6-1-7 0,2 2-22 16,-5 3 12-16,-5 1 28 0,-5-1-6 16,0 3-16-16,-6 3 3 0,-1 0-9 15,-1 0-13-15,-2 0-9 16,0 0-18-16,2 4-10 0,0 3 6 16,0 1 50-16,4 4 18 15,-2 5-47-15,4 2-33 0,-1 0-12 0,-3 2-46 16,0-3-58-16,0 4-52 0,0-2-69 15,2-2-94-15,-4-1-252 0,0-4-585 16,1 1-819-16</inkml:trace>
  <inkml:trace contextRef="#ctx0" brushRef="#br0" timeOffset="-210906.67">28353 4288 288 0,'0'0'49'0,"0"0"1570"0,0 0-1240 0,0 0-98 16,0 0-49-16,0 0-33 16,0 0-78-16,0 0-44 0,0 0-35 15,0 0-1-15,-19 5 13 0,11-2 16 16,-3-1 10-16,-1-1 37 0,-2 3 9 16,-5 0-19-16,-2 0-16 0,-4 2-41 15,-1 0-5-15,-5 0-26 16,-2 0-4-16,-3 1 4 0,-3 1 6 15,-2-1-22-15,-11 1 10 0,-14-2-13 16,-17 1-13-16,-6 0 10 0,-2-2 3 16,9 0 19-16,3 0 18 0,1-2 16 15,-9 3 19-15,4-2-23 0,-8-2 16 16,0 0-18-16,2-2-45 0,-8 0 13 16,2 0-15-16,-4 0-3 0,-5-4-9 15,-3 0 0-15,0-2-10 0,-1-2-4 16,-2 3 26-16,-5-3 0 0,3-1 0 15,-4 1 0-15,3-4 3 0,-3 3 0 16,2-1 0-16,-2-1 16 0,3-1-16 16,-1 2 0-16,-2-2-3 0,1 1-12 15,-1 3-4-15,0-1-6 0,2 1 4 16,3 3 5-16,-1-2 13 0,7 2 13 16,3-1 15-16,5 2 18 0,10-2 16 15,5-1-3-15,9 1-10 0,7-2-3 16,8 2-21-16,17 2-25 0,8-1-1 15,6 2-11-15,-4-2 12 16,2 0-4-16,2 1 3 0,9 0 0 16,5 2 1-16,7 1-27 0,6 0-87 15,0-1-234-15,6 2 0 0,5 0 155 16,1 0-73-16,4 0-159 0,-1 0-174 16,-3 0-652-16</inkml:trace>
  <inkml:trace contextRef="#ctx0" brushRef="#br0" timeOffset="-210466.46">23751 3804 841 0,'0'0'1780'16,"0"0"-1221"-16,0 0-180 16,0 0-82-16,0 0-55 0,0 0-86 15,0 0-26-15,0 0 16 0,0 0-63 16,0 0-55-16,-45 12-28 0,28-2-34 16,-10 6 13-16,0 1 19 0,1 4 2 15,-5 2 19-15,0-2 3 0,4 1 8 16,-2-1 4-16,2 1-6 0,4-2 0 15,2-1 2-15,-1-2-8 16,9 0-1-16,-3-1 4 0,8-3 6 0,1 0-16 16,1-1-3-16,4 1-9 0,2 2 9 15,0 1 4-15,8 2 2 0,1 0 16 16,1 3-1-16,6 1 7 0,-1 2-3 16,6-2-7-16,-1 0-18 15,1 0-12-15,4 0-24 0,2-2-49 16,-3 0-40-16,5-2-32 0,0-2-30 15,4-5-54-15,0 0-124 0,3-4-154 16,-12-4-548-16,16-4-868 0</inkml:trace>
  <inkml:trace contextRef="#ctx0" brushRef="#br0" timeOffset="-209533.39">24665 3492 1714 0,'0'0'1047'0,"0"0"-758"15,0 0-24-15,0 0 5 0,0 0-112 16,0 0-95-16,0 0-47 0,0 0-15 15,0 0 0-15,0 0 12 0,-13-7 34 16,13 8 50-16,-2 0 14 0,2 0 11 16,0 0 21-16,0-1 11 0,0 0 4 15,0 0-38-15,0 0-34 0,0 0-37 16,0 0-22-16,0 2-12 0,0-2-15 16,0 0-1-16,0 0-14 15,0 0 0-15,0 0-4 0,0 0 7 16,0 0 10-16,0 0 1 0,0 0 1 15,0 0 1-15,0 0 0 0,0 0-1 16,0 0 0-16,0 0 0 0,0 0 2 16,0 0 1-16,0 0 13 0,0 0-4 15,0 0 6-15,0 0 1 0,0 1 2 16,0 6-21-16,-2 8-6 0,-2 17-13 16,-4 17 19-16,4 15 2 0,-2-4 0 15,1-11-2-15,3-13 2 0,2-12 0 16,0 4-1-16,0 1 1 0,0 3 1 15,0-6 18-15,0-4-3 0,0-3 7 16,2-5-1-16,-2-5-8 0,0-2-4 16,0-2 0-16,0-3-10 0,3-2-2 15,-3 0 0-15,0 0 0 0,0 0 0 16,0 0-1-16,0 0-1 0,0 0-10 16,0 0 9-16,0 0-9 15,0 0 10-15,2 0-11 0,-2 0 10 16,0 0-14-16,0-1 17 0,4 0 0 15,-2-1-9-15,2 1 9 0,4-1 1 16,-2-2-1-16,7 0-3 0,3-4-19 16,3 0 1-16,2-2-25 0,8-3-40 15,0 3-61-15,2-1-47 0,2 3-110 16,4-4-193-16,-8 4-505 0,14-1-504 16</inkml:trace>
  <inkml:trace contextRef="#ctx0" brushRef="#br0" timeOffset="-209184.59">25209 3675 1604 0,'0'0'1535'0,"0"0"-1093"0,0 0-221 16,0 0-149-16,0 0-71 0,0 0 67 16,0 0-3-16,49-2-20 0,-26 0-43 15,6 2 17-15,-2 0-19 16,-2 0-2-16,1-1-55 0,-1 0-28 0,-2 1-28 15,-9-2-57-15,3 2-49 16,-9 0-71-16,-4 0-70 0,-4 3-101 16,0-2-61-16,-2-1 86 0,-8 0-359 0</inkml:trace>
  <inkml:trace contextRef="#ctx0" brushRef="#br0" timeOffset="-208893.37">25299 3551 402 0,'0'0'1170'0,"0"0"-410"15,0 0-312-15,0 0-34 0,0 0-89 16,0 0-129-16,0 0-98 0,0 0-54 16,-53 22-43-16,44-2 11 0,-3 8 36 15,2 3 24-15,1 1 7 0,-3 1 27 16,6-2 31-16,2-2-10 0,2-1-22 16,2-4-18-16,0 0-19 0,4-6-16 15,4 3-9-15,4-2-9 0,-3-2-7 16,5-3-15-16,3 1-12 0,-3-5 0 15,5 2-1-15,1-3 0 16,1-3-14-16,6-2 13 0,-2-2 2 16,-4-2-2-16,-1 0 0 0,5-4-1 15,-6-1-28-15,3-2-15 0,-7-4-31 16,3 2-28-16,-5-2-34 0,5-2-66 16,-7-3-89-16,3 1-123 0,-3 1-263 15,-5-7-753-15</inkml:trace>
  <inkml:trace contextRef="#ctx0" brushRef="#br0" timeOffset="-208691.28">25554 3534 783 0,'0'0'1325'0,"0"0"-575"0,0 0-571 15,0 0-79-15,0 50 27 0,0-32-60 16,0-1-35-16,0-2-32 0,4 3-16 15,0-4-6-15,0-1-48 16,2 0-103-16,1-4-109 0,-1-3-102 16,4-1-255-16,-2-4-401 0,1-5 303 0</inkml:trace>
  <inkml:trace contextRef="#ctx0" brushRef="#br0" timeOffset="-208506.21">25688 3495 255 0,'0'0'114'0,"0"0"1754"15,0 0-1281-15,0 0-58 0,0 0-165 16,0 0-191-16,0 0-132 0,0 0-22 16,0 0 37-16,0 0-15 0,-14 70-27 15,10-50-14-15,4 2-16 0,0-2-9 16,0-1-66-16,0 1-117 16,2-2-99-16,4 1-182 0,-4-1-156 15,2-7-557-15</inkml:trace>
  <inkml:trace contextRef="#ctx0" brushRef="#br0" timeOffset="-208176.7">25651 3824 943 0,'0'0'2057'0,"0"0"-1537"0,0 0-302 15,0 0-145-15,0 0-42 0,0 0 73 16,0 0-1-16,0 0-21 0,60 2-32 16,-39-2-22-16,-3 0-9 15,7 0-3-15,-9-1-1 0,3 1 16 0,-4 0-9 16,-1 0 9-16,-8 0 0 16,2 1 3-16,-3 2 7 0,-3 0 8 15,-2 1 10-15,4-1 21 0,-4 3-6 16,2 2-31-16,-2 0-16 0,0 5-8 15,0 2-19-15,0 1-2 0,-2 0-53 16,-2 1-25-16,2-2-35 0,-3-2-42 16,3 0-61-16,0-1-99 0,0-1-142 15,-2-3-165-15,4-2-370 0,-10-2-480 16</inkml:trace>
  <inkml:trace contextRef="#ctx0" brushRef="#br0" timeOffset="-207946.71">25703 3980 223 0,'0'0'1152'0,"0"0"573"0,0 0-1288 16,0 0-213-16,0 0-57 0,0 0-45 15,0 0-27-15,0 0-11 16,0 0 19-16,0 0-32 0,37 4-9 0,-27-3-25 16,7 2-15-16,-5-2-22 15,7 2 0-15,-5 1-3 0,7 1-47 16,-7 0-68-16,7-1-34 0,-5 1-52 15,5-3-41-15,-2 2-104 0,-1-2-243 16,7 0 50-16,-12-2-55 16,7-4-1064-16</inkml:trace>
  <inkml:trace contextRef="#ctx0" brushRef="#br0" timeOffset="-207697.7">26188 3870 2316 0,'0'0'1812'0,"0"0"-1501"16,0 0-212-16,0 0-49 0,0 0 17 15,0 0 26-15,54 1 2 0,-29-1-28 16,4 0-39-16,2-1-1 0,2 1-14 15,2 0-11-15,-4 0-2 0,-4 0-3 16,2 1-34-16,-6-1-153 0,-3 2-153 16,-7-1-381-16,-7-1-1321 0</inkml:trace>
  <inkml:trace contextRef="#ctx0" brushRef="#br0" timeOffset="-196379.94">19634 4616 23 0,'0'0'68'0,"0"0"-67"0,0 0 42 16,0 0 9-16,0 0-19 0,0 0-14 15,0 0-6-15,0 0-11 0,-9-17 2 16,9 15-3-16,0-3-1 0,0 2-4 16,0 0-15-16,2-2 6 0,-2 2-62 15,2 1-73-15</inkml:trace>
  <inkml:trace contextRef="#ctx0" brushRef="#br0" timeOffset="-195659.37">19638 4510 21 0,'0'0'29'0,"0"0"46"0,0 0-13 0,0 0-7 15,0 0-51-15,0 0 22 0,0 0 3 16,0 0-3-16,0 0 0 16,0 0-24-16,4 0 269 0,-4 0-66 15,2 0-9-15,-2 0-14 0,0 0-52 16,0 3-48-16,0-3-40 0,0 0-19 16,0 0 0-16,0 0-1 0,0 0 1 15,0 0 10-15,0 0 28 0,0 0 4 16,0 0 10-16,0 0-3 0,0 0 6 15,0 0-20-15,0 0-26 0,0 0-30 16,0 0-2-16,0 0-16 0,0 0 3 16,0 0 13-16,0 0 24 0,0 0 2 15,0 3 6-15,0-1-15 0,0 3-16 16,0-3 15-16,0 1-3 0,4-2 6 16,-4 0 17-16,0 0-20 0,0 0 7 15,0 1 0-15,0-2-4 0,0 0-3 16,0 0-14-16,0 0 11 0,0 0 0 15,0 0 0-15,0 1-10 0,0-1 14 16,0 0-14-16,0 0 13 0,0 0 7 16,0 0-1-16,0 0 4 15,0 0 0-15,0 0 0 0,0 0-23 0,0 0-2 16,0 0-1-16,0 0-13 16,0 0 13-16,0 0 0 0,0 0 13 15,0 0 3-15,0 0-3 0,0 0 10 16,0 0 9-16,0 0 0 0,0 0-9 15,0 0-11-15,0 0-12 0,0 0-23 16,0 0-6-16,0 0 3 0,0 0 0 16,0 0-35-16,0 0-39 0,0 0-20 15,0 0-26-15,0 0-61 0,0 0-73 16,0 0-136-16,0 0-193 16,0 0 12-16</inkml:trace>
  <inkml:trace contextRef="#ctx0" brushRef="#br0" timeOffset="-194370.03">19625 4476 122 0,'0'0'58'0,"0"0"-18"0,0 0-14 16,0 0 6-16,0 0-30 0,0 0 1 15,0 0 13-15,0 0-1 0,0 0-15 16,0 0 0-16,-4 15 175 0,4-12 53 16,0 0-81-16,-4 3-27 0,2-2 14 15,-2 2 12-15,0-1-2 0,0 5-4 16,-1-4-33-16,1 1-19 0,2 1-20 15,-2 0-19-15,-2 1 6 0,2 1-16 16,0 0 0-16,-1 3-10 0,-1-1 13 16,0 1 13-16,-2 1 7 0,2 1 19 15,-3-1-17-15,3 3-18 16,-4 1 5-16,1-3-9 0,1 4-9 16,0 1-14-16,-2 0 7 0,3 0-9 15,-3-1-17-15,4 4-2 0,-4-2 2 16,3 4 16-16,-3-2 13 0,2 2-3 15,-5 0-13-15,5 2-10 0,-2-1 20 16,-1 0-20-16,1 2 13 0,0-1-15 16,-3-1 12-16,3 3 6 0,0 0-3 15,-3-1 7-15,5 1-4 0,-2 2-18 16,-1-2 1-16,1 3 0 0,0 0-2 16,3 2-2-16,-3-1 2 0,2 1 2 15,-3 1-2-15,1 2 0 0,0 0 3 16,-1 2-3-16,1 1-1 15,-2-1-12-15,1 0 0 0,-1 1-3 0,2-1-7 16,-3-1 7-16,3-1 3 0,0-1 10 16,-1 0-13-16,1-1 15 15,0-2 1-15,3 3 0 0,-1-4 26 16,2 4 3-16,-2-3 0 0,1 2 9 16,-3 1-18-16,4-2 5 0,-4 0-5 15,3 2-17-15,-3 1 10 0,6-2-13 16,-4 3 0-16,-3 1 0 0,7-2 1 15,-4 4-1-15,2-3 0 0,-3 3-20 16,3 2 17-16,0-2-16 0,2 3-4 16,0 0 1-16,0 2 3 0,-1-3-7 15,5 3-3-15,-2 0 16 0,0 1-3 16,2-1 14-16,-4 3-1 0,2-1 3 16,2 6-2-16,0-5 2 0,-4 1 3 15,2-2 9-15,-2-5-10 0,2 3-2 16,0-1 3-16,2 1-1 0,-2-2 11 15,2 0-12-15,0-2 12 16,0 2 12-16,2 2 1 0,2-3 0 0,0 2-4 16,2-2 4-16,0 0-6 15,3 1-17-15,-3-2 13 0,2 1-13 16,-2 1 0-16,7-2-2 0,-5 0-1 16,2-1 0-16,1 1-25 0,-1 0 12 15,2-2 13-15,1 1 0 0,-3 0 16 16,0 1 0-16,5 0 3 0,-3 1 16 15,-3-1 1-15,3 3-1 0,0 1-9 16,-3 0-1-16,5 1-5 0,-1-1-1 16,-1 1-3-16,2 0-13 0,-1-1 16 15,3 2-18-15,-1-4 1 0,3-1-2 16,-3 1 2-16,6-3 18 0,-3-6-18 16,-1 2-2-16,-1-4 0 0,1-3-4 15,1 1 3-15,1-2 0 0,-2-2 1 16,1 1 0-16,-1-1 2 0,3 0-2 15,1 0 0-15,0 0-3 0,1-2-13 16,3 0-6-16,-2 1-13 0,0-4 9 16,-3-1-12-16,3-1 6 15,-6-1 6-15,-1-1 13 0,-1-1-3 16,-3-2 14-16,-2 0-1 0,-1-1 2 16,-1-3-25-16,-6-1-19 0,4-2-39 15,-2-5-141-15,-2-2-196 0,-2-1-228 16,0 0-355-16,-4-6 523 0</inkml:trace>
  <inkml:trace contextRef="#ctx0" brushRef="#br0" timeOffset="-192935.65">19997 8807 30 0,'0'0'82'0,"0"0"9"0,0 0-26 16,0 0-22-16,0 0 25 0,0 0-32 16,0 0 290-16,-12-51-222 0,10 45-6 15,-2 0-26-15,0 1-23 0,4-1-4 16,-2 2 33-16,-1 0 14 0,1 1 21 15,2 2 34-15,-2-1-33 0,2 0-27 16,-2 1-38-16,2 0-29 0,-2-1 12 16,2 2 30-16,0 0 32 15,0 0 32-15,0 0 46 0,-2 0 35 0,0 0-20 16,-2 0-7-16,0 0-48 0,0 0-17 16,0 3-19-16,-3-2-19 15,1 3-7-15,2 0-3 0,-2 0-16 16,0 2-1-16,-1 2 7 0,-3-1-3 15,6 0 0-15,-6 2 0 0,1 1 9 16,-1 2-7-16,2 0 7 0,-5 1-10 16,5 3-9-16,-2 1 1 15,-5 1-7-15,9 4 5 0,-6-1 1 16,1 3-19-16,-1 4 3 0,-1 1 0 0,1 2 6 16,0 1 3-16,1 2-12 15,-1-1 0-15,0 0-7 0,1 1 4 16,1 0-3-16,0-2-1 0,1 2 10 15,1-1-3-15,-2 0 12 0,1 2-3 16,-1 1 6-16,2 1 0 0,-5-1 0 16,3 4-3-16,0-1 3 0,-1 2-3 15,3 0-4-15,2-1-14 0,-2 1-1 16,6 0-3-16,-3 0 1 0,1-2-15 16,2 2-1-16,0-3-3 0,0 0-9 15,2-1 9-15,-2 0 3 0,-2-2 0 16,0 2 3-16,2-1 0 0,-2 1 12 15,1 0-3-15,-1 0 3 0,-2-4 4 16,4 3-1-16,0-3 0 0,0 0 4 16,2-2-1-16,-2 0 10 0,2-2-1 15,0 3-2-15,0-2-7 0,0-2 0 16,2 4-2-16,0-1-1 16,-2-2-17-16,0 2 0 0,2 1-1 15,0-1 3-15,0 2 18 0,2 0-5 16,0-2 5-16,3 2-3 0,-1-2 9 15,0 0-14-15,2 1-1 0,-1 0-9 16,-1-2 9-16,0 0-9 0,0-2 9 16,-2 2-9-16,5-1 9 0,-5-2 0 15,6-1-10-15,-4 1 1 0,5-2-1 16,-5-3-2-16,6 4 0 0,-4-2 0 16,5 1-1-16,-3-3 0 0,1 1 0 15,-1 0-3-15,0-1-26 0,1-1 15 16,-1 0 12-16,2 0 0 0,1 0 0 15,-1-1-9-15,0 0 11 0,3-1-1 16,-1-2 1-16,1 1-1 0,-1-3 0 16,3 0 0-16,-1 1 1 0,-1-2 1 15,-1 1 0-15,5-2 0 16,-5 1 2-16,5-1-1 0,-4 0-1 16,3-1 0-16,-3-1-1 0,1-2 1 15,1 2 0-15,-3-3-1 0,1 3 0 0,-1-3 1 16,-2 2 0-16,3-2 1 15,-3 1-1-15,1-3-1 0,-3-2-3 16,2 2 1-16,1 0-12 0,-3-3 3 16,1 1 10-16,-1 0 0 0,0-1 2 15,1 2 0-15,-1 0 1 0,0-1 2 16,1 2 9-16,-3 3-10 0,2-3 1 16,-2 1 0-16,1-2-1 0,-1 2 0 15,-2-1-2-15,0-4 0 0,1 4-2 16,-1-3 2-16,-4 0-2 0,2 0 0 15,-2-1-13-15,2-2-3 16,-2 0-34-16,0 0-64 0,0-2-33 16,0-7-51-16,-2-1-129 0,0-5-237 15,0 3-741-15,-6-9-1196 0</inkml:trace>
  <inkml:trace contextRef="#ctx0" brushRef="#br0" timeOffset="-152978">12777 9543 50 0,'0'0'170'0,"0"0"185"0,0 0-241 15,-60 17-95-15,52-13 11 0,-7-2-14 16,5 0 10-16,2-1-13 0,-7 0 23 16,5 0-35-16,-1 0-2 0,-3 1 2 15,4-2-3-15,-5 0 8 0,-1 2-19 16,-1 0 7-16,3-1 6 0,-3 0 0 16,-2 0 0-16,3 0-2 15,-3-1 2-15,-5 0 8 0,-1 1-8 16,0 1-41-16,-2 0 40 0,-2-1-23 15,-4-1 24-15,4 3 0 0,0-1 0 16,-4-1 0-16,2 2-1 0,0-1 1 16,0-2 23-16,0 2 0 0,-2-2-23 15,0 0 19-15,2 2-15 0,-4-2-4 16,2 0 16-16,-7 2-15 0,3-1 2 16,-2 0-3-16,-2 2 3 0,-5-1-5 15,-6 1 4-15,-10 1 0 0,-8 1-2 16,-6 1-4-16,10-1-15 0,-1-2 19 15,12 5-2-15,-5-3-14 0,4 1 15 16,-4-2 1-16,4-1-2 0,-4 1-11 16,4-1-3-16,-4 0-1 0,5-2 1 15,-8 0 0-15,1-1-9 0,0 0 25 16,0 0 2-16,-4-1 0 16,2-2 8-16,0 0-8 0,-2-3-2 0,-2 1 13 15,0 0-10-15,-3 1 14 0,3-2-4 16,-2-1-11-16,-3 1-2 15,3 0-2-15,-6 0 1 0,1 0 0 16,1 2 1-16,-3-1 0 0,1 3-13 16,-1 0 13-16,-1 0-4 0,-1 0 4 15,5 0 4-15,-1-1-4 0,1 1-18 16,0-1 18-16,3 0 0 0,5-3-31 16,-2 0-2-16,0-1 30 0,-3-2-26 15,5-1-1-15,-2 1 10 0,2-1 17 16,0-3-24-16,0 0-2 15,2 1-7-15,-3-6 23 0,5 0-16 0,0-1 16 16,2-1-10-16,5-1 23 16,-3-3-20-16,2-3-25 0,10 6 19 15,7-1-20-15,-6-1 7 0,10 0 16 16,-3 1-23-16,-5-4 14 0,6 5 6 16,-7-5 9-16,-3-4 14 0,-3 1-10 15,1-1 2-15,1 1 9 0,3 2-15 16,-5 1-6-16,11 0 1 0</inkml:trace>
  <inkml:trace contextRef="#ctx0" brushRef="#br0" timeOffset="-150747.07">12733 9638 33 0,'0'0'29'16,"-51"5"49"-16,20-3-35 0,4 0-43 15,-2 0 0-15,-2-1 2 0,0 0 21 16,0 1-4-16,-4-2 10 16,0 0 1-16,-3 0 6 0,1 0 22 0,-2-2 1 15,2 1-10-15,-9 0 3 0,-1-2-16 16,3 1-17-16,-11 1 8 15,-7 0-11-15,-9 1-3 0,-1 0-3 16,6 0-10-16,2 2 0 16,6 1 2-16,2 0-2 0,0 0-1 0,-6-1 0 15,0 0 1-15,2 1 0 0,-2-1 2 16,-2 0-2-16,0 2 2 0,-2-1-2 16,-4 0 1-16,-3 1 11 0,3 3 8 15,-2-2 2-15,1 1-5 0,-1 1 9 16,0-1-10-16,1 0 0 0,-1-3 23 15,6 3 1-15,0-4-21 16,0-2 23-16,-1 0-9 0,1 0-7 16,4-2-13-16,-2-4 17 0,2 3-27 15,-4-5-1-15,0 1-1 0,0 3 12 16,2-4-11-16,-5 4 20 0,3-1-22 16,0 1 0-16,-2 1 0 0,2 0 3 15,0 1 0-15,-1-2 1 0,1 1-4 16,2-1-19-16,-2 1 19 0,0 0 13 15,0 0-13-15,0-1 0 0,2-1-13 16,-3 3 12-16,3-2-1 0,-4 0 2 16,4 0 0-16,0 1 0 0,0-1 0 15,2-1 3-15,0-1-2 0,0-3-1 16,2-1 0-16,0 1-1 0,2-3 1 16,-2 2 0-16,2-3 0 0,-2 2-1 15,0 3-12-15,-2-2 16 16,-2 3-4-16,4 3 1 0,-4 0 0 0,4 0-9 15,0 2 25-15,2-4-32 16,1 2 13-16,11 0 3 0,7 0 1 16,8 0 11-16,2-1-12 0,-4-1-2 15,-4-3 1-15,-5 1 0 0,1-3 1 16,2 3-3-16,-1-3 1 0,5 2-11 16,2 1 10-16,4-1-19 0,0 0-37 15,6-1-78-15,1-1-36 0,1 0-74 16,9 2-57-16</inkml:trace>
  <inkml:trace contextRef="#ctx0" brushRef="#br0" timeOffset="-145705.19">7481 6227 3 0,'74'-27'23'0,"-3"2"107"16,3 3-55-16,-4-1-29 15,1 3-44-15,-5 2-2 0,4 0 0 16,-2 3 1-16,0-2 3 0,3 3-4 15,-1 0 0-15,4 3-20 0,-3 1 20 0,1 3-1 16,0 1-14-16,-1 0-8 16,-1 4-26-16,0-1 3 0,-2 1 20 15,5 2-6-15,-1 0 28 0,5-1 2 16,3 1-30-16,1-3 13 0,2 1 18 16,3 0 0-16,5-4 1 0,-2 1 0 15,2-2 1-15,4-2 0 0,7 0-1 16,-1-1-2-16,8-1 1 0,1 0 1 15,-3-3 0-15,-1 1 22 0,-1 2-19 16,-3 0 30-16,-1 3-20 0,0 2-11 16,3 0 1-16,-5 5-1 0,-6 1-2 15,-2 0 1-15,-2 4-1 16,-5 3 1-16,3 3-1 0,2 1 0 16,0 2 0-16,2 0 0 0,0 4 0 15,2-2 1-15,-2 3 3 0,2 1-2 16,-2-1-2-16,0 4 3 0,2-1-2 15,-2 2-1-15,0 0-29 0,0 3-17 16,-5-1 18-16,1 4 28 0,-2-1 0 16,-8 1 0-16,1 1 0 0,-1-2 0 15,-3 1 0-15,-2-2 0 0,-1 2 0 16,-3 0 0-16,-4-1 0 0,-4 3 0 16,-2 1 0-16,-13-5 0 0,-8-2 0 15,-6-4 0-15,-6 1 0 0,6 3 0 16,4 6 0-16,5 2 0 0,-3 3 0 15,-4-1 0-15,0 2 0 0,-4 0 0 16,-4 1 0-16,2 3 0 0</inkml:trace>
  <inkml:trace contextRef="#ctx0" brushRef="#br0" timeOffset="-133878.71">23609 4666 51 0,'-100'-27'130'0,"3"4"-28"15,6-1 21-15,0 2-64 0,9 1-17 16,1 1-21-16,7 1-21 0,5 3-3 0,3 1-10 16,2 2-75-16,2-3-78 15,21 5-53-15</inkml:trace>
  <inkml:trace contextRef="#ctx0" brushRef="#br0" timeOffset="-133639.71">22013 3982 53 0,'0'0'173'0,"0"0"0"16,49-68-114-16,-26 40-46 0,4-2-10 15,6 2-6-15,13-7-20 16,13-6 5-16,12-4 16 0,7-3-77 16,-1 6-48-16,-3 2-40 0</inkml:trace>
  <inkml:trace contextRef="#ctx0" brushRef="#br0" timeOffset="-133321.66">23762 3035 79 0,'126'-41'85'0,"-6"-1"-16"0,6 3-17 0,8 2-20 16,-2 0-9-16,5 1-10 0,-3 3 7 16,5 0-17-16,1 3 23 15,5 0 7-15,0 4-14 0,-3 1-15 16,1 2 22-16,2 5-7 0,-5 3-17 0,-1 4-2 15,-7 4 0-15,-4 5-13 16,-2 2 12-16,-6 0-12 0,8 8 0 16,-4 3 11-16,4 2 2 0,-12 6 0 15,2 0-16-15,-6 7-17 0,-3 2 10 16,-6 3 20-16,-5 3-7 0,-12 0 10 16,-1 4-1-16,-12 0-18 0,-9 4-4 15,-4-1 21-15,-17-4-28 0,-6-8 1 16,-10-1 0-16,0-3 9 0,2 7-3 15,2 4 4-15,4 3-4 0,-6 1 0 16,-6-4-6-16,-1 1 6 0,-5-5-16 16,-5 0-7-16</inkml:trace>
  <inkml:trace contextRef="#ctx0" brushRef="#br0" timeOffset="-116115.64">19764 12029 131 0,'0'0'105'0,"0"0"-46"0,0 0 589 15,0 0-342-15,0 0-84 0,0 0-66 16,-33 58-36-16,29-51-6 0,4-2-30 15,-3 0-42-15,3-1-9 0,0-3-1 16,0 2-19-16,0-3-10 0,3 0 20 16,-3 0-10-16,2 0 6 0,-2-2 33 15,0-4 62-15,0-1 67 0,0-3-78 16,-2-5-45-16,2 0-19 0,-5-5-10 16,3-1-7-16,0-1 7 15,2-4-3-15,0-3 3 0,0-7-3 16,0-5 6-16,0-9 7 0,4-15 2 15,1-16-6-15,-1-9-6 0,4 1 0 16,-4 1 0-16,4 9-10 0,1-5-6 16,-1 1-11-16,4-2-1 0,-3-4 1 15,-1-3 1-15,2-2 9 0,-4-3 4 16,1 1 7-16,1 3 12 0,-4 1-3 16,4 3-10-16,-6-4 1 15,7-2 5-15,-5 0 7 0,0-5-3 16,-2 0 0-16,0-3-3 0,-2 3-1 0,0 1-15 15,0 1-10-15,0-2-3 16,0 3 35-16,0 1 16 0,-2-3-1 16,0 5-12-16,2 0-16 0,0 2-22 15,0 2-26-15,0 0 13 0,0 0 11 16,0 1-10-16,0-1 11 0,0 4 1 16,0 1 0-16,0 4 1 0,0 4-1 15,0 5-15-15,0 4 2 0,0 1 1 16,0 2 9-16,-2 5 3 0,0 3 0 15,-2 3 11-15,-1 9-11 0,1 9-1 16,4 8 1-16,-2 3 1 0,-4-5 1 16,2-2 0-16,-2 0 5 0,-1 1-7 15,-1 7-4-15,2 1 4 0,0 4 1 16,0 3 12-16,-1 0-10 0,3 3-3 16,-2 1-2-16,2 1-10 0,2 1 9 15,-2 1 1-15,4 2-14 16,-2 0-3-16,2 1 18 0,0 1-2 0,0 1-13 15,0-1 1-15,0 1-17 16,0 1 13-16,0-2 6 0,2 1 12 16,-2 0 1-16,4-1-1 0,-4 2-2 15,4 1-13-15,-2-4-6 0,0 2 2 16,2 0-2-16,0 0 10 0,3-1-3 16,-1 1 15-16,4-2 2 0,0-1-2 15,1 0 16-15,3-3 19 0,3 2-13 16,-1-2 7-16,9 0-29 0,0-1 31 15,2-1-15-15,6-1 3 0,2-1-18 16,13-3 3-16,9-1-3 0,12-2 24 16,7-4-24-16,-3 4 12 0,-3 1-12 15,-6 4 0-15,4 1 1 0,0 3-1 16,5 2 0-16,-3-2 1 0,6 4 0 16,1 0 0-16,1 2 11 0,1-1-11 15,2 1 52-15,1 3-26 0,3 2 10 16,2-1 16-16,6 1-19 15,4 0 5-15,2 0-5 0,9 0-16 16,-3 0-3-16,3 0-16 0,3 0 3 16,-1 0 19-16,4 0-19 0,1 0-1 15,-1 0 29-15,-2 0 1 0,-3 1-29 16,-1 4 16-16,-1 0-19 0,-1 3-5 16,1-2-7-16,-1 1 15 0,3 0-3 15,-4 0 0-15,5 3 0 0,-5-2 0 16,5-1 16-16,-2 3-14 0,1-6 0 15,-1 4 17-15,-3-1-18 0,-4-3-1 16,-4 4 0-16,-1-1 3 0,-6-1-3 16,4 2 0-16,-8 0 0 0,1 1 3 15,-6-1 11-15,-5 0-14 16,-3 2 10-16,-7-1-10 0,-15-3-1 16,-7 2-1-16,-11-1 1 0,-4-2-1 15,6 4 2-15,2 0 0 0,2 1 0 16,-1 4-2-16,-1-4 1 0,-4 1 1 15,-4 0 0-15,0 1 0 0,0-2 0 16,-6 0 0-16,-7-1 0 0,5 0 9 16,-11 0-9-16,2-2-3 0,-3-1 3 15,-3-2 3-15,-2 0 16 0,-4 0 6 16,0 2 9-16,2-3 32 0,0 4-1 16,-2 2-18-16,0 3 2 0,2 1-12 15,-2 5-12-15,0 5-3 0,0 5-19 16,-2 3 13-16,-2 13-1 0,2 14 0 15,-2 12 1-15,0 3-13 0,2 0-3 16,2-7 0-16,0-7 0 0,0 3-1 16,4 0 0-16,4 2 1 0,-4 2 0 15,7 1 2-15,-1 4 26 16,0 1-13-16,3 3 1 0,-1 1 5 16,-4 2-18-16,3 5-3 0,-3 2-24 15,-4 8 5-15,0 7 4 0,-4 3 13 16,0 4-2-16,0-2-11 0,-4-4 12 15,2-3-9-15,-4-5 10 0,0-1-22 16,1-3 23-16,-1-3 2 0,-4-1 0 16,-3 2 17-16,3-1 7 0,0 1-6 15,-5 3-4-15,7 1-15 0,-4 3-40 16,1 0 24-16,1-2-2 0,8-1 18 16,0-5-1-16,0-6 0 0,2-4 1 15,0-4-1-15,0-1-11 0,2-1-26 16,-2-1 14-16,0-2 5 0,0-1 3 15,-6-3 4-15,-3-2 12 0,1-3-2 16,0 0 2-16,-2-9 0 0,-1-13-1 16,3-5 0-16,4-3-12 15,-7 5-14-15,-1 3-1 0,2 5 6 16,-5-3 0-16,5 1-3 0,2-2 10 16,-3-3-1-16,3 3-6 0,0-1 10 15,4-2-10-15,4 1-6 0,-2 0 9 16,-1-4 0-16,3 0-3 0,0-1-13 15,0-5-6-15,0 0-9 0,0-5 3 16,3-3-25-16,-3-3-20 0,0-1-19 16,0-3-15-16,2-1-11 0,-2-3-3 15,0 0-1-15,0 0-7 16,0-1 20-16,0-1 22 0,0-1-27 16,0-1-93-16,2 2-30 0,2-4 81 0,6 0 42 15,-2 0-40-15,1-2-77 16,-5-2-154-16,4-2-46 0,-4 0 13 0</inkml:trace>
  <inkml:trace contextRef="#ctx0" brushRef="#br0" timeOffset="-115838.52">25543 12180 190 0,'0'0'49'16,"0"0"29"-16,0 0 327 0,0 0 57 15,0 0-237-15,-57 15-108 0,52-13-16 16,3-2-7-16,2 2-39 0,-2-2-38 15,2 0-17-15,0 0-32 0,0 0 3 16,0 0 13-16,0 0 16 0,0 0 15 16,0 0 46-16,0 0 47 0,0-2 51 15,0 0 9-15,-2-2-9 0,2 2-62 16,-4 0-39-16,2-3-23 0,0 1-2 16,-2-2-19-16,0-1-14 15,2 0-23-15,-3 0-3 0,5-3-3 16,-4 2-3-16,4-4-20 0,0-1-64 15,0-2-53-15,0-1-77 0,0-1-147 16,0 4-242-16,0-5-187 0</inkml:trace>
  <inkml:trace contextRef="#ctx0" brushRef="#br0" timeOffset="-112480.56">25626 11847 135 0,'0'0'1699'0,"0"0"-1346"0,0 0-197 15,-56 21 28-15,38-17 19 16,5 0-55-16,-3 0-84 0,5 0-19 0,-5-1 16 15,6 1-10-15,1-1-22 16,-5 0-3-16,3 0 6 0,3 0-13 16,-6 0 6-16,1 0 1 0,5 0 19 15,-8-1 18-15,3 0-6 0,-3 0-31 16,-1-1-13-16,0 1 9 0,-1-2-9 16,-5 1 9-16,0 0-3 15,1-1-16-15,-5 0 13 0,-2 0-15 16,0 0 11-16,-4 0-8 0,-2 0 24 15,0 0-27-15,-5 0 15 0,1 0-13 16,-6 0 0-16,-1 0 19 0,-8 0-5 16,-10 0-17-16,-8 0 0 0,-3 0 0 15,5 0-3-15,4 0 0 0,2-2-10 16,2-4 1-16,-4 0 12 0,-4-2 2 16,-1 1-1-16,-7 0 2 0,-3-2-1 15,-4 3 0-15,-2 3 18 0,-6-1-18 16,0 3 12-16,0-1 24 0,-2 2 3 15,4-1 3-15,-2 1 3 0,2-2 4 16,3 1-36-16,1-2-15 0,2 1-13 16,2-2 13-16,1 0 0 0,1 0-17 15,-2 0 16-15,3 0-1 0,-3-1 1 16,0-1-20-16,-1 3 18 0,-1-2-19 16,-4 2 6-16,2 0 16 15,0 1-3-15,-2-1 3 0,1 3-3 0,-3 0 2 16,0 4-2-16,2-3 2 15,0 5-2-15,2-4 3 0,0 4 0 16,0-3-12-16,5-2 14 0,-5 1-4 16,4-2 2-16,-2 4-3 0,3-2-15 15,-3 1 18-15,2 1 1 0,3 1-1 16,-1-1 0-16,9 2-2 0,-1-3 1 16,3 0 1-16,4 1 1 0,6-2-1 15,2 1 1-15,11-3-1 0,7 0 0 16,9 0 0-16,2 0-16 0,-8 0 14 15,2 0-20-15,-8-3 21 0,3 1-15 16,3 1 14-16,2-2-11 0,2 3-9 16,0 0 22-16,4 0-13 0,2 0-6 15,4 0 18-15,3 0-10 0,3 3 10 16,5 1 1-16,3-2 0 0,3 1 0 16,4-2-25-16,2 0-25 0,0 3-68 15,4 0 61-15,5-1 54 0,1 1-19 16,4 1 6-16,3-2 16 15,-1-1-2-15,7-2 0 0,2 2 2 16,2-2-3-16,2 0 2 0,0 0 1 16,4 0-1-16,4 0 0 0,0 0 1 15,5 0 0-15,-1-2 1 0,11 2 2 16,7-1-3-16,12 0 0 0,3 0 0 16,-4-1 3-16,-3 2 0 0,-3 0-2 15,2 0-1-15,0 0 0 0,4 0 3 16,5 2 0-16,1 1 13 0,3 4-13 15,1-4 16-15,5 1 23 0,2 2-20 16,2-3 3-16,2 3 4 0,2-3-13 16,2-1-14-16,2 2 11 15,4-3-12-15,3 2 18 0,-5 0-19 0,4-2 1 16,-1 1-1-16,-1 0 3 16,0 2-2-16,-2 0 0 0,3-1-2 15,-1 1 3-15,-2-1-2 0,0 1 29 16,1 1-29-16,-3-2 0 0,-2 0 0 15,-2 0 3-15,2-1-2 0,0-2-1 16,0 0-11-16,-4 0 11 0,-2 0 13 16,0 1-10-16,-4-1 13 0,-1 1-16 15,-1-1 13-15,0 0 2 0,-3 0-11 16,3 0-3-16,-4 0 11 0,1 0-10 16,-5 0 0-16,1 0 1 0,-2 0 0 15,-1-2-1-15,-1 2-1 0,-4-2 2 16,1 2-3-16,-1 0 1 0,0 0-1 15,2 0 0-15,1 0 0 0,-3 0-3 16,0 0 2-16,2 0 0 0,-4 0 1 16,1-4 0-16,-7 4 0 0,2-2 2 15,-2 2-1-15,-3 0-1 0,-11 0 0 16,-7 0 0-16,-8 0 1 16,-4 0-1-16,8 2-1 0,4-2 1 15,3 1 3-15,-1 0 16 0,-6 1-17 16,-2-2 1-16,-2 0 0 0,2 0-3 15,-8 0 3-15,-2 0 0 0,4 0-1 16,-2-2 0-16,-3 0-2 0,-1 0 0 16,2 0 0-16,2 1 3 0,-7-2-2 15,5 1 12-15,-9 1-11 0,3 1-2 16,-9-1-1-16,0-1-2 0,1 2 3 16,-5 0 2-16,-2 0 20 0,-2 0 31 15,0 0 42-15,0-3-39 0,-4 3-24 16,2-2-29-16,-7 0 9 0,7 0-10 15,-4 0-1-15,4-1-1 0,-2 1-1 16,4-1-1-16,-2 1-1 0,2 1 0 16,-2-2 1-16,2 2 2 0,0-2 15 15,-2 0 3-15,0-1-2 16,2-5 1-16,0 0 5 0,-2-2-7 16,0-3-13-16,2-2 2 0,-7-1 17 15,5-3-5-15,-2-3 6 0,0-2-4 16,0-5 4-16,0-3 3 0,0 0 3 15,-5-7 3-15,5-7 0 0,0-13 16 16,0-10 3-16,0-5-7 0,2 6-3 16,0 1-15-16,2 4-7 0,0-4-2 15,0-5-14-15,0-2 10 0,0-3 7 16,0-4-4-16,0 0 1 0,2-3 2 16,0-2-3-16,2 5-2 0,0 0-13 15,2 1-9-15,5-1 7 0,-5-1-2 16,-2 4 4-16,4-3 2 15,-4-1 11-15,7-2-10 0,-7 0 15 16,0-3-5-16,-2 2-13 0,-2-5-31 16,2-2 3-16,-2 0 3 0,-2-2 10 15,0 1-7-15,-6 5 10 0,-5 3 9 16,1 4 2-16,0 5-33 0,-5 4-6 16,3 0 28-16,-3 5 12 0,3 3-1 15,-1 4 1-15,3 4 12 0,-5 4 0 16,7 7-10-16,4 8 0 0,-5-7 14 15,1 9-15-15,4-1-1 0,-3-5-19 16,3 7-27-16,-4-5 24 0,0-6 4 16,3 4-7-16,-5 1 22 0,2-1-19 15,3 5 21-15,-5-1 0 0,-2 2 0 16,7 1 0-16,-5 3 1 16,-3 0 0-16,7 1 0 0,-6 1 1 0,3 3 0 15,1 2 0-15,-2-2-1 0,1 3 0 16,5 2 0-16,-2-1-2 15,-2-1-11-15,1 2-5 0,3 0-4 16,-2-1 0-16,0 1-15 0,-3 0 18 16,5-1 16-16,-2 3-9 0,-1-2 9 15,-1 2-10-15,4 1 1 0,0 0 12 16,-5 0-1-16,5 1-27 0,0 1-16 16,2 1 7-16,-4-3-8 0,-1 2 10 15,5 0-12-15,-4 1-3 0,4-1-3 16,-4 2 15-16,-1-2 0 0,1 3 3 15,0 2 7-15,4-2 0 0,-9 3 5 16,3 1-18-16,4 1 6 0,-3 2 13 16,1 1-19-16,0-3 13 0,2 5-1 15,1-2 0-15,-1 2 4 0,2 2 6 16,-2-2 6-16,2 2 10 0,0-2-13 16,0 2 14-16,1-2 1 0,1 3-12 15,-4-3 13-15,2 2 1 16,0 0 1-16,-2-2 1 0,2 2 0 15,-3-1-1-15,1 0-2 0,-4 2 1 16,0-3 2-16,3 2 0 0,-5-2 10 16,-5 2-10-16,3-3 16 0,-5 1 0 15,-1-1-16-15,1 2 13 0,-10-1 13 16,0 0 3-16,0 0-13 0,-4 2 3 16,0-1 3-16,-2 0-6 0,0 1 0 15,0-1-3-15,-3 0-15 16,1 0 0-16,-8 1 0 0,3-3 2 0,-7 0-2 15,-13-1 0-15,-8 2 2 16,-9-1-3-16,5 0 2 0,5 4-2 16,5-2-2-16,-2 3 2 0,-2-1 0 15,-2 1-4-15,-1 0-7 0,-5 0 11 16,-1 0 2-16,1 0 0 0,-7-1-2 16,0 0 2-16,1-2 9 0,-1 2-9 15,-6 0-2-15,7 0 16 0,-5-2-4 16,0 3-9-16,0 0 13 0,0 0 0 15,-2 0-15-15,3 0 14 0,1 0-15 16,2 0 0-16,-4 1 0 0,7-1 0 16,-5 0 0-16,2 0 2 0,-1 0-4 15,3-1 4-15,-8-1-1 0,4 1 1 16,-2-2-4-16,-1 3 3 0,-1 0-1 16,-2 0 0-16,0 0 0 0,0 0 0 15,-2 4 0-15,4-1 0 16,-4 2 13-16,4-1-12 0,2 2-1 15,0-1 0-15,5 0 1 0,1 0-1 16,0 0 1-16,3-1-11 0,3-1 11 16,1 0-1-16,2-1 0 0,1 0-1 15,5 1 0-15,2 0 1 0,2 1 1 16,4-1-1-16,9 1 0 0,9 0 2 16,9-3 2-16,5 4 8 0,-8-3-10 15,1 3 1-15,-6-1 1 0,6 0 27 16,6 1-20-16,0-2-11 0,5 1-1 15,1 0-2-15,2-2 1 0,3 2-23 16,3-2 22-16,3 1 0 0,0 1-7 16,6-2 9-16,-1 1 1 0,3-1-15 15,0 2-20-15,2 1-6 0,-2 0 22 16,2 1-1-16,0 3 20 16,0-2 22-16,2 5-20 0,-2-3 14 0,4 1 3 15,-2 2-17-15,1 2 14 16,1 3-13-16,0 1-1 0,0 3 11 15,0 3 9-15,-4 3-3 0,6 4-18 16,-2 4 14-16,-2 3-15 0,1 14 4 16,-3 12 14-16,0 18-14 0,-5 11 18 15,-1 0-20-15,-2 0-2 0,-2-1-10 16,-3 6-9-16,1 9-12 0,-5 7-1 16,3 1 14-16,-3 3 18 0,1-2 0 15,-1 1 0-15,1 0-18 0,-3 2 2 16,0-1 16-16,3-2 2 0,-5-2 20 15,1-4 0-15,-1-2-3 0,0-1-18 16,1 1 0-16,1 0 0 0,0-2 18 16,5 0 0-16,-1-7 0 0,3-6-3 15,2-6-16-15,-1-1-4 16,3-2 1-16,0-2 2 0,4-2 1 16,-3-1 0-16,3-3 3 0,-2-2 10 15,6-1-13-15,-4-6 0 0,0-3 0 16,2-3-21-16,0-8 8 0,2-6 11 15,0-9 0-15,0-8 2 0,0-1 1 16,0 7 1-16,4 5 11 0,2 2 0 16,-4 0 2-16,6-3 1 0,1-2-13 15,-3-1 10-15,4-5-13 0,1-1 0 16,-1-3-1-16,2-1-21 0,5-2 20 16,-5-3-11-16,3-1-6 0,1-3-3 15,1-1 19-15,-3-3-10 0,3-1 13 16,-1-1-24-16,1-1 23 0,-1-2 1 15,-1 0-1-15,-1-2-1 0,-1 0-11 16,3 0 10-16,-3-2-9 0,-1 1 10 16,-2-2-14-16,1 2 0 15,-3-2-6-15,-2 1 3 0,0 1 0 16,-1 0 6-16,1-1-12 0,0 0 6 16,-2 2-16-16,0-1-22 0,2 0-32 15,1-2-23-15,-1 1-73 0,0-1-114 16,4-4-140-16,-3 0-164 0,-1 0-158 15</inkml:trace>
  <inkml:trace contextRef="#ctx0" brushRef="#br0" timeOffset="-141339.37">17413 6006 1255 0,'0'0'172'15,"0"0"-71"-15,0 0 19 0,0 0-56 16,0 0-63-16,0 0 31 0,0 0-3 16,-10-3 29-16,12 3 260 0,2-2-97 15,-2 0-108-15,-2 1-42 0,2 0 19 16,0-1 0-16,3-1 20 0,1 0-36 15,4-2-10-15,3 0-29 16,3-2 0-16,5 1-9 0,6 0 16 0,0 1 9 16,1-1 6-16,8-1 1 15,-1 1 18-15,4 1 7 0,2-1-7 0,3 0-9 16,-1 1-7-16,3 2-13 0,1-1-28 16,-1 1 6-16,12 1 19 15,6 0 4-15,12 0-11 0,1 2 1 16,3 0-10-16,-7 0 10 0,-5 0-4 15,2-1-5-15,2 1-10 0,1 0 0 16,5 0 6-16,1 0-6 0,-1 0 9 16,5 0-12-16,0 0-4 0,-3 1-10 15,5 1 0-15,0-2-1 0,-2 0 0 16,1 0 2-16,3 0-2 0,-4-2 3 16,4 1-2-16,2-2 1 0,-3 1-1 15,-1 1-2-15,2-1 1 0,2-1-1 16,-2 2 1-16,-1 0 1 0,3-2-2 15,2 1 1-15,2 0-1 0,7 1-1 16,-1-2 1-16,2-1 0 0,-2 1 0 16,1-2 1-16,-3 1 1 15,2 0-1-15,-6 1-1 0,2 0 1 0,-2 2-1 16,-2 0 0-16,0-2 0 0,-2 3 0 16,4-1 0-16,-2-2 0 15,4 3 0-15,2-2 1 0,2 0 0 16,-2-1-1-16,5 0-1 0,-5 2 1 15,0-1-1-15,2-1 1 0,-2 3 0 16,-6 0 0-16,6 0 0 0,-1 0 0 16,-3 0 3-16,2 0 0 0,-2 0-2 15,-4 0 2-15,6 0-2 0,-2 0 1 16,4 0 0-16,2 0-1 0,-2 3 1 16,5 0 0-16,-3-2-2 0,0 2 0 15,-2 1 2-15,2 1-2 0,1-1 0 16,3-2-1-16,0 1-2 0,3-1 1 15,-1-2 0-15,1 1-1 16,-3-1-13-16,0 0 14 0,-1 0 0 16,1-3-11-16,-2 3 10 0,-2-4 1 15,1 2 0-15,-7-1 1 0,0-2 1 16,4 1 0-16,-4 0 1 0,-2-2 0 16,6 1 2-16,0-1 0 0,-2 0 13 15,-2 3-14-15,-4-2 1 0,0 2 0 16,-2-1 0-16,2-1 16 0,2 0-17 15,4 0 17-15,-2 1-17 0,2-1 1 16,-2 0-2-16,-2 0 0 0,-2-1-1 16,0 1 2-16,-3-1-1 0,-1-1 0 15,6 1-1-15,-8 0 1 0,8 1-1 16,-7-1-1-16,3 0 0 0,0 0 1 16,0-2 0-16,-2 3-1 0,4-1 0 15,-7 0-2-15,5 0 0 16,2 1 3-16,-6-1-1 0,1 1 0 15,-5 2-2-15,-3-3 2 0,1 4 0 0,-3-2-1 16,-1 3-2-16,-3-2 4 16,-2 1 0-16,0 1-1 0,3 1-1 15,-9 0 0-15,4 0 0 0,-2 1 0 16,0 1 1-16,-2-1-1 0,-4 1 0 16,0-2 2-16,-4 0 0 0,-7 0-1 15,-10 0 1-15,-6 0 1 0,-4 0 0 16,4 0 1-16,6 0-1 0,3 0 1 15,-5 0 0-15,-2 0 0 0,0 0-2 16,-2-2 2-16,-4 2-2 0,-2 0 1 16,1-1-1-16,-3 1-1 0,-6-1-2 15,-1 1 2-15,-1-1-1 0,-5 1 2 16,-2-1 0-16,-3 1-3 0,-1 0-13 16,-4 0 1-16,0 0 2 0,0 0 10 15,0-2 1-15,0 2 0 16,0 0 0-16,0 0-29 0,0 0 15 15,0 0-9-15,0-1-3 0,-4 0-14 16,-1 0-20-16,-1 0-7 0,-6-2 3 16,1 2 9-16,-5 0-6 0,-5 1 9 15,-4 0-15-15,-4 1 12 0,-4 3 9 16,0-3 4-16,-6 2 15 0,0-1 10 16,-13 0 17-16,-8 0-1 0,-12 0 2 15,-5-2-2-15,5 0 3 0,0 0 1 16,5-4 12-16,-3 2 6 0,-4-2 7 15,-3 2-14-15,-7-1 14 16,1 0-25-16,-8 0 1 0,-4 1 13 16,0 0-14-16,4 2 1 0,-4 0 11 15,-2 0 0-15,-1 0-13 0,-1 0-22 16,-6 0 21-16,3 1-62 0,-5-1 2 16,6 0-2-16,-5 0 12 0,-3 0 3 15,-5-1 6-15,2-1-9 0,-5-1 6 16,3 2 26-16,-6-2 6 0,6 0 13 15,-6 3 1-15,3-4 0 0,-5 3 3 16,6 0-3-16,-4-2 1 0,2 0-2 16,4 2-3-16,-3-1-1 0,1-1 1 15,-6 3-9-15,4-2 11 0,-4 2 2 16,0-1 0-16,2-2 19 0,-2 3-4 16,0 0 25-16,2 0-2 0,-2 0-20 15,-6 0-6-15,8 0 3 0,1 0 3 16,-6 0-16-16,4 0 0 0,3 0 23 15,-6 0-14-15,2 0 24 0,4 0-8 16,-8 0-28-16,6 0 26 0,-2 0-10 16,-2 0 25-16,2 4-16 15,4-2-11-15,-2 1-13 0,2 0-1 16,3-2 0-16,-1 2-2 0,2-1 2 16,3-2-13-16,-1 0-9 0,2 0 0 15,1 0 6-15,1 0 14 0,-5 0-11 16,3 0-3-16,-4 0 15 0,-1-2-18 15,-1 2-3-15,0-1 6 0,-2 1-13 16,0 0 27-16,-1 0 2 0,1 0-2 16,-2 0 1-16,-2 0-1 0,4 0 2 15,0 0 0-15,3-2 16 0,-3 2-14 16,2 0 30-16,0 0-7 0,0 0 16 16,3 2-15-16,1-1-4 0,3 2 0 15,-1-2-3-15,0 3-15 0,5-4 7 16,0 1-11-16,-1-1 0 0,5 0-16 15,2 0-22-15,-3 0 3 16,1 0-3-16,0 0-6 0,-3 0 21 0,3 2-2 16,0-2 2-16,-3 1 4 0,9 1 17 15,-4-1 2-15,0 1 2 16,0 1 0-16,2-3 11 0,4 2-10 16,-3 1 20-16,6 0-4 0,-1 0-6 15,6 1 3-15,-2 0-13 0,6 0 16 16,-3-1-3-16,9 0 6 0,1 0 0 15,1 1 4-15,3-2-1 16,8-1-3-16,2 2 1 0,4-1-1 0,1 0-19 16,11 0 13-16,7 0 0 0,8 0 3 15,0 1 0-15,-2-1 6 16,-2 2 7-16,-2-2 3 0,2 2-7 16,4-2 10-16,2 4-10 0,10-4-6 15,-1 1-19-15,10 3-3 0,1-3-41 16,5 3-63-16,0 1-134 0,2 5-20 15,0 1-82-15,4 4-134 0,-2-6-266 16,-2-1-541-16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56:49.79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6112 11064 70 0,'0'0'97'15,"0"0"-51"-15,0 0-4 0,0 0 63 0,0 0 230 16,0 0-185-16,0 0-32 16,-49 30-17-16,49-29 3 0,-2-1-104 15,2 0-7-15,0 0 7 0,0 0 46 16,0 0 61-16,0 0 56 0,0 0-7 15,0 0-26-15,0-1-16 0,0 1 3 16,0 0 9-16,0 0-9 0,0 0-36 16,0 0-26-16,0 0-7 0,-2-1 1 15,2 1-19-15,0 0-30 0,0 0-52 16,0 0-9-16,0 0 25 0,0 0 36 16,0 0 13-16,0 0-11 0,0 0 21 15,0 0 16-15,0 0 19 0,0 0 16 16,0 0 0-16,0 0-9 0,0 0 6 15,2 0-1-15,2 1 4 16,0 1-10-16,-2-1 1 0,2 0-20 0,-2 0 2 16,0-1-18-16,3 1 13 0,-5 0-7 15,2-1 10-15,0 0-7 16,4 0 3-16,-4 2 1 0,4-2-11 16,-4 2-8-16,4-2-7 0,-1 1-13 15,-1 0-1-15,6-1 0 0,-2 2-1 16,3-2 1-16,-1 0 0 0,2 0 11 15,1 0 0-15,1 0-12 0,1 0 1 16,-1-2 17-16,3-2-2 0,-3 2-16 16,3-1-1-16,-5 0 1 0,5 1 1 15,-5-1-1-15,0 2 12 0,3-1-11 16,-5 1-1-16,7-1 15 0,-3 0-4 16,5 2-10-16,-7-1 17 0,7 0-18 15,-3 1 0-15,-1 0 2 16,1 0-2-16,1 0 11 0,-5 0-10 15,5-2 14-15,-3 2-13 0,1 0 23 16,1 0-24-16,-3 0 1 0,5 0 10 16,-5 0-10-16,5 0 0 0,-3 2 13 15,3-2-15-15,-3 0 15 0,4 0-13 16,-3 0 12-16,7 0-11 0,-5 0-1 16,1 1 0-16,0-1 0 0,-1 0 0 15,5 0-1-15,-4 0 14 0,1 0-16 16,1 0 2-16,2 0 11 0,-1 0-10 15,1 0-2-15,2 0 2 0,-2 0 10 16,4-1-13-16,-1-1 1 0,1 2 0 16,-2-2 0-16,0 1 2 0,0-1-3 15,0 0 3-15,-1 1-1 0,1 0-1 16,-2 0 19-16,2-2-18 0,-3 2-2 16,7-1 13-16,-4 1-13 0,2-2 3 15,0 2 10-15,-2 0-3 16,0-2-10-16,1 3 0 0,1-2 2 15,-6 1 0-15,4 0-2 0,2-1 13 16,-5 1-12-16,3 0 23 0,0 0-23 16,0 0 10-16,0-2 2 0,-1 2-1 15,1-1-10-15,0 2 0 0,-2 0-2 16,-1 0 2-16,1 0 0 0,0 0 0 16,2 0 0-16,-3 0-1 0,1 2 0 15,-2-1 1-15,2 2 14 0,1-1-14 16,-5 1 1-16,6 0 10 0,-2-1-12 15,1 1 11-15,1-2-10 0,0 0 12 16,2 0-11-16,-2-1 9 0,2 0 1 16,-1 0-12-16,-1 0 2 0,0 0 10 15,0 0-13-15,2 0 12 0,-2-2-12 16,-1 1 0-16,3-2 0 0,-2 1-1 16,0 1 0-16,0-2-1 15,-1 1 2-15,1 0 0 0,0-2 3 0,2 2-1 16,0-1 11-16,-2 2-11 15,-1 0-1-15,-1 1 2 0,0 0 0 16,0 0 16-16,-1 0-16 0,-3 1-3 16,0 3 0-16,1-2 0 15,1 0 12-15,-3 1 1 0,3 0-13 0,2 0 2 16,-2 0 0-16,1-1 17 0,3-1-16 16,0 0 22-16,2-1-7 0,0 0 7 15,2 0-3-15,2 0-22 0,-2-2 12 16,4 0 10-16,-4 0-21 15,2 0-1-15,-2 1-2 0,-1 0 2 0,1 0-2 16,0 1 0-16,-2 0 1 16,0 0-1-16,0 0 1 0,-2 0-2 15,2 2 2-15,-1 0 1 0,-3-2 10 16,2 1-8-16,2-1-2 0,-2 0 37 16,2 0-19-16,-3 0-18 0,3-1-13 15,-4 1 12-15,0 0-1 0,-1 0 1 16,1 0-2-16,0-1 3 0,-2 1-1 15,-1 0-1-15,-1-1-10 0,0 1 12 16,-3 0 1-16,-1 0 0 0,-3 0 0 16,0 0 2-16,3 1-2 0,-5 1 1 15,5 0-1-15,-5-2-1 0,4 2 1 16,-1-1-1-16,-1 0 12 0,3-1-12 16,-5 0 0-16,0 1 1 0,3 0 2 15,-3-1-1-15,2 2-1 16,3-1 1-16,-3-1 0 0,1 0 1 0,1 2-3 15,-1-2 2-15,1 0-1 0,1 0 0 16,-1 1-1-16,-4 1 2 16,7-1 1-16,-5-1 13 0,3 2-16 15,1-1 0-15,-1 2 0 0,1-2 2 16,-3 0 0-16,1 1-1 0,1 1 0 16,1-2 1-16,1 1 1 0,-1 1 0 15,-1 0 10-15,1 0-1 0,1-1-10 16,-1 1 0-16,-1-1 1 0,1-1 0 15,3 1-1-15,-2-2 0 0,1 2 1 16,-1-2-2-16,-1 0 0 0,1 0 0 16,1 0 1-16,-1 0 0 0,-1 0-2 15,-1-2 0-15,1 2-1 0,-3 0-1 16,1-2-1-16,-3 2 2 0,1 0-1 16,0 0 1-16,-1 0-1 15,-1 0 2-15,0 0 0 0,3 0-1 0,-3 0 0 16,1 0 0-16,-1 0 1 15,0 0 0-15,3 0-2 0,-7 0 2 16,2 0 0-16,0 0 0 0,3 2 1 16,-7-2-1-16,2 0 0 0,0 0-1 15,0 0-1-15,3 0 1 0,-5 0-1 16,0 0-1-16,2 0 1 0,-2 0 2 16,0 0 0-16,-2 0 0 0,5-2 0 15,-3 2 0-15,-2 0 0 0,0 0 1 16,0 0-1-16,0 0 0 0,0 0-1 15,0 0 1-15,0 0 1 0,-2 0-1 16,0 0 0-16,0 0 0 0,0 0 0 16,0 0-1-16,0 0-1 0,0 0-14 15,0 0-2-15,0 0-20 16,0 0 1-16,0 0 6 0,0 0 13 0,0 0-1 16,2 0 17-16,-2 0-1 15,0 0 1-15,2 0-11 0,0 0 1 16,1 0-10-16,-3 0-12 0,8 0-29 15,-6 0-12-15,4 0-17 0,4-1-24 16,5-2-35-16,-3-4-71 0,9-2-154 16,-7-1-322-16,7-11-690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1:53:34.467"/>
    </inkml:context>
    <inkml:brush xml:id="br0">
      <inkml:brushProperty name="width" value="0.05292" units="cm"/>
      <inkml:brushProperty name="height" value="0.05292" units="cm"/>
      <inkml:brushProperty name="color" value="#FF0000"/>
    </inkml:brush>
  </inkml:definitions>
  <inkml:trace contextRef="#ctx0" brushRef="#br0">5984 4302 252 0,'0'0'284'0,"0"0"-170"16,0 0-65-16,0 0-4 15,0 0 219-15,0 0 202 0,0 0-252 0,-12-6-77 16,8 5-1-16,2-1-9 0,0 1-11 16,0 1-12-16,0 0-7 15,-3 0-29-15,3 0-29 0,2 0-23 16,0 0-3-16,0 3 22 0,0-2-6 16,-2 1-13-16,2 1-16 0,0-1-6 15,-4 0-33-15,2 4 8 0,0 0 31 16,-2 3 39-16,2 0 6 0,-4 2 7 15,-3 2-4-15,5 1-3 0,-2-1 13 16,0 3-7-16,-3-1-15 0,1 2 2 16,0 3-9-16,2-1-16 0,-3 2 0 15,3 3 6-15,-2 0 3 0,2 4 1 16,0 0 2-16,-1 0-2 0,3 5 12 16,-4 0 0-16,6 2 7 0,-2 1-17 15,0 5 1-15,-3 8 2 16,3 9-9-16,0 12 4 0,-2 2-1 0,4-8-6 15,2-11-3-15,-2-16-10 16,2-6 19-16,0-2-3 0,0 3 3 16,0 8 4-16,0 3-7 0,0-2 0 0,0-1-3 15,0-5 6-15,2-1-6 16,0-3-13-16,2-3 25 0,0-3 1 16,-4 0 6-16,4 0-16 0,3-3 0 15,-3 4-1-15,2 0 1 0,-2-1-6 16,4 0-11-16,1-4 17 0,-3 0-6 15,0-3-13-15,2-3-4 16,-2-4 2-16,1-2 1 0,-3-2-1 0,-2-2 2 16,0-2 2-16,2 0 0 0,-4-2-1 15,0 1-1-15,2-1 0 16,-2-1 0-16,0 0 2 0,0 0 17 16,0 0 3-16,0 0 0 0,0 0 16 15,0 0 6-15,0-1 6 0,0-1 4 16,-2-2 0-16,2 0-54 0,-6-3-57 15,0-3 3-15,2 0 23 0,-3-5-4 16,-1 1-2-16,4-6 8 0,-2-3 7 16,2-2 19-16,-1 0-10 0,-1-1 12 15,-2-3 1-15,6 1-12 0,-4 0 9 16,0-2-19-16,-3-3 21 0,1-1-11 16,4 1 11-16,-2-3-1 15,-1 0-11-15,1 0 1 0,0-3-4 0,2 0 13 16,2-2-13-16,0-2 3 0,2 1 12 15,0 0-2-15,0-1 1 0,2 1-14 16,0 1 13-16,4 0-13 16,-2 1-3-16,0 1 17 0,1 0-10 0,-1 3-1 15,-2 1-6-15,2 0 6 16,-2 3 11-16,0 4 0 0,2-1 1 16,0 3-1-16,-2 0 1 0,2 1-1 15,1 2-14-15,-1-4 0 0,2 4 15 16,-4-2-12-16,8 0 13 0,-1 1-12 15,-3 3-1-15,2 1 0 0,0 2 12 16,1 4 0-16,-3 0-2 0,0 5-23 16,-2 2-8-16,-2 2-17 0,4 1 0 15,-4 2-19-15,1 2-39 0,1 0-90 16,-2 0-77-16,4 1-102 0,0 6-112 16,-2 2-294-16</inkml:trace>
  <inkml:trace contextRef="#ctx0" brushRef="#br0" timeOffset="13381.04">6059 6767 109 0,'0'0'130'15,"0"0"17"-15,0 0-46 0,0 0-20 16,0 0-22-16,0 0-10 0,0 0-10 16,0 0 20-16,-4 0 22 0,4 0 46 15,-2 0-36-15,2 0-32 16,0 0 16-16,-3 0-36 0,3 0-16 0,0 0-7 15,-2 1 634-15,0-1-426 16,0 2-124-16,-2 0-35 0,2-1 10 16,0 2 5-16,-2-1-9 0,2 2-16 15,-2-1-6-15,-3 3-11 0,5-3 7 16,0 2 1-16,-2 1 28 0,0-1-7 16,0 1-19-16,0-1-13 0,0 2-12 15,-3-1 2-15,3 0-2 0,0 1 3 16,0-1-10-16,0 1-1 0,-2 0 8 15,2 0 6-15,-3 3 3 0,3-2-4 16,0 2-12-16,0-1-3 0,-2 2 9 16,0 2 1-16,1 2-1 0,-3-1 0 15,4 4 0-15,0 1 1 0,-2 2 21 16,-1 4-12-16,-1-2-7 0,4 4 4 16,-2 0-7-16,0 0 3 0,2 2 4 15,-3 0-10-15,1 0 0 16,2 2-18-16,0-3 2 0,0-1 35 15,0-4-13-15,2 4-3 0,-5-2-19 16,3 4-3-16,-2-2 1 0,4 1 1 16,0 2-1-16,0-3 1 0,-2 0 1 15,0-2 22-15,1 4 7 0,1 0-20 16,0-1-10-16,0 1 1 0,0-1 13 16,0 0-3-16,-2 0-11 0,4-3-1 15,-2 1 1-15,2-1-1 0,0 0 1 16,0 1 1-16,0-1 1 0,0 1 8 15,0 2-9-15,0 3-1 0,0 1 0 16,0 4 2-16,6 0 8 0,-4 1 1 16,0-2-13-16,2-1-12 0,1 0 10 15,-3-5 0-15,2 2-1 0,-2-1 1 16,2-2 2-16,-2 0 0 0,4-2 0 16,-2 2 0-16,0-3 1 0,1 0 0 15,-1 0 0-15,0 0 0 0,0 2 1 16,0-1-2-16,4 3 1 0,-1-1 1 15,-1 3-1-15,2 0 1 16,0-1 0-16,3-1 0 0,-3-3-1 0,-2 0-1 16,5-3 1-16,-1 0 0 15,-4-4-1-15,0-1-2 0,3-2-1 16,-3-2 0-16,0-1-16 0,2-1 7 16,-4-1 12-16,5 1 1 0,-3-2 0 15,0 2-1-15,-2-3 2 0,0 0 1 16,0 1 10-16,1-1-11 0,1 0-1 15,-2-1 1-15,0 0-1 0,0 0 0 16,-2 2 0-16,2-2 0 16,0 0 0-16,-1 1 1 0,-1-2 2 15,4-1-2-15,-4 0 1 0,-2-3 9 16,4 3-10-16,-4-2-1 0,2-1 3 16,-2 0-1-16,2-2 9 0,-2 0-10 15,0 1 14-15,0-2 0 0,0 2-13 16,0-2 19-16,0 1-19 0,0-1 19 15,0 0-19-15,0 0 20 0,0 0-20 16,0 0 16-16,0 0-18 0,0 0 2 16,0 0-1-16,0 0 0 0,0 0 0 15,0 0 1-15,0 0-2 0,0 0-1 16,0 0-15-16,-2 0-1 0,-2 0 15 16,2-1-12-16,0 1 12 0,-4-2-1 15,4 2-1-15,-1-2-9 0,1 1 10 16,0 0-11-16,-2-2 10 0,0 0-16 15,0-1-6-15,-2-3 6 16,-5-1 0-16,5-3 16 0,-4-3-15 16,-3-3 15-16,5-3-9 0,-4 1 11 0,-3-5-2 15,5-1 0-15,-2-2-10 16,-1-3 10-16,3-1 0 0,-3-6-16 16,-1 2 17-16,4-2-27 0,-5 1 27 15,7 0-10-15,-2 1 9 0,-1 1 0 16,3 1 3-16,0-1 0 0,-3 1 0 15,1 2 3-15,6-2-1 0,-4-2-1 16,1 2 0-16,-1-2 0 0,0 1-1 16,2-2 0-16,-3 1 1 0,3-1 1 15,-4 0-2-15,4 2 0 0,-1 0 0 16,1 1 1-16,0-2-1 0,-2 3 0 16,4 1-22-16,-3 1 20 0,3 3-1 15,0 0 1-15,-2 2-11 0,4 0 12 16,-4 0-2-16,4 0 1 0,0 0-1 15,2-1-10-15,0-2 12 0,0 3 1 16,0-1-1-16,0-1-2 0,0 1 2 16,0-2 0-16,2 0-2 0,-2-2 2 15,6 1-1-15,-2-2 2 16,0-2 0-16,0 0 1 0,2-3-1 16,-3-1 1-16,1 4 15 0,0-2-15 15,2 1 0-15,-4 3-1 0,4 3-9 16,-4 1 9-16,2 3 0 0,1 0-2 15,1 3-14-15,0 3 16 0,-2 0-1 16,4-1 1-16,-3 1-11 0,3 2 11 16,-4 1 0-16,4-1-17 0,-2 4 14 15,1 0 3-15,-3 2 0 0,0 2-3 16,0 1-22-16,2 1 12 0,-4 4 11 16,2-1 1-16,-2 0 0 15,1 0 0-15,-1 1 1 0,0-1 1 16,0 2-1-16,-2-1 0 0,2 1-2 15,-2 1-1-15,2-2-10 0,-2 2-3 16,2 0-6-16,-2 0 10 0,0 0-7 16,2 0-4-16,-2 0-5 0,2 0-4 15,2 0-25-15,0 0-39 0,3 2-89 16,-3 1-36-16,4 1-26 0,-2 1-31 16,7-1-46-16,-3 2-91 0,-4 0-119 15,9 4-95-15</inkml:trace>
  <inkml:trace contextRef="#ctx0" brushRef="#br0" timeOffset="26456.03">6005 9978 37 0,'0'0'78'0,"0"0"17"0,0 0 332 0,0 0-287 15,0 0-91-15,0 0-20 0,0 0 7 16,0-2 39-16,0 1 49 0,0 0 52 15,0 1-7-15,0 0-10 16,0 0 36-16,0 0 26 0,0 0-14 16,0 0-38-16,0 0-43 0,0 0-46 15,-2 0-18-15,0 0-1 0,2 0 0 16,-4 0-3-16,4 0 10 0,0 0-4 16,-2 0 0-16,0 0 0 0,2 0-7 15,-5 0 1-15,5 1-10 0,-2 0-7 16,2-1-15-16,-2 2-4 0,2-1 4 15,0 0-7-15,0 1 0 0,-4-1 9 16,4 2-15-16,-4-1-13 0,0 2-1 16,2 0-12-16,-4 1 10 0,2 1 1 15,-3 2 2-15,5 1 3 0,-4-1 10 16,2 2 3-16,0-2-3 0,-2 1 2 16,-3 0 1-16,5 3-3 0,0-2-11 15,0 1 0-15,-2 1 14 16,-1 1-13-16,-1-1 16 0,2 3-3 15,0-2-3-15,0 2-1 0,-1 1 1 16,-1-1 0-16,4 1 2 0,-2-1-2 16,0-1 6-16,1 3-17 0,1-4 1 15,0 1 0-15,-2 1-3 0,4 0 0 16,0-1 0-16,0 2 0 0,0-1-2 16,0 2 1-16,0 2 0 0,0 0 1 15,2 1 1-15,-3 3 2 0,1-3-1 16,-2 3 0-16,4 1 1 0,-4-1 0 15,0 1 0-15,2 1 10 0,0-1-12 16,0 1-1-16,0-1 1 0,0-2 2 16,0 0-3-16,0-1 2 0,2-1 14 15,-3 2-15-15,3-1 0 0,0 0 12 16,0 0-11-16,0-1 1 0,0 1-1 16,3 1 0-16,-3-1-1 15,2-2-1-15,2 0 0 0,-4-1-1 16,4 1 1-16,-2-1-2 0,-2-1 2 15,6 1 0-15,-4-2 0 0,0 0 2 16,2 1-1-16,-2-2 0 0,3 0 1 16,-3 0-2-16,2-1-1 0,0-1 1 15,-2 1 0-15,0 1 0 0,6-1 0 16,-4 0 0-16,1-1 0 0,-1 0 0 16,2-1 0-16,-2 1-2 0,2-3-1 15,0 3 0-15,1-1 0 0,-1-4-10 16,0 3 10-16,-2-2-10 0,4 0 12 15,-3-2-1-15,1 2 0 0,-2 0-1 16,2 0 2-16,-4 0 0 0,4-1 1 16,-1 0-1-16,1 1 0 0,-4-2-1 15,2 0 2-15,-2 1 2 16,0 0 0-16,2-3-2 0,-2 1 1 16,0 0 0-16,3 2 0 0,-1-3-1 15,0 3-1-15,0-2-1 0,0 0-1 16,0 0-10-16,0-1 0 0,-4 3 12 15,4-1-1-15,3-1 0 0,-5 1 2 16,4-2 1-16,-4 1 0 0,0-2 1 16,0-1 11-16,0 1 0 0,-2-2 2 15,2 1-11-15,-2-2 11 0,0 0-2 16,0-1-10-16,0 1 13 0,0-1-14 16,0 0-1-16,0 0 1 0,0 0 1 15,0 0 0-15,0 0 10 0,0 0 3 16,0 0 6-16,0 0 0 0,0 0 6 15,0 0-12-15,0 0-13 0,0 0 13 16,0 0-4-16,-4 0-12 0,0-1 0 16,0-1 0-16,-2 0-19 0,-3 0 1 15,3-2 2-15,0 0 16 0,0-1-2 16,-2-2-11-16,-1-2-9 16,1-1 6-16,0-4 13 0,-5 2 0 15,5-5-10-15,0 2 11 0,-1-3-10 16,-3-1-1-16,4 0 12 0,0-1-15 15,-5-1 4-15,5 1 9 0,0-2-10 16,-1 1 12-16,-1-1-1 0,2 0 1 16,-1 0 0-16,-1 1-1 0,2 0 0 15,0-1-2-15,1 1 1 0,1-3-9 16,-2 1 10-16,4-4-14 0,0-3 13 16,2-3-1-16,0-2 1 0,-1-2 1 15,3-3 1-15,-2 0 1 0,2 1 1 16,0-1 1-16,-2 1 0 0,0-1 2 15,2 0-1-15,-2 2-1 0,0 0-1 16,2 0-1-16,0 5-13 0,0-3 10 16,0 7-10-16,0 0 10 0,0 1 0 15,0 1 0-15,2 1-13 0,2 1 14 16,0 0 0-16,3 0 0 16,-3 2-11-16,4-2 11 0,-2 4-11 15,3-1 12-15,-3 1-1 0,0 3-14 16,4 2 4-16,-4-1-14 0,3 3-24 15,-3 3-14-15,-2 0-28 0,4 3-45 16,-1-1-36-16,-1 3-103 0,2 0-160 16,-4 2-255-16,6 2-431 0</inkml:trace>
  <inkml:trace contextRef="#ctx0" brushRef="#br0" timeOffset="34959.63">6565 11406 43 0,'0'0'53'15,"0"0"9"-15,0 0 114 0,0 0 94 16,0 0-172-16,0 0 39 0,0 0 19 16,0 0-48-16,-49-19-40 0,42 19 23 15,3-4 20-15,0 3 22 0,2-2-38 16,0 0-27-16,0 3-42 0,0-4-26 16,2 1-26-16,0-1-20 0,0 1 4 15,0-5 3-15,0 7-29 16,0-4-72-16,4 1-52 0,0 3 3 15,-2-3 42-15,0 2 92 0,0-1 43 16,0 1 12-16,-2 2 23 0,0 0 88 16,0 0 84-16,0 0 39 0,0 0-48 15,0 0-46-15,0 0-65 0,0 0-75 16,0 0-17-16,0 0-18 0,0-3-21 16,2 3-9-16,0-1 63 0,-2-1-21 15,3-2-29-15,-3 2-62 0,2-3-42 16,4 2-17-16,-4-3 7 0,-2 3 55 15,4-2 23-15,-4 2 43 16,2-1 35-16,-2 2 10 0,0-2 13 16,0 2-10-16,0 0 17 0,0-1-4 15,0 3 30-15,0 0-10 0,0-3-36 16,2 3-16-16,-2-2 16 0,0 1 23 16,2 1 42-16,-2-1 50 0,0-1 25 15,2 2 45-15,-2 0 14 0,0 0-11 16,0 0 11-16,0 0 28 0,0 0-26 15,0 0-14-15,0 0-12 0,0 0 2 16,0 0-7-16,0 0 0 0,0 0-20 16,0 0-7-16,0 0-16 0,0 0-16 15,0 0-29-15,0 0-19 0,0 0 7 16,0 0 2-16,0 0 0 0,-4 3-8 16,2 3-2-16,-4 1-6 0,2 1 6 15,-2 2 4-15,1 5-7 0,-1 6-28 16,2 2-10-16,0 6-2 0,-2 8 3 15,0 3-4-15,3 4 4 16,1 2-19-16,-2 2-2 0,4 5-1 16,-2-5 2-16,2 2 13 0,0-4-13 15,0-8 1-15,2 7 10 0,2-5-1 16,-2-1 0-16,7-3 4 0,-3-2-4 16,2-4 1-16,0-2-12 0,3-3-1 15,-1-3-3-15,3-4-10 0,-3-1 1 16,0-3-10-16,3-1-15 0,-3-3-12 15,0 0-13-15,-1-1-28 0,-1-1-25 16,6-1-29-16,-5-1-60 0,-1-2-150 16,6-1-150-16,-5-1-189 15,1-2-562-15</inkml:trace>
  <inkml:trace contextRef="#ctx0" brushRef="#br0" timeOffset="36149.59">6985 11505 73 0,'0'0'104'0,"0"0"-35"15,0 0 703-15,0 0-411 0,0 0-97 16,0 0 74-16,-52 9-21 0,48-9-71 15,2 0-24-15,0 0-13 0,2 0-49 16,0 0-73-16,0 0-52 0,4-2 13 16,2-3 19-16,2-3-4 15,5 1-12-15,1-2 3 0,5 0-19 16,4 2 0-16,1-2 9 0,7 0-16 0,5 3-2 16,1 0 5-16,2 1-2 15,2 1 30-15,1 2-11 0,-3 0-7 16,-4 2-10-16,-4 0 6 0,-4 0-8 15,-10 4-11-15,-1 1 5 0,-8 4 18 16,-3 0 37-16,-5 5 102 0,0 3-55 16,-5 2-82-16,-3 3-42 0,-4-1 17 15,-1 3-18-15,-1-3 0 0,-1-2-1 16,1-1-17-16,-1 0 2 0,-1 0-5 16,-1-4-13-16,5-1-7 15,-2-1-2-15,3-3 6 0,-1-1-13 16,1-3 16-16,3-2 9 0,0-1-3 15,0-2-16-15,1 0-12 0,-1 0 8 16,6-5 4-16,-4 0 3 0,2-3-9 16,0-1 12-16,2 1 13 0,-3-3 10 15,3 0 13-15,0 4 2 0,0-1 2 16,-2 0 0-16,4 3 1 0,0 1-1 16,0 4-1-16,0-2 1 0,0 2 1 15,0 0 0-15,0 0 13 0,0 2-3 16,0 5 12-16,0 1 47 0,6 6 10 15,-2 3-10-15,3 6-22 0,-3 2 3 16,0 1-12-16,0 2-13 0,-2-1-7 16,6-2-5-16,-3-2-14 0,-1-1 10 15,0-5-12-15,0 0-1 0,0-1-14 16,0-6-16-16,-2 0-47 0,7-3-53 16,-5-2-55-16,2-2-53 15,0-1-168-15,0-2-93 0,0-3-146 16,1-3-454-16</inkml:trace>
  <inkml:trace contextRef="#ctx0" brushRef="#br0" timeOffset="36863.37">7708 11446 611 0,'0'0'778'0,"0"0"-381"16,0 0-76-16,0 0-39 0,0 0-37 15,0 0-35-15,0 0 1 0,0 0-22 16,0 0-11-16,0 0-6 0,-41-4-20 16,39 11-27-16,0 2-49 0,2 4-32 15,0 2-7-15,0 2 5 0,-2 1-26 16,2 0-13-16,-2 1 9 0,2-4-12 16,-2 1 0-16,2-2-1 0,-2-3-14 15,-1-3-10-15,1-1-17 0,2-2-24 16,0-2-28-16,0 0-7 15,0-2 3-15,0-1 3 0,-2 0 16 16,2 0 3-16,0 0-4 0,0-1 16 16,0-2-6-16,0-3 45 0,-2-2 9 15,-2 0 15-15,4-1 1 0,0-3 0 16,0 2 2-16,0-1 30 0,0 2 3 16,0-4-7-16,4 2-5 0,0 1-1 15,5-1-6-15,-3 0 3 0,4-1 0 16,3 0 4-16,-1 2-1 0,5 0-19 15,-1 1 0-15,3 0 13 0,1 3 10 16,-1 2 5-16,2 1 36 0,-1 3-7 16,3 0 7-16,-4 4-20 0,-3 2 16 15,1 2 0-15,-3 5-13 0,1-1 32 16,-5 5-4-16,0 4 14 0,-6 1 26 16,1 6-15-16,-5 0-35 0,0 2-28 15,-5 1-3-15,1-2 3 16,-4-1-9-16,0-3-9 0,0 0 3 0,-1-2-22 15,1-5 7-15,0 0-10 16,2-3 0-16,-1-3-12 0,3-3-32 16,2-2-33-16,-2-3-25 0,2-1-50 15,2-3-55-15,0 0-117 0,0-1-216 16,2-5 17-16,2-3-111 0,0 0-471 16</inkml:trace>
  <inkml:trace contextRef="#ctx0" brushRef="#br0" timeOffset="37186.94">8064 11312 768 0,'0'0'1914'0,"0"0"-1366"15,0 0 51-15,0 0-272 0,0 0-124 16,0 0-110-16,0 0-35 0,0 0 38 15,0 0 9-15,0 0 15 16,49-15 14-16,-32 11-48 0,6 1-37 16,-3 0-16-16,5-1-31 0,0 2-2 15,2-1-1-15,2 0 1 0,2 0 0 16,0-1 1-16,-2 0-2 0,-4 2-10 16,-5-2-22-16,-1 2-38 0,-5 2-45 15,-3-3-7-15,-3 3-27 0,-4 0-14 16,-2 0-6-16,-2 5-24 0,0 3-39 15,-4 1-162-15,-4 3-167 0,-1-2-222 16,-7 11-587-16</inkml:trace>
  <inkml:trace contextRef="#ctx0" brushRef="#br0" timeOffset="37612.38">8134 11569 913 0,'0'0'1021'0,"0"0"-380"0,0 0-328 15,0 0-153-15,0 0 99 0,0 0 62 16,0 0-41-16,52 6-19 0,-36-8-81 16,3 0-77-16,-3-1-20 0,3 1-6 15,4 0-15-15,-3-1-4 0,1 0-24 16,0 0-17-16,0-1-15 0,-1 3-2 16,-3 0 1-16,-5-1-1 0,3 1-16 15,-5 1-18-15,-2 0-33 0,0 0-26 16,-1 0-21-16,-5 1-19 15,2 1-1-15,-2-2 6 0,-2 0 2 0,0 1 16 16,-2-1 72-16,-2 1-13 0,-5-1-78 16,-1 3-33-16,-4 1 9 0,-3-1 19 15,1 2-23-15,-1 0 29 16,-2 0 77-16,3 4 51 0,-1 0 29 16,3 1 131-16,4 1 6 0,1-1 16 15,5 4-23-15,2 1-4 0,2 3-19 16,0 4-23-16,0 2-41 0,6 1-22 15,0-1-5-15,3 3-7 0,-1-3-7 16,-2-1-19-16,2-2-12 0,1 0-12 16,1-5-13-16,-2-1-41 0,1-3-85 15,-1-1-60-15,2-2-65 0,-1-5-94 16,-1-3-209-16,0 1-435 0,2-5-199 0</inkml:trace>
  <inkml:trace contextRef="#ctx0" brushRef="#br0" timeOffset="38043.82">8614 11659 278 0,'0'0'85'15,"0"0"1582"-15,0 0-1029 0,0 0-211 16,0 0-9-16,0 0-128 0,0 0-34 16,0 0-44-16,0 0-42 0,0 0-58 15,2 9-26-15,-8-1-18 0,1 3-16 16,-1 3-9-16,-2 0-9 0,2 3-10 15,-5 1-23-15,1 0 0 0,-2 0-1 16,-1-1 0-16,1-1-27 0,-1 1-25 16,1-6-25-16,4 0-28 0,0-4-3 15,3-4-13-15,1-2-28 0,2-1-36 16,2-1-145-16,2-6-153 0,2-4 185 16,3-2 47-16,3-2-23 15,-4 4 18-15,4-3 81 0,-1 4 104 16,-1 1 71-16,-2 1 0 0,0 2 113 15,3 1 75-15,-5 3 10 0,2 0 15 16,0 2 3-16,0 0 8 0,1 1 6 16,-3 2 9-16,2 5-8 0,-2 3-27 15,2 3-40-15,-2 2-36 0,1 1-41 16,-5 3-19-16,4-1-15 0,-2 0-31 16,-2-1-20-16,2 0-2 0,0 0-13 15,0-2-33-15,0-3-72 0,0 2-94 16,4-6-65-16,-2-2-132 0,3-4-202 15,-3 0-567-15,0-3-380 0</inkml:trace>
  <inkml:trace contextRef="#ctx0" brushRef="#br0" timeOffset="38487.73">8878 11619 304 0,'0'0'1168'0,"0"0"-180"0,0 0-569 16,0 0-16-16,0 0-110 0,0 0-141 15,0 0-1-15,0 0 18 0,0 0-9 16,0 0-38-16,56-11-29 16,-37 9-37-16,-1 0-19 0,3-1-22 15,2-1-14-15,2 0 0 0,-3-2-1 16,1 0-1-16,-2 0 0 0,-1 0-42 15,-1 3-29-15,-5-1-21 0,-1 1-6 16,-3 2-26-16,-4-2-32 0,1 1-20 16,-5 0-41-16,-2 2-71 0,0 0-28 15,0-1-14-15,0-2-171 0,-2 2-529 16</inkml:trace>
  <inkml:trace contextRef="#ctx0" brushRef="#br0" timeOffset="38820.74">8946 11468 761 0,'0'0'690'15,"0"0"67"-15,0 0-260 0,0 0-92 16,0 0-93-16,0 0-90 0,-49 19-73 16,43-9-26-16,2 5-17 0,-1 4-24 15,3 6-4-15,0 3-6 0,2 5-16 16,-2 1-19-16,2 0-6 0,0 3-6 15,2-1 6-15,2-2 6 0,3-5 3 16,1-1 7-16,0-5-13 0,5 1 3 16,1-8-19-16,0-2-2 0,5-1-1 15,-2-5-15-15,3-4 1 0,-1-2-1 16,4-2-1-16,-5 0-1 0,3-4 2 16,-2-2-1-16,-1-4 1 0,1-1-2 15,-3 0-13-15,-1-2 2 0,1-1-58 16,-1 1-28-16,-3-1-34 15,-2-2-57-15,1 0-58 0,-3 2-96 0,-2-3-131 16,3-2-94-16,-5 6-257 16,2-6-489-16</inkml:trace>
  <inkml:trace contextRef="#ctx0" brushRef="#br0" timeOffset="39047.83">9219 11368 409 0,'0'0'1'0,"0"0"1881"0,0 0-1337 16,0 0-119-16,0 0-54 0,0 0-107 16,0 0-107-16,0 0-87 0,0 0 1 15,0 0 56-15,15 46 33 0,-11-20-75 16,2 4-46-16,-2-3-40 0,2 0-6 16,-1-4-9-16,-1-2-28 0,0-5-41 15,-2-3-52-15,2-4-48 0,2-3-74 16,-4-4-165-16,5-2-136 15,-3-2-167-15,0-4-404 0,0-10 78 0</inkml:trace>
  <inkml:trace contextRef="#ctx0" brushRef="#br0" timeOffset="39211.99">9356 11337 444 0,'0'0'291'0,"0"0"837"0,0 0-432 0,0 0-149 15,0 0-82-15,0 0-162 0,0 0-140 16,0 0-53-16,0 0-23 0,16 64-15 15,-12-33-26-15,1-2-31 0,-1-3-15 16,0 2-25-16,0-6-96 0,2 0-149 16,-4-5-130-16,2-3-130 15,1 2-1032-15</inkml:trace>
  <inkml:trace contextRef="#ctx0" brushRef="#br0" timeOffset="39596.46">9513 11475 914 0,'0'0'1621'0,"0"0"-1186"0,0 0-179 16,0 0 103-16,0 0 10 16,0 0-52-16,52 0-88 0,-34 0-13 0,3 0-20 15,2 0-67-15,-1 0-38 16,3-3-14-16,-2 0-41 0,4-2-34 16,-5 0 10-16,1-1-12 0,-2 0-2 15,-3 2-19-15,-3 0-40 0,-5 1-40 16,-1 0-24-16,-3 3-31 0,-4 0-13 15,-2 1 14-15,0 4 25 0,-4 3-54 16,-5 3-180-16,-3 0-191 0,4 0-175 16,-13 6-592-16</inkml:trace>
  <inkml:trace contextRef="#ctx0" brushRef="#br0" timeOffset="39951.46">9469 11726 882 0,'0'0'1078'0,"0"0"-443"0,0 0-265 15,0 0-111-15,0 0 27 0,0 0 2 16,58 34-1-16,-35-34-51 0,4-1-56 16,-2-5-26-16,0-1-34 15,1 0-55-15,-3-4-19 0,2 3-19 16,-2-2-14-16,-5 3-12 0,-1-1-1 16,-3 2-1-16,-3 0-33 0,-3 4-52 15,-2-1-31-15,-2 3-3 0,-2-2 15 16,0 2 0-16,-2 0 8 0,0 0 23 15,0 0 58-15,-4 0-31 0,-2 0-38 16,-2 0-3-16,-3 0 19 0,1 2 31 16,0 2 16-16,-3-1 22 0,3 6 13 15,2-2 81-15,-3 2 32 0,5 3-13 16,0 5-29-16,0 2-31 16,6 3-16-16,-4 1 3 0,4 2-9 15,0 2-18-15,0-4-10 0,0 0-3 16,4-5-2-16,2 2-11 0,0-8-18 15,3 2-40-15,-1-4-75 0,2-2-33 16,0-4-63-16,3-2-231 0,-3-2-117 16,-2 0-423-16,7-8-374 0</inkml:trace>
  <inkml:trace contextRef="#ctx0" brushRef="#br0" timeOffset="40327.47">9972 11728 1145 0,'0'0'274'15,"0"0"936"-15,0 0-763 0,0 0-157 16,0 0 15-16,0 0-78 0,0 0-66 16,0 0-24-16,0 0-22 0,-56 25-25 15,46-18-28-15,-1 5-22 0,-1-1-24 16,4 0-16-16,-3-2-2 0,1 2-14 16,2-3-5-16,1-2-17 15,3 3-61-15,2-5-47 0,2-2-49 16,0 0-66-16,4-2-103 0,3 0-23 0,3-5 63 15,0-3 33-15,-1-2 32 16,-1 2 97-16,2-3 123 0,-2 1 39 16,1 0 16-16,-3 2 91 0,0 2 133 15,2 1-7-15,-6 1-20 0,5 3 28 16,-3 1-4-16,0 0-43 0,0 3-57 16,-2 5 24-16,0 2 37 0,2 4-37 15,-4 4-61-15,0 1-31 0,0 1-10 16,0 0-25-16,-4-1-31 0,4-1-3 15,0-3-1-15,0 1-48 16,0-7-110-16,2 1-103 0,7-3-114 0,-5-4-212 16,0-2-654-16</inkml:trace>
  <inkml:trace contextRef="#ctx0" brushRef="#br0" timeOffset="40755.89">10249 11397 141 0,'0'0'144'0,"0"0"1648"0,0 0-1303 16,0 0-103-16,0 0-15 0,0 0-76 16,-54-4-33-16,48 7-29 0,4 4-43 15,-2 8-72-15,2 6-38 0,2 14-12 16,0 16-6-16,4 16-13 0,0 6-49 15,4-5 2-15,-2-12-2 0,-2-20 0 16,1-6-1-16,-1-4 1 0,0 4 2 16,4 2-1-16,-4-2-1 0,2-5-15 15,3-5-53-15,-1-5-52 0,2-8-60 16,-1-4-48-16,3-3-90 0,0-9-123 16,-1-6-155-16,-3 2-161 0,2-14-442 15</inkml:trace>
  <inkml:trace contextRef="#ctx0" brushRef="#br0" timeOffset="41111.96">10218 11503 654 0,'0'0'189'0,"0"0"1030"0,-23-53-773 16,17 37-78-16,4-2-54 0,2 2-97 16,0-1-33-16,8 3-20 0,0-2-10 15,7 3-32-15,-1-1-27 0,7 2-23 16,2-4-13-16,4 5 0 0,-1 0 0 15,5 3 9-15,-6 2-12 0,6 6-13 16,-4 0-24-16,-2 2 9 0,0 9-7 16,-3 3-2-16,-3 0-4 0,6 6-3 15,-9 3 4-15,1 0-1 16,2 2 7-16,-1 1-10 0,1 0-9 0,-1 0 9 16,-1-2 1-16,-1 2-13 0,-1 1-3 15,-1 0 2-15,-1 5 1 0,-5-3 1 16,2 2-1-16,-3 1-29 15,-5 0-2-15,0 0 4 0,-2-3 2 0,0-1 0 16,0-2 7-16,-4-2-10 16,-1-2-15-16,3-6-19 0,-2-3-31 15,-2-1-56-15,6-5-80 0,-2-4-118 16,0-1-197-16,0-2-70 0,-2-3-1290 0</inkml:trace>
  <inkml:trace contextRef="#ctx0" brushRef="#br0" timeOffset="41517.3">10648 11672 441 0,'0'0'1000'0,"0"0"-175"0,0 0-244 15,0 0-133-15,0 0-70 16,0 0-57-16,0 0-67 0,0 0-74 16,0 0-63-16,-54 28-55 0,44-6-28 15,-3 6-22-15,1 4-9 0,-5 0 10 16,1-2-10-16,-1-2-2 0,1-1 2 15,1-7 0-15,3-2-3 0,-3-7-1 16,7-3-36-16,0-5-74 0,0-3-69 16,-1-4-59-16,5-7-104 0,0-3-98 15,2-4 9-15,2-1-32 0,0-3-45 16,0-2 35-16,0-1 31 16,0 3 163-16,0-3 149 0,0 3 131 0,0-2 85 15,0 5 202-15,-2 2 139 0,-2 2 20 16,2 7-31-16,0 2-47 0,0 4-43 15,2 2-21-15,0 0-58 0,0 2-79 16,0 4-103-16,4 5-23 16,2 4 6-16,0 3-13 0,0 1-12 15,0 1-19-15,-1-1 0 0,1 1-3 16,-2-4 0-16,-2-3-51 0,2-2-65 16,-2-2-87-16,2-3-58 0,-4-2-85 15,7 0-202-15,-5-3-243 0,-2-2-354 0</inkml:trace>
  <inkml:trace contextRef="#ctx0" brushRef="#br0" timeOffset="41847.11">10464 11619 321 0,'0'0'202'0,"0"0"1051"16,0 0-883-16,0 0-46 0,0 0-2 16,0 0-59-16,0 0-74 0,0 0-112 15,0 0-77-15,0 0-3 0,-6-13 3 16,8 24 2-16,4-2 0 0,-4 0-2 15,6-1 0-15,-4-3-13 0,0 0-3 16,3-2 0-16,-5-3 3 0,2 0-22 16,0 0-45-16,-2 0 4 15,2-3 11-15,0-4 14 0,0-2 16 16,1 1 15-16,1 0 20 0,-4 1 16 16,0-1 6-16,-2 2 20 0,0 3 70 15,0 0 51-15,0 3-4 0,2 0-32 16,-2 0-41-16,2 0-33 0,-2 6-37 15,0 2-16-15,2 1 2 0,0 2 2 16,0 4-4-16,0 1-15 0,-2 0-68 16,0-1-126-16,0 2-88 0,0-2-149 15,0-2-541-15,-8 10-591 16</inkml:trace>
  <inkml:trace contextRef="#ctx0" brushRef="#br0" timeOffset="42164.2">10309 11985 776 0,'0'0'619'0,"0"0"753"0,0 0-824 16,0 0-91-16,0 0-123 0,0 0-154 16,0 0-115-16,0 0-6 0,0 0 31 15,0 0 21-15,25 36 6 0,-15-31-9 16,4 0-16-16,1-1-22 0,3 0-6 15,-1-2-18-15,4 0-12 0,-1-2-19 16,3 0-12-16,0 0-1 0,0-2-2 16,-1-2-10-16,3 0-21 0,-4-1-21 15,1-2-30-15,1 0-16 16,-4 1-3-16,1-2-19 0,1 1 3 0,-8-1-26 16,-1 1-6-16,0-2-10 0,-3 4-49 15,-1-1-37-15,-4-2-108 16,6 2-102-16,-6 1-161 0,-1 0-370 15,3-3-251-15</inkml:trace>
  <inkml:trace contextRef="#ctx0" brushRef="#br0" timeOffset="42722.93">10947 11718 715 0,'0'0'511'0,"0"0"-263"0,0 0-225 0,0 0-23 15,0 0-52-15,0 0 24 0,0 0 28 16,0 0 33-16,0 0 12 0,0 0 50 15,0-4 12-15,0 4 500 16,0 1-271-16,0 0-108 0,0 1-26 16,0-2-61-16,-2 0-61 0,2 0-55 15,0 2-21-15,0-1 18 0,0 3 3 16,0-1 4-16,0 3 0 0,0 3-7 16,-2 1-6-16,2-1-13 0,-2 3 13 15,2 0-3-15,-2-1 6 0,0 0 0 16,0 3 9-16,-2 0-6 0,4-3-6 15,-4 1 0-15,2 0-16 0,2 0-3 16,-4-2-10-16,4-2-19 0,-7 0-72 16,7-2-78-16,0 0-51 0,-2-3-30 15,2-1-157-15,-2 2-326 16,0-3-706-16</inkml:trace>
  <inkml:trace contextRef="#ctx0" brushRef="#br0" timeOffset="43459.91">11109 11419 383 0,'0'0'2040'0,"0"0"-1608"16,0 0-159-16,0 0-203 0,0 0-68 15,0 0 53-15,0 0 21 0,0 0 13 16,66-32-9-16,-41 24 5 0,4 3-6 15,4 0 13-15,2 1-13 0,6 3 6 16,-2 1-1-16,3 0-14 0,-5 2-1 16,-2 6-7-16,-4 1 7 0,-4 5-10 15,-10 4-10-15,-5 4 10 0,-2 3 12 16,-10 5 13-16,0 2-16 0,-12 5-53 16,2-1-12-16,-5-2 0 15,-6 0-1-15,1-3 0 0,1-4-2 0,-2 0-12 16,5-6-22-16,1-3-9 0,3-4-13 15,4-5-33-15,0-2-45 0,5-4-37 16,3-3-102-16,0 0-272 0,9-8 17 16,-1-3-115-16,0 2-362 15,11-9-151-15</inkml:trace>
  <inkml:trace contextRef="#ctx0" brushRef="#br0" timeOffset="44225.06">11843 11376 252 0,'0'0'131'0,"0"0"1460"15,0 0-1086-15,0 0-73 0,0 0-19 16,0 0-96-16,0 0-61 0,0 0-27 16,0 0-23-16,-23 52-54 0,23-30-47 15,0 6-19-15,0 8-12 16,0 1-53-16,4 1-21 0,0 1-2 0,2 1-1 15,0-7 0-15,-3-1-9 0,3-3-31 16,-2-4-16-16,-2-4-12 0,0-7-12 16,4 1-19-16,0-8-32 15,-1-4-34-15,1-1-40 0,0-2-44 16,-2-8-56-16,0-2 30 0,0-5 11 16,0 0-33-16,-1-3-17 0,-3-1-37 15,0-2 52-15,0-1 143 0,-5 2 120 16,-1-3 39-16,0 1 55 0,2-1 127 15,-6-1 81-15,3 1 39 0,1 2-17 16,0-1-4-16,4 4-1 0,0 4-2 16,2-1-10-16,0 3-66 0,2 0-44 15,2-2-17-15,8 1-5 0,1 0-12 16,-1 0-15-16,9 0-16 0,-5 1-25 16,5 1-16-16,0 2-2 0,1 0-13 15,1 3-19-15,-2 0 1 0,0 3-17 16,1 3-2-16,-7 0 0 0,1 3 2 15,-7 6 1-15,1 1-1 16,-4 7 13-16,-6 2 4 0,2 5-4 16,-2 2-15-16,0 0-27 0,-2 2-34 15,-2-1-32-15,0-1 4 0,-2-2-1 16,2-1-3-16,-1-4 6 0,-3 0-16 16,4-5-11-16,0-2-8 0,-2-3-13 15,-1 2-30-15,3-4-38 0,-6-1-55 16,4-1-53-16,-5-1-38 0,5-2-46 15,-6 0-4-15,-1 1 110 0,3 0 35 16,-6 0 127-16,3-1 127 0,-3 0 322 16,1 4 94-16,1-2-20 0,3 1-1 15,3-2-73-15,2 2-11 0,-2-4-2 16,6 0-37-16,2 1-36 0,0-2-56 16,0 2-78-16,2-2-21 15,4 3 34-15,0 0 33 0,0 1-37 16,5 0-40-16,3 1-22 0,-6 1-28 15,5-3-19-15,1 1-2 0,-1 0-2 16,3-1-35-16,-3 0-58 0,5-1-47 16,-3-2-37-16,7 0-48 0,-3 0-131 15,4 0-53-15,6-1-217 0,-9-3-92 16,20-3-1088-16</inkml:trace>
  <inkml:trace contextRef="#ctx0" brushRef="#br0" timeOffset="44525.12">12578 11564 1654 0,'0'0'1399'0,"0"0"-917"16,0 0-13-16,0 0-84 0,0 0-163 16,0 0-197-16,0 0-25 0,0 0-14 15,0 0 14-15,0 0 12 0,48 11-12 16,-25-13-12-16,2 0-47 0,-3-3-86 16,3 0-64-16,2 0-111 0,0 0-253 15,-13 0-595-15,11 3-377 0</inkml:trace>
  <inkml:trace contextRef="#ctx0" brushRef="#br0" timeOffset="44935.9">12924 11346 1069 0,'0'0'1206'0,"0"0"-735"0,0 0-118 16,0 0-171-16,0 0 54 0,0 0-9 16,0 0-66-16,66-11-67 0,-41 8-40 15,1-1-19-15,-3 2-1 0,6 2-9 16,0 0-3-16,-4 0-20 0,6 0 1 16,-4 0-1-16,-4 0-2 0,-5 2 0 15,5 2-47-15,-13-2-73 0,1 3-49 16,-5 0-49-16,2 4-64 0,-8 2-96 15,0 1-159-15,-2-1-513 0,-15 10-315 0</inkml:trace>
  <inkml:trace contextRef="#ctx0" brushRef="#br0" timeOffset="45178.74">12924 11662 1183 0,'0'0'1205'16,"0"0"-744"-16,0 0 48 0,0 0-88 15,0 0-204-15,0 0-91 0,0 0 30 16,0 0 58-16,0 0-23 0,53-9-40 16,-34 3-56-16,4 0-34 0,4 0-6 15,-3 0-15-15,3-1-16 0,-2 1-21 16,0 0-1-16,4-1-2 0,-9 1-18 16,1 1-49-16,2 0-53 0,-9 1-55 15,5 0-40-15,-11 0-12 0,3 0-29 16,-1 1-81-16,-4-3-130 0,-2-2-91 15,-4 1-222-15,0-4-652 0</inkml:trace>
  <inkml:trace contextRef="#ctx0" brushRef="#br0" timeOffset="45402.96">13174 11303 425 0,'0'0'26'15,"0"0"1588"-15,0 0-1061 0,0 0-55 16,0 0-74-16,0 0-124 0,-56 11-99 15,52 3-81-15,2 6-46 0,2 8 1 16,-2 7 9-16,2 1 9 0,0 7 9 16,0-2-16-16,0 0-58 0,0-1-10 15,0-2-18-15,2-5-1 0,0-1-17 16,0-4-7-16,2-3-9 0,2-1-49 16,-2-8-59-16,7 1-51 0,-5-3-52 15,2-3-145-15,0-3-130 0,5-4-117 16,-9-1-491-16,2-2 13 0</inkml:trace>
  <inkml:trace contextRef="#ctx0" brushRef="#br0" timeOffset="45700.88">13180 11760 268 0,'0'0'88'16,"0"0"1159"-16,0 0-809 0,0 0-72 16,0 0-17-16,0-53-28 0,6 44-69 15,0 4-48-15,7-5-33 0,-5 3-36 16,7-1-31-16,1 2-26 0,1-3-8 15,1 3-1-15,-1-2-13 0,3 2-10 16,1 1-2-16,-2 0-10 0,-1 1-9 16,-3 1-13-16,3-1-9 0,-5 2 13 15,3 0-4-15,-5 0-10 0,1 2 1 16,-2 0-3-16,-1 0 0 0,-9 5-15 16,6 3-16-16,-4 4-6 0,-2 4-1 15,0 2-33-15,-4 1-26 0,0 1-16 16,-1-1-13-16,-3 1 3 0,0-6-9 15,2-2-27-15,0-3-44 0,3-4-66 16,1-5-95-16,-2 0-156 0,4-3-201 16,-2-11-481-16</inkml:trace>
  <inkml:trace contextRef="#ctx0" brushRef="#br0" timeOffset="45915.6">13411 11537 158 0,'0'0'172'16,"0"0"1147"-16,0 0-880 0,0 0-44 15,0 0-60-15,0 0-62 0,0 0-43 16,0 0-14-16,0 0-1 0,0 0-20 16,-16-34-41-16,16 43-23 0,-4 5 9 15,0 6-34-15,-5 7-20 16,5 8-21-16,-4 0-28 0,0 0-35 0,2-1-2 16,1-3-13-16,3-4-24 0,2-5-83 15,7-6-63-15,-1-2-19 16,6-5-104-16,-4-3-229 0,3-4-220 15,3-2-841-15</inkml:trace>
  <inkml:trace contextRef="#ctx0" brushRef="#br0" timeOffset="46315.64">13713 11614 704 0,'0'0'150'0,"0"0"1205"15,0 0-829-15,0 0-99 16,0 0-83-16,0 0-119 0,0 0-52 16,0 0-57-16,0 0-24 0,0 0 4 15,37-6 7-15,-22 6-16 0,1 0-28 16,5 0-19-16,-4 0-18 0,5 0-20 16,1-2-2-16,-4-1-1 0,4-2-27 15,-5 0-77-15,1 1-45 0,3-2-47 16,-7-1-17-16,1 2-19 0,-3 0-66 15,-1-2-59-15,3-1-71 0,-11 0-59 16,4 2-198-16,-4-3-455 0</inkml:trace>
  <inkml:trace contextRef="#ctx0" brushRef="#br0" timeOffset="46615.41">14048 11229 340 0,'0'0'23'0,"0"0"1163"16,0 0-732-16,0 0-107 0,0 0-17 16,0 0-76-16,0 0-33 0,0 0-14 15,0 0-13-15,0 0 2 0,2-30 8 16,-2 36 10-16,0 5 4 0,2 3-33 16,-2 9-34-16,0 7-40 0,0 15-35 15,0 14-24-15,-4 12-15 0,2 1 3 16,-2-12 9-16,2-17-49 15,2-14-12-15,0-6-1 0,-2 4 10 16,2 4-9-16,0-3-6 0,0-2-31 16,2-5-37-16,-2-2-40 0,6-7-55 15,2-3-45-15,1-5-51 0,-1-2-161 16,-2-2-119-16,4-6-119 0,-3-1-366 16,1-7-194-16</inkml:trace>
  <inkml:trace contextRef="#ctx0" brushRef="#br0" timeOffset="46839.22">14042 11673 220 0,'0'0'169'0,"0"0"1271"0,0 0-934 16,0 0-86-16,0 0-38 0,0 0-108 15,0 0-100-15,0 0-57 0,0 0 3 16,0 0 15-16,-21-38 4 0,27 36-30 16,3 2-43-16,-1 0-29 0,2 0-12 15,3 0-10-15,-3 2-12 16,0 2 1-16,7-2-4 0,-5 0-12 0,3-2-53 15,-7 0-53-15,7 0-77 0,-3-2-57 16,-2-2-116-16,3-5-192 16,-1 3-456-16,-2-4-367 0</inkml:trace>
  <inkml:trace contextRef="#ctx0" brushRef="#br0" timeOffset="47368.38">14319 10956 96 0,'0'0'1858'0,"0"0"-1317"0,0 0-116 15,0 0-131-15,0 0-128 0,0 0-32 16,0 0 2-16,0 0-10 0,0 0-6 15,0 0 11-15,54 18 2 0,-40-8-15 16,3 0-25-16,-3 2-12 16,3 1 8-16,-3 3-5 0,5 2-4 0,-7 2-10 15,5 1-21-15,-7 3-12 16,2 2-9-16,3 2-10 0,-9 1-2 16,2 4-4-16,-3 1-9 0,1 1 12 15,-2 1-14-15,-4 1-1 0,0 1-6 16,0-2-25-16,-4 1 16 0,-5-2-9 15,3-1-7-15,0-3-27 0,-4-1 5 16,-3-4-2-16,3-1-13 0,2-4-3 16,-5 0 13-16,3-5-23 0,2 1-34 15,-5-4-25-15,5-5-71 0,0 0-135 16,-1-2-190-16,1-4-211 0,-2 0-1135 0</inkml:trace>
  <inkml:trace contextRef="#ctx0" brushRef="#br0" timeOffset="61217.33">16950 1258 200 0,'0'0'130'0,"0"0"778"0,0 0-390 15,0 0-272-15,0 0-161 16,0 0-30-16,0 0 84 0,2 28-39 16,-2-19-32-16,0 0-32 0,3 3 12 15,-1 1 4-15,-2 3 6 0,0 2 13 16,2 1 0-16,-2 2-17 0,0 3 7 15,0 2-9-15,0 2 9 0,0 0 0 16,0 5 6-16,0 2-19 16,-2 4-10-16,0 3 7 0,-1 2-16 0,1 2-1 15,0 7 4-15,0 8 12 0,0 7 4 16,0 9-16-16,2 4-13 0,0-6-3 16,4-1-15-16,-2-7 1 0,2-2 0 15,1-2-2-15,-3 1-11 0,0 3 7 16,0-3 3-16,0 1-21 0,2-1 19 15,-4-1 0-15,4 4-10 0,-4-1 10 16,2 1-29-16,0 0-19 0,0-1 13 16,0 3 16-16,0-4 9 0,-2-1 11 15,0-1 1-15,0 0 1 16,0-3 1-16,0 2 0 0,3-1 21 16,-3-4 4-16,0 2-4 0,0-3-3 0,0 1-3 15,2 1-15-15,0 0 1 16,0 0-2-16,2-3-13 0,2-1 1 15,2-8 1-15,-4-6 11 0,1-9 0 16,-1-1-13-16,0 6 12 0,4 5 1 16,-2 6 0-16,3 2-24 0,-3-2 8 15,-2 0 16-15,0-2-16 0,4 1-3 16,-4-2 19-16,-1-1 0 0,-1 0 0 16,0-1-1-16,0-1-1 0,-2-2-30 15,0 0-29-15,0-2 42 0,0-3 3 16,0 1-61-16,0-5 36 0,-2 1 28 15,0-5-7-15,0 0-66 0,-3-2 67 16,-1-2-17-16,0-1-163 0,2-6 73 16,2 1-32-16,-4-7-507 0,1-4-654 15,1-2 983-15</inkml:trace>
  <inkml:trace contextRef="#ctx0" brushRef="#br0" timeOffset="63730.52">16909 1249 151 0,'0'0'69'0,"0"0"-69"15,0 0 1099-15,0 0-741 0,0 0-235 16,0 0-74-16,0 0 12 0,0 0 34 16,0 0 8-16,0 0-35 0,10-7-3 15,-3 6-7-15,-5-2 7 0,4 0 6 16,4 1 0-16,-2-1 10 0,3 0-10 15,1 0-16-15,5 0-17 0,-3 2-12 16,5 0-7-16,-1-1-6 0,3 1 13 16,6 1-10-16,-2 0-14 0,2 0 2 15,2 0 15-15,0-3-17 16,4 3 20-16,4-2 17 0,2-1 76 16,7 2 58-16,13-5-64 0,8-4-55 15,15-2-10-15,7-4-9 0,-12 5 0 16,-7-1-19-16,-6 3-15 0,-8-1-1 15,10 2-1-15,0-2 0 0,2 1 0 16,5 1 0-16,-1-1 0 0,-2 1 1 16,1 0 1-16,-1 2 2 0,0 0 13 15,-2 1-16-15,-1 0 0 0,-3 0 0 16,2 3 1-16,-2 0 15 0,2-1-14 16,0 3 0-16,2-1 14 0,3-1-4 15,-3 2-11-15,2 0 0 0,-2 0 10 16,1 0-11-16,-5 0-1 15,0 3-1-15,-2 0 1 0,0 0 0 16,0 2 1-16,0-3-1 0,2 2-1 16,0 0-2-16,0-1 2 0,-2 1 0 15,-2-1 0-15,2 0 0 0,-2 0-1 16,-4 0 2-16,2-3 1 0,0 2 0 16,-5-2 2-16,5 0 1 0,-2 1 11 15,0-1-14-15,0 0 0 0,-1 1 0 16,1 1 2-16,-10-1-2 0,-7-1 1 15,-8 0-1-15,-8 2 0 0,-3-1 0 16,5-1 0-16,0 3-1 0,6-3 1 16,4 3 3-16,4 0 13 0,-1-1-13 15,-5-2-1-15,-2 3-1 0,0-3 0 16,-4 3 0-16,-3-2 2 0,1 0 0 16,-4 1-1-16,0-1 0 0,-5 0 1 15,-1 0 0-15,-5 0 10 0,0 0-11 16,-4 1 11-16,1-1 9 0,-3 0 19 15,-2 0 0-15,-2-1 3 16,0 1-6-16,0-1-16 0,0 2-10 16,0 0-12-16,4 1 16 0,-4 2 12 15,0 5-9-15,6 3-16 0,-2 1-2 16,0 5 0-16,5 0 1 0,1 8 14 16,-2 2-13-16,5 11 22 0,1 12-3 15,5 12-19-15,1 14 19 0,1 6-19 16,0-2 13-16,-5-5-16 0,-1-5-2 15,-3-10-15-15,-1 2 6 0,-1 3 11 16,0 0 3-16,1 0 20 0,-1 1-4 16,0 3-1-16,1 0-15 0,-1-2 16 15,-2 2-16-15,3 1 0 0,-5-3-3 16,2 0-27-16,-2 1-1 0,0-2 16 16,1 0-11-16,-3-3 7 15,0 3 15-15,0-3 1 0,0 0 3 0,0 2 19 16,0-1 1-16,3-2-4 0,-1 1-19 15,-4-3 0-15,4-3-13 16,0 3 10-16,3-5 0 0,-3-2 0 16,2 0-14-16,0-1 15 0,1-1-1 15,-1 0-13-15,-2-11 13 0,-2-3 0 16,2-8 1-16,-4-3-1 0,3 7-10 16,1 3 10-16,-2 6-22 0,2-2 6 15,-2 1-3-15,0-3 4 0,-2 0-1 16,3-2 6-16,-1 0-3 0,0-2 15 15,-2 0-2-15,0 0-9 16,4 1 8-16,-6-2-11 0,4-4 13 0,-2 1-11 16,0-1 11-16,0-4 0 0,1 1-11 15,-1-5 13-15,-2 1 0 16,0-4 2-16,0-1 0 0,0-1-1 16,0 0-1-16,0-3-2 0,0 1-13 15,0-3 2-15,0 1 11 0,-2-2-1 16,2-1 0-16,-3 0 3 0,1-2 0 15,2 0 3-15,0-1 0 0,-2-1 9 16,0-1-10-16,2 0 10 0,-2 1 7 16,0-1-6-16,2-3-11 0,-2 1-1 15,2-1 14-15,-4-1 1 0,2 0 0 16,2-1-14-16,-2 2 11 0,0-1 12 16,0 1 0-16,0-1 0 0,0-1-3 15,-3 1-7-15,1 1 7 0,0-2 1 16,-4 3-19-16,2-1-2 0,-5 1 10 15,3 0-10-15,-4-1 0 0,-1 0 14 16,1 1-16-16,-3 0 0 0,1-1 2 16,-1 2 11-16,-1-1 2 0,-1-1 13 15,-1 0-12-15,-3 1-14 16,0-1 1-16,1 0-3 0,-5 1 0 16,-2-2-3-16,0 3-10 0,-2-2 10 15,-4 0-12-15,2 1 13 0,-4 0 1 16,2 1 1-16,0-1 0 0,-6 1 2 15,-1-1-1-15,1 0 0 0,-2 1 0 16,-3-1-1-16,3-1 0 0,-4 0 0 16,-1-1-1-16,-4-1 1 0,3 1 0 15,-9-1-1-15,-8 2 1 0,-8 0 1 16,-1-2 0-16,9 3-1 0,2-2 0 16,6 0 0-16,5 1-1 0,-5-2 0 15,0 1-1-15,2-1-2 0,1 1 1 16,-5-1 0-16,4 2 2 0,0-2-2 15,-4 3 3-15,5-3-1 16,-3 2 1-16,-2-1 0 0,2-1-1 0,-2 3-1 16,2-1 2-16,-1 1-13 0,1-1 13 15,-4 3-12-15,4 0 11 16,-4 2-2-16,2 0-13 0,2-3 13 16,-2 4 3-16,1-4 0 0,-1 1 0 15,6 0 0-15,-6-3 1 0,2 0 2 16,7 0-1-16,-3-1 1 0,4 0 0 15,13 0 9-15,2-1-12 0,2-1 0 16,-4 0 0-16,-8 0-1 0,-7 0-2 16,3 0 0-16,-1 2 1 0,3-1 0 15,-5-1-1-15,4 1 3 0,-3 1 0 16,3-2-1-16,3 2 1 16,-5-2-1-16,5 0 0 0,0 0-1 15,-3 0-1-15,5 1-9 0,1-1 11 16,-3 3 1-16,2-1 0 0,1 2 1 15,1 0-1-15,0 1 2 0,0-1-1 16,-1 2 1-16,5-2 1 0,2 2 9 16,-2 0-9-16,4 0 0 0,2-1 0 15,0-1-2-15,4 0 1 0,0-1-2 16,1 0-1-16,5 0-1 0,0-1-1 16,5-1 3-16,2 2 1 0,1-2 11 15,3-1 16-15,4 1-12 0,-4-1-16 16,6 0-1-16,-1 0-12 0,1 0-5 15,2 0-4-15,-6 0-3 0,4 0 5 16,0-1 7-16,-2 0 10 0,0 1 0 16,0-2 1-16,0 1 1 0,-3 1 1 15,5 0-1-15,-2 0-15 16,0 0 14-16,0 0-13 0,-2 0-4 16,-1 0-6-16,5 0-4 0,-2 0 1 15,2 0 0-15,-2 0 12 0,4 0 3 16,-2 0 1-16,2 1-10 0,0-1 6 15,-2 0-12-15,2 0-4 0,0 0-6 16,0 0-15-16,0 0-17 0,0 0-19 16,0 0-76-16,0 0-81 0,0 0-50 15,0-1-91-15,0-1-223 0,0-1-423 16,2 9 301-16</inkml:trace>
  <inkml:trace contextRef="#ctx0" brushRef="#br0" timeOffset="67759.49">17422 1942 164 0,'0'0'1414'15,"0"0"-992"-15,0 0-250 0,0 0-78 16,0 0-23-16,0 0-35 0,0 0-17 16,0 0 14-16,0 0 15 15,0 0 17-15,0 0-1 0,0 0-9 0,0 0-7 16,0 0-19-16,0 8-28 16,2 5 64-16,0 7 47 0,0 5-9 15,2 11-36-15,2 3-25 0,0 11-10 16,-1 11 0-16,1-5 0 0,-2-6 3 15,2-6-7-15,-4-9 8 0,2 6-5 16,0 5 4-16,1-3-3 0,-3-2-16 16,-2-4-3-16,4-3 15 0,-4-1 1 15,2-5 3-15,-2 0-10 0,2-5-3 16,0 0-6-16,0-3-12 0,-2-2 0 16,0-3 0-16,4-1 1 0,-4-3 0 15,0-1 11-15,0-3-11 0,2-1 10 16,-2-3-10-16,0 0 17 0,0-1-3 15,0-1-13-15,0-1 1 0,0 1-1 16,0-1 9-16,0 0-8 0,0 0 11 16,0 0-2-16,2 0 0 0,-2 0-1 15,0 0 1-15,0 0-1 16,0 0 1-16,0 0-10 0,0 0-3 16,0 0-2-16,0 0-17 0,0 0 0 15,0 0-3-15,0 0-19 0,2 0 31 16,3 0 10-16,1-2 0 0,2 1 0 15,4 0 0-15,1-2 0 0,-1 3 0 16,7-3 2-16,-5 3 0 0,7-3 1 16,4 2 13-16,0-1-14 0,-1-1 17 15,9 1-3-15,0 0-4 0,1-3 7 16,1 0-16-16,4 1 13 0,2 0-14 16,1-1 0-16,9 1 11 15,7 0-11-15,10-2-2 0,5 1 1 16,-9 1 0-16,-4 0 12 0,-6-2-10 15,-3 0 12-15,-1 0 1 0,-1-3 13 16,-3 3 5-16,-9 0 19 0,-8 0 52 16,2 1-8-16,4 0-35 0,7-2-43 15,3 0-7-15,3 1-10 0,-3-1 23 16,-2 3-25-16,1-2 1 0,-3 0 24 16,-1 1-25-16,-1-1 0 0,0 2 2 15,-4 0 23-15,0 0-25 0,-4 1 1 16,-4 0 18-16,-4 0-16 0,2 2-1 15,-7 0 0-15,-5-1 0 0,-1 2-2 16,-4 0 2-16,-1 0 10 0,-5 0-10 16,-2-2 14-16,2 2 2 15,-2 0 13-15,0 0 10 0,0-1 17 0,0 1 20 16,0 0 26-16,0-1-18 0,0-1-24 16,0 2-26-16,0-2-14 15,0-4-10-15,0-1 4 0,0-3-16 0,0-4-2 16,0-1 0-16,0-4-10 15,0-1 9-15,0-2-9 0,0-4 12 16,0-1 2-16,0-2-1 0,-2-5 0 16,0-3 11-16,-2-3-12 0,-3-2-16 15,3 1-9-15,0-2 10 0,-2 0-6 16,0-1 19-16,2 7-22 0,-1 4-4 16,1 3 1-16,0-1 2 0,2-2 7 15,-2-3 16-15,2 3-13 0,-2 2 15 16,2 6 1-16,0 2 15 0,-3 4-4 15,1 5-9-15,0 0 0 0,-2 5 12 16,4 1-12-16,-2 2 0 0,0 1-3 16,-1 1 1-16,3-2 20 0,0 4 4 15,0 0 2-15,0-1-5 16,-2 2-10-16,0 0 6 0,2 0-15 16,2-2 13-16,-4 3-15 0,2 0 0 15,-2-2-1-15,-1 1 1 0,-1 0-1 16,0-2 1-16,-2 2-1 0,-3-1 2 15,1 0 0-15,-2 0-1 0,-3 1 0 16,-1 0-1-16,-3-3 1 0,0 2-1 16,-7-1 2-16,5 1-2 0,-8 0-11 15,-2 0 10-15,-4-2-1 0,-2 3-23 16,-5-1 10-16,1 2-10 0,-5 0 7 16,1 0 3-16,0 4 2 0,-13 3-2 15,0 2 12-15,2-1-12 0,2 0 12 16,15 0 2-16,0-2 1 0,-3 5 0 15,-7-2 4-15,1 0-4 16,-1 1 1-16,5-1 0 0,-3 2 1 16,1 0-2-16,3-1-16 0,-1 1 16 15,3-1-2-15,0 2-10 0,1-2 12 16,3 1 0-16,2 0-14 0,4-3 14 16,0 2 1-16,2-2-1 0,4-2 0 15,0-1-2-15,7-1 2 0,-1 2 0 16,7-3-3-16,-1 0 3 0,3-1-3 15,4 0-15-15,0-1 0 0,2 0-25 16,-3 1-13-16,3-2-3 0,4 0 16 16,-4 1 12-16,2-1 0 0,2 0 0 15,-4 0-6-15,2 0-34 0,0 0-35 16,0 0-83-16,0 0-94 0,0 0-123 16,-1 0-96-16,3 0-186 0,0 0-599 15</inkml:trace>
  <inkml:trace contextRef="#ctx0" brushRef="#br0" timeOffset="68207">17744 2377 803 0,'0'0'489'0,"0"0"681"0,0 0-971 16,0 0-198-16,0 0 66 0,0 0 84 15,0 0-10-15,0 0-29 16,0 0 115-16,0 0-11 0,27 2-36 16,-19-5-38-16,1 0-23 0,3 0-40 15,0 0-26-15,1 0-15 0,5-1-4 16,-3-1-3-16,6 2-28 0,-5 0-2 16,3 0 1-16,-1 1 0 0,-1 2-1 15,-3-2 0-15,1 2-1 0,-3 0 0 16,5 0-15-16,-5 0-38 0,-4 0-25 15,5 0-17-15,-3 0-30 0,-4 0-67 16,7-1-97-16,-5 1-120 16,2-3-70-16,-3 2-283 0,3-4-587 0</inkml:trace>
  <inkml:trace contextRef="#ctx0" brushRef="#br0" timeOffset="69203.35">18226 2000 783 0,'0'0'1139'0,"0"0"-824"0,0 0-14 15,0 0-95-15,0 0-93 0,0 0-75 16,0 0-22-16,0 0 144 0,0 0 64 16,0 0-55-16,54-9-42 0,-38 5-23 15,3-2-38-15,1-1-31 0,3-1-34 16,4-1 2-16,0 1-2 0,0 0-1 16,-2 0-3-16,-5 1-19 0,-1 2-22 15,-5 1-35-15,-3 2-13 0,-3 0-41 16,-4 2-46-16,-2 0 0 0,0 0-29 15,-2 0 44-15,0 0 115 0,-2 2-96 16,-4 2-194-16,0-2-165 0,-5 4 156 16,3-1 107-16,-4-2 98 0,-3 3-4 15,3-3 92-15,-3 1 55 16,5-2 91-16,-2 0 85 0,1 0 94 16,-1-1 92-16,4 0-2 0,-1 0-94 15,-1-1-1-15,6 1-55 0,-2-1 28 16,4 0 5-16,-1 0-46 0,1 0-38 15,0 0-45-15,2 2-54 0,0-2-42 16,0 0-18-16,0 0 0 0,0 2 0 16,-2-1 3-16,2 5-3 0,-2-1-10 15,-2 9-12-15,-2 0 9 0,4 4 13 16,-6 1 1-16,3 2 0 16,1 1 0-16,0-3 15 0,0-1-3 0,4-2 9 15,0-2-4-15,0 0-14 16,0-3-1-16,0-1 13 0,4 0-16 15,0-4-2-15,2 1 0 0,1 1 0 16,-3-2 0-16,0 0-10 0,4 0 12 16,-2-1-1-16,1-1 1 0,-3 0 1 15,0 0 0-15,-2-2 0 0,0-1 2 16,2 2 9-16,-2-2-11 0,0-1 2 16,0 0 0-16,0 0 0 0,1 0 9 15,-1 0-8-15,2 0 8 0,0 0-10 16,0 0 11-16,0 0-10 0,6 0 16 15,-3-1-6-15,1-2-1 0,-2 2 4 16,4-1-13-16,-1-2 0 0,-5 3 10 16,4-2-11-16,-4 2 0 0,5-1 10 15,-5 0-10-15,0 0 0 0,0 0 1 16,2 1-2-16,-2-3-1 16,2 3-1-16,1-1-1 0,-3-2-1 15,0 3-12-15,2-2 12 0,-2 1-16 16,-2 0 3-16,5-1-3 0,-5 2-9 15,0 0-26-15,0-1-12 0,0 2-44 16,0-1-65-16,0-2-80 0,-2 1-81 16,0 1-177-16,2-2-582 0</inkml:trace>
  <inkml:trace contextRef="#ctx0" brushRef="#br0" timeOffset="69628.86">18313 2110 490 0,'0'0'157'0,"0"0"1141"0,0 0-1197 16,0 0-101-16,0 0 0 15,0 0 42-15,0 0 10 0,0 0 3 16,0 0 29-16,51 18 3 0,-36-18 20 16,1-4 3-16,-1 0-4 0,-1-2-9 15,1 0-26-15,-3 2-10 0,-2 1 9 16,-3 0-6-16,-3 1-9 0,-2 2-7 16,0 0 25-16,-2 0 45 0,0 0-16 15,0 0-45-15,0 0-22 0,0 0 6 16,0 0 3-16,0 0-6 15,-2 2-6-15,2-1-32 0,-4 1-9 16,0 2-55-16,-1 2 14 0,-3 0 2 0,4 1-34 16,0 1-39-16,0-1-45 15,0 0-39-15,2 0-72 0,2 0-62 16,0-4-209-16,0 3-171 0,2-6-293 16</inkml:trace>
  <inkml:trace contextRef="#ctx0" brushRef="#br0" timeOffset="70057.96">18656 1941 30 0,'0'0'2056'0,"0"0"-1568"16,0 0-220-16,0 0 27 0,0 0 7 16,0 0-96-16,0 0-98 0,0 0-67 15,0 0-30-15,0 0-11 0,4-8-1 16,-6 13-11-16,-4 7-36 15,4 4-5-15,-5 3 24 0,-1 1 27 16,2 0-17-16,0-3-9 0,-1-4-7 16,3-2-9-16,-2-1-4 0,4-4-9 15,0-2 6-15,2-2-9 0,-2 0-11 16,0-2 14-16,2 0 15 0,0 0 29 16,0 0 13-16,0 0 20 0,0 0-4 15,0 0-16-15,0-1-32 0,0 0-26 16,0-3-3-16,2 3-9 0,0-2 70 15,2-1 12-15,4 1 17 0,-3-3 39 16,5 1-14-16,0 0 10 0,1-1-10 16,-1 1-28-16,0 0-24 0,3 0 14 15,-1 0 13-15,-4 0-17 0,3 2 8 16,-7 0-8-16,2 2-9 0,-2 1 1 16,-2 0-4-16,-2 0 0 0,0 0-1 15,0 0-34-15,0 0-42 0,0 0-35 16,0 1-58-16,0 2-45 15,0 1 22-15,-2 2-95 0,0 2-238 16,-2-3-199-16</inkml:trace>
  <inkml:trace contextRef="#ctx0" brushRef="#br0" timeOffset="70414.39">18583 2155 11 0,'0'0'1183'16,"0"0"-175"-16,0 0-804 0,0 0-71 0,0 0 21 15,0 0-70-15,0 0-36 0,-31 57-6 16,29-42-22-16,2 3-8 16,-2 1 8-16,2-1 5 0,0 0 7 0,0 1 10 15,0-5 3-15,0 1 3 0,2-2-10 16,-2-1-6-16,7-2-32 16,-1-1 0-16,0 0-2 0,0-2-14 15,2-1-3-15,3-1 3 0,-3-4-3 16,4-1-7-16,-3 0 7 0,3-3 18 15,-4-2 1-15,-1-4 2 0,3 1 11 16,-2-2 6-16,-4 0 23 0,2-1 18 16,-3-1 4-16,-3-1 0 0,0-1-13 15,0 2-32-15,0-3-3 0,0 0-16 16,-5 1-2-16,1-1-20 0,0 3-10 16,-2 2-38-16,0 2-36 0,0 1-35 15,-3 3-9-15,1 1-43 0,-2 3-95 16,1 0-78-16,-1 7-160 0,4-3-105 15</inkml:trace>
  <inkml:trace contextRef="#ctx0" brushRef="#br0" timeOffset="71060.27">18548 2296 57 0,'0'0'1110'0,"0"0"-622"0,0 0-368 16,0 0 78-16,0 0-16 0,0 0-66 16,0 0-57-16,0 0-33 0,54-11-11 15,-46 8-14-15,-2 0 0 0,5 0-1 16,-5 3 0-16,-2-3-2 0,-2 3-15 16,-2 0-5-16,0 0 22 0,0 0 6 15,0 0 56-15,0 0-14 16,0 0-48-16,0 1-58 0,-2 2-120 0,0 2-39 15,0 1-108-15,0 0-124 0,-2 0 29 16,0 0 65-16,4 0 185 0,-7-4 170 16,7 1 10-16,0-1 107 15,0-1-22-15,0-1-93 0,0 1 47 0,0-1 58 16,0 0 56-16,3 0-16 16,1 0-14-16,-4 2-12 0,2-2 9 15,0 1-3-15,0-1-3 0,-2 1 25 16,2-1-12-16,-2 0 5 0,2 0-2 15,-2 0-30-15,2 1-16 0,0-1-17 16,0 1-15-16,0-1-17 0,2 0-22 16,-2 0-4-16,1 2 0 0,-3-2 1 15,0 0-4-15,0 0 10 0,0 0 22 16,0 2 35-16,0-2 20 16,0 1-6-16,0-1-17 0,0 0-20 15,0 0 4-15,0 1 3 0,0 3 7 16,-3-2-36-16,-1 3-36 0,0 1 23 15,0 2 4-15,-2-2-10 0,-4 3 7 16,5 0-12-16,-3 1-14 0,0-1-12 16,0 2 11-16,-1-4 1 0,1 1-3 15,4-3 0-15,-2 1 0 0,0 0 2 16,-1-4 0-16,5 3 0 0,0-2-18 16,-2 0-19-16,2 0-64 0,2 0-48 15,0 0-13-15,0 0-20 0,0-1-33 16,0 0-59-16,4-1-104 0,0-1-47 15,0 0 75-15,5 0 35 0,-1-4-20 16,-4 1-52-16</inkml:trace>
  <inkml:trace contextRef="#ctx0" brushRef="#br0" timeOffset="71246.34">18683 2392 92 0,'0'0'131'0,"0"0"589"0,0 0-131 16,0 0-257-16,0 0-108 0,0 0-4 15,0 0 13-15,0 0-24 0,0 0-35 16,0 0-46-16,18 11-32 0,-14-6-41 16,5 1-20-16,-5 0-23 0,6 1-9 15,-2 0-3-15,5 1-63 0,-3-2-116 16,3 1-95-16,-1-2-152 0,2-2-604 16</inkml:trace>
  <inkml:trace contextRef="#ctx0" brushRef="#br0" timeOffset="73099.88">19121 2242 60 0,'0'0'323'16,"0"0"851"-16,0 0-1011 0,0 0-163 15,0 0-172-15,0 0 172 0,0 0 133 16,0 0 49-16,0 0-17 0,0 0-67 15,52-15-27-15,-38 9 32 0,0 2 1 16,3-4 9-16,2 1-13 0,1 0-10 16,1 0-6-16,2-3-23 0,6 1-13 15,0-1-32-15,0 0-12 0,-1 0 9 16,8-1-12-16,-1 0 15 0,0 1 3 16,4-1-3-16,-2-1-13 15,5 1 20-15,-1-1 5 0,2 0-12 0,-3 2 7 16,5-2 9-16,1 2 0 0,-7 0 19 15,-4 1-16-15,0 2-19 0,9-4-3 16,9-2 16-16,3 1-4 0,-6 1-3 16,-7 2 7-16,-8 0 12 0,9 0-12 15,10-2 6-15,-5 0 9 16,-1 3 13-16,7-5-6 0,1 2 6 16,13-2-10-16,9-2 26 0,1 1 12 15,-3 1-32-15,-4-1-34 0,-5 2 0 16,-7-1 3-16,0 4-19 0,2 0 16 15,0-2-4-15,0 0-12 0,0 2 9 16,0 2-11-16,-5-3-1 0,3 3 2 16,-10 0 2-16,-11 1 9 0,-6 3-11 15,-12-1 11-15,2 4-10 0,4-3 12 16,6-1-2-16,0 2 5 16,6-1 1-16,-6 0-17 0,2 2 14 15,-6 1-14-15,0 0 0 0,-2 0-1 16,-2 0 1-16,0 0-2 0,2 1 0 15,-5-1-1-15,1 3 0 0,0 0 1 16,-1-1-1-16,-1 2 1 0,-2-1-1 16,-1-2 0-16,-1 2 1 0,-3-1 0 15,1-1 1-15,-5 3 0 0,-2-3 1 16,1 0 0-16,-1-1 0 0,-6 3 0 16,0-3 1-16,2 0 10 0,-4 0-10 15,0 0 13-15,0 0-13 0,0 0-3 16,0 0-1-16,0 0-18 0,0 0 0 15,0 0-24-15,0 0-26 0,0 0-42 16,0 0-40-16,0 0-41 0,0 0-37 16,0 0-68-16,0 0-104 0,0-3-214 15,0 2-409-15,2-7-22 0,-4 20 1046 16</inkml:trace>
  <inkml:trace contextRef="#ctx0" brushRef="#br0" timeOffset="73436.85">22250 1477 978 0,'0'0'1459'0,"0"0"-1165"0,0 0-191 15,0 0-55-15,0 0-12 0,0 0-34 16,0 0-2-16,0 0 2 0,0 0 11 15,0 0 35-15,15 18-7 0,-5-8 11 16,5-1-4-16,-1 4 12 0,3 1-8 16,-1 2-1-16,1-2-7 15,-3 2-15-15,-1-2 3 0,-5-2-20 0,0-1 11 16,-2 1 40-16,-6-2 111 16,0 2 60-16,-2 0-70 0,-6 1-77 15,-6 3-43-15,-1 0-13 0,-1-2-29 16,-3 3-2-16,-2-2-25 0,7-2-68 15,-5 1-78-15,7-3-68 0,-3-1-113 16,7 0-260-16,2-3-590 0</inkml:trace>
  <inkml:trace contextRef="#ctx0" brushRef="#br0" timeOffset="76253.83">22395 807 70 0,'0'0'2191'0,"0"0"-1833"0,0 0-210 16,0 0-83-16,0 0-14 0,0 0-28 15,0 0-23-15,0 0-26 0,0 0-38 16,0 0 25-16,0 7 39 0,0 4 58 16,0 3 32-16,0 4-7 0,2 4 10 15,-2 5-6-15,2 3 8 0,0 11-5 16,3 9-24-16,-1 9-15 0,2 13 0 16,0 9-7-16,2 6-9 0,-1 6-6 15,-1-6-4-15,2-11 13 16,-4-4 6-16,2-10-9 0,-2 0 2 0,1 4-11 15,-1-1 2-15,-2 0 0 16,2 3-9-16,0 0 6 0,-2-1-9 16,4 0-1-16,-4-3-12 0,3 1-3 15,-1-4-3-15,2-1 3 0,-2-2 4 16,0 0 12-16,-2 1-14 0,4-2-2 16,-4 2 4-16,-2 1 8 0,5-3 7 15,-1 4 13-15,-2-5 24 0,2 4-24 16,2-2-17-16,-2 1-14 0,5-2 21 15,-5 3 9-15,4-3-30 16,2 0-1-16,-1 1-22 0,-1-1 10 0,0 2 9 16,0-1 0-16,1-2 1 15,-3 0 0-15,0 1 2 0,2-1 0 16,-1-1-2-16,1 0-2 0,-4 2-14 16,0-2-7-16,2-1-13 0,0-1 1 15,-1-7-2-15,1-7 11 0,-4-8 0 16,2 0 15-16,0 4 13 0,0 8 0 15,2 4 0-15,1 0-2 0,-1-1-1 16,-2-4-19-16,2-1 20 0,-2 1-1 16,5-4-10-16,-3-1 10 0,2-2-13 15,-2 0-2-15,0-1 5 0,1-3 10 16,-1-2-29-16,2-1 13 0,-4-2 17 16,0-4-1-16,3 0-9 0,-1-2 10 15,-4-2-2-15,6-1 1 0,-6-3-13 16,2-1-9-16,-2-3-25 0,0-2 2 15,-2-1 23-15,3-3 6 16,-3-2 17-16,0 1 2 0,0-3 0 0,0 0 17 16,0 0-17-16,0 0-29 0,0 0 7 15,0 0-6-15,0 0-10 16,-3 0-36-16,1 0-34 0,2-2-7 16,0 2 29-16,-2 0 19 0,2 0 25 15,0 0 42-15,-2 0 16 0,2 0 13 16,0 0 26-16,-2-1 28 0,2 1-4 15,0 0-5-15,-2 0-14 0,2 0-22 16,0 0-28-16,0 0-10 0,0 0-38 16,0-1-13-16,0 0-14 0,2 0 65 15,0-1 29-15,2 0 6 0,1-2-3 16,1 2-10-16,0 0-9 0,4 0 18 16,-4 0-2-16,7-1-10 0,-1 1-3 15,-1 1 0-15,3 0-14 0,1 0 11 16,1 0 25-16,3 1 88 0,-1 0-66 15,3 0-47-15,4 0 5 0,2 0 4 16,-3 0-6-16,7 0-14 16,0 0 11-16,5 0-13 0,-1 0 3 15,0-2 10-15,4 1-12 0,-2 0 0 16,3-3 2-16,1 4-2 0,0-2 2 16,3 0 0-16,-1 0 32 0,1 1-16 15,3 0-4-15,5-1 7 0,8 1-6 16,10-2 3-16,0 2 6 0,1 0 1 15,-9-2-11-15,-5 3 10 0,3-3-3 16,2 0-3-16,-2 1-3 0,2-2-16 16,-2 3-3-16,2 0 3 0,-2 1 0 15,4 0 0-15,-2 0 3 0,2 0-2 16,-4 2 0-16,0 2 1 0,4-2 0 16,-4 3-1-16,2-4-1 15,0 3 0-15,0-3-1 0,-2 2-1 16,-2 0 1-16,-2-2 0 0,4 0-1 15,-4 2-2-15,-2-2 1 0,1 1 3 16,1-2 19-16,-6 3-19 0,8-3-1 16,-13 0 1-16,-6 0-3 0,-5 0 1 15,-6 0 2-15,8 0 0 0,7 0-2 16,0 0-1-16,3 0-10 0,-3 0 11 16,-1 0 1-16,-5-3-2 0,2 3 3 15,-2 0-1-15,-4 0 1 0,0-1 1 16,1 0-1-16,-1-1 1 0,-6 0 1 15,1 1 1-15,1 0-2 0,-6-2 0 16,-4 3 2-16,3-3-2 0,-5 3 1 16,0-1 11-16,-9 0-11 0,6 0 14 15,-3 1-4-15,-5-2 1 0,0 2 2 16,-2 0-2-16,2-1 2 16,-4 1-12-16,0-1 22 0,-2 1 0 15,0 0 25-15,0 0 24 0,0-1 37 16,0 1-30-16,0-3-61 0,0 2-20 15,0-4-18-15,5 3 16 0,-3-4-17 16,0-3 4-16,2 1 12 0,-2 0 1 16,4-3 2-16,-4-2 0 0,7 1-16 15,-5-2 16-15,0-1 10 0,-2-5-9 16,0 1 1-16,2-5 2 0,-4-2 11 16,4-3 0-16,-4-3-14 0,2-2-1 15,-2-4-15-15,0-2 0 0,0-2 11 16,0-4-8-16,-2-8 10 0,0-13-10 15,0-11 10-15,0-1-1 0,0 4 0 16,0 6-10-16,0 6 12 0,-4-3 1 16,1-4 2-16,-3 4 1 0,2-3 0 15,0 0-3-15,0-2-22 0,-7 0 21 16,7 2 1-16,0-1 0 0,2 0 15 16,-1 4 1-16,1 4-13 15,-2 1 9-15,4 3-9 0,2-2 9 16,-2 4-11-16,2-1-1 0,-4 2-21 15,2-1 5-15,-2-1 13 0,2 2 0 16,-7-3 1-16,1-1-1 0,2 2-12 16,-2-1 14-16,-3 0-1 0,-1 0 2 15,2 1-1-15,-3-3 0 0,-3 1-2 16,5 2-24-16,-5 2 8 0,3 11-6 16,3 9 25-16,0 9 0 0,3 7 34 15,1 2 7-15,2-5-11 16,-8-4-17-16,3-4 2 0,1-2-13 0,0 0-2 15,-2 1 0-15,3 0-9 16,1 1 7-16,4 0-20 0,-2 3 10 16,-2-1 0-16,-3 1 11 0,7 1-15 15,-2 2-2-15,0 1-1 0,2 2 17 16,0 0-10-16,0 1-16 0,-2-1-13 16,2 2 23-16,0 0-4 0,0 3 22 15,-3 0 13-15,3 4 5 0,0 0-2 16,0 4 2-16,-2 0 7 0,2 1-23 15,0 0-2-15,0 0-10 0,2 0-15 16,-2 1 0-16,0-1 10 0,2 0-7 16,-2 1 10-16,0-1-3 0,2 1 15 15,-2-2 16-15,0 4 2 0,-3-2-5 16,3-1-12-16,0 1 11 0,-2 0-12 16,0 0 2-16,2-1 7 0,0-1-9 15,-4 1 0-15,-1 0-1 0,1-1 1 16,-2-1 2-16,2 2 17 0,2 0-17 15,-9-1 10-15,7 1 4 16,-4 0-13-16,6 2-1 0,-5-1-1 16,-1-1-1-16,2 0 0 0,4 1 0 15,-5 1 0-15,1-1-2 0,0 2 0 16,2-1 0-16,-5-1 1 0,1 0 1 16,0 0 1-16,3 0 8 15,-7 1-9-15,6-1 0 0,-5 0 0 0,-5 0 0 16,1-1 1-16,-2-1 1 0,1 0 1 15,-3 2 10-15,-6-2-10 0,5 3 0 16,-3-2 13-16,-2 2-13 0,-4-1-2 16,-2 0 1-16,0 1 0 0,-4-1-2 15,-3 1-1-15,-9-1 1 0,-3 0 0 16,-14 0 1-16,-11 1 0 0,-3 0-1 16,-11 2 1-16,2 0 12 0,6 2-13 15,1-1-2-15,7 2-1 0,1-1-10 16,-7 0 13-16,3 1 13 0,-1 0-13 15,-4 0-2-15,1 0 1 16,-5 1 1-16,0 0 1 0,0 2 0 16,-4 0 11-16,2-2-12 0,3 1 0 15,-3-2 0-15,2 0 16 0,4 0-15 16,-4 0 2-16,3 0-2 0,1 0 1 16,0 0 13-16,5 0-15 0,-1 0 4 15,7 0-4-15,4 0 1 0,1 2 10 16,3-2-10-16,4 1 0 0,11 1 0 15,9 1 10-15,9-2-8 16,9 0 18-16,3-1-21 0,3 4-1 0,-7-3-2 16,2 0-16-16,0 2-2 15,-1-1-16-15,9-1-41 0,-1 2-186 16,10 0-157-16,4 2 105 0,0 2-29 16,12 3-176-16,-4-2-220 0,23 13-395 0</inkml:trace>
  <inkml:trace contextRef="#ctx0" brushRef="#br0" timeOffset="78644.57">22869 1819 1 0,'0'0'88'0,"0"0"-16"15,0 0 671-15,0 0-307 0,0 0-153 16,0 0-68-16,0 0-30 0,0 0-49 15,0 0-65-15,0 0-54 0,0 0-17 16,-3-36 19-16,3 36 30 0,0 0 31 16,0 0 37-16,0 0 9 0,0 0-39 15,0 5-33-15,0-3-22 0,0 2 14 16,0 3 79-16,3 3 48 0,1 6 5 16,2 12-34-16,-2 11-53 15,4 16-27-15,-2 15-10 0,1 10-1 16,3 1 1-16,-2-5-1 15,-2-5 1-15,3-6 21 0,1 6-3 0,0-2-8 16,-1 5-5-16,1-1-34 0,2 3-23 16,-1-3 1-16,-5 0-1 0,6-4-2 15,-3 2 0-15,-3-4-3 0,0-1 0 16,0-2 1-16,-2-6 2 0,3-2 2 16,-5 1 20-16,2-5-4 0,0 1-5 15,0-8-1-15,-2-6 1 0,6 3-10 16,-3-5 9-16,1 0-11 0,-2 5-1 15,0-10 0-15,0 5-12 0,4 4-4 16,-3-2-5-16,3-2 5 0,-4-1 4 16,0-5-1-16,0 1 10 0,0-3-10 15,0-1 10-15,-1 0-25 0,-1-1 13 16,-2-2-1-16,0 0 15 16,2-2-2-16,-2-1 0 0,4 0-10 0,-2-3 13 15,-2 1 0-15,2-1 0 16,-2 1 1-16,2-1 0 0,0 0 1 15,2 1-2-15,-2-3 0 0,0 1-2 16,-2 0 0-16,4-4 0 0,-1-2-16 16,-1 0 17-16,0-3 1 0,0-2 1 15,-2-3-1-15,4 1 3 0,-2-2 12 16,-2 1-12-16,2 1 0 0,-2-3-1 16,2 3 1-16,-2-1-2 0,2 1 0 15,0 1-1-15,0-2-1 0,0 2 0 16,0-2 0-16,0-1 1 0,1 2 0 15,1-2 2-15,-2 0 0 0,0-1 13 16,4 1-13-16,-4-1 0 0,0-1 0 16,2 2 0-16,0-1 0 0,-2-2-2 15,7 1 0-15,-1-1 1 0,-4 0-1 16,2 0 1-16,5 0 0 0,-3 0 0 16,4 0 2-16,-1-3-1 15,3 0 0-15,-1 0-1 0,3 0 0 16,1 1 12-16,-1-3-11 0,3 2 1 15,4 0 9-15,-5 0-10 0,3-1 0 16,4 2-1-16,-1-1 0 0,1 3 0 16,2 0 2-16,4 0 0 0,2 0 12 15,2 0 48-15,3 2-17 0,3-1-46 16,2 1 0-16,1-2 0 16,3 2 2-16,9 0-1 0,10 1-1 15,9-2 1-15,1 1-1 0,-6 0 3 0,-3-1 9 16,-14 1-12-16,7-1 1 0,0 1-1 15,0-2 1-15,4 1 0 16,0 0 1-16,0-1 0 0,3 0 0 16,-1 0 11-16,0-2-1 0,-2 0-11 15,2 0 1-15,-6-2 0 0,4 1-2 16,-2 0 1-16,-4 0-1 0,2 2 0 16,-6-1-1-16,-5 2-2 0,-12 0 2 15,-8 0-2-15,4 0 0 0,1 2 2 16,-1 2-1-16,12-1 2 0,-4 0 0 15,1-1 0-15,-5 1 1 0,0 0-1 16,-4-2 0-16,0 0-1 0,-2 1 1 16,-2-1 0-16,-4-1-2 0,-2 0 1 15,-2 0-2-15,-7 0-10 0,5 0-2 16,-5 0-1-16,-2 0 1 0,-5 0 2 16,-1-1 13-16,-2-1 0 15,0 0 3-15,-4 0 25 0,0-2 19 0,6-2 27 16,-4-2 4-16,0-3-23 15,1-7-33-15,-1 1-13 0,2-4-9 16,-4-3-2-16,0-2-10 0,2-2 8 16,-2-3-11-16,0-3 12 0,-2 1-9 15,2-4 12-15,-4-1 1 0,-3-2 2 16,-1-3 0-16,2-8 12 0,0-10-2 16,0-8-11-16,-3-4-2 0,-1 3-18 15,2 6 15-15,1 4 1 0,-1-2 2 16,0-3 3-16,0-3 16 0,4-2-18 15,-3-1 1-15,3-1 1 0,-4-3 9 16,4 0-10-16,0 3 1 0,0 0-3 16,1 3-26-16,-1 2 1 0,-2 3 25 15,-4-1 1-15,4 2 11 0,-1 4 4 16,1 6 5-16,2 7-5 0,-4 8-1 16,4-6-12-16,-3-9-1 0,3 5 0 15,-2-2-2-15,2 13-17 0,-2 12-8 16,0-8 7-16,1-3 5 0,-1-4 10 15,0 5 1-15,2 4 2 16,-2 1-18-16,-1 2 15 0,3-5-15 16,-2-3 17-16,2 2-12 0,-2 4 13 15,-2 2 21-15,-1 5 10 0,3 4-19 16,2 1 19-16,-4 5-6 0,1 1 3 16,-1 3-10-16,4-1-15 0,2 3 10 15,-2 1-13-15,0 1-1 16,4 2-15-16,-2-2 14 0,0 0 2 0,-3 3 1 15,3-1 1-15,0 1 11 16,0 1-1-16,-2-2 3 0,2 3 13 0,0-3 6 16,0 3-16-16,0-1 0 15,0 0-2-15,-2-1-14 0,2 0 1 16,0 2-2-16,-5-1 0 0,5 1 0 16,-4-1-1-16,4 0 1 0,-2 0-1 15,-2-2 1-15,-1 3 11 0,-3-2-11 16,0 1 2-16,2-3 10 0,-7 2-11 15,3 1-1-15,-7-1-1 0,2 0 0 16,-5 1-1-16,5 1 0 0,-6-1-21 16,-8-1 1-16,5 2 21 0,-3 0 0 15,-6 0 0-15,-3 0 0 0,1 0 0 16,-2 0 1-16,-13 0 0 0,-8 0 0 16,-8 0 1-16,-11 0 10 0,-3 3-11 15,3-3-1-15,7 3-1 0,6-3 0 16,4 2-14-16,0-1 13 0,-2-1-11 15,-3 2 11-15,-1-2 0 16,-2 1 0-16,0 2 1 0,-1 0 1 0,-5-3 2 16,4 4-1-16,-3-2-1 15,5 1 0-15,0 1-1 0,3 1 1 16,-1-4-2-16,2 3-1 0,0 0 0 16,2 0 3-16,0 2 0 0,4-3 0 15,12 1 13-15,7-1-13 0,10 1-1 16,12-2-2-16,-1 1 1 0,-1-1-19 15,-6 0 18-15,0 2-25 0,-2 0 13 16,9-2-4-16,1 1-2 0,9-1-13 16,-3-1-3-16,5-1-37 0,6 0-78 15,0 0-62-15,2 0-6 0,0 0 16 16,0 1 30-16,0 1 41 0,0 2-39 16,0 0-58-16,2 2-88 0,0-1-85 15,-2 1-145-15,2-3-129 0,-2 8-403 16</inkml:trace>
  <inkml:trace contextRef="#ctx0" brushRef="#br0" timeOffset="79492">22997 2826 462 0,'0'0'280'16,"0"0"618"-16,0 0-596 0,0 0-91 16,0 0-14-16,0 0-42 0,0 0-152 15,0 0-3-15,0 0-38 0,0 0 38 16,-6-3 106-16,14 0 14 0,4 2-8 16,3-4 17-16,1 1-27 0,3-1 1 15,1 2-7-15,5 0-16 16,4 0-1-16,2 1-3 0,4 0-9 15,3-1-13-15,5 1-23 0,7-2-8 16,12-1-4-16,8 3 6 0,4-4-6 16,-3 2 3-16,-5 0-3 0,-6 0 0 15,4-2-16-15,4 2 22 0,2-2 44 16,3 3-3-16,1-3-41 0,-2 0-9 16,1 3-3-16,1-1 2 0,1 3-12 15,-3-1 0-15,-4 1 16 0,-2-1-3 16,2 1-2-16,1 0-13 0,-1 1 11 15,0-2-12-15,-2 0 22 0,5 2-9 16,-3-1 11-16,0-1-8 0,0 2-4 16,-6-1-9-16,0 1-2 0,-2 0 1 15,-4-2 13-15,-2 2-15 0,-9 0-1 16,-8 0 0-16,-10 0 0 16,-2 0-1-16,4 0-1 0,0 0 3 0,4 0 0 15,-2 3 3-15,-4-3-3 16,-4 3-1-16,-7-1 0 0,-3 0-11 15,1-2 10-15,-8 1 0 0,3 0 0 16,-5-1-1-16,2 2 0 0,-4-2-16 16,0 0-12-16,0 0-23 0,-2 0-31 15,0 0-25-15,0 0-16 0,0 0-6 16,-4 0-17-16,0 3-78 0,-11-2-450 16,9 0-702-16</inkml:trace>
  <inkml:trace contextRef="#ctx0" brushRef="#br0" timeOffset="80308.17">23210 3777 128 0,'0'0'49'0,"0"0"46"0,0 0 1128 15,0 0-901-15,0 0-98 0,0 0-42 16,0 0 119-16,0 0-105 0,0 0-41 16,0 0-11-16,-40 14-70 0,40-14-61 15,0 0-13-15,0 0-4 0,4 0 4 16,3 0 91-16,3 0-2 0,2 1 1 16,5 0-8-16,2-1-6 0,5 1 7 15,3-1-7-15,4 0 3 0,4 1-23 16,3-1 4-16,11 0-28 15,7 0 5-15,12-1-6 0,7-2-2 16,-7-1 2-16,-2-4-14 0,-6 6 8 16,2-1-10-16,2-3 4 0,2 4-16 15,-2-2 25-15,5 1-12 0,-1 1-1 16,4 2 1-16,5 0 62 0,-3 0 46 16,-2 0-65-16,5 3-40 0,-1-1-1 15,3 0-6-15,-1 0-10 0,3-2 2 16,-7 1-1-16,-1-1-1 0,-5 0 0 15,-6 0 10-15,-6-1-11 16,-7 1 11-16,-13-2-11 0,-7 1 3 16,-5 0 8-16,3-1-9 0,2 1-1 15,0-2 0-15,-6 1-2 0,-5 0 1 0,-1 1-1 16,-5 0-14-16,-5-1-33 16,-3 2 7-16,0-2-6 0,-2 2-7 15,-2 0-21-15,0 0-23 0,0-1-25 16,0-2-38-16,0 2-48 0,0-5-119 15,0 0-111-15,0-4-151 0,0 3-507 16,-2-9-98-16</inkml:trace>
  <inkml:trace contextRef="#ctx0" brushRef="#br0" timeOffset="81336.5">23950 1689 70 0,'0'0'52'0,"0"0"-3"16,0 0 462-16,0 0-149 0,0 0-264 15,0 0-53-15,0 0-45 0,0 0-1 0,0 0 0 16,0 0 1-16,-11-31 59 16,11 30 19-16,0 0 20 0,0 1 58 15,0 0 71-15,0 0 7 0,0 0-14 16,0 0-38-16,0 0-63 0,0 0-35 15,0 1-20-15,0 0-22 0,0-1 16 16,0 3 45-16,2 0 12 0,0 0-18 16,3 3-27-16,-3-2-13 0,2 2 10 15,-4 5 7-15,4-2 8 0,-2 5 13 16,0 3 26-16,0 6-24 16,0 3-18-16,0 10-16 0,0 9-10 15,0 5-3-15,0 3-8 0,-2-3-7 16,3-3-4-16,3 5 3 0,-2 10 3 15,2 9-2-15,4 3-4 0,1-5-3 16,-3-6-10-16,0-9 7 0,1 0-25 16,1-1-2-16,-4 1-20 0,0 1 19 15,3 2 0-15,-3-4 3 0,4 2 22 16,-4-1-10-16,3-10 7 0,-3-6 9 16,0-7-3-16,-2 0-4 0,2 5-2 15,0 5-7-15,3 7-9 0,1-2 13 16,-4-3-15-16,1 1-1 0,3-2-3 15,-2 0 1-15,-2-2-1 0,-2-1 1 16,3-2-1-16,-3 2 1 0,0-1 0 16,-2-2 2-16,4 3 0 0,-4-3 2 15,2-2-2-15,-4 2 2 0,2-2-1 16,1-2 20-16,1 1-2 0,-2-1-16 16,2 0 9-16,-2-1-11 0,2-1 0 15,-2-1 0-15,4-2-1 16,-4-4-2-16,0 2-16 0,1-3 16 15,-1 0-11-15,0-3 11 0,2 0 0 16,-4-1-16-16,6-2 17 0,-4 0 1 16,0-4 1-16,0 1 11 0,2-4-11 15,-2 0 1-15,-2 0 1 0,0-4 0 16,5 2 0-16,-5-3-1 0,0 0-1 16,0-1 1-16,0 0 1 0,0 1-3 15,0-2-2-15,0 0 1 0,0 0-2 16,0-1-21-16,0 0-7 0,0 0-25 15,0 1-46-15,0-2-36 0,0 0-122 16,0 0-62-16,0 0-111 0,0 0-113 16,0 0-157-16,0-2-113 0,0 2 99 15</inkml:trace>
  <inkml:trace contextRef="#ctx0" brushRef="#br0" timeOffset="82325.02">23265 2306 735 0,'0'0'1093'0,"0"0"-600"0,0 0-315 16,0 0-178-16,0 0-43 15,0 0 43-15,0 0 6 0,0 0 130 16,21 6-1-16,-13-10-29 0,3 0 10 16,3-1-4-16,-3 0 3 0,3-4-3 15,0 0 9-15,-1 0-29 0,3-2-19 16,-5 0-32-16,3 0-19 0,1 1-6 16,-3-2-13-16,3 0-2 0,-5 3 2 15,2 0-2-15,-1 1-1 0,-5 0 0 16,-2 5 0-16,0-1 0 0,-4 3 22 15,0 1 44-15,0 0 69 0,0 0 22 16,0 0-18-16,0 0-27 16,0 1-19-16,0 0-19 0,0 2-34 15,0 3-40-15,-2 3 0 0,0 7-55 16,-2 7 37-16,0 5 18 0,-5 3 16 16,5 0-1-16,-2 3 1 0,2-4 11 15,0-2-2-15,0-1-3 0,2-7-19 16,0 1-3-16,2-5-25 0,0 0 3 15,0-2 1-15,0-3-13 0,2-1-62 16,4 0-88-16,0-2-58 0,2-1-162 16,5-3-263-16,-7-1-541 0</inkml:trace>
  <inkml:trace contextRef="#ctx0" brushRef="#br0" timeOffset="83878.79">24454 1871 2093 0,'0'0'366'0,"0"0"-127"16,0 0 63-16,0 0-78 0,0 0-147 15,0 0-77-15,0 0-13 0,0 0-35 16,0 0 48-16,0 0 70 15,6 0 19-15,3 2-22 0,1 0-13 16,-2 0-10-16,7 3-15 0,1-3-7 16,-1 2-3-16,3 0-19 0,-1 2 0 15,1-2-29-15,5 2-50 0,-6 0-150 16,1 1-103-16,-3 1-132 0,1-2-177 16,-5 9-377-16</inkml:trace>
  <inkml:trace contextRef="#ctx0" brushRef="#br0" timeOffset="84205.54">24380 2151 735 0,'0'0'1758'16,"0"0"-1619"-16,0 0-81 15,0 0-58-15,0 0 164 0,0 0-29 0,55-5-19 16,-36 3-40-16,6-3-34 0,-4 2-10 15,3 0 32-15,1 2 25 0,-4 1 6 16,-5 0-9-16,1 0-14 16,-3 0 14-16,-10 2-23 0,1 2-7 15,-5-1 23-15,0 4 66 0,-2 3 64 16,-5 8-51-16,-5 2-106 0,-3 9-33 16,3-2-7-16,-7 0-12 0,7-2 0 15,-2-3-3-15,-1-2-18 0,7-2 8 16,-2-6-8-16,1-1-26 0,5-3-37 15,2-2-31-15,2 0-34 16,-2-1-53-16,2-3-123 0,0 0-162 0,0-2-177 16,2 0-438-16,-2-3-134 0</inkml:trace>
  <inkml:trace contextRef="#ctx0" brushRef="#br0" timeOffset="84462.54">24535 2258 278 0,'0'0'2019'0,"0"0"-1547"16,0 0-341-16,0 0-131 0,0 0 170 16,0 0 45-16,0 0-25 0,51-1-56 15,-32 2-43-15,2 5-28 0,3-1 7 16,1-3-1-16,0 4-10 0,0-1-21 16,0 0-3-16,-1-1-9 0,-3 1-23 15,0 0 9-15,-9-2-11 0,1 1-1 16,-5 1-12-16,-4-1-43 0,2 0-38 15,-2 0-27-15,-2-2-38 16,-2 3-35-16,0-2-30 0,0 1-37 16,-6 1-55-16,-2-3-163 0,0 0-233 15,-3-1-9-15,-3-1-18 0</inkml:trace>
  <inkml:trace contextRef="#ctx0" brushRef="#br0" timeOffset="84666.29">24667 2279 96 0,'0'0'101'16,"0"0"427"-16,0 0 767 0,0 0-949 15,0 0 25-15,0 0 31 0,0 0-106 16,0 0-153-16,0 0-73 0,0 0-70 16,-29-5 22-16,33 13-13 0,0 4 86 15,0 4 2-15,3 1-27 0,-1 4-20 16,0 0-22-16,0-1-27 0,0 1 0 16,-4-3-1-16,1-1-3 0,1 1-35 15,-2-4-50-15,-2 0-44 0,0-3-95 16,4 0-101-16,-2-5-131 0,0-1-242 15,2-5-564-15</inkml:trace>
  <inkml:trace contextRef="#ctx0" brushRef="#br0" timeOffset="84914.73">24913 2079 441 0,'0'0'2511'0,"0"0"-1978"16,0 0-305-16,0 0-102 0,0 0-54 16,0 0-72-16,0 0 0 0,0 0 0 15,0 0 36-15,0 0-14 0,50-5-19 16,-32 4 9-16,-3 1-11 16,3 0 1-16,-3 0-2 0,1 0-22 15,-5 3-66-15,1 1-70 0,0 0-98 0,-7 4-121 16,-1 1-198-16,0-2-171 15,-8 5-717-15</inkml:trace>
  <inkml:trace contextRef="#ctx0" brushRef="#br0" timeOffset="85121.23">24909 2206 30 0,'0'0'1783'0,"0"0"-517"16,0 0-1266-16,0 0 80 0,0 0-45 15,0 0 128-15,0 0-33 0,0 0-25 16,60-4-52-16,-42 2-40 0,3-2-12 16,-4 4-1-16,5 0-16 0,-7 0-25 15,1 6-98-15,-7 2-94 0,-1 3-64 16,-4 3-41-16,-4 3-44 0,0 0-378 16,-12 5-563-16</inkml:trace>
  <inkml:trace contextRef="#ctx0" brushRef="#br0" timeOffset="85348.24">24919 2473 654 0,'0'0'1714'15,"0"0"-1220"-15,0 0-388 0,0 0 156 16,0 0 75-16,0 0-78 0,0 0-67 16,54-22-69-16,-42 15-61 0,5-2-40 15,-1 0-21-15,5 2-1 0,-4-2-2 16,1 1-1-16,-1 2-13 0,1 1-9 15,-3 1-37-15,1 2-42 0,-7 0-47 16,3 0-13-16,-6 2-45 0,2-2-58 16,-3 2-73-16,-5-2-134 0,2 0-232 15,-2-3-56-15</inkml:trace>
  <inkml:trace contextRef="#ctx0" brushRef="#br0" timeOffset="85589.3">25167 1995 666 0,'0'0'1397'0,"0"0"-812"0,0 0-408 15,0 0-151-15,0 0 157 0,0 0-23 16,15 53-86-16,-13-34-39 15,2 3-33-15,0-2-2 0,0-1 0 16,-2 1-3-16,4-3-61 0,-4 0-51 16,1-5-49-16,1 0-58 0,-4-5-133 15,2 0-296-15,2-6-474 0</inkml:trace>
  <inkml:trace contextRef="#ctx0" brushRef="#br0" timeOffset="85780.45">25324 1999 628 0,'0'0'1306'0,"0"0"-526"16,0 0-363-16,0 0-206 0,0 0-109 15,0 0-71-15,0 0 11 0,0 0 5 16,2 71-31-16,-2-47-16 0,0 2-22 16,0-1-32-16,0 1-102 0,0-1-106 15,0 0-81-15,0-7-268 0,-2 10-904 16</inkml:trace>
  <inkml:trace contextRef="#ctx0" brushRef="#br0" timeOffset="86788.37">23367 3160 780 0,'0'0'1260'0,"0"0"-813"0,0 0-154 0,0 0-4 15,0 0-90-15,0 0-199 16,0 0 0-16,0 0 47 0,0 0 39 16,0 0-38-16,62-41-10 0,-40 34-9 15,1 3-7-15,0 2 6 0,2 1-5 16,-5 1-4-16,1 2 3 0,-4 3-7 15,-3 6-12-15,-4-2-2 0,-3 4 24 16,-5 3 16-16,-2 7 16 0,-2 0-26 16,-9 2-15-16,1 0-13 0,-4-1-3 15,-1-3 0-15,-2-3-2 0,1 0-14 16,1-5 16-16,-1-1-1 0,-1-4 0 16,3 2-11-16,2-4-10 0,-5-2 0 15,5-1-4-15,-1-1 7 0,3 0 6 16,4 1 13-16,-1-3 12 0,5 0 20 15,0 0 40-15,2 0-24 16,0 0-48-16,0 0-76 0,2 0 35 16,5 0 41-16,1 0 98 0,2 0-4 15,7 0-9-15,-1-1-6 0,5-1-23 16,4 0-19-16,4 1 1 0,-2 0-13 16,4-2-23-16,0 3-2 0,-2-2-27 15,-1 2-64-15,1 0-35 0,-2 0-62 16,0 2-119-16,-2 1-136 0,-6-1-210 15,5 4-784-15</inkml:trace>
  <inkml:trace contextRef="#ctx0" brushRef="#br0" timeOffset="87812.82">25543 3763 184 0,'0'0'707'15,"0"0"-189"-15,0 0-310 0,0 0-39 16,0 0 19-16,0 0-103 15,0 0-50-15,0 0 11 0,0 0 12 16,0 0 20-16,-18 3-49 0,18-3 10 16,0 0 71-16,0 0 74 0,0 0 57 15,0 0-10-15,0 0-36 0,0 0-62 16,0 0-63-16,0 0-38 0,0 0-32 16,2 0 1-16,4 0 9 0,-2 0 50 15,4 0-3-15,-1 0-16 0,7 0 6 16,-1 0 10-16,3 0 3 0,1 0 9 15,3-3 0-15,-1 3-25 0,6-3 7 16,-3 3-23-16,1-1 0 0,0-1-13 16,4 2-13-16,-4-1 17 0,-1-3-17 15,5 4 17-15,-6-1-17 0,-3-2 1 16,1 1 0-16,-5 1-1 16,1-2-1-16,-5 3 14 0,-4 0-15 0,1 0-3 15,-1-1-1-15,0 1-20 16,-4 0-42-16,2 0-21 0,-2 0-49 0,0 1-75 15,-2-1-71-15,5 4-72 0,-3 1-177 16,-2-4-555-16,0 4-375 0</inkml:trace>
  <inkml:trace contextRef="#ctx0" brushRef="#br0" timeOffset="89100.08">24287 3241 735 0,'0'0'1453'0,"0"0"-1055"15,0 0-253-15,0 0-97 0,0 0 17 16,0 0 127-16,0 0 42 0,0 0-27 16,64-9-40-16,-46 5-34 0,5 0-26 15,2 1-25-15,2-1-39 0,-2 0-11 16,1 1-9-16,3 0-8 0,-2 0-15 15,-2 3 0-15,-2-1-10 0,-3 0-10 16,-1 1-2-16,-5 0-53 0,1 0-73 16,-1 0-95-16,-7 0-81 0,1 0-87 15,-2 0-199-15,-4 0-649 0</inkml:trace>
  <inkml:trace contextRef="#ctx0" brushRef="#br0" timeOffset="89377.17">24510 3029 60 0,'0'0'2292'0,"0"0"-1814"0,0 0-238 16,0 0-150-16,0 0-52 0,0 0-9 15,0 0-26-15,0 0 99 0,0 0 64 16,8 57-5-16,-4-31-41 0,2 7-29 15,1 4-12-15,-3 4-10 0,2-1-24 16,-2 3-26-16,-2-3-19 0,0 1-13 16,0-7 0-16,0 0-9 0,-2-5-25 15,2-4-54-15,-2-2-28 0,5-4-64 16,-1-3-55-16,-2-5-52 0,0 1-115 16,4-4-223-16,-6-4-386 0</inkml:trace>
  <inkml:trace contextRef="#ctx0" brushRef="#br0" timeOffset="89607.19">24417 3334 1 0,'0'0'2108'0,"0"0"-1645"0,0 0-99 15,0 0-137-15,0 0-64 0,0 0-68 16,0 0-25-16,-31 61-6 0,31-40-36 15,0 1-28-15,2-1-1 0,4 0-24 16,2-3-10-16,3-2-67 16,-3-3-60-16,6-2-33 0,3-6-43 15,-5-2-100-15,3-3-209 0,-1-4-543 0</inkml:trace>
  <inkml:trace contextRef="#ctx0" brushRef="#br0" timeOffset="89788.6">24632 3284 947 0,'0'0'798'16,"0"0"236"-16,0 0-895 0,0 0-95 15,0 0 40-15,6 61-23 0,2-40-29 16,-2 1-4-16,1 0-15 0,3-3-13 16,0-2-22-16,-1 1-7 0,3-5-41 15,-2-1-139-15,1-3-65 0,1-4-101 16,-2-3-381-16,-1-2-412 0</inkml:trace>
  <inkml:trace contextRef="#ctx0" brushRef="#br0" timeOffset="90004.6">24762 3054 151 0,'0'0'2224'0,"0"0"-1830"15,0 0-250-15,0 0-41 0,0 0-7 16,-8 60 9-16,8-39-6 0,0-2-48 16,4 4-51-16,0-2 0 0,0 0-16 15,0-4-22-15,3-1-70 0,-1-4-78 16,-4 0-90-16,2-4-154 0,-2-3-306 16,2-4-652-16</inkml:trace>
  <inkml:trace contextRef="#ctx0" brushRef="#br0" timeOffset="90196.77">24849 3073 1460 0,'0'0'1398'0,"0"0"-1075"0,0 0-33 16,0 0-116-16,0 0-142 0,0 0-13 15,0 0 19-15,-2 68-25 0,4-44-13 16,0 0-19-16,0 0-13 15,2-1-69-15,2 0-93 0,-2-1-48 0,3-1-69 16,-5-3-147-16,2-4-294 16,0-2-514-16</inkml:trace>
  <inkml:trace contextRef="#ctx0" brushRef="#br0" timeOffset="90432.24">25029 3131 79 0,'0'0'2489'0,"0"0"-1965"0,0 0-154 16,0 0-60-16,0 0-165 0,0 0-145 15,0 0-7-15,0 0-7 0,-15 63 14 16,9-30 3-16,-2 0-2 0,2 5-1 16,-3-1-25-16,5-2-1 0,-2 1-8 15,-2-4-39-15,1-3-34 0,3-1-42 16,2-5-61-16,2-3-81 0,0-5-118 15,2-3-254-15,5-7-393 0</inkml:trace>
  <inkml:trace contextRef="#ctx0" brushRef="#br0" timeOffset="90728.4">25122 3188 974 0,'0'0'615'15,"0"0"455"-15,0 0-393 0,0 0-576 16,0 0 29-16,0 0 0 0,0 0-86 16,0 0-22-16,0 0 4 0,-9 64-4 15,7-28-19-15,-4 3-3 0,0 0-1 16,4-4 1-16,0-2 13 0,2-5 31 16,0-4 26-16,0-3 8 0,4-8 7 15,4-1 6-15,-2-5-10 0,-1 0-10 16,1-5-27-16,2 1-7 0,0-3 3 15,-1 0-12-15,1-3 9 16,0-3-9-16,2-2 3 0,-1-3-10 16,1-3-21-16,4-2-18 0,-5-1-121 15,5 0-75-15,1-4-69 0,-5 2-130 16,0 6-196-16,3-8-906 0</inkml:trace>
  <inkml:trace contextRef="#ctx0" brushRef="#br0" timeOffset="91040.52">25397 2894 2820 0,'0'0'981'16,"0"0"-761"-16,0 0-60 15,0 0-79-15,0 0-62 0,0 0 37 16,-13 76 9-16,9-34-15 0,4 9-16 16,-8 12 3-16,0 7 0 0,1-9 6 15,3-11-6-15,2-17-22 0,0-7-15 16,2 4-12-16,0 3 9 0,0 2-22 16,0-4 10-16,0 0-28 0,2-6-47 15,4-3-62-15,1-3-53 0,1-2-63 16,0-5-143-16,0-6-245 0,1-3-424 15,1-4-353-15</inkml:trace>
  <inkml:trace contextRef="#ctx0" brushRef="#br0" timeOffset="91233.89">25380 3338 1065 0,'0'0'1198'0,"0"0"-211"15,0 0-507-15,0 0-93 0,0 0-141 16,0 0-144-16,0 0-49 0,0 0-53 15,0 0-52-15,0 0 52 0,17-7 0 16,-1 8 0-16,5 5-12 0,0 0-47 16,3 2-103-16,1 4-60 0,0 1-80 15,-2 2-175-15,-5-1-304 0,1 5-712 0</inkml:trace>
  <inkml:trace contextRef="#ctx0" brushRef="#br0" timeOffset="91983.89">24853 4053 1858 0,'0'0'1531'0,"0"0"-1256"0,0 0-107 15,0 0-168-15,0 0-79 0,0 0 19 16,0 0 44-16,0 0-47 0,0 0-124 16,58 54-40-16,-46-41-16 0,1-2-108 15,-1 0-205-15,-10-3-442 0</inkml:trace>
  <inkml:trace contextRef="#ctx0" brushRef="#br0" timeOffset="92118.92">24884 4279 37 0,'0'0'1388'0,"0"0"-1011"15,0 0-377-15,0 0-36 0,0 0-19 16,0 0-62-16,0 0-81 0,0 0-115 16,0 0-326-16</inkml:trace>
  <inkml:trace contextRef="#ctx0" brushRef="#br0" timeOffset="92239.82">24909 4386 103 0,'0'0'1050'0,"0"0"147"0,0 0-919 16,0 0-114-16,0 0-61 15,-21 60-103-15,21-46-13 0,2-1-41 16,4 0-191-16,-1-4-224 0,3-1-696 0</inkml:trace>
  <inkml:trace contextRef="#ctx0" brushRef="#br0" timeOffset="92724.88">23633 4034 897 0,'0'0'1702'0,"0"0"-1506"0,0 0-157 15,0 0-39-15,0 0-45 0,0 0-23 16,0 0-80-16,0 0-153 0,2 54-309 16,5-50-213-16</inkml:trace>
  <inkml:trace contextRef="#ctx0" brushRef="#br0" timeOffset="92879.19">23660 4214 2346 0,'0'0'718'0,"0"0"-491"16,0 0-97-16,0 0-130 15,0 0-9-15,-8 60-45 0,16-44-58 0,3-2-153 16,5 0-163-16,-6-4-334 16,9-2-727-16</inkml:trace>
  <inkml:trace contextRef="#ctx0" brushRef="#br0" timeOffset="100107.51">27232 5736 1 0,'0'0'24'0,"0"0"15"16,0 0-13-16,0 0-3 0,0 0 29 15,0 0 284-15,0 0 49 0,23-14-239 16,-31 12-22-16,-1-1-39 0,3 3-17 15,-10 0 13-15,3 0 36 0,-1 0-16 16,-5 0 16-16,-4 0-55 0,7 0 19 16,-9 0-3-16,7 3-19 15,-3-1-11-15,-6-1 33 0,8 0-29 0,-3 1 26 16,-7 0-43-16,4-1 0 16,2 2-35-16,-4 0-3 0,0 2-17 15,-4-2 18-15,2 1-30 0,1 2 6 16,-6-2-26-16,-1 2 0 0,0 1 4 15,-2 1 15-15,-6 0-9 0,-3 2 39 16,-6 0 3-16,-12 1-19 0,-10 3 19 16,-3-1 23-16,5-1-3 0,6-1-20 15,4 0 3-15,0 0 16 0,-2-2-6 16,0 2-13-16,-2-1 1 0,-1-1-14 16,1 1 5-16,-2-1 8 0,-4-3 0 15,1 1 13-15,-1 0 2 0,-2 0-14 16,-5 3 27-16,1-5-27 0,-7 3-1 15,2-1 23-15,-6 2-20 0,2 0 29 16,1 1-32-16,-7-3 4 0,0 3-4 16,0 0-13-16,0-2 0 15,-5 3 13-15,-7-3-1 0,4 2-2 16,-5-2 2-16,-1 2-1 0,1 0 2 16,-3 1 0-16,1-2 2 0,3 0-2 15,-3 1 3-15,3-1 7 0,-3 3-10 16,1-4-22-16,2 2-27 0,-1-1-26 15,-3 1-15-15,-3-2-37 0,0 2 10 16,-5 1 19-16,3-1 72 0,-4 0 26 16,2-1 3-16,-4-2 45 0,5 0 47 15,-1-2 61-15,0 0-14 0,4-2-18 16,1-2-21-16,3-1-6 0,3 0-22 16,-1 0-36-16,3 0-10 15,0-3-28-15,1 0-1 0,3-3-13 0,0-3 0 16,2 2-3-16,2-2 13 0,-4-5-14 15,6 4 16-15,0-2 0 16,-3-1 0-16,5-1 2 0,-2 1 1 0,0-3-2 16,5-1-19-16,-1 0-13 0,0 0-4 15,2 0-13-15,-2-1 14 0,2 0-1 16,0 0 17-16,5-2 5 16,-3-2 14-16,0 2 26 0,5-2 9 15,-3 1 7-15,0-2 43 0,3 1-24 16,-3 0 13-16,2-2 17 0,1 0-14 15,3 2-9-15,-3-2-14 0,1 0-12 16,7-1-26-16,-1 0-15 0,5-3-1 16,2 1-3-16,2-2 3 0,4 0-13 15,4-4-3-15,11 3 16 0,7 5-2 16,7 1-17-16,3 0 18 0,-8-4-19 16,-3-8 8-16,-8-3 5 15,3-2-15-15,1-3 5 0,-3 3 1 16,3-2-6-16,2 1 3 0,-3-1-1 15,1 0 17-15,3 0-23 0,1-1 25 16,-2-2-2-16,-1 0-12 0,7-1 14 16,-2-2-9-16,2 2 10 0,0 0 16 15,2 1-3-15,-4-1-11 0,3 1 27 16,1-3-13-16,0 2 1 0,4 1-15 16,-2-2-1-16,2 0 9 0,1 0-10 15,3-8-1-15,-4-8-15 0,0-11 3 16,2-2 0-16,4 6-3 0,9 5-16 15,3 11 12-15,1-3 19 0,2-2 1 16,2 1 0-16,1-5 0 0,3 5-2 16,0-2 1-16,2 1 1 0,0-3 1 15,0 1 3-15,4 0-1 0,1-1-1 16,1 1-2-16,-2-2-12 16,2 0-4-16,7-1 15 0,-5-1-2 15,2 1 0-15,5 1 0 0,-3 2 0 16,7 5 1-16,-3-5 2 0,5 3 13 15,2-1 0-15,-3-3 3 0,7 3-13 16,0 0-3-16,0-1-1 0,-2 1-1 16,4-3 0-16,0 0-1 0,2 3 0 15,0 0 2-15,2 2 1 0,-2 7-1 16,-7 11 1-16,10-5-3 0,5-10-16 16,6-6 3-16,13-6 12 0,-4 4-25 15,-2 10-3-15,-1 0 0 0,-1 3 9 16,-3 9-6-16,-1-2 3 0,1 4 23 15,-1 3-17-15,8-8 18 0,1 0 0 16,3 1 2-16,0 2-3 0,2 1-10 16,-2 2 12-16,6 1 1 0,0 4 0 15,-2 0 0-15,2 4-3 0,2-1 0 16,-1 0 2-16,3 2-1 16,0 3 2-16,6 1-2 0,1-1 2 15,3 5 0-15,3-1 0 0,2 2 1 16,-3 2 1-16,-1-1-1 0,-1 1 14 15,-1 3-12-15,3-3-1 0,-1 5 17 16,4-1-18-16,1 1 1 0,1 2-2 16,0-1-2-16,2 1 1 0,-7 3-1 15,5-1 0-15,-4-2-1 0,1 6-1 16,1-1-14-16,4 3 18 0,2 0 0 16,0 0 0-16,0 2-3 0,0 0-7 15,-5 0 7-15,1 0 5 0,-2 0-2 16,4 0 1-16,-1 2 0 0,5 2 0 15,0-1-1-15,0-1 0 16,2 1-1-16,-2 0 0 0,-2-2 1 16,-2 2-1-16,0 1 1 0,0-2-1 15,8 0 1-15,-4 2-2 0,4-4 2 16,0 3-2-16,-4 0 3 0,0-2-2 16,-2 4 0-16,-1-2-1 0,3 1 1 15,2 2 0-15,0 0-15 0,2 0-7 16,-4-1 22-16,-4 5-2 0,2-3-10 15,-10 1 11-15,1 0 1 0,3-1 1 16,4 4 14-16,-2-2-14 0,3-1 0 16,3 0 0-16,-2-1 3 0,-2 3 0 15,4-3 20-15,-4 0-21 0,2 2 0 16,4 0 15-16,0 1-15 0,-2 2-2 16,0-1 2-16,0 1-1 0,-5-1-1 15,-3 1 0-15,-2 2 3 0,-1 1 17 16,1 1-20-16,2 2 0 15,-7 1-2-15,3-3 2 0,-1 4 11 16,-3 0-10-16,1-1-1 0,-3 6 2 16,-3-1-2-16,2 2 0 0,-4 0-2 15,5 2 2-15,1 1 0 0,5 5 0 16,-5-3 0-16,3 3 13 0,-1-2-9 16,-1 0-2-16,-7-1 11 0,6 5-12 15,-2-1 0-15,1 3-1 0,-5-1 0 16,-6 0-2-16,-4 0 2 0,-2-1-2 15,-5-4 2-15,-11-1-1 0,-7-6-2 16,-13-2 2-16,5-2-1 0,6 7 1 16,2 5 0-16,7 5-1 0,3 8 1 15,-2-3-1-15,-3 11-2 0,5 4 3 16,0 8-1-16,3 10 1 0,-7 0 0 16,-2-2 1-16,-2-6 1 0,-3-6-1 15,-4-5 0-15,3 1 1 0,-2 0 1 16,0 2 1-16,-2-2 0 0,-4 0 0 15,2 0 9-15,2-1-12 16,-11 2-2-16,7 0 2 0,-2-1-4 0,-7 0 4 16,5 2 0-16,-7-1 0 15,-2-2 3-15,3 2 0 0,-3-2 13 16,-2 2-13-16,3-2-1 0,-5-3 2 16,-2-1 8-16,0 0-8 0,-4 1-3 15,2 2 0-15,-2 2 12 0,-2 0-10 16,0 2 26-16,-2 0-13 0,-2-1-16 15,-5 2 0-15,1-2-2 0,4 2 1 16,-9-3 1-16,5-2 2 0,0-2-2 16,-9-3 0-16,5 1 0 0,-7-2 0 15,7-7 1-15,-3-6-1 0,0 7 1 16,-3-6 3-16,5-3-1 16,-5 9 0-16,3-7-3 0,-4 4-3 15,-5 6-29-15,1-1 6 0,2 0-7 16,0-4-2-16,-1 1 9 0,1-2-3 15,2-5 6-15,-6 0 20 0,2-2 3 16,7-3 0-16,-7 2 16 0,2-3 3 16,1-1-6-16,-3 1-12 0,0-1 2 15,-2 0-1-15,4 0 10 0,-1-1-12 16,-1 0-1-16,4-2-2 0,-2-2 0 16,1-4-13-16,3 0 15 0,-2-4 1 15,7-3 16-15,-5-1-13 0,7-4 20 16,-7 1-21-16,5 0 11 0,-3-2 6 15,9 1 1-15,-2-3-20 16,-1 0 0-16,5-2-16 0,4-1-20 0,0-1-38 16,2 0-98-16,0-1-266 0,0 0 67 15,2 2 74-15,0-2-25 16,0 0-180-16</inkml:trace>
  <inkml:trace contextRef="#ctx0" brushRef="#br0" timeOffset="101206.16">27205 3057 392 0,'0'0'821'16,"0"0"-242"-16,0 0-335 0,0 0-46 16,0 0 35-16,0 0-20 15,0 0-30-15,0 0-61 0,0 0-106 16,0 0-16-16,0 0-61 0,-33 9 61 15,42-15 32-15,7 0 77 0,1-3-19 16,5-3-17-16,3-1-28 0,4-3-4 16,2-1 7-16,4-4-19 0,2-1 6 15,5-2-7-15,-1 0 7 0,5-1 0 16,-1 0-13-16,-1 3 3 16,-1 2-2-16,-2 1-21 0,-6 4-1 0,-2 3 2 15,-4 3-1-15,-4 1 0 16,-4 3-2-16,0 0 1 0,-7 0-1 0,3 4 0 15,-7-3-12-15,-2 3-1 16,3 1-25-16,-5-1-70 0,-4 1-99 16,-2 0-75-16,2 0-123 0,-2 0-278 15,-2 2-461-15</inkml:trace>
  <inkml:trace contextRef="#ctx0" brushRef="#br0" timeOffset="101549.26">28501 2101 2637 0,'0'0'481'0,"0"0"-257"16,0 0-14-16,0 0 20 0,0 0-104 16,0 0-116-16,0 0-10 0,0 0-38 15,0 0-19-15,-39 68 35 0,25-35 10 16,-5 10-10-16,5-3-26 0,-5-4-40 16,9-3-20-16,-5-4-38 0,7-5-55 15,4-5-52-15,2-7-85 0,2-5-151 16,0-4-199-16,0-3-377 0</inkml:trace>
  <inkml:trace contextRef="#ctx0" brushRef="#br0" timeOffset="101815.36">28404 2244 624 0,'0'0'1257'0,"0"0"-890"0,0 0-15 0,0 0-5 16,0 0-33-16,-14-53-142 0,16 45-162 15,6 1 9-15,5-4-19 0,3 1 44 16,3 1-22-16,-1 1-22 0,5 2 4 15,2 2 8-15,-4 3 1 16,3 1-13-16,-3 0 1 0,-4 5 0 16,1 1-1-16,-5 1 0 0,-5 3 2 15,0 4 23-15,-6 3 61 0,-2 7 71 16,-10 16-15-16,-3 14-67 0,-5 0-55 16,1-5-20-16,-1-8 0 0,5-9-39 15,-7 1-5-15,5 3-21 0,-6-6-49 16,1-1 7-16,1-5-4 0,5 0-47 15,-5-6-84-15,9-4-118 16,-7-4-88-16,9-6-249 0,-7-4-729 0</inkml:trace>
  <inkml:trace contextRef="#ctx0" brushRef="#br0" timeOffset="102014.4">28330 2417 849 0,'0'0'495'0,"0"0"100"0,0 0-449 16,0 0 58-16,0 0 6 0,0 0-62 16,0 0-35-16,60 4-20 0,-48 2-28 15,7 0-21-15,-7 2-18 0,9-1-26 16,-7 2-13-16,5-3-9 0,-2-2-58 16,1 0-113-16,-5-4-121 15,3 0-130-15,-6 0-180 0,1-11-521 0</inkml:trace>
  <inkml:trace contextRef="#ctx0" brushRef="#br0" timeOffset="102353.56">28741 1715 1236 0,'0'0'1046'0,"0"0"-745"15,0 0 34-15,0 0 17 0,0 0-117 16,0 0-140-16,0 0-76 0,0 0-19 16,0 0-13-16,0 0 13 0,9 8 152 15,-3 14 34-15,0 10-41 0,0 17-20 16,7 14-17-16,-3 15-8 0,0 8-17 16,3-6-24-16,-5-8-19 15,0-8-21-15,-4-19-19 0,-4-8-21 0,6-9-13 16,-6-2-3-16,0 1 3 0,0 4 6 15,0-3-6-15,0-4-3 0,0-5-22 16,0-4-3-16,0-7-69 0,0-2-120 16,0-3-68-16,5-3-111 15,3-2-90-15,-2-8 28 0,0 0-115 16,5-14-526-16</inkml:trace>
  <inkml:trace contextRef="#ctx0" brushRef="#br0" timeOffset="102551.26">28830 2145 620 0,'0'0'1833'16,"0"0"-1427"-16,0 0-25 0,0 0-154 15,0 0-227-15,0 0-54 0,0 0 54 16,0 0 83-16,0 0-17 0,0 0-25 16,64 14-19-16,-39-14-6 0,0 0-16 15,4-2-3-15,-2-3-76 16,4-1-159-16,-2-2-156 0,-7 0-248 15,1-5-856-15</inkml:trace>
  <inkml:trace contextRef="#ctx0" brushRef="#br0" timeOffset="102752.26">29450 1483 3060 0,'0'0'446'0,"0"0"-218"0,0 0-14 16,0 0-211-16,0 0-3 0,0 0-104 15,0 0-53-15,0 0 65 16,0 0 22-16,0 0-101 0,13 49-152 16,-5-29-214-16,-6-3-497 0,-2 10-429 0</inkml:trace>
  <inkml:trace contextRef="#ctx0" brushRef="#br0" timeOffset="103256.31">29151 1799 2320 0,'0'0'555'0,"0"0"-296"0,0 0-236 16,0 0-23-16,0 0-55 0,0 0 55 15,0 0 3-15,0 0 10 0,66-7-13 16,-42 3-32-16,5-1-32 0,-2 0-3 16,0 1 16-16,-2 1 15 0,-2 1 14 15,-7-1 11-15,-1 2 11 16,-5 0 19-16,-4 0-3 0,-2 1 55 16,-4 0 131-16,0 0 5 0,0 0-70 15,0 0-61-15,-2 4-76 0,-4 3-38 16,-2 2-35-16,-5 7 38 0,1 4 35 15,-4 2 13-15,3 1 9 0,-1 1 0 16,-1 0-21-16,5-1-1 0,-1-2-38 16,5-6-19-16,4-3-70 0,2-4-68 15,0-5-56-15,2-1-65 0,9-2-46 16,-3 0 11-16,2-4 176 0,1-1 28 16,-1-3 69-16,0-2 78 15,-4 1 13-15,9-3 52 0,-7-1 118 0,0 2 67 16,1 0 22-16,-5 2 13 0,2 1-33 15,-4 2-40-15,-2 3-87 16,4-1-67-16,-4 4-58 0,2 0-16 16,-2 0-32-16,2 0 23 0,-2 0 25 15,0 5 3-15,2-1 10 0,-2 5-11 16,0 3 11-16,0 2-13 0,-2 7-68 16,-6 1-170-16,0 0-127 0,-9-1-206 15,9-7-213-15</inkml:trace>
  <inkml:trace contextRef="#ctx0" brushRef="#br0" timeOffset="103788.68">29066 2160 40 0,'0'0'1115'0,"0"0"278"15,0 0-1190-15,0 0-161 0,0 0 151 16,0 0 50-16,0 0-10 0,66-20-72 15,-39 12-82-15,-2 0-31 0,4-2-26 16,-1 3-19-16,6-1-3 16,-3 1-16-16,-5 1-3 0,5 2-12 15,-4 0-55-15,-4 2-69 0,-8 2-52 16,3 0-7-16,-8 0 21 0,-3 1-16 16,-1 2 12-16,-4 0-68 0,-2 2 77 15,0-3 139-15,-8 4 49 0,1-1 20 16,-1 1 2-16,0 0 30 0,-4-3 75 15,3 1 80-15,1-1-4 0,0 0-16 16,-3-1-4-16,5 4-32 0,-2 4-49 16,0 1-50-16,-5 5-8 0,5 5 20 15,-4 3 12-15,-1 2-3 0,5 2-12 16,4-3-11-16,0-1 1 0,-1-4-10 16,5-1-10-16,0-4 7 0,0 0-19 15,3-4-16-15,1 1-2 0,2-4-1 16,-2-1-34-16,2-1-7 0,5 0 0 15,-3-2 12-15,4-1 1 16,-6-2 9-16,9-1 3 0,-7 0 3 16,0 0 13-16,1-4 1 0,-5-3 18 15,2 0 19-15,-4-4 32 0,-2-3 2 16,0-1-37-16,0-4-10 0,0-1-23 16,0-2-2-16,0 2-1 0,-2 1-37 15,-4 0-62-15,4 1-81 0,-4 0-41 16,4 4-85-16,-3-3-183 15,3 7-584-15,-6-5-356 0</inkml:trace>
  <inkml:trace contextRef="#ctx0" brushRef="#br0" timeOffset="104139.74">29626 1676 1277 0,'0'0'971'0,"0"0"-603"0,0 0-37 15,0 0 101-15,0 0-150 0,0 0-149 16,0 0-67-16,0 0-66 0,0 0-10 16,0 0-68-16,-2-3 78 0,2 19 101 15,-2 6 27-15,2 7-2 0,-4 7-35 16,0 9-23-16,-3 12-27 15,1 2-10-15,0-1-19 0,2-7-11 0,4-8-1 16,0-4-20-16,0-2 5 16,0 0-16-16,0-2-16 0,0-3-15 15,0-2-47-15,0-2-30 0,0-3 1 16,2-2-49-16,0-6-38 0,-2-1-33 16,2-4 24-16,4-4-66 0,-4-4-104 15,2-4-193-15,1 0-25 0,-5-12-82 0</inkml:trace>
  <inkml:trace contextRef="#ctx0" brushRef="#br0" timeOffset="104629.76">29622 1730 79 0,'0'0'2413'0,"0"0"-1946"0,0 0-124 0,0 0-67 16,0 0-175-16,0 0-101 0,0 0-37 15,0 0 37-15,0 0 11 0,0 0 5 16,33-29-4-16,-19 29 7 0,1 0-3 16,1 0-16-16,1 0 0 15,-1 2-1-15,1 4 1 0,-7-1-2 16,9 1 0-16,-11 1 0 0,-2 0-17 16,3 3 19-16,-5-2 2 0,-2 1 23 15,-2 1-6-15,-4 2-19 0,0 4-14 16,-7-2-17-16,5 0-10 0,-6 3-19 15,-1-3-29-15,1 1-51 0,2 0-10 16,-3-5 13-16,3 1-1 0,-1 0 19 16,-1-2 9-16,2-3-28 0,1 1 5 15,-1-1 85-15,6-2 48 0,2-1 32 16,-2-1-6-16,4-2-26 0,0 0-81 16,0 0-9-16,0 0 90 0,4 1 43 15,2 1 21-15,4 0 21 16,1-1 5-16,1 2-32 0,5-2-10 15,-5 3 4-15,7 2-7 0,-5 0-16 16,1 0-13-16,-1 3 3 0,-6 1-6 16,3-1 7-16,-5 3 15 0,-4 1-6 15,-2 0 12-15,0 5 17 0,-4-1-10 16,-6 4-6-16,-3 3-42 0,-1 0-22 16,-5 2-177-16,5-9-211 0,-11 10-707 0</inkml:trace>
  <inkml:trace contextRef="#ctx0" brushRef="#br0" timeOffset="108900.31">17773 4517 17 0,'0'0'69'16,"0"0"-56"-16,0 0-7 0,0 0 7 16,0 0 705-16,0 0-451 0,0 0-153 15,-16 42-49-15,13-37-7 0,1 1-6 16,0-2-6-16,0 2-33 0,0 0-13 15,0 0 0-15,2 1 2 0,-2 1 18 16,0-1-17-16,0 1 33 0,-2-1 6 16,0 2 0-16,0 1 1 15,1-1-4-15,1 1-20 0,-2 5 10 16,-2 0-9-16,2-1-1 0,-2 6-15 16,-5 1 12-16,5 0-14 0,-4 4 11 15,-5 3-11-15,3 3 0 0,2 3-1 16,-5 0 2-16,5 2 11 0,-5 1-14 15,1 0 0-15,-1 3 13 0,1 1-13 16,-5 10 2-16,-1 11 0 0,-1 10-2 16,0 5 0-16,1-7 0 0,1-4 2 15,3-4 0-15,-3 1 15 0,0 5 2 16,1 0 43-16,-1 3-17 0,-2-1-9 16,5 3-4-16,-5 5-29 0,3 3 14 15,-3 6-17-15,-2 1 1 0,1 3 1 16,3-1 1-16,-4-2-1 0,5 4 11 15,-1-3-12-15,2 1-1 0,-1 6-1 16,-5 2-16-16,9 4 15 16,-9 6 2-16,6 0-1 0,-3 0 1 15,-1 3-1-15,0-1 1 0,-1 0-13 16,3 1 9-16,-2 2 2 0,1-2 2 16,5-3 4-16,-3-3 15 0,5-1-17 15,-5-2-1-15,7 1-1 0,-1 2 1 16,-3 2 2-16,5 2 0 0,0-1 32 15,-1-1-12-15,3 1-3 0,0-1-20 16,0 0-3-16,-3 0-13 0,5 0 16 16,0-5 13-16,-2-2 10 0,-1-2 35 15,3-3 7-15,2 4-10 0,0-3 3 16,4 7-3-16,0 3-13 0,0 1-23 16,0-5-7-16,0-2-12 0,4-2-2 15,0-4-33-15,0-1 2 16,4-1 32-16,1 1 1 0,-3-3 1 15,2-4 12-15,3 3 3 0,-1-4 4 16,-2-3 4-16,7 4-22 0,-5-4-1 16,2 1 15-16,5 2 6 0,-5-2 4 15,7 2-13-15,-5-2-13 0,7-4-1 16,-4-4-22-16,3-3-9 0,-3-1 3 16,8 0 27-16,-3-7-1 0,-1 3 3 15,2-9 17-15,2 0 22 0,1 1 3 16,-1-7-10-16,-2-6 3 0,-2-7-6 15,1 4-29-15,-1-5 0 0,0 0-19 16,4 13 0-16,-1-1-7 0,3 1 13 16,-2-1 13-16,-6-7 1 0,-1-6 18 15,3 4 1-15,0 6 2 0,3-1 14 16,-5-2-7-16,4 0 3 16,1 0 3-16,-3-2-3 0,0 1-9 15,4 0 6-15,-3 0-13 0,-1-2-14 0,4 0 1 16,0-2 10-16,-5-1-11 15,7-2 11-15,-2 0-13 0,-2-4-2 16,-3-2-2-16,3-4-12 0,-4-2 13 16,-3-4-16-16,-3-2 16 0,3-2-16 15,-5-5 15-15,-1 3 2 0,0-6-1 16,-4 1-23-16,3-3-19 0,-5 0-38 16,0 0-37-16,2-3-161 0,-2 2 13 15,0-1-174-15,-4-3-209 0,0 0-342 16</inkml:trace>
  <inkml:trace contextRef="#ctx0" brushRef="#br0" timeOffset="109256.39">17866 14015 418 0,'0'0'36'16,"0"0"606"-16,0 0-293 0,13 53-164 15,-5-36-101-15,0-4-38 0,4 1-7 16,1-1 6-16,-3-2-9 0,1 0 32 16,1 0 13-16,-4 0 20 0,0-1-1 15,-3 2 27-15,-1 0 18 0,0 1 20 16,-4 4-14-16,0-1-10 15,-6 5-9-15,-3 0-24 0,-5 2-21 16,-1 2 18-16,-3 1 6 0,-3 2-22 16,-2 3-26-16,1 3-6 0,-1-2-17 15,0 3-40-15,3 0-16 0,1-4-6 16,2-1-13-16,1-4-22 0,3-7-92 16,7-3-86-16,2-3-156 0,2-6-385 15,0-2-970-15</inkml:trace>
  <inkml:trace contextRef="#ctx0" brushRef="#br0" timeOffset="113800.02">19615 13803 206 0,'0'0'121'15,"0"0"0"-15,0 0 909 0,0 0-750 16,0 0-66-16,0 0 0 0,0 0 6 16,-37-5-33-16,30 5-25 15,1 0-8-15,0 2-19 0,0 1-1 0,-2 3-32 16,1 0-16-16,-1 1-22 15,2 4-26-15,-2 2-3 0,1 3 3 16,1 5-19-16,0 1-3 0,2 8-3 16,0 1 6-16,2 3-1 0,2 0-14 15,0 0-1-15,6-3-1 0,2-3 0 16,3-3-2-16,5-4-2 0,1-3-14 16,3-1 13-16,1-4-16 0,4-4 17 15,0-2-11-15,-1-3 11 0,3-4-1 16,0 0 0-16,0-7 3 0,0-4 12 15,-2-2 1-15,2-1 6 0,-5-3 54 16,-1-3-7-16,-2 1 0 0,-5-5-6 16,-2 2 9-16,1-1-3 0,-5-1 1 15,-2-1-11-15,1 4-6 0,-3-2-7 16,-2 0-8-16,0 1-7 16,-2-2-7-16,0 4-21 0,0-1 13 0,-8 1 5 15,3 1 1-15,-3 4 0 16,-2-2 5-16,-3 0-11 0,-1 3-10 0,-3 0-2 15,-1 3 0-15,-3 0-1 0,-2 3-1 16,3 4 1-16,-5 2 0 16,0 2 0-16,2 0 0 0,-1 6 2 15,1 1-1-15,4 1-1 0,3 1 0 16,1-3 0-16,3 0-12 0,8-2-7 16,0 0-12-16,4-2-16 0,0-1-43 15,0 2-53-15,0-1-15 0,4 1-24 16,0 3-46-16,4 0-78 0,-2-1-120 15,0 4-171-15,-1 0-454 0</inkml:trace>
  <inkml:trace contextRef="#ctx0" brushRef="#br0" timeOffset="114167.36">19412 14437 1543 0,'0'0'789'16,"0"0"-450"-16,0 0-220 0,0 0 45 16,0 0 38-16,54 22 18 0,-37-20-30 15,5-1-25-15,1 1-20 0,4-2-14 16,0 0-17-16,6-4-14 0,-4-1-10 15,8-2-15-15,-2 2-13 0,0-4-13 16,3 2-9-16,-5-4-6 16,-2 3-18-16,-2-3-13 0,-5 4 12 0,-3 1-14 15,-6 2 2-15,1 0-1 16,-8 2 1-16,-1 0-3 0,-5 2-10 16,-2 0-39-16,0 0-10 0,0 0-12 15,0 0-47-15,-2-1-72 0,-1-1-106 16,-1-1-112-16,-2 1-235 0,2 0-346 15,-10-2-391-15</inkml:trace>
  <inkml:trace contextRef="#ctx0" brushRef="#br0" timeOffset="114459.05">19760 14190 66 0,'0'0'258'0,"0"0"1201"0,0 0-1067 0,0 0-75 16,0 0-52-16,0 0-60 15,0 0-35-15,0 0-32 0,0 0-17 16,-19 70 6-16,19-39 3 0,-2 4-10 16,0 3-29-16,-2 0-9 0,0 3-10 15,2-1-6-15,-5-4-22 0,3-1-19 16,-2-4-22-16,4-2-3 0,-2-4 0 15,0 0-22-15,2-5-6 0,0-2-51 16,-1-4-56-16,3-1-57 0,0-8-84 16,3 1-232-16,-1-6-312 0,2 0-714 15</inkml:trace>
  <inkml:trace contextRef="#ctx0" brushRef="#br0" timeOffset="114945.82">19516 14947 249 0,'0'0'1512'0,"0"0"-1103"0,0 0-89 15,0 0-59-15,0 0-104 0,0 0-157 16,0 0 0-16,0 0 29 0,0 0 102 15,0 0 4-15,6-6-8 0,2-4-28 16,0-3-26-16,3-1-13 0,1-5-19 16,1-3-19-16,3-1-6 15,1-3-15-15,1-1 1 0,1 1 1 0,2-1 0 16,-3 4-2-16,3 1-1 16,-3 1 1-16,-1 4 11 0,-3 0-10 0,-3 5-1 15,-1 2 11-15,-4 3 4 0,-2 4 9 16,-4 2 45-16,0 1 229 15,0 0-47-15,-4 1-137 0,0 2-56 16,0 2-26-16,0 3-17 0,2 1-14 16,2 1 0-16,0 5 13 0,0-2-2 15,6 2 11-15,-2 2 4 0,6 0-6 16,-1 1-1-16,1 0-5 0,-2 0-1 16,5-2-12-16,-3 0-3 0,0-1 0 15,1-1 0-15,-1-2-1 0,-2-1-1 16,3-2-1-16,-5-1-15 0,4 0-13 15,-4 0-77-15,5-2-62 0,-3 0-60 16,2-3-85-16,-1 1-137 0,-1-2-346 16,-4 4-698-16</inkml:trace>
  <inkml:trace contextRef="#ctx0" brushRef="#br0" timeOffset="117292.1">19596 15337 167 0,'0'0'167'15,"0"0"836"-15,0 0-700 0,0 0-63 16,0 0-52-16,0 0-48 0,0 0-40 16,0 0 0-16,0 0 13 0,0 0 4 15,-37 43-8-15,33-36-12 0,-2 3 5 16,2 2-15-16,2 0-16 0,-5 3-14 15,3 0-15-15,0 4-7 0,4-1-19 16,-2 3-13-16,0 0 10 0,2 1-12 16,0-1-1-16,4-1-1 0,0 1-1 15,9-4-34-15,-3 1 24 0,4-3-4 16,3-2-10-16,2-3 23 0,3-2 3 16,3-5 1-16,0-3 34 0,2 0 10 15,0-8 3-15,0-3 25 0,-3-2-19 16,-1-2-6-16,-2-3 6 0,-5-1-7 15,3-1 1-15,-5 0-1 0,1 0 13 16,-7-1-6-16,2 1-7 0,-5 0-3 16,3 1 9-16,-4 2-6 15,-4-3-6-15,2 4-9 0,-2-1-7 16,0 0 0-16,0 4-3 0,-2-2 6 16,-4 2 0-16,0 1 4 0,-1 1 2 15,-1 0 3-15,0 0-3 0,-3 1-15 16,-1 0 3-16,0 1-7 0,-3-1-2 15,-1 3-1-15,1 1-9 0,-1 1 0 16,-3 4 0-16,5-1-1 0,-3 2-1 16,3 0 0-16,-1 0-1 0,5 3 0 15,-1 2-1-15,3 1-11 0,0 1 0 16,2 2-4-16,0-1-6 0,1 0 1 16,3 3-7-16,-2-1 3 0,2 0 6 15,-2 2-3-15,0 1 4 0,2 2-1 16,-4 0 3-16,-1-1 13 15,3 3-15-15,-2 2 5 0,-2-3-9 0,2 2 0 16,-3-2 4-16,5-2 5 0,-2 3-3 16,2-6 13-16,0 1-1 15,4-5 1-15,-2 0-13 0,2-2 1 16,0-1-7-16,0-2-22 0,2-2-3 16,2 0 9-16,4 0 16 0,0-8 19 15,5 0 2-15,1-5 1 0,1-3 2 16,1-4 17-16,1-2-16 0,-1 0 16 15,3 2-16-15,-5-1 13 0,-1 3 12 16,-1 2-9-16,-1 2 15 0,-5 1 16 16,0 6 8-16,-2 2 1 0,-2 2 0 15,-2 0 25-15,0 3 28 0,0 0-25 16,-4 0-25-16,-2 0-16 16,0 6-32-16,-3 1-14 0,-1 5-21 15,0 6-7-15,-3 3 3 0,3 4 10 16,-5 1 13-16,3 1 0 0,2 1-1 15,1-3-10-15,1-2 1 0,2-2-7 16,2-2-5-16,2-4-14 0,2-5-21 16,0 0 0-16,0-4 3 0,2-3-9 15,6 1 6-15,0-4 2 0,1 0 22 16,-1 0 10-16,4-6 10 0,1-2 15 16,-1-5 1-16,5-4 18 0,-1-3 3 15,1-4-6-15,-1 2 10 0,-1 1-4 16,-1 2 3-16,-1-2 6 0,-5 4 9 15,0 3 4-15,-4 3 6 0,0 4-4 16,-4 2 4-16,0 3 24 0,0 2 35 16,0 0-23-16,-4 0-40 0,4 0-15 15,-4 6-30-15,0 0-1 0,-2 4-18 16,2 2-4-16,-3 6 7 16,-1-1 15-16,6 2 1 0,-4-1 0 15,2 1-1-15,0-2 0 0,0 1-1 16,-1-3-2-16,3-1-19 0,0-1-9 15,-2-1 10-15,4-3-7 0,0 2-15 16,0-1-16-16,0-2-9 0,0-1-10 16,0-2-15-16,0-3-29 0,4 0-32 15,2-2-41-15,-1-2-14 0,1-4-49 16,0-2-30-16,0-5-23 0,-2 2-15 16,5-1-21-16,-5-1-20 0,0 1 19 15,-2 2 104-15,0 1 120 0,-2 1 101 16,0 1 23-16,0 2 49 0,-4 1 71 15,0 0 141-15,-2 2 38 0,-1 1-26 16,3 1 9-16,0-2-10 0,0 2-11 16,0 0-23-16,2 0-23 0,0 0-30 15,2 0-45-15,-2 0-26 0,2 0-7 16,-2 0-6-16,2 2-3 0,-3 1-14 16,1 3-1-16,0 1-15 15,0 6-21-15,-2 1-10 0,2 5 10 16,-2 1-13-16,2 3 22 0,-2 2 3 15,2 4 3-15,0-2 3 0,0 3-3 16,-1 2-10-16,1-2-6 0,-2 1 6 16,2-2-15-16,-2 1 0 0,4-3-3 15,-2-2-7-15,0-1-11 0,0-2-4 16,2-2-11-16,0-4-1 16,0-2-2-16,0-1 0 0,2 0-10 15,0-1 8-15,0-1 3 0,-2-2 0 0,0 1 1 16,4-1 2-16,-4 0 2 0,0-2 11 15,2-1-12-15,-2 0 9 16,0 0-11-16,0-2-1 0,0-1-3 16,0-1-9-16,2-1-7 0,-2 0-8 15,0-1-19-15,0 0-34 0,0 0-21 16,0 0 8-16,0 0 16 0,2 0 3 16,-2 0-1-16,2 0-12 0,1 0-31 15,-1 0-62-15,0-1-49 0,0-3-53 16,2-3-91-16,-4 0-158 0,2 0-126 15,-2 1-335-15,-19 38 97 0</inkml:trace>
  <inkml:trace contextRef="#ctx0" brushRef="#br0" timeOffset="117671.44">19598 16055 327 0,'0'0'121'0,"0"0"1254"16,0 0-1018-16,0 0-69 0,0 0-98 15,0 0-13-15,0 0 61 0,0 0-31 16,0 0-51-16,0 0-22 0,27 60-5 16,-16-45-3-16,-3-1-16 0,4 0-28 15,1-1-25-15,-1-1-22 0,0-3-7 16,1-1 3-16,-3 0-9 0,1-3-7 15,-1 3 16-15,-4-3 1 0,2 0-1 16,-1-2-3-16,-3 0-10 0,0-2 1 16,0 1-7-16,0-2 4 0,-2-2 21 15,6-5-15-15,-1-6 12 0,-1-6 15 16,6-4-15-16,-1-5-21 0,1-3-13 16,2-1-1-16,1 1-14 15,3 0-65-15,-1 6-66 0,0 1-53 16,-1 6-78-16,-3 4-73 0,3 3-228 0,-6 3-395 15,-3 6-504-15</inkml:trace>
  <inkml:trace contextRef="#ctx0" brushRef="#br0" timeOffset="119528.9">20537 16370 161 0,'0'0'39'0,"0"0"170"0,0 0 455 16,0 0-436-16,0 0 13 0,-62-4 52 15,45 4 12-15,1 0-20 0,-1 0-21 16,3 0-19-16,-3 0-53 0,-1 1-64 15,1-1-33-15,-2 0-2 0,1 0-27 16,-1 0 10-16,-3 0-22 0,-1-2-16 16,0-1-22-16,-4 0 6 0,0-2-6 15,-4 0-16-15,0 2 1 0,-4-2 0 16,2 1 0-16,-6 1 21 0,2-1-22 16,1 0 1-16,-3 0-1 0,2 0 1 15,-2-2-1-15,-1 0 0 0,-1 1-2 16,2 0 0-16,-5-1-9 0,5 0 11 15,-4 1 2-15,1 2 1 0,-3 0-1 16,-1 3-1-16,1 0-1 0,-1 0 3 16,-1 0 9-16,-1 0-10 15,1 3-1-15,1 1-1 0,3 0 0 16,-3 2 3-16,1 0 0 0,-1 2-2 16,7-2 0-16,-4 2 27 0,6 0 7 15,-3 0-20-15,3 0-14 0,2-1 1 16,2 0 20-16,0 1 3 0,4-2-12 15,0 0 5-15,2-1-16 0,-2 1-1 16,2 0 3-16,2-1-4 0,-1 1-2 16,1 1-2-16,0 0-8 0,2-1 10 15,1 3 0-15,1 1 2 0,2-1 0 16,1 3 12-16,-1-2-10 16,7 2 10-16,-1-2-11 0,-1 2 23 0,8-2-2 15,-1 1-20-15,1-1 1 16,2 3-2-16,2 0-1 0,0 1-1 15,2 0-1-15,0 5 2 0,2 0 0 16,4 5 0-16,-2 1 0 0,0 3 3 16,5 0 13-16,-5 4-4 0,4 1 4 15,-2 2 4-15,-2 2-1 0,3-1 6 16,-3 1 12-16,-2 0 0 0,4-3 1 16,2-1-7-16,-4 0 9 0,3-4-5 15,-1 2-1-15,-2-1-3 0,6-4-8 16,-1-1-23-16,1-1 0 0,-2-4 1 15,3-2-1-15,1-2-2 0,-2-1 1 16,5-1 0-16,-3-3-2 0,5 1 1 16,-3-3 0-16,3 1 1 0,1-3 1 15,3 0 12-15,2-2-9 0,-1 1-2 16,1-2 14-16,4 0-14 0,-4 0-1 16,4-1 0-16,4 0 2 15,-2-1-2-15,4 0 28 0,0 1-27 16,2 0 12-16,2 0-11 0,-2-1 28 15,9 2-29-15,-3 2 12 0,2 0-13 16,3-1 3-16,-1 2 14 0,13 1-16 16,2 1 1-16,13 0 20 0,-7-1-20 15,-15 0 0-15,1-1 11 0,-15-1-13 16,2 0 3-16,15 3 14 0,-2-1-17 16,14 2 0-16,8 1 1 0,-5-4-1 15,-9-1 12-15,-7-3-8 0,1-3 8 16,0 0-10-16,0 0 10 0,-7 0-12 15,-8-1 0-15,-10-1 0 0,4-1 0 16,3-1 0-16,7 1-1 0,2-3 1 16,3 3 1-16,0-3 1 0,-3 0 13 15,1 0-14-15,-1-1-1 0,-4 2 1 16,3-3 1-16,-7 0-1 16,-2 0-1-16,-4 2-2 0,-2-1 1 0,-6-1 1 15,-3 1-1-15,-3 2-1 0,-5-2-11 16,3 0 12-16,-7 1 1 15,-2 2 0-15,-2 0 0 0,3 0 2 16,-5 0 0-16,2 1 2 0,-4 0-3 16,2-3 1-16,0 1 10 0,-2-3-11 15,0-3 0-15,2-2 0 0,0-4-1 16,0-3-1-16,-2-3 1 16,2-3 1-16,0 0-1 0,0-3 0 15,0-1 2-15,1 1 0 0,-1-3 14 0,2 2-14 16,-2-3 0-16,2-2-2 15,-2-2-12-15,0-2 11 0,4-1 0 16,-2-1 1-16,1 0-1 0,-3 3 1 16,2 3 3-16,-4 4 0 0,0 1 13 15,0 8-4-15,0 0 3 0,-4 4-2 16,-1 0 5-16,1 4-15 0,-4 1 0 16,4 2 13-16,0-1-4 0,0 5-9 15,0 1 12-15,-1 0-12 0,3 2-1 16,-2 0 2-16,2-1-3 0,-2 3-1 15,4-2-1-15,-2-1-2 0,0 2 2 16,0 0 1-16,0 1 4 0,-2-1 8 16,-1 2 3-16,3-2 1 0,0 2-13 15,-4-1 12-15,0 0-13 0,2 0 0 16,-4 0 10-16,-1 0-12 16,-3 0 0-16,2-1 2 0,-5 0 1 0,-1 1 15 15,-5 1-17-15,0-2-1 16,-2 0 1-16,-3 0 1 0,-3 2-1 15,0-1 2-15,-2-1-1 0,-2 3 0 16,-3-1-1-16,1 1-1 0,-2 0-1 16,2-2-14-16,-2 2 13 0,2-1-1 15,-3 0-25-15,5-1-6 0,0 0-12 16,2 1 0-16,2-3-21 0,0-1-38 16,7-1-6-16,-1-1-44 0,2-2-63 15,5 4-88-15,5-2-153 0,3 2-253 16,4 1-411-16,-2 4-386 0</inkml:trace>
  <inkml:trace contextRef="#ctx0" brushRef="#br0" timeOffset="120196.87">18736 16962 128 0,'0'0'1616'15,"0"0"-1165"-15,0 0-105 0,0 0-85 16,0 0-94-16,0 0-55 0,0 0 3 16,0 0 0-16,0 0-26 0,0 0-47 15,-4 13 8-15,6-9 30 0,5 0 11 16,1 0-5-16,0-1-11 0,4 1-2 15,3 0-17-15,4-1-3 0,3-2 8 16,1 1-30-16,6-2-18 16,0 0 15-16,2 0-3 0,2 0 3 15,0 0-3-15,0 0-4 0,0 0-2 16,-4 0 3-16,0 0-3 0,-4 0-19 16,-4 2 0-16,-3 0 12 0,-3 1-9 15,-9-2 13-15,4 3-1 0,-4-2-13 16,-4-2-2-16,-2 1-3 0,0 0-87 15,0-1-69-15,0 0-90 0,2-2-95 16,-2-4-131-16,3-2-202 0,1-2-498 16</inkml:trace>
  <inkml:trace contextRef="#ctx0" brushRef="#br0" timeOffset="121643.38">19361 16609 190 0,'0'0'43'0,"0"0"674"0,0 0-232 16,0 0-147-16,0 0-20 0,0 0-14 16,0 0-58-16,0 0-95 0,0 0-96 15,0 0 70-15,-4 15 10 0,12-15-20 16,2 0-19-16,5 0-14 0,-1 0 1 16,3 0-17-16,-1 1-28 0,5-1-9 15,-3 0-10-15,1 0 16 0,-2 0-16 16,3 0-16-16,-3 0-1 0,-3 0 1 15,-1 0-2-15,-5 0-1 0,0 1-1 16,-2 0-34-16,-1-1-25 0,-1 2-16 16,0-2-29-16,-4 0-22 0,0 0-7 15,0 0-4-15,0 0-9 0,0 0 31 16,0 0 19-16,0-2-96 0,0 1-167 16,0 0-78-16,-6 0-154 0,-1 0-213 15,3-1 531-15</inkml:trace>
  <inkml:trace contextRef="#ctx0" brushRef="#br0" timeOffset="121881.31">19512 16655 203 0,'0'0'13'0,"0"0"176"15,0 0 875-15,0 0-748 0,0 0-56 16,0 0-43-16,0 0-49 0,0 0-36 15,0 0-3-15,0 0 19 16,-3 30-16-16,3-22-36 0,0 3-45 0,0-1-28 16,0 0-22-16,0 0-1 15,0 1-3-15,0-4-26 0,0-1-83 16,3 0-107-16,-3-2-61 0,0 1-50 16,0-2-151-16,0 1-290 0,-3-1-44 15</inkml:trace>
  <inkml:trace contextRef="#ctx0" brushRef="#br0" timeOffset="122776.31">19379 16817 196 0,'0'0'1114'0,"0"0"-805"0,0 0-124 15,0 0-84-15,0 0-75 0,0 0 0 16,0 0 58-16,0 0 23 0,0 0 16 15,0 0-3-15,64 9-26 0,-47-11 19 16,-1-2-16-16,1 0-7 0,-1 0 22 16,1 1-12-16,-3 0-11 0,-5 3-28 15,1 0 25-15,-6 0 7 16,-2 5 31-16,-2 4 114 0,0 2-87 16,-4 4-98-16,-2 1-31 0,0-1-9 15,0 2-13-15,-1-5-3 0,1-1-19 16,2-4 0-16,0-2-13 0,0-3-47 15,2-2-34-15,-2 0-30 0,4-7-54 16,-5 0-108-16,1-4 0 0,-2-2-51 16,0-1-49-16,-2-1-73 0,-1 0 25 15,-1-1 29-15,2 1 163 0,-3 2 186 16,-1 1 77-16,6-1 1 0,-5 4 52 16,5 0 56-16,-2 3 224 0,2 2 33 15,2 0-85-15,0 3-26 0,1 0-37 16,3 1-28-16,0 0-66 0,0 0-55 15,0 5 39-15,0 2 109 16,5 5-16-16,-1 3-68 0,0 5-35 0,-2 2 9 16,2 3-10-16,-2-3-13 0,-2 3-4 15,2-4-31-15,-2-1-32 16,2-2-15-16,-2-3 0 0,0-1-1 16,2-3-1-16,-2-1-15 0,0-3-6 15,4-3-10-15,1 0-13 0,-1 0-9 16,0-4-10-16,2 0 16 0,2 0 3 15,-1-4 17-15,1-3 9 0,0-3 19 16,2 2 2-16,-3-3-2 0,3 3 3 16,-4-3 7-16,2 4 6 0,-3 0-14 15,1 2 11-15,-2 1 0 16,0 2 0-16,-2 2 13 0,-2 0 34 0,0 0 71 16,0 0 9-16,0 0-51 0,0 0-38 15,0 0-16-15,0 0-13 16,0 0-19-16,0 1-3 0,0 1-1 15,0 1-2-15,0 2 3 0,0 0 1 16,0 3-1-16,-2-1-1 0,-2 0-18 16,0 2-13-16,2-4-34 0,-2 0-42 15,1 0-4-15,1-1 0 0,-2-1 13 16,0 2 13-16,0-4 9 0,0 3 9 16,-2-2 1-16,-1 1 15 0,3-1-2 15,0-1 34-15,-2 0 20 0,2-1 16 16,2 0 7-16,-2 0 35 0,2 2 51 15,0-2-3-15,2 0-23 0,0 1-73 16,0-1-10-16,0 1 0 0,4 0 42 16,0 0-1-16,2-1 1 0,0 0-7 15,2 0-16-15,3 0-16 0,-1 0-3 16,3-6 1-16,3 0 3 0,1-2-4 16,-1-4-13-16,1-3-32 0,-1-4-125 15,1-3-132-15,-1-4-182 16,-3 7-175-16,3-14-569 0</inkml:trace>
  <inkml:trace contextRef="#ctx0" brushRef="#br0" timeOffset="124133.1">19747 16642 628 0,'0'0'69'0,"0"0"1039"0,0 0-721 16,0 0-106-16,-49 27-58 0,38-16-37 15,1 2-9-15,2-1-72 0,-1 1-15 16,5 2-14-16,-2 0-22 0,0-1-25 15,6 0-26-15,-2 2-1 0,0-2 1 16,2-2 0-16,-2 0-3 0,2 0-3 16,0-5-9-16,0-1-1 0,0-2-3 15,0-1-19-15,0-1-22 16,2-1-23-16,0-1 13 0,0 0 22 0,8-2 25 16,-4-3 20-16,5-4 25 15,-5-1 17-15,8-3-26 0,-1-1 9 16,-3 3 7-16,3 0-12 0,-1 0-1 15,-2 4 22-15,1 0 13 0,-5 3-9 16,0 1 6-16,-2 1 0 16,-4 2 12-16,4 0 10 0,-4 0 94 0,0 0 84 15,-4 2-134-15,2 2-83 0,-2 2-34 16,-2 3-14-16,0 1-18 0,-1 2-2 16,-1 0-32-16,2 0-44 0,0 1-10 15,-1-1-12-15,1-2 15 16,-2 0-7-16,6-1 7 0,-4 1 5 15,0-2 0-15,-1 1 29 0,-1-2 15 16,4-1 37-16,0 1 31 0,-4-2 23 16,3 0 15-16,3-2 1 0,-2 0 19 15,-2 0 21-15,2-1 14 0,4 1-10 16,-2-3 3-16,2 2-10 0,-2-1-19 16,0 0-13-16,2 1-12 0,-2-1-10 15,2 0-9-15,0 2-13 0,-2 0 0 16,-1 3-2-16,3 2-11 0,-2 2 13 15,0 0 1-15,2 2 15 0,-2-1-3 16,-2 4-11-16,0-2 17 0,-2 0 15 16,6 0 7-16,-4-2-12 0,0 0-26 15,-1-1-3-15,5-1-11 0,-2 1-8 16,0-3 16-16,2 1-16 16,0-2 16-16,0-3-16 0,0 0-9 0,0-2-4 15,0 1-21-15,0-2-14 0,2 0 7 16,0-2 22-16,5-2 16 15,-3-1 6-15,-2-1 15 0,2-1-19 16,2 0-18-16,-4-1 3 0,0 1 4 0,0 3 27 16,-2-2 4-16,2 3 2 15,-2 0 30-15,0 2 22 0,0-1 19 16,-2 0-15-16,0 1-17 0,0 0-6 16,-4 1-1-16,0 0-2 0,0 0-16 15,-1 4-13-15,1 0 10 0,-2 2-13 16,2 1-22-16,4 2-1 0,-3-1-11 15,3 0-4-15,2 2 3 0,0-3 10 16,0 0-7-16,2 0-6 0,5-2 6 16,-3 1 6-16,2-3 7 0,0 0 3 15,0-3 16-15,5 0-2 0,-7 0 2 16,6-2 1-16,-4-2 3 0,3-3-3 16,-5-1 21-16,6 1 6 0,-4-3-8 15,-1 0-18-15,1 1 23 16,-2-2-22-16,-2 1-1 0,-2 1 21 15,0 0 5-15,0-1-15 0,0 1 6 16,0 1 3-16,-4 2 13 0,0 1 16 16,-3 2-10-16,1 1-13 0,0 0-6 15,0 2-4-15,0 0-18 0,-1 0-31 16,1 4-17-16,2 1 13 0,-2-1 7 16,2 1 3-16,4 1-7 0,0 0-9 15,0-1-4-15,0 1-18 0,4-4 15 16,0 3 13-16,2-1 3 0,0-2 3 15,3 1 13-15,-1 0 15 0,-2-2 0 16,0 1 1-16,-1-2 3 16,-3 1 26-16,0-1 22 0,-2 2 73 15,0-1 76-15,0 0-83 0,-4 4-67 0,-3 0-28 16,1 2-20-16,-2 1-2 16,0 1-11-16,-1-1-5 0,1 2 14 15,0 2 0-15,-3-3 0 0,3 2-14 16,-2 0-9-16,4-1 3 0,-5 0 20 15,5-1-2-15,0-1-10 0,-2-1 13 16,6-2 0-16,-1-1-12 0,1-3-6 16,2-1-47-16,0 0-112 0,7 0 105 15,-3 0 47-15,6-3 23 0,-2-1-9 16,3 0 2-16,1-1 10 0,1 0 29 16,-1 1-1-16,0-2 10 0,1 4 1 15,-3-2 8-15,2 4 10 0,-1 0-19 16,-3 0-12-16,2 0 24 0,-3 0-6 15,-1 0-15-15,0 0-7 0,-6 2 9 16,4 0-12-16,-2-1 3 0,0 0 3 16,0 1-25-16,0-1-9 15,3-1-95-15,-1 0-79 0,2 0-52 0,0 0-56 16,6-3-214-16,1-4-91 16,-5-2-375-1</inkml:trace>
  <inkml:trace contextRef="#ctx0" brushRef="#br0" timeOffset="124706.67">19846 16867 947 0,'0'0'479'0,"0"0"528"16,0 0-745-16,0 0-250 0,0 0 66 0,0 0 86 16,0 0-17-16,0 0-41 15,0 0-46-15,58-3-21 0,-43-3-24 16,1 0 11-16,3-3-7 0,-3 2-17 16,3-2 0-16,-4 2 11 0,-1-1-10 15,-2 4 0-15,-1 0 13 0,-5 1-3 16,-2 3 0-16,-2 0 12 0,-2 0 73 15,0 0 29-15,-4 3-80 0,-4 2-18 16,4 0-26-16,-5 1-1 0,1 0 11 16,0 1-13-16,-3 1-2 0,1 0 1 15,0 1-2-15,-1 0 2 0,-1 1 1 16,2 1 2-16,-1 0 21 0,3 2-8 16,0-1-12-16,0 2 19 15,1 0 4-15,3-1-23 0,0 1 0 16,2-3 16-16,0-1 0 0,2 0-17 15,0-2-1-15,0-2 1 0,0 1 1 16,0-1-2-16,0-3-1 0,2 1-2 16,2 0-11-16,0-1 1 0,0 0 9 15,1-1 1-15,1 1 1 0,0-1 1 16,2-1 0-16,1 1 2 0,3-1 10 16,-4 0-12-16,5 1 2 0,-3-2-2 15,-2 1 0-15,3 0 0 0,-3 1-1 16,2-1 1-16,-4-1-15 0,1 0-30 15,-1 0-36-15,-2 0-52 0,0 0-61 16,2-3-45-16,-4-2-117 0,2-4-50 16,3 1-28-16,-3 0-258 0,-2-7-464 15</inkml:trace>
  <inkml:trace contextRef="#ctx0" brushRef="#br0" timeOffset="124977.59">20094 16938 412 0,'0'0'241'0,"0"0"274"0,0 0 311 15,0 0-415-15,0 0-98 16,0 0-59-16,0 0-59 0,0 0-29 16,0 0-45-16,-53 24-35 0,40-13-29 15,7 3 0-15,-4 3-10 0,2 2-9 16,-5 5-9-16,5 1-4 0,0 1 3 16,-1 0 4-16,3-2 18 0,2 2-6 15,-2-5-7-15,2-3-2 0,4-2-32 16,-4-3 36-16,4-5-39 15,4-2 0-15,2-1-61 0,0 1 17 0,2-5-6 16,1-1 22-16,7 0-4 16,-1-4-28-16,1-5-72 0,3-3-36 0,1-4-99 15,1-3-95-15,2-4-106 16,-5 6-158-16,7-9-620 0</inkml:trace>
  <inkml:trace contextRef="#ctx0" brushRef="#br0" timeOffset="125572.17">20260 16823 647 0,'0'0'55'0,"0"0"1061"16,0 0-561-16,0 0-104 0,0 0-69 15,0 0-102-15,0 0-58 0,0 0-46 16,0 0-51-16,0 0-33 0,-37 39-14 16,33-30-25-16,-5 3-18 0,3 1-20 15,-4 0-2-15,3 3-10 0,-3 1-3 16,2-1-16-16,-2-1 1 0,3-2 11 15,-1-4 4-15,4-3-3 0,4-1-25 16,0-3-12-16,0-1-66 0,0-1-61 16,0 0 82-16,4-5 47 0,4-1 16 15,-1-2 20-15,1-1 2 0,-2-1 0 16,2 1 1-16,1-1 0 0,-1 1-1 16,0 0-12-16,2 2 11 0,-3 0 1 15,3 1 16-15,-2 1-3 0,1 1 18 16,-1 0 1-16,0 1 5 15,0 1 7-15,1 2 3 0,-1 0 0 16,0 0 11-16,-2 4-15 0,-2 1-2 16,3 2 3-16,-5 1 9 0,2 5 2 15,-4 0 4-15,0 3-3 0,0 5 0 16,-4 0-7-16,-5 4-9 0,3-2-3 16,-6 2 10-16,2-1-10 0,-1-2-19 15,1-2-15-15,2-2-3 0,-1-3 0 16,3-4-24-16,0-3-32 0,2-2-67 15,4-2-45-15,0-4-74 0,0 0-202 16,8 0-103-16,-2-7-136 0,3 1-298 16,-1-7-159-16</inkml:trace>
  <inkml:trace contextRef="#ctx0" brushRef="#br0" timeOffset="125859.9">20419 16773 389 0,'0'0'297'0,"0"0"-157"16,0 0 1422-16,0 0-1085 0,0 0-131 16,0 0-97-16,-14 54-40 0,11-34-36 15,1 0-41-15,0 5-37 0,0-3-36 16,2 1-21-16,0-2-36 0,0 0-2 15,0-7-13-15,0-1-18 16,0-1-38-16,0-3-60 0,2-3-54 16,2-2-28-16,-1-1-53 0,1-3-124 15,0 0-144-15,0-6-107 0,0 1-2 16,0-11-96-16</inkml:trace>
  <inkml:trace contextRef="#ctx0" brushRef="#br0" timeOffset="126095.37">20477 16810 24 0,'0'0'434'0,"0"0"-167"16,0 0 876-16,0 0-585 0,0 0-152 16,0 0-89-16,0 0-81 0,0 0-67 15,0 0-81-15,0 0-18 0,-15 57 9 16,15-35 6-16,0 1-19 0,0 5-1 16,-2-1 2-16,0 2-14 0,0 2-3 15,-2 0 0-15,-2-2 3 0,2 2 0 16,-2-1-10-16,1-2-12 15,-1-3-30-15,2-3-1 0,0-5-49 0,2-3-1 16,0-4-68-16,2-5-68 0,0-1-87 16,2-4-187-16,2-4-285 15,-2-1-372-15,4-9-35 0</inkml:trace>
  <inkml:trace contextRef="#ctx0" brushRef="#br0" timeOffset="126538.35">20514 17035 246 0,'0'0'332'0,"0"0"-143"16,0 0 625-16,0 0-336 0,0 0-155 15,0 0-25-15,0 0-80 0,0 0-28 16,-16 57-40-16,16-48-51 0,-3-2-26 16,-1 1-29-16,4 0-24 0,0-2-20 15,0 0-22-15,0-2-35 0,0-2-48 16,0-1-61-16,0 1-1 0,4-2 6 15,1 0 17-15,-1 0 18 0,-2 0 22 16,2 0 27-16,0-3 41 16,2-2 20-16,-2 2 16 0,3-1 0 15,-1 0 1-15,0 0 1 0,0 0 61 0,-2 1 18 16,1 0-17-16,-5 1 17 16,4 2 16-16,-4-1 22 0,0 1 22 0,0 0 0 15,0 0 0-15,0 0-7 16,0 0-10-16,0 3 15 0,0 1-19 15,0 3-66-15,-4 1-16 0,1 3-1 16,-1 1 1-16,-2 2 6 0,-2 1 0 16,2 0-16-16,-1-1-28 0,1 1-9 15,0-2 7-15,0-1-11 0,2-3 1 16,0 1-1-16,1-2-3 0,-1-4-2 16,4-1-14-16,0-2-21 0,0 0-61 15,0-1-79-15,4 0-19 16,1-5-111-16,1-5-234 0,-4 1-82 15,6-9-690-15</inkml:trace>
  <inkml:trace contextRef="#ctx0" brushRef="#br0" timeOffset="127187.67">20777 16847 829 0,'0'0'13'0,"0"0"1531"16,0 0-996-16,0 0-193 0,0 0-95 16,0 0-67-16,0 0-35 0,0 0-33 15,-48 33-49-15,40-18-32 0,2 1-19 16,-3 0-6-16,3 3-16 0,-2-2 12 16,2 1-14-16,-1-4 2 0,1-1-1 15,2-4-1-15,2-3-1 0,0-2-19 16,0-2-15-16,2-2-35 0,0 0-89 15,0 0-43-15,0-5 84 0,2 1 63 16,0-1 35-16,2-2 6 0,-2-1 12 16,4 1 1-16,-1-1 1 0,-3 2-1 15,2-3 2-15,2 1-2 0,0 1-2 16,2 0 2-16,1 1 0 0,-3-2 0 16,2 3 2-16,0 0 1 15,3 2 35-15,-1-1 19 0,-2 2-4 16,3 1-15-16,-3 0 0 0,2 1-3 15,-3 0-1-15,-1 0 7 0,-2 2 10 16,0 3 24-16,-2 2 29 0,-2 4 8 16,0 2-18-16,0 3-26 0,0 3-18 15,-4 1-13-15,-4 5-3 0,-1-1 0 16,-1 1-19-16,2 0-14 0,-3 0-1 16,1-3-1-16,0 0 0 0,4-3-17 15,-1-1-7-15,1-5-21 16,4-1-10-16,0-5-46 0,2-1-45 15,0-3-54-15,0-3-130 0,6 0-175 16,-2-6-218-16,1 0-409 0</inkml:trace>
  <inkml:trace contextRef="#ctx0" brushRef="#br0" timeOffset="131005.36">21083 16862 43 0,'0'0'0'0,"0"0"-9"0,0 0 9 16,0 0 3-16,0 0 20 0,0 0-20 15,0 0 30-15,0 0 9 0,0 0 46 16,0 0-16-16,0 0 29 0,0 0 319 15,4 8-218-15,-4-8-192 16,0 0-10-16,0 0 0 0,0 0 3 16,0 0 1-16,0 0-3 0,0 0 1 15,0 0 24-15,0 0 26 0,0-1-10 16,0 1-19-16,0 0 19 0,0 0 4 16,0 0-13-16,0 0-20 0,0 0-13 15,0 0-43-15,0-1-35 0,0 0-20 16,0 1 82-16,0-2-7 0,0 0-45 15,0 0-4-15,0 2 14 0,0-2-8 16,0 2 31-16,0 0 35 0,0 0 68 16,0 0-68-16,0 0-13 0,0 0-16 15,0 0-1-15,0 0-58 0,0 0-91 16,0 0 10-16,0-1 68 0,0 1 97 16,0-3-25-16,0 3 27 0,0-1 2 15,0-1 2-15,0 2 17 0,0 0 37 16,0 0 38-16,0 0 24 15,0 0 165-15,0 0-51 0,0 0-69 16,0 0-30-16,0 0-9 0,-2 0 12 16,2 0-19-16,-2 0-26 0,2 0-22 15,0 0-17-15,0 0 0 0,0 0-10 16,0 0-20-16,0 0-18 0,0 0-1 16,0 0 0-16,0 0-3 0,0 2 1 15,0-2 28-15,0 1 27 0,0-1 12 16,0 0-10-16,0 0-9 0,0 0 9 15,0 1 3-15,0 1 4 0,2-2-4 16,-2 1-9-16,2 1 3 0,-2-2 3 16,2 1 3-16,0 0-9 0,0 0-7 15,0-1-7-15,0 3-6 0,0-3 4 16,-2 0-1-16,2 1 3 0,0 0-2 16,-2 0-11-16,2 0-9 0,0-1-12 15,0 2-2-15,3-2 1 0,-3 0 10 16,0 1 3-16,0-1 6 0,2 0-3 15,-2 0 0-15,2 0-3 16,0 2-3-16,2-2 6 0,-1 0 4 16,-1 0-7-16,4 0-4 0,-2 0-12 15,0 0 16-15,7 0 13 0,-5 0-7 16,4 0-9-16,1-2 6 0,-1 1 0 16,1-2-17-16,1 0 14 0,1 1 0 15,3-1-3-15,3 2 6 0,0-2 22 16,1 0-9-16,3 0 0 0,4 2-13 15,0-2 3-15,0-2 6 0,4 3-6 16,0-2 1-16,4 0-4 0,0 0 3 16,5-1-4-16,-1-1 8 0,1 2-4 15,3-1-3-15,0 0 6 16,1-1-3-16,-1 1-10 0,1-1 17 16,1 0-7-16,-3 1 3 0,5 0-10 15,-5 0 7-15,1 1 3 0,1 0-6 16,-3 1-16-16,1 0 16 0,1 0 7 15,-6 1-10-15,3-2 0 0,-3 1 2 16,4-2 7-16,-7 1 0 0,3 0 6 16,-4 0-6-16,-2-1 0 0,0 1-9 15,-4 0 9-15,0 0-7 0,-6 0-5 16,-1 1-10-16,1 1 9 0,-2-1-9 16,-3 2 16-16,-1-2-7 0,0 0-10 15,-1 2-1-15,-1 0-1 0,-1-1 0 16,-2 2 0-16,-1-2 11 0,-1 2-11 15,3 0 0-15,-5 0 1 0,2-1 1 16,-2 0-1-16,3 1 1 16,-3 0-1-16,2-2-1 0,-1 1 0 15,-1 0 0-15,-2 1 0 0,2-1 0 16,5 1 0-16,-7-1 2 0,0 1 0 0,4 0-2 16,1-1-1-16,-1 1 1 15,3-3 0-15,-1 2 0 0,2 1 1 16,3-1 0-16,-3-1 2 0,3 0-1 15,-3 1 1-15,1 0-1 0,-1 0 2 16,1 0-2-16,-3 0 1 0,-1-1-1 16,-1 2 1-16,0-1 0 0,-1 1 0 15,1-1 0-15,-2 1 0 0,0 0 0 16,-1 0 0-16,-1-2 1 0,2 2 8 16,-6-1-10-16,4 1 0 0,-4 0 11 15,-2 0-1-15,2 0 3 0,-2 0 1 16,0 0-14-16,0 0 1 0,0 0 0 15,0 0 0-15,0 0 16 0,0 0-4 16,0 0-3-16,3 0 1 0,-3 0-1 16,0 0 7-16,0 0 2 15,0 0 1-15,0 0-7 0,0 0 0 16,0 0-2-16,0 0-10 0,0 0-1 16,0 0-1-16,0 0 0 0,0 0 0 15,0 0-1-15,0 0 0 0,0 0 2 16,0 0 1-16,0 0 12 0,0 0 1 15,0 0-4-15,0 0 0 0,0 0 1 16,0 0-11-16,0 0 10 0,0 0-10 16,0 0 1-16,0 0-1 15,0 0 1-15,0 0-1 0,0 0 0 0,0 0-2 16,0 0-1-16,0 0-1 16,0 3 2-16,0-2 2 0,0 0 0 15,0 3 1-15,0-3 10 0,-3 0-12 16,3 0 1-16,0 1 0 0,0-1 1 15,0-1-1-15,0 1-2 0,0 0 0 16,0-1-1-16,-2 1-1 0,2 1 0 16,0-1 2-16,0 0 0 0,0 0 0 15,0 0-2-15,-2 0-1 0,2 0-10 16,0 1 11-16,0-2 2 0,0 0-1 16,0 0 1-16,-4 0 1 0,4 1 0 15,0-1-1-15,0 1 0 0,0-1-1 16,0 0 1-16,0 0-1 0,0 0 1 15,0 0-2-15,0 0-16 0,0 0 3 16,0 0 2-16,0 0 11 0,0 0-1 16,0 0 0-16,0 0 1 15,0 0 1-15,0 0 1 0,0 0 0 0,0 0 0 16,0 0 1-16,0 0-1 16,0 0 1-16,0 0 0 0,0 2-1 15,0 1-2-15,0 2-1 0,0 3 0 0,4-1 3 16,0 5 1-16,1 4-1 15,-1 4 1-15,0 2 0 0,4 0 0 16,0 3-1-16,-3-1 0 0,-1-1-2 16,0-1-13-16,0-1-1 0,0 0 1 15,-2-1-4-15,0-3 7 0,0 2-3 16,0-4 2-16,-2 0 1 0,0-1 9 16,0-1 0-16,4-4 0 0,-4-1 1 15,0-3-1-15,0 1-10 0,0-2-5 16,0-3 2-16,0 0-11 0,0-1-20 15,0 0-33-15,0 0-29 16,0 0-22-16,0 0-48 0,3-1-41 0,-3 0 2 16,2-3-4-16,2-1-21 0,0 1-26 15,0-2-69-15,0 0-18 0,-2-3-24 16,-2 2-75-16,0 0-8 16,-2 1-29-16,-6 0 143 0,-5 68 349 15</inkml:trace>
  <inkml:trace contextRef="#ctx0" brushRef="#br0" timeOffset="131267.33">23387 16992 181 0,'0'0'62'0,"0"0"56"0,0 0 358 16,0 0-131-16,0 0-91 0,0 0-33 16,0 0-7-16,-51-13-3 0,49 13 10 15,0 0 11-15,2 1 10 0,0 3-52 16,0 2-49-16,4 2-39 0,0 2-16 16,0 1-13-16,0 1 1 0,4 2 2 15,-3-1 3-15,1-2 0 16,2 1-3-16,-2-2-13 0,2-2-16 0,-1-1-6 15,-1-1-3-15,2 2-4 16,0-2-18-16,-1-3-4 0,-1-1-12 16,0-2 0-16,2 0-1 0,1 0-1 15,-5-2-14-15,2-4 14 0,2-6 2 16,-2-2 4-16,5-7 7 0,-1-4-11 16,2-4-28-16,1-5-183 0,-3 0-115 15,0 7-298-15,1-8-865 0</inkml:trace>
  <inkml:trace contextRef="#ctx0" brushRef="#br0" timeOffset="132492.56">21608 13662 134 0,'0'0'84'0,"0"0"34"16,0 0 195-16,0 0 198 0,0 0-286 15,0 0-82-15,0 0-10 0,0 0-9 16,2 59-33-16,-2-47 35 0,0 3-6 16,0 3 7-16,0 2-8 0,2 5-25 15,-2 4-20-15,2 5-9 0,0 14-23 16,4 13-10-16,-2 11-3 0,-2 6-16 15,2-3 3-15,-4-1-3 0,0-9-11 16,0 7 21-16,0 2-10 0,0 3 12 16,0 4-2-16,2-1-1 15,1 1-2-15,-1 0 2 0,2-4-9 16,-2 0-13-16,0-3-1 0,0 1-11 16,-2 1 12-16,4 0 0 0,-4 3 1 15,2-1 0-15,0 0 3 0,0-1-2 16,0-6-1-16,2-3-1 0,1-4-22 15,3-4 19-15,-4-2 0 0,2-2 1 16,0 0 1-16,-1-1 1 0,3 1 16 16,-4-4-3-16,0 5-10 0,-2-2 19 15,0 0 7-15,0 2 3 0,0-1-3 16,-2 1-10-16,0 0-19 0,5-3 0 16,-5-7-1-16,4-7 1 0,-4-9-2 15,0-1-11-15,2 7 12 0,0 3-12 16,0 5 13-16,0-1 0 0,0-3 0 15,0 1 2-15,-2-2-2 0,2 0 4 16,0 2 15-16,-2-1-19 0,4 0-10 16,-2 2 10-16,0-4 4 15,1 3 21-15,-1-3 4 0,2 1 9 16,-4 0 10-16,0-5 16 0,2-5-13 16,0 0 0-16,-2 0-6 0,2 5-7 15,0 5-6-15,-2-3 6 0,2 1 19 16,0 0 3-16,0-1-12 0,0-2-17 15,-2-1-8-15,4-1-12 0,-2-2-11 16,3-1-2-16,-3 0-17 0,-2-5 16 16,4-2-26-16,-4-4-24 15,0-3-27-15,2-3-44 0,0-7-73 0,-2-2-204 16,0-4-387-16,0-8 173 16,0 0-484-16,-4-19 794 0</inkml:trace>
  <inkml:trace contextRef="#ctx0" brushRef="#br0" timeOffset="133116.92">22668 13868 190 0,'0'0'1183'0,"0"0"-825"0,0 0-14 16,-54 25 6-16,42-19-38 0,4-1-16 15,-1-1-37-15,7 0-33 16,2-1-77-16,0-2-134 0,9 2-14 0,1-3 25 16,6 0 18-16,3 0 13 15,8-3-1-15,2-3 1 0,-2 0-38 0,4 0-7 16,0 1-12-16,-2 1-1 0,-2 2 0 15,-3 2 0-15,-3 0-27 16,-2 6-45-16,-5-1-40 0,-4 2-32 16,-3 2-33-16,-3-1-68 0,-4 4-122 15,-2-1-162-15,-7-1-141 0,-1-1-348 16</inkml:trace>
  <inkml:trace contextRef="#ctx0" brushRef="#br0" timeOffset="133309.08">22711 13997 239 0,'0'0'121'16,"0"0"658"-16,0 0-373 0,0 0-113 16,0 0-66-16,0 0-84 0,0 0 9 15,0 0 29-15,0 0 3 0,0 0-33 16,38 42-45-16,-24-41-45 0,5-1-23 16,-1 1-12-16,1 1-23 0,2 1-1 15,-1 1-2-15,-5 4-14 0,1 2-34 16,-7 5-64-16,-3 2-97 0,0 5-72 15,-6 0-81-15,-2 6-174 16,-4-9-472-16</inkml:trace>
  <inkml:trace contextRef="#ctx0" brushRef="#br0" timeOffset="133502.06">22728 14390 409 0,'0'0'19'16,"0"0"1330"-16,0 0-901 0,0 0-54 15,0 0-69-15,0 0-222 16,0 0-26-16,0 0 22 0,0 0 6 0,0 0-3 15,21 19-7-15,-7-20-19 16,1-4-13-16,3-1-18 0,1 0-29 16,1-1-13-16,3-1-3 0,0-4-1 15,0-1-37-15,1-2-105 0,-1 0-47 16,0-4-88-16,2 3-195 0,-7 0-142 16,-3 3-181-16</inkml:trace>
  <inkml:trace contextRef="#ctx0" brushRef="#br0" timeOffset="133857.15">23115 13974 1274 0,'0'0'625'0,"0"0"-214"0,0 0-68 0,0 0-343 16,0 0 25-16,0 0 14 0,0 0 70 15,0 0 14-15,62-3-21 0,-42 0-25 16,7-1-35-16,-2 1 34 16,2 0-31-16,0 2 9 0,0-1 0 15,-3 2-3-15,-3 0 3 0,-4 3 3 16,-5 4-9-16,-4 2 12 0,-2 4 44 16,-6 2 81-16,-4 4-24 0,-4 3-83 15,-2 3-25-15,-7 1 0 0,1 2-25 16,-5 0-13-16,0 3-15 0,-4 2-1 15,1-2-1-15,1 1-13 0,2-6 2 16,5 1 10-16,1-8-25 0,7-4-15 16,2-5-70-16,6-6-110 15,0-2-137-15,8-2-159 0,0-5-174 16,5-5-281-16,-3 0-95 0</inkml:trace>
  <inkml:trace contextRef="#ctx0" brushRef="#br0" timeOffset="134049">23313 14229 505 0,'0'0'154'16,"0"0"1200"-16,0 0-846 0,0 0-166 16,0 0-117-16,0 0-152 0,0 0-19 15,0 0 45-15,0 0 6 0,0 0-9 16,17 48-36-16,-9-39-44 0,0 0-15 16,2-2 0-16,-3 2 1 0,3-4-2 15,-4 3 0-15,4-2-19 0,-3 0-86 16,3-3-130-16,-2-1-79 0,5-2-169 15,-1 0-166-15,-4 0-502 0</inkml:trace>
  <inkml:trace contextRef="#ctx0" brushRef="#br0" timeOffset="134427.05">23584 13936 897 0,'0'0'798'16,"0"0"-204"-16,0 0-78 0,0 0-154 15,0 0-221-15,0 0-11 0,0 0 38 16,0 0-16-16,0 0-32 0,0 0-14 16,43 22-20-16,-24-22-14 15,1 0-10-15,5 0-15 0,0 0-28 16,0-3-7-16,0 0-11 0,-1 0-1 16,-3 1 0-16,-4 0-10 0,-1 2-71 15,-5 0-35-15,-5 0-51 0,-4 1-19 16,-2 4 25-16,-2 2-14 0,-4 4-224 15,-7 2-307-15,3-4-352 0</inkml:trace>
  <inkml:trace contextRef="#ctx0" brushRef="#br0" timeOffset="134811.06">23578 14129 750 0,'0'0'488'15,"0"0"241"-15,0 0-169 0,0 0-142 16,0 0-165-16,0 0-115 0,0 0 1 15,0 0 23-15,0 0-26 0,0 0-4 16,62 49-44-16,-40-47-3 0,5-1-22 16,-6-1-16-16,4 0-32 0,-1-1-12 15,-5-1 0-15,0 1-3 0,-5-1-1 16,-4 0-55-16,-1 2-57 0,-5 0-22 16,-2 0-13-16,-2 0 9 0,0 0 69 15,0 0 29-15,-4 0-67 0,0 0-29 16,-3 0-10-16,-3 0 29 0,2 4 53 15,-2-2 46-15,1 2 16 0,-3 0 3 16,-1 2 26-16,3 3 51 0,-2 1 57 16,-1 2 16-16,1 4-19 0,0 2-11 15,1 1-6-15,1 1-25 0,-3 1-11 16,5 0 4-16,2 1-28 0,0-5-48 16,4 0-6-16,2-1-35 15,0-5-15-15,6-2-10 0,0-3-53 16,0-3-74-16,9-2-51 0,-3-1-66 15,5-7-115-15,-1-4-121 0,5-3 33 16,0-5-137-16,-7 5-152 0</inkml:trace>
  <inkml:trace contextRef="#ctx0" brushRef="#br0" timeOffset="135254.33">24003 14127 70 0,'0'0'381'0,"0"0"713"0,0 0-623 16,0 0-14-16,0 0-9 0,0 0-122 15,0 0-71-15,0 0-37 0,0 0-32 16,0 0-61-16,-16-9-61 0,16 18-30 16,0 3 19-16,0 3 10 15,-4 6-7-15,-2 5-10 0,3 0-18 0,-3 4-3 16,2-2-6-16,2-2-16 0,0-1 9 16,2-6-12-16,0-2-15 15,4-2-1-15,4-5-9 0,1 0-6 16,-1-5-12-16,2-5 9 0,7 0 12 15,-5 0-3-15,3-5-34 0,1-5 6 16,-1 2-4-16,1-5 0 0,-1 1 16 16,-1-5 4-16,-6 4-1 0,3 1 19 15,-3-1 18-15,-2 3-12 0,-4 0 13 16,0 3 16-16,-2-1 19 0,0 3 12 16,0 0 3-16,0 1 0 0,-2 2 11 15,0 1 32-15,2 1 13 0,-4 0-25 16,4 0-13-16,0 2-25 15,0 3-21-15,0 3-7 0,0 3 19 16,0 1 25-16,2 4 5 0,0 1 13 16,-2 2-25-16,2 3-18 0,0-1-22 15,3 3-12-15,-3-2-15 0,4 0-6 16,0-3-72-16,2-2-73 0,-2-1-100 16,1-2-179-16,1-3-243 0,0 6-687 0</inkml:trace>
  <inkml:trace contextRef="#ctx0" brushRef="#br0" timeOffset="137917.59">24655 17267 76 0,'0'0'13'0,"0"0"72"16,0 0 9-16,0 0-19 0,0 0 476 16,0 0-222-16,0 0-94 0,0 0-27 15,0 0-26-15,0 0-17 0,-7 14 4 16,7-12-17-16,-4-1-19 0,4 1-20 15,0-1-10-15,-2 0-7 0,-2-1-6 16,4 2-22-16,-2-2-20 0,0 0 3 16,-2 0-6-16,0 0-6 15,-3 0-1-15,3 0-3 0,-6 2 3 16,2-2-12-16,-3 2-4 0,5-2 10 16,-4 1 16-16,-1-1-10 0,5 0-3 15,-2 0-3-15,-2 0-10 0,1-2 3 16,-1-1-14-16,-4 0-11 0,-1 0-1 15,1 0 1-15,-3 1 2 0,1-1 14 16,-5 1-16-16,2 1 3 0,-1-1 19 16,-5 1-19-16,-2 1 28 0,2 0-31 15,0-1 0-15,-6 0 1 0,2 0-1 16,-4 1-1-16,0-2 0 0,0-1 2 16,0 0-1-16,-4 2 0 15,4-2 0-15,-6 2-1 0,3-3 1 0,1 2-2 16,2-2 1-16,-2 2-14 15,0-2 15-15,2 2-2 0,-4-1 0 16,4 3-1-16,-1-2-13 0,-1 1 15 16,2 1 0-16,-2 0-12 0,2 0 13 15,-2-1-1-15,0 1-1 0,2 0-11 16,-2-2 11-16,-1 2 2 0,3-1-3 16,0-1 0-16,-2 0 0 0,2 0-20 15,0 0 22-15,-2 2-1 0,-2-1-11 16,4 1-2-16,-3 0 2 0,3 0 13 15,0 0-2-15,-2 0 2 0,4 0 3 16,-2 1-1-16,0-1 1 0,2 3-2 16,4-1 2-16,-4-1 13 0,0-1-15 15,2 2-1-15,0-1-3 0,-2-1 2 16,6 3 0-16,1-2-1 0,-3 1 2 16,2 1 3-16,2-1-3 15,0 2 3-15,-1-2-2 0,1 2-1 16,-2-2 3-16,0 2-3 0,0 0 0 15,1 2 0-15,-1 0 0 0,2 1 3 16,0-1 19-16,1 1-20 0,5-1-2 16,-2-1 0-16,3 0 0 0,4-2-1 15,-1 0 1-15,5 0-2 0,2-1 0 16,-3-2 0-16,3 1-11 0,2-1 11 16,2 1-1-16,0-1-13 0,0 0 0 15,2 0-3-15,0 0-10 0,0 0-12 16,0 0 41-16,0 0 0 0,0 1 35 15,0 0 12-15,0 1 14 0,0 2-39 16,0 0-3-16,0 2 19 0,0 3 3 16,0 0 4-16,0 3-4 15,2 0 6-15,-2 1 0 0,2 5-12 16,0-1-10-16,4 3-3 0,-4 1 3 16,2 3-9-16,3 0-4 0,-5 1 4 15,2 1 0-15,0-4-1 0,-2-2 14 16,2 0-11-16,0-1-5 0,0 1-10 15,3 5 14-15,-5-1-15 0,4 1-1 16,-2-1-1-16,2-1 1 0,0 0-1 16,-1-2 0-16,1 1 0 0,0-3 1 15,-2 0 1-15,0-2-1 0,0-1 1 16,-2-3 1-16,3-1 13 0,-5-2-14 16,2-2 0-16,-2-1 11 0,4 0-10 15,-4-3 0-15,0-1-3 0,0 0-2 16,0-1-14-16,2 1 1 0,-2-3-14 15,0 0-3-15,0 0 4 16,0 0 3-16,0 0 12 0,0 0 10 16,0 0 0-16,0 0 1 0,2 0 1 15,0 0 1-15,0 0-2 0,0 1 0 16,2-1 1-16,-2 1 0 0,5 0-2 16,-3 0 0-16,4-1 0 0,-4 2 2 15,0-2 1-15,4 1 0 0,1 0 0 16,-1 1 1-16,0-1 1 0,3 1 1 15,-3-1-3-15,2 2 0 0,1 0 19 16,5 0 6-16,-3 0-6 0,1 2-17 16,3-3-1-16,1 1 1 0,3 0-1 15,2 0-1-15,-1 0 1 0,5 0 2 16,0 0 13-16,2-1-13 0,2 1-2 16,2-3 0-16,0 1 12 0,2 0-11 15,0-1 1-15,1 0 11 0,1 0-11 16,-2 0 19-16,4 0-7 15,0 0-14-15,3 0 15 0,1 2-4 16,3-2-10-16,-3 0 8 0,5 0-8 16,5 1 11-16,9-1 0 0,9 2-11 15,9-1 14-15,-1 0-4 0,-5-1 1 16,-6 1 5-16,-8-1-2 0,-2 0-4 16,-4 0 7-16,2 0 9 0,4-2 3 15,-9-1-3-15,5 3-10 0,-8-3-5 16,-9 3-11-16,-6 0 1 0,-10-1-2 15,2 0 0-15,4 1 0 0,4-2-1 16,4 0 1-16,6 0 1 0,-3 0-1 16,-5-1-1-16,-4 0 1 0,-4 0-1 15,-5 0 0-15,3-1-1 0,-10 0 1 16,-1 1 1-16,-6-1-1 0,-1 2 1 16,-3 0 2-16,-2 1 38 0,0 1 11 15,-2-1-15-15,0 1-36 16,0 0-1-16,0-1-18 0,0 1-4 0,0-1-15 15,0-1 9-15,0-1 10 0,0-1-1 16,2 0 16-16,2-2-9 16,-4 0 10-16,2 0-1 0,-2-3 2 15,4 0-1-15,-2 1 2 0,-2-3 0 16,0-2 3-16,0-1 0 0,2-1-1 16,-2-5 0-16,0 0-1 0,0-4 1 15,0-1-1-15,0-6 1 0,0-7 0 16,0-1-1-16,0-4-1 0,0 2-1 15,0 4 0-15,0 0-2 0,2 2 1 16,3 1-1-16,-1 2 0 16,0 2 1-16,-2 2 2 0,4 3 2 15,-6 5-1-15,2 7 1 0,-2 1 1 16,0 4 22-16,0 5-1 0,-2 1-24 16,-2-1-15-16,2 2-44 0,2 0-12 15,-2 0-48-15,2-1-35 0,0-2-44 16,0-2-70-16,0-3-117 0,0-1-261 15,0-1-391-15,0 0-404 0</inkml:trace>
  <inkml:trace contextRef="#ctx0" brushRef="#br0" timeOffset="138618.13">22825 17456 268 0,'0'0'1168'0,"0"0"-561"0,0 0-444 15,0 0-79-15,0 0-84 0,0 0 197 16,0 0 55-16,0 0-72 0,66 11-62 16,-51-11-38-16,7 0-6 15,-1 0-4-15,0 0-19 0,2 0-16 16,-3 0-16-16,-1 1 4 0,-3 1-22 15,1 0 2-15,-5-1 13 0,1 2-16 16,-5-2-53-16,-2 1-94 0,-2-2-55 16,0 0-74-16,-1 0-76 0,-1-2-95 15,-2-2-197-15,0-2-118 0,-2 1 273 16</inkml:trace>
  <inkml:trace contextRef="#ctx0" brushRef="#br0" timeOffset="138795.18">23015 17398 76 0,'0'0'1293'16,"0"0"-835"-16,0 0-62 0,0 0-124 0,-10 54-53 15,10-36-68-15,0 3-35 0,4 2-33 16,0 0-9-16,-2 2-14 0,5 1-2 16,-5-5-13-16,0-4-23 15,0-3-22-15,0 0-1 0,0-4-41 16,-2 2-169-16,2-4-123 0,0-4-166 15,-2-4-237-15,2 0-453 0</inkml:trace>
  <inkml:trace contextRef="#ctx0" brushRef="#br0" timeOffset="139070">22860 17599 314 0,'0'0'1395'16,"0"0"-941"-16,0 0-221 0,0 0-194 16,0 0-13-16,0 0 132 0,0 0 19 15,0 0-45-15,54 21-45 0,-35-20-26 16,-3-1-36-16,5 0 1 16,0 0-10-16,-1 0 1 0,-1 0-15 15,-3 0-1-15,-1 0 2 0,-5 0 19 16,3-1-22-16,-3-1-96 0,-4 1-93 15,-2-4-88-15,0 1-56 0,-4-2-102 16,0-2-140-16,-2 3-233 0,-8-1 333 0</inkml:trace>
  <inkml:trace contextRef="#ctx0" brushRef="#br0" timeOffset="139724.73">22883 17670 542 0,'0'0'193'0,"0"0"799"16,0 0-638-16,0 0-195 0,0 0-146 16,0 0 36-16,0 0 28 0,0 0 20 15,0 0 16-15,0 0-29 0,62 36-16 16,-47-36-10-16,-3 0-20 0,0 0 7 16,-1 0-6-16,-3 0 2 0,-2 2 1 15,-2-2 29-15,-2 1 89 0,-2 0 151 16,0 1-102-16,0 0-140 0,-6 3-50 15,0 0-19-15,-4 2-2 0,-1 0 0 16,1 3-1-16,-2 1 3 0,-3-1-25 16,3 2 9-16,-3 0 0 0,3 1-6 15,-1-2 3-15,3 2-12 0,0-1-10 16,3-2-20-16,1-1 20 0,2-2-6 16,0-1-33-16,4-1-56 15,0 0-43-15,0-3-1 0,6-1-19 16,0-1-49-16,1 0-27 0,3-4-76 0,0-6-71 15,-1-1-37-15,1-2-47 16,2-3 216-16,-6 1 105 0,3 1 183 16,1-1 2-16,-2 1 4 0,-3 3 113 15,1 2 49-15,-2 2 229 0,-2 2 12 16,0 3-85-16,0-2 30 0,-2 4-47 16,0 0-43-16,0 0-33 0,0 0-58 15,0 0-36-15,2 0-45 0,0 6-26 16,0 1 29-16,4 4 16 0,-1 3-32 15,3 4-23-15,0 1 3 0,0 4 0 16,1-2-6-16,-1-1-7 0,2 1 10 16,-4-4-3-16,3-1-10 0,-3-3 0 15,0-2-3-15,0-3-38 0,1-2 0 16,-1-1-32-16,-2-4-9 0,2-1 10 16,-2 0-1-16,4-1 16 15,1-7 15-15,-3-1 1 0,0-1 16 0,0-2-16 16,1 0-19-16,1-1-63 15,-4 2 6-15,0-1-23 0,0 0-6 16,0 0-48-16,0 1-33 0,1-3-97 16,-3 0-112-16,0-1-78 0,2-1-142 15,-4 0-34-15,0 2 340 0,-4 0 99 16</inkml:trace>
  <inkml:trace contextRef="#ctx0" brushRef="#br0" timeOffset="139941.32">23150 17695 86 0,'0'0'78'0,"0"0"105"0,0 0 851 16,0 0-641-16,0 0-78 0,0 0-50 15,0 0-51-15,0 0-76 0,0 0 1 16,-19 17 47-16,25-9-7 0,0 3-35 16,5 2-40-16,-3 1-27 0,4-2-11 15,3 2-18-15,-5 0-20 16,5-2-12-16,-3 0-4 0,3-3-12 16,-1 2-13-16,-1-2 12 0,1-2-2 15,-2-1-10-15,1-2 0 0,-5 1-40 16,2-4-61-16,1 1-45 0,-3-2-36 15,0 0-62-15,-2-3-171 0,-1-3-81 16,-1-3-141-16,-2 2-155 0,-2-13 313 0</inkml:trace>
  <inkml:trace contextRef="#ctx0" brushRef="#br0" timeOffset="140150.32">23280 17698 190 0,'0'0'134'16,"0"0"885"-16,0 0-522 0,0 0-69 15,0 0-34-15,0 0-95 16,0 0-103-16,0 0-56 0,0 0-38 0,0 0-13 16,-50 43-13-16,46-32-9 0,0 1-13 15,-4 3-13-15,4-1-17 16,-3-1-24-16,1-2-16 0,4-2-19 16,0-4-98-16,2-3-165 0,0-2-293 15,2-2-78-15,2-6-144 0,0-1-324 16</inkml:trace>
  <inkml:trace contextRef="#ctx0" brushRef="#br0" timeOffset="140460.86">23456 17473 347 0,'0'0'32'0,"0"0"1083"16,0 0-702-16,0 0-53 0,0 0-40 16,0 0-130-16,0 0-190 15,0 0-16-15,0 0 16 0,0 0 90 16,-17 43 3-16,29-43-19 0,-1 0-7 16,3 0-12-16,1 0-20 0,1 0-32 15,1-4 19-15,-3 2-9 0,3-2-12 16,-5 2 12-16,5-4-11 0,-7 3-1 15,-2 0 14-15,1 0-15 0,-1 1-118 16,-4 0-74-16,-2 0-59 0,0 0-53 16,-2 0-91-16,0 0-141 0,-2 1-513 15</inkml:trace>
  <inkml:trace contextRef="#ctx0" brushRef="#br0" timeOffset="140926.84">23445 17586 353 0,'0'0'33'0,"0"0"1350"16,0 0-949-16,0 0-210 0,0 0-8 15,0 0 19-15,0 0-62 0,0 0-61 16,52 51-13-16,-36-46-29 0,3-1-28 16,2-1-14-16,-3-1-16 0,5-2-12 15,-4 0 0-15,1-1-1 0,-1-1-10 16,-5-1 11-16,5 0 0 0,-11 3-1 15,-1 0-43-15,-1 0-14 0,-4 0 33 16,-2 0 25-16,0 0 130 0,0 0-85 16,-2 0-45-16,-4 0-29 0,1 0 1 15,1 0 2-15,-2 0-12 0,-2 0 3 16,-3 0 6-16,3 0 8 0,2 1 21 16,-4 1 22-16,-1 1 7 15,5 1-27-15,0 0 14 0,0-1 22 16,4 3 39-16,0 2-7 0,0 0 3 15,-3 5 2-15,3 1 14 0,2 2 9 16,0 3-10-16,0 1-19 0,0 2-29 16,4 2 8-16,-1 0-7 0,1-1-10 15,2 0-12-15,-4-3-16 0,2-2-3 16,-2-2 0-16,2-3-16 0,-2-4-2 16,0-1-7-16,3-1-13 0,-3-3-60 15,-2-1-53-15,2-1-54 0,-2-2-46 16,2-3-90-16,-2-5-123 0,0-5-196 15,0 4-529-15,-4-19 474 16</inkml:trace>
  <inkml:trace contextRef="#ctx0" brushRef="#br0" timeOffset="141108.62">23518 17776 57 0,'0'0'1679'0,"0"0"-1076"15,0 0-299-15,0 0-21 0,0 0-91 0,-44 60-83 16,38-47-58-16,4 2-41 15,0-3-10-15,2 2-29 0,0-3-13 16,0-2-12-16,4-1-13 0,4-2 9 16,3-3-118-16,-3-3-114 0,6 0-43 15,1-9-111-15,1-4-187 0,-1-2-90 16,-3 1 301-16</inkml:trace>
  <inkml:trace contextRef="#ctx0" brushRef="#br0" timeOffset="141300.81">23722 17712 167 0,'0'0'225'0,"0"0"450"15,0 0-5-15,0 0 1 0,0 0-245 16,0 0-217-16,0 0-56 16,0 0-16-16,0 0 0 0,4 57-29 15,-2-41-61-15,3 0-21 0,-1 0-24 16,2-2-2-16,2 0-29 0,-4-3-5 16,5 0 8-16,1-4 1 0,0 0-67 15,-4-1-74-15,3-2-25 0,-1-3-89 16,2-1-145-16,-3-2-126 0,1-7-106 15,-4 2-122-15</inkml:trace>
  <inkml:trace contextRef="#ctx0" brushRef="#br0" timeOffset="141501.34">23803 17437 454 0,'0'0'2'0,"0"0"1396"15,0 0-1009-15,0 0-117 0,0 0-127 0,-10 55-145 16,10-42-3-16,4-1-16 0,2 0-20 16,0-2 0-16,2-2-6 15,-1-1-188-15,-1-5-114 0,2 0-95 16,-2-2-95-16,0 0-23 0,-1-4 211 16</inkml:trace>
  <inkml:trace contextRef="#ctx0" brushRef="#br0" timeOffset="141655.53">23875 17484 177 0,'0'0'101'0,"0"0"7"0,0 0 29 16,0 0 345-16,0 0 218 0,0 0-81 16,0 0-222-16,0 0-85 0,0 0-63 15,13 59-67-15,-17-43-52 0,4-1-48 16,-3-1-38-16,-1-1-44 0,4-2-29 16,0 0-28-16,7-4-6 0,-3 0-87 15,2-1-124-15,2 0-130 0,-4-1-239 16,0-3-549-16</inkml:trace>
  <inkml:trace contextRef="#ctx0" brushRef="#br0" timeOffset="142118.67">23551 18117 89 0,'0'0'303'0,"0"0"883"0,0 0-731 0,0 0-138 15,0 0-7-15,0 0-4 0,0 0-79 16,0 0-87-16,0 0-60 0,0 0-45 16,-13 31 3-16,13-17 35 0,0 5 22 15,0 4 3-15,0 0-23 0,0 2-15 16,0 2-22-16,0-1-16 0,2 0-21 15,0-1 1-15,0 0-2 16,1-4-1-16,3 0-2 0,-4-6 0 0,-2-3-19 16,2 0-7-16,0-5-59 15,0 3-54-15,2-2-57 0,-2-3-117 16,4-3-188-16,-3-2-143 0,-1-7-65 0,-2 0-342 16</inkml:trace>
  <inkml:trace contextRef="#ctx0" brushRef="#br0" timeOffset="142432.9">23394 18296 128 0,'0'0'43'0,"0"0"1173"16,0 0-777-16,0 0-147 0,0 0-65 15,0 0-101-15,-9 60-16 0,11-46-7 16,3 0 22-16,1 2 26 0,0 1-29 15,2-3-26-15,0 0 0 0,-1-3-7 16,-1 0-16-16,4-2-19 0,1-2-31 16,-3-2-23-16,2-2 1 15,5-3-1-15,-5 0 12 0,4-6 10 16,3-3 7-16,-1-1-1 0,1-2-12 16,-2-3-13-16,1 2-3 0,-1 0 4 15,-3 1-1-15,-2 1-3 16,3 2-17-16,-3 3-100 0,-2 0-58 0,-2-1-14 15,3 1-125-15,-1 0-180 0,-4 0-236 16,-2 2-539-16</inkml:trace>
  <inkml:trace contextRef="#ctx0" brushRef="#br0" timeOffset="143721.12">23762 18541 164 0,'0'0'101'0,"0"0"-32"0,0 0 700 16,0 0-265-16,0 0-185 0,0 0-44 16,0 0-45-16,0 0 9 0,0 0-78 15,-54 10-1-15,43-10-31 16,1 0-30-16,-4 0 25 0,-1 0-32 0,1 0 22 16,-3 0-9-16,1 0-77 15,-5 1 7-15,-2 1 19 0,3 0-13 0,-5 0 0 16,-2 1-29-16,0 0-12 15,2 0 0-15,-4 0-13 0,2 0 11 16,-2 1 2-16,3 0 15 16,1 2-12-16,0 2-3 0,4 1 0 0,1-2-2 15,5 2-17-15,3-1-9 0,1 0-26 16,7 1-69-16,2-2-22 0,2 0 97 16,4 1 19-16,7-1 4 0,-1 0 12 15,4 0 10-15,5 1 0 0,-4 1-13 16,7-3 3-16,-1 2 12 0,6-3 0 15,-2-1-1-15,4 1 2 0,0-1 18 16,2 1 17-16,2-2-3 0,-2 0-4 16,-2-1-9-16,2 0 16 0,0-1 0 15,-2 1-16-15,-3-1-6 16,3 1-11-16,-4-2-2 0,0 0 0 16,-2 0-19-16,-1-5 6 0,-3 0 11 15,0-3 0-15,-5-1-1 0,1-1 3 16,-5 0 0-16,-2-1 28 0,-4-1 17 15,0 1 43-15,-4 1-18 0,-6-3-48 16,-4 1-22-16,0 0-35 0,-11-1 0 16,2 0 4-16,-3 0-20 0,-7 1 26 15,-2 2-19-15,2 1-7 0,-9 3 3 16,3 1 13-16,-4 3 16 0,0 2 19 16,-3 0 13-16,-1 5-10 0,6 1-2 15,0 3 10-15,4 0-11 16,2-2-2-16,4 1-21 0,10-1-2 0,-1-1 3 15,7 0 3-15,1-2-67 16,10 1-228-16,0 0 182 0,8-1 58 16,0 1 23-16,9-1 15 0,4 3 24 15,3-2 12-15,7-2 32 0,0 1 10 16,5-2 9-16,1-1-19 0,0-1 29 16,4 0-22-16,-1 0-1 0,1 0 17 15,-4-3-10-15,-2 2 0 0,-2 0 15 16,-2-2-18-16,-2 0-4 0,-8 0-6 15,-2-1-19-15,-5 0 0 0,-2 3 6 16,-5-2 67-16,-5 0 218 0,-2 0-137 16,-4 0-142-16,-9 0-25 0,-3-1-3 15,-3 1-13-15,-4 0-31 0,-6 0-19 16,-4 3-6-16,0 0 21 0,-6 0-9 16,-2 4-4-16,-1 4 52 0,3-1-14 15,0 3 4-15,4 1 6 0,1-3 3 16,3 1-9-16,7-1-13 0,5-1 16 15,7-1-16-15,5-3-179 0,5 2-155 16,2-3 246-16,7-2 65 16,7 2 36-16,3-2-1 0,5 0-9 15,1 0-7-15,6-2 37 0,2 0 2 16,2-6 56-16,0 2 28 0,2-2-16 16,0-1-14-16,-1 0 1 0,-1-1-3 15,-4-1-17-15,-3 2 4 0,-1 1-4 16,-6 1-3-16,-3 2 19 0,-7 2 10 15,-1 0 70-15,-4 0 185 0,-2 3-107 16,-2 0-143-16,-4 0-43 0,-6 0-23 16,-1 0-13-16,-3 0-12 0,-5 3-3 15,-1-2-20-15,-3 2-21 0,0 0 18 16,-6 2 7-16,0 1 22 0,0 2-13 16,0-1-7-16,2 2-5 0,5 2 8 15,-3-3 17-15,8 0 3 16,3-1-3-16,6-1-61 0,6 0-225 15,2-2 195-15,6 0 62 0,6-2 16 16,7-2 35-16,1 0-26 0,5 0-16 16,2-2-16-16,4-5 12 0,0 0-73 15,0-4-254-15,-8 3-345 0</inkml:trace>
  <inkml:trace contextRef="#ctx0" brushRef="#br0" timeOffset="165825.43">24783 18737 291 0,'0'0'150'0,"0"0"518"16,0 0-437-16,0 0-87 0,0 0-47 15,0 0 10-15,0 0 33 0,-33 37-49 16,24-32-3-16,-1-1 6 0,0-1 35 16,3 1-35-16,-5 0-26 0,2 0 48 15,1 0-28-15,-3 0 8 0,2 2-12 16,-1-1-45-16,-1 2 25 0,2-1-22 16,-1 1-7-16,-1 1 7 0,0-1-23 15,1 1 3-15,-1-1-22 0,-3-1 0 16,5 1 22-16,-4 0-9 0,1-2-12 15,-1 1 29-15,-1-2-30 0,-1 2-16 16,-1-2 12 0,-2 1-12-16,-1 1 15 0,-3-2 1 0,2 2-9 0,-3-2 9 15,-5 1 16-15,0-2-16 16,-2 0-16-16,-2 1 16 0,-2-2 3 16,-5 0 13-16,3 1-16 0,-15-1 1 15,-6-1 21-15,-10 3-9 0,-10-1 19 16,-3-2-10-16,-4 1-20 0,5-1 14 15,5-1 3-15,5 0-7 0,6 0-12 16,2-3 16-16,-4-1-13 0,-2-4 16 16,-3 2-19-16,1-1 1 0,2 1 9 15,-5 0-6-15,3-1 8 0,-6 0 0 16,-1-1-11-16,1-1-1 0,-5-1 0 16,-2-1-1-16,-3 2-1 0,3-1-14 15,-6 3 14-15,0 0 2 0,2-2 0 16,-6 1-3-16,0 1-13 0,-2 2 16 15,0-1 0-15,-4 1 2 0,2 2 14 16,2-3-15-16,-3-1 18 16,3-2-6-16,-4 1 9 0,4-3-6 15,-8 0-13-15,3-2 15 0,1 0-17 16,0-1 12-16,2-3-13 0,2 1-2 16,0-1-11-16,-2-1 13 0,1-3-2 15,1-1-1-15,0-3 3 0,-12-1 0 16,6-6 1-16,-1-2-1 0,1-2-16 15,14 4-6-15,-2-2 9 0,2 1 10 16,3-3 2-16,-1 1-15 0,2-2 16 16,3-1-1-16,-1 1 1 0,9-1 0 15,-3-2 0-15,3 0 3 0,2 0-1 16,-1-2-2-16,1-3-30 0,8-1 30 16,2-4-25-16,0-2 9 0,4-3 14 15,5-3-24-15,-1-1-3 0,9-3 26 16,-5 1-10-16,7-1 12 0,1-1-12 15,1-1 12-15,0 1 1 16,2-3 0-16,-1 2-1 0,5 0 0 16,0 1-24-16,4 2 9 0,7-1 14 15,-1-2-18-15,0 2 17 0,9-4-10 16,-3-2-3-16,7 1-3 0,4-5 17 16,-3 3-11-16,1-2-3 0,6 3 14 15,-2 2-11-15,4-2-16 0,0 2 7 16,0-2 6-16,6 1 15 0,4-1-3 15,-1 1-15-15,1 2 16 0,7-3-10 16,-3 4-9-16,7-1 19 0,1-2-16 16,3 3 3-16,0 2-6 0,4-4 9 15,2 3-13-15,0 1 25 0,2-1-18 16,2 4 17-16,2 0-8 0,3 2 8 16,1 0 2-16,2-3-2 0,1 0 1 15,5 2-17-15,1-4 18 0,4 2 0 16,2-1 0-16,-1-2-3 15,3 1-20-15,0 1 11 0,2 0-27 16,2 4 3-16,-4 2 20 0,4 2 0 16,-2 0 3-16,-2 5 10 0,6-2-20 15,2 4 7-15,-2 2 14 0,0 1-17 16,4 4 16-16,-1-1-9 0,1 2 1 16,-2 2 10-16,0 0 1 0,2 5-2 15,-2 0 2-15,1 0 0 0,-1 7-2 16,0 1-7-16,0 2 8 0,4 1 2 15,-4 1 11-15,5 4-9 0,-3 0-1 16,2 1 1-16,1 1 0 0,1 2-3 16,-2 1 16-16,0 2-16 15,1 2 0-15,3 1 0 0,-1 1 0 16,1 0 0-16,0 2-4 0,1 1-5 16,-3 1 9-16,3 0 0 0,-3 1 16 15,0 1-16-15,1 4 2 0,-3-1-1 16,2 1 1-16,1 2-1 0,-1 1 1 15,0 0 2-15,5-2-4 0,-3 2 3 16,5 2 13-16,-5 1 0 0,1-1-15 16,-1 1 0-16,2 2 19 0,-3 3-18 15,1-1 0-15,3 1 33 0,-1 1-18 16,-1 0 18-16,1 1-22 0,1-1 0 16,-5 2-10-16,0 1 33 0,3 0-24 15,-3 0 2-15,2 1-14 0,1 0-1 16,1-3-18-16,-1 2 19 0,3 1 0 15,-3-1 10-15,1 1-10 0,1 0-3 16,-3 2-67-16,-4 0-18 16,3 6 21-16,-5-3 15 0,-2 8-9 15,-2-2 38-15,-4 3 3 0,2-1 19 16,-4 4-1-16,-13-5 0 0,-3-3 1 0,-11-5 1 16,-2 1-1-16,8 6 1 15,0 6 16-15,9 8 4 0,-5 0 35 16,-2 2 19-16,1 0-3 0,1 1-23 15,-4-2-12-15,-2 2 19 0,2 8 2 16,5 6-18-16,5 8 9 0,-7 2 13 16,-7-7-16-16,-4-6-3 0,-11-6-23 15,3 2 10-15,-2 2 13 0,-3 3-20 16,-1 1 4-16,-1 1-4 0,-6 2-6 16,3-1-3-16,1 1 3 0,-8 0-3 15,-2 1 3-15,0 0-16 0,-2-2 2 16,0 1-1-16,0 0 1 0,-2 1-1 15,-2-3 15-15,-2 4-13 0,0-3 16 16,-1-1 4-16,-3 0 5 0,4 2-24 16,-6-1 18-16,1 0 3 15,1 0-12-15,-5-1 1 0,-1-2-14 16,-1-1 0-16,1 1-2 0,-3-2 0 16,5-3 2-16,-11 0 0 0,8-1 12 15,-3-1-11-15,1-2 0 0,3-7-1 16,1-8 3-16,3-7-3 0,3 0-2 15,-3 6 1-15,0 4-37 0,-3 14 26 16,-3-5 9-16,7-4 3 0,-5 4 2 16,1 2 13-16,-8 11 4 15,5 0-15-15,-3-13 24 0,3 0 1 0,-1 1-7 16,-10 14 0-16,0 8-19 16,2-3 22-16,-2-4-12 0,9-7-12 15,-7 0 0-15,4-3-1 0,2-8-1 16,3 0-3-16,1 0 1 0,-1-1 1 15,-1 7 2-15,2-7-1 0,7-9-12 16,-9 5 11-16,9-7-10 0,-2-1-1 16,-3 0-3-16,9-16 3 0,-4 1-9 15,-1 2 3-15,1 4 16 0,-4 3-10 16,-3 5-3-16,1-6-6 0,1-15 20 16,-1-13-24-16,-1 0-2 0,5 0-7 15,-7 0 3-15,5 0-19 0,-5 0-23 16,7 0-3-16,-7 0-16 0,7 0 3 15,-7 0 7-15,6 0-33 0,-1 0-33 16,0 0-97-16,3 0-100 0,-5 0-181 16,5 0-450-16</inkml:trace>
  <inkml:trace contextRef="#ctx0" brushRef="#br0" timeOffset="171933.31">24810 16206 14 0,'0'0'1831'0,"0"0"-1457"0,0 0-83 16,-58-8-30-16,47 5 5 0,1 0-45 15,4-1-78-15,6 0-76 0,0 0-67 16,12-5 0-16,7-4 54 0,10-3 35 15,12-9-4-15,21-5 0 0,23-5-16 16,4 1-15-16,0 9-1 0,-9 11-21 16,-12 8-29-16,-3 7 12 0,-16 8-11 15,-10 1-1-15,-10 2-1 0,-2 1 13 16,-6 5-14-16,0 2 3 16,-1 7 19-16,-11-1 2 0,-9 3 9 15,0 2 13-15,-11-2-1 0,-7 2-8 16,1-4-10-16,-4 1 0 0,3-6 0 15,1-3 6-15,3-7-22 0,-1-2-12 16,9-6-20-16,-6-1 1 0,6-3-43 16,-3 0-19-16,3-5-31 0,-8-2-2 15,1-4-18-15,1-1 9 0,-7-2 31 16,5 0 4-16,-5-1 42 0,0 1 46 16,1 1 32-16,-1 1-30 0,3 4 17 15,-1-2 19-15,3 3 29 0,5 3 24 16,1 1-12-16,2 2-22 15,2 1 9-15,4 0-66 0,0 8-63 16,6 4 63-16,4 7 41 0,-1 6 31 16,3 6 20-16,3 14 1 0,-5 12-9 15,4 10-6-15,1-4 3 0,-7-11-10 16,-2-16-28-16,-2-9-21 0,-2 2-21 16,5 4-1-16,-3 2-3 0,-2-4 0 15,0-4 0-15,-2-4-21 0,0-2-54 16,0-5-39-16,-2-4-27 0,0-2-60 15,-2-6-72-15,4-1-143 0,0-3-391 16,0 0-391-16,0-7-73 0</inkml:trace>
  <inkml:trace contextRef="#ctx0" brushRef="#br0" timeOffset="172579.52">25843 16155 704 0,'0'0'1268'16,"0"0"-676"-16,0 0-186 0,0 0-80 15,0 0-59-15,0 0-80 0,0 0-93 16,0 0-83-16,0 0-11 0,-33 54-13 15,33-33 12-15,0 1-2 0,-2 2-16 16,2-2 0-16,0-2-9 0,2-3-26 16,0-4-60-16,2-1-38 0,0-4-45 15,-2-3-56-15,1-2-81 0,-1-3-35 16,-2 0-3-16,0-4 96 0,0-4 25 16,0-2 33-16,0-2 49 0,0-1 103 15,0 0 66-15,-5-1 33 16,1 2 188-16,0 1 27 0,0-1 58 15,4 0 18-15,-4 1-23 0,4 1-55 16,-2 0-69-16,2-2-36 0,0 2-25 16,0 0-23-16,6-1-14 0,-2-2-24 15,4 0 5-15,5 0-15 0,-1 0-7 16,5-2 6-16,1 3-5 0,3 2-1 16,0 2 0-16,1 3-10 0,5 3 13 15,-2 2 16-15,-2 4 0 16,4 8-7-16,0 0 16 0,-3 6 3 0,-1 1 3 15,2 2 14-15,-4 3-8 16,-7 1 6-16,1 1-16 0,-7 4 10 16,-6 1 21-16,-2 3-4 0,0 3-21 15,-2-1-24-15,-8 1-23 0,-1 0-5 16,3-4-22-16,-2-3 0 0,-3-3-3 16,3-4-10-16,4-1-2 0,-9-4 0 15,9-1-7-15,-2-5-33 0,6-1-16 16,-5-3-28-16,-1-2-12 0,6-2-35 15,0-2-13-15,0-1-46 0,2-1-76 16,0 0-91-16,0-6-267 0,4-1-164 16,2-6 18-16,-2 1-211 0</inkml:trace>
  <inkml:trace contextRef="#ctx0" brushRef="#br0" timeOffset="172873.52">26376 16018 24 0,'0'0'1836'0,"0"0"-1425"0,0 0-87 16,0 0-31-16,0 0-162 0,0 0-76 15,0 0 50-15,0 0 1 0,0 0-8 16,0 0-12-16,52-29 0 0,-35 21-23 15,10 0-9-15,1 1-19 0,1 0-20 16,4 0 1-16,3-1-3 0,-1 4-12 16,-2-1 2-16,-2 3-3 0,-2 0-57 15,-6 2-76-15,-3 0-76 0,-3 4-79 16,-1 1-155-16,-10 2-175 0,1-2-452 16</inkml:trace>
  <inkml:trace contextRef="#ctx0" brushRef="#br0" timeOffset="173308.41">26401 16236 795 0,'0'0'1646'16,"0"0"-1414"-16,0 0-119 0,0 0 156 15,54 7 13-15,-27-7-70 0,0 0-31 16,4 0-43-16,4 0-28 0,0 0-44 15,2 0-37-15,-2 0-11 0,1 0-18 16,3 0-1-16,-10-1 0 0,0-1-82 16,-7 2-83-16,-3 0-49 0,-7-2-13 15,-10 2-59-15,-2 0-60 16,0 0 264-16,-6 2-63 0,-8 1-12 0,1 2 106 16,1-4 43-16,-5 0 9 15,5 0 12-15,-2-1-12 0,3 0-9 16,1 0 9-16,0 0 45 0,5 0-44 15,1 0 112-15,0 1 49 0,2 3-37 16,2 3-25-16,-2 3 12 0,-2 4 23 16,2 4 18-16,-8 6 19 15,7 3-7-15,-3 6-13 0,2 2-17 0,2 3-28 16,0-2-6-16,0-1-20 0,0-3-28 16,2-7-52-16,0 0-1 0,2-6-25 15,0-2-21-15,0-2-77 0,4-4-85 16,3-1-92-16,1-3-24 0,-2-3-232 15,2-3-207-15,3-1-376 0,-7-1 392 16</inkml:trace>
  <inkml:trace contextRef="#ctx0" brushRef="#br0" timeOffset="173693.46">27195 16447 1575 0,'0'0'552'0,"0"0"120"0,0 0-49 15,0 0-243-15,0 0-135 0,0 0-116 16,0 0-91-16,-68 23-23 0,43-9-15 16,-4 4-21-16,0 0 3 0,-2 1-14 15,0 0 17-15,4-3-32 0,0-2-51 16,3 0-31-16,1-4-6 0,8-3 24 16,-1-2-38-16,8-2-48 0,3-1-81 15,5-2-5-15,0-2-253 0,5-4 23 16,3-3 207-16,8 1 13 0,-3-6 36 15,5 3 48-15,-3 0 209 0,3 2 78 16,-3 0 95-16,1 1 78 0,-3 2-30 16,3 3 13-16,-5 3-19 0,-5 0 9 15,4 3-13-15,3 3 61 0,-5 6-24 16,-2-1-20 0,7 4-58-16,-3 4-36 0,-4 3-13 0,9 3-25 15,-5-2-39-15,-2 1-41 0,0-3-16 16,3-5-19-16,-3 0-13 0,-2-6-89 15,2-4-58-15,-5 0-102 0,3-4-128 16,-4-2-161-16,-2-2-198 0,0-2-327 16</inkml:trace>
  <inkml:trace contextRef="#ctx0" brushRef="#br0" timeOffset="173941.8">27334 16181 654 0,'0'0'1076'15,"0"0"-797"-15,55-20-120 0,-32 17 235 16,8 0 15-16,0 2-246 0,2 1-44 16,0 0-33-16,-2 1-23 0,0 0-28 15,-4 1-9-15,0 1-25 0,-8-2 1 16,-3-1-2-16,-8 0-45 0,1 0-143 15,-7 0-84-15,-2 0-130 0,-4-4-119 16,-1 1-888-16</inkml:trace>
  <inkml:trace contextRef="#ctx0" brushRef="#br0" timeOffset="174396.11">27451 15944 171 0,'0'0'2163'0,"0"0"-1663"16,0 0-189-16,0 0-100 0,0 0-52 15,0 0 8-15,0 0-3 0,-8 52-10 16,8-34-37-16,0 5-36 0,0 6-37 16,0 6-4-16,0 4-6 0,0 5 13 15,0 1 2-15,2 1 20 0,4-2 8 16,3-1 12-16,-1-3-12 0,2-3-15 16,7-4-26-16,-7-6-17 15,7 0-4-15,-5-5 4 0,0-1-17 16,5-3 0-16,-3-1 0 0,3-3 0 0,-5-3-2 15,7-2-1-15,-5 1-2 16,9-4-19-16,-8-1 21 0,7-2 0 16,-1-3-1-16,2 0-25 0,0-4-32 15,1-4-27-15,-5-2-19 0,6-4-18 16,-5-1-42-16,-3-4-47 0,2-3-71 16,-7 0-75-16,5-3-127 0,-9-2-112 15,-2 1-81-15,-2 5-382 0</inkml:trace>
  <inkml:trace contextRef="#ctx0" brushRef="#br0" timeOffset="174664.4">27859 15936 399 0,'0'0'619'16,"0"0"549"-16,0 0-738 0,2 62-95 15,-2-33 23-15,2 0-56 0,2 5-72 16,-4 0-57-16,6-3-32 0,-2-2-25 16,4-4-51-16,-1 0-37 0,-1-5-25 15,-4-3-3-15,6-3 0 0,-2-1-22 16,-1-5-34-16,-1-1-75 0,-2-2-29 16,0-4-13-16,-2-1-26 0,0 0-64 15,2-2-140-15,2-7-170 0,-4-5-46 16,6-3-445-16,-4 1 360 0</inkml:trace>
  <inkml:trace contextRef="#ctx0" brushRef="#br0" timeOffset="174868.18">28063 15930 193 0,'0'0'102'16,"0"0"1688"-16,0 0-1266 0,0 0-158 16,0 0-11-16,0 0-98 0,0 0-89 15,0 0-86-15,0 0-19 0,0 0 43 16,0 26 2-16,2-2-8 0,0 0-44 15,2 1-31-15,5-2-25 0,-5-2-19 16,4-2 0-16,-2-3-31 0,3 0-53 16,1-6-70-16,2-2-28 0,-1-4-37 15,5-2-74-15,-1-2-150 0,3-6-165 16,-5-6-352-16,-3 4-133 0</inkml:trace>
  <inkml:trace contextRef="#ctx0" brushRef="#br0" timeOffset="175127.51">28131 15924 40 0,'0'0'1934'0,"0"0"-1577"0,0 0-92 16,0 0 114-16,0 0-24 15,67 30-94-15,-43-22-78 0,3 1-7 16,4-1-34-16,2-3-48 0,5 0-13 15,-1-2-13-15,2-2-25 0,-4 2-15 16,4-2-3-16,-3 0-23 0,-3-1 1 16,-2 1-3-16,-7 0 0 0,-3 1-46 15,-6 0-85-15,-1-1-75 0,-6 0-58 16,-4 3-110-16,-4-2-240 16,0 2-383-16,-12 1-492 0</inkml:trace>
  <inkml:trace contextRef="#ctx0" brushRef="#br0" timeOffset="175596.36">28191 16304 373 0,'0'0'2447'16,"0"0"-2200"-16,0 0-212 0,0 0 103 15,0 0 113-15,67 26-26 0,-41-21-52 16,3 0-38-16,4 1 10 0,0-2-27 15,1 2-49-15,1 0-20 0,-2-2-12 16,0 0-13-16,0-1-24 0,-8 0 0 16,2-3-1-16,-5 0-18 15,-9 0-46-15,1 0-49 0,-8 0-30 0,1 0-4 16,-7 0 19-16,2-2 0 16,-2 0 3-16,0-3 15 0,0-1-99 0,-2-3-123 15,0 0-128-15,-3 1-15 16,-3-1 34-16,-2 4 52 0,2 1 390 15,1 2 6-15,-1 2 333 0,-4 0 12 16,5 6-14-16,-3 2 9 0,-4 4-17 16,5 2-41-16,1 7-58 0,-2 1-37 15,-3 3-28-15,5 3-33 0,0 0-22 16,0 1-12-16,3-3-14 0,1 1-3 16,2-5-31-16,2 0-22 0,0-4-28 15,0-3-12-15,0 1-12 0,4-5-20 16,1-3-43-16,5 0-45 0,-2-3-19 15,2-3-6-15,5-2-11 0,-1-1-42 16,11-6-83-16,-2-5-125 0,2-2-116 16,2-6-57-16,6-1-122 0,-6 1 80 15,-3 4 465-15</inkml:trace>
  <inkml:trace contextRef="#ctx0" brushRef="#br0" timeOffset="175971.07">28900 16481 12 0,'0'0'150'0,"0"0"94"0,0 0 574 0,0 0-310 15,60-32 11-15,-58 31 20 0,-2 0-125 16,0 1 188-16,-2 0-206 15,-6 0-157-15,0 0-81 0,-7 2-47 16,1 4-25-16,-7 1-58 0,5 3-28 16,-7 1-18-16,-2 2 0 0,4 0-16 15,-1 1 6-15,1-3-46 0,5 0-9 16,-3 0-10-16,9-5-9 0,-1 0-13 16,3-1-19-16,4-4-14 0,4 0-88 15,0-1-224-15,6 0-11 0,6-2 59 16,1-3 20-16,3-5-5 0,3-3-48 15,4 1 28-15,-3-2 94 16,-1 1 124-16,0 2 124 0,-5 2 75 16,-6 3 231-16,3 3 252 0,-3 0-8 15,-6 3-10-15,0 0 25 0,0 0-51 16,0 6-82-16,-2 1-54 0,0 4-56 16,0 4-58-16,0 3-57 0,0 6-40 15,0 1-38-15,0 1-20 0,0 3-12 16,0-2 3-16,0-2-23 0,0 0-2 15,2-6-22-15,2 1 9 0,-2-7-65 16,5-1-57-16,-1-4-38 0,-2-2-52 16,4-3-71-16,1-3-159 0,5-4-197 15,-4-6-89-15,-3-1-392 0</inkml:trace>
  <inkml:trace contextRef="#ctx0" brushRef="#br0" timeOffset="176859.28">29165 15935 2145 0,'0'0'588'0,"0"0"-263"0,0 0-124 15,0 0 22-15,0 52 39 0,0-22-35 16,0 13-48-16,-2 12-32 0,-2 11-36 15,4 4-27-15,0-4-19 0,0-15 3 16,0-13-16-16,0-9-3 0,0-2-9 16,4 3-9-16,-2 2-19 0,4 3 3 15,2-6-15-15,-3 0 4 0,3-4 14 16,0-1-6-16,5-3-9 0,-1-2 10 16,-4-1-12-16,9-1 2 0,-5-4-2 15,5 0 1-15,-3-1 0 0,5-2 0 16,-3-1-1-16,5-1 1 15,0-2 10-15,-1-1-10 0,3-1 1 16,0-3 13-16,0 0-14 0,1-1 1 16,1 0 12-16,-4-1-12 0,6-3 18 15,-5 2 4-15,-3-2-4 0,6 1-5 16,-7-2 8-16,-1 0 1 0,0-1 17 16,-1 0 7-16,-1-1-12 0,-1-1-4 15,0-2-15-15,1-1-2 0,-3-3-14 16,7 0 0-16,-5-3-1 0,7-1 2 15,-2 1-2-15,-3-4-1 16,3 0 0-16,-3 1 1 0,-1-3-1 16,-1-1 3-16,-3-2 15 0,-1-1-6 15,-2-2 3-15,-2 0-2 0,-1-1-4 16,-3-2-9-16,-2-1-37 0,0 2 19 16,0-1 16-16,0 0-35 0,0 2 10 15,-4 0 12-15,-1 3 14 0,1 2-1 16,0 3-11-16,0 0 12 0,2 3-1 15,-4 1-1-15,6 4-9 0,-2 0 11 16,2 1 0-16,0 1 0 0,0 1 1 16,0 0 2-16,0 2-1 0,0-2 14 15,0 1 1-15,0 2 8 0,0 0 0 16,-2-1 1-16,2 2-4 0,-2-1-3 16,-3 1-6-16,1 1-9 0,0 1 0 15,0 0 9-15,0 1-11 0,-2 1 11 16,4 2-9-16,-1-1 9 0,-1 0 0 15,-2 1 0-15,2 0 10 0,-4-1-1 16,-5-2-3-16,-3 1-3 16,-3-1-3-16,-6 2-12 0,1-1 0 15,-7-2 0-15,-5 4-18 0,-5-2-9 16,2 2-13-16,-3-1 7 0,-1 2 0 16,-2 0 11-16,5 0-5 0,3 3-7 15,4 0-8-15,2 0 23 0,4 0-14 16,6 0-7-16,1 0-15 0,3 2-18 15,5 0-10-15,4-2-12 0,-5 3-27 16,9-1-30-16,0 1-83 0,4 0-72 16,0 2-74-16,0 3-61 0,6 1-87 15,4-1-76-15,3-2-52 0,-1-1-102 16,5-2 128-16</inkml:trace>
  <inkml:trace contextRef="#ctx0" brushRef="#br0" timeOffset="177199.25">29490 16009 130 0,'0'0'193'0,"53"3"364"0,-24 0-267 0,-6-1-49 15,4-1 52-15,-6 3-4 16,-7 0-7-16,0-1-40 0,-3 1-16 0,-3-1 21 16,-4 1-20-16,2-1-39 0,-1 2 0 15,-5-1 4-15,2 0-19 16,-2 2-31-16,0 2-20 0,0 1 2 16,-2 4-3-16,-3 3-34 0,-5 3-26 15,0 6-30-15,-3 6-15 16,-1 3 2-16,-3 1 10 0,3 4-4 0,-3-1 7 15,3-1 6-15,1-5-3 0,-1-1-4 16,6-4-11-16,-1-3-8 0,1 0-11 16,0-3-15-16,4-2-1 0,0 0 1 15,2-2 0-15,-1-1 2 0,-1-3-2 16,4-3-6-16,-2 0-1 0,0-4 1 16,2 0-10-16,-2-3-3 15,0-1 3-15,2 0-24 0,0-2-13 16,0 0-25-16,-2 0-9 0,2-2-14 15,-2-3-40-15,2-3-111 0,-6-2-63 16,6-4-81-16,-2-5-123 0,-2-3-153 16,-1-3-411-16,-1 6 397 0</inkml:trace>
  <inkml:trace contextRef="#ctx0" brushRef="#br0" timeOffset="177492.39">29353 16211 210 0,'0'0'88'0,"0"0"1109"15,0 0-751-15,0 0-158 0,0 0 16 16,0 0-39-16,0 0-111 0,0 0-77 16,0 0 28-16,0 0 52 0,-29 51 12 15,29-30-30-15,0 2-25 0,4 2-26 16,-2 3-15-16,7-1 11 0,-3 1-12 16,-2-3-14-16,2-2-11 15,-2-2-10-15,0-2-25 0,7-4-12 16,-5-2-1-16,0-1-2 0,-2-2-12 15,3-3-13-15,-1 1-50 0,-2-4 1 16,2 0 2-16,-4 0-7 0,4-3-3 16,-4 0-3-16,-2-1-7 0,2 0-16 15,1-5-58-15,-1-4-80 0,0-4-198 16,2-5-246-16,-4-1-454 0,0 1 440 16</inkml:trace>
  <inkml:trace contextRef="#ctx0" brushRef="#br0" timeOffset="177891.39">29430 16091 1102 0,'0'0'1129'15,"0"0"-721"-15,0 0-39 0,0 0-71 16,0 0-120-16,0 0-77 0,0 0-15 16,-23 58 8-16,23-36 4 0,0-1-26 15,0 0-34-15,0 0-26 16,0-1-10-16,0-3 1 0,0-2-3 15,0-3-16-15,0-4-53 0,0-2-44 16,0-2-26-16,0-3-7 0,0-1-16 16,0 0-4-16,0-5 16 0,4-3-94 15,-2-4-211-15,0-5-64 0,2-2-2 16,0 0 20-16,1 0 230 0,-3 1 271 16,4 5 193-16,-2 1 178 0,-4 1-10 15,4 5 23-15,-4 0 25 16,2 5 33-16,-2-1-21 0,0 2-64 0,0 0-87 15,0 0-97-15,0 3-64 16,0 3-23-16,0 5-2 0,0 1 7 16,0 2-17-16,2 0-9 0,-2 3-37 15,4-3-28-15,-2 0-1 0,0-1-21 16,1-3 7-16,1 0-44 0,-4-1-78 16,8-1-70-16,-6-3-48 0,4 3-81 15,-4-2-252-15,0-3-477 0,-2 1-538 16</inkml:trace>
  <inkml:trace contextRef="#ctx0" brushRef="#br0" timeOffset="202625.96">6274 11212 17 0,'0'0'46'0,"0"0"-26"0,0 0 48 16,0 0-48-16,0 0 51 0,0 0 56 15,0 0-9-15,-4 38-82 0,4-38 9 16,0 0 102-16,0 0 68 15,0 0 91-15,2 0-26 0,-2-2-85 16,0 1-114-16,0 1-3 0,0-3 7 16,0 3-14-16,0-2-19 0,0-1 6 15,0 1 4-15,0 0 19 0,0-2 6 16,-2 1-12-16,2-1-37 0,0 2 21 16,-2-2 2-16,2 0 3 0,0 0 1 15,-3 3-27-15,3-1-21 0,0-1 5 16,0 0 7-16,-2 0-10 0,2-1 23 15,-2 0 16-15,2-1 6 0,-2 0-6 16,0-1 22-16,-2-1-4 0,2-1-9 16,0 2-12-16,-2 0 2 15,2 1 10-15,-2-3 2 0,-1 0 4 0,-3 2-41 16,0-2 9-16,4-1 0 0,-5 1 9 16,-1 0-12-16,0-1-3 0,-1-1-13 15,-1 0 6-15,-2 1-3 16,-1 0-25-16,-1 1-1 0,1 0 1 15,-1 0 19-15,1 0-19 0,-3 1 0 16,3 0 11-16,-4 0-11 0,5-4 0 16,-7 3 1-16,1-2 0 0,-3 1 3 15,0-3 11-15,0 3-2 0,-3-1-11 16,-1-2-2-16,2 2 0 0,-4-1 3 16,2-2 10-16,0 2-10 0,-2 0 0 15,0 0-3-15,0-2 0 0,-2 2 0 16,-2-1-3-16,0 2-11 0,0-1 12 15,-2 3-12-15,-2-1-14 0,0 1 27 16,-5 2-1-16,1 1 2 16,2-1 1-16,-3 2 15 0,1 0-16 15,-2 0-3-15,3 2 3 0,3 1 1 16,-2 0-1-16,-1 1 0 0,5-2 0 16,-4 1 0-16,6 0 9 0,4 0-6 15,0 0-3-15,4 1 0 0,-2-3 0 16,5 2-12-16,3-1 11 0,-2 2-11 15,9-1 11-15,-7-1-13 0,9 2 11 16,0-1-25-16,-1 1 16 0,5 0-26 16,2 0-9-16,0 0-23 0,2 0-12 15,0 0-25-15,0 0-36 0,2 0-52 16,0 0-90-16,-2 0-85 0,2 1-122 16,0 2-102-16,-11-2-387 0</inkml:trace>
  <inkml:trace contextRef="#ctx0" brushRef="#br0" timeOffset="208143.26">589 10649 76 0,'0'0'140'0,"0"0"-45"0,0 0 632 0,0 0-301 16,0 0-153-16,0 0 6 0,0 0-6 15,-25 7-21-15,21-6 15 16,0 0 9-16,2 0-30 0,0-1-39 16,2 1-24-16,0-1-35 0,0 0-57 15,0 0-48-15,2 0-42 0,4 0-1 16,0-3 44-16,5 0 1 0,-3 0-11 15,4-2-34-15,3-1-9 0,-3 0-10 16,7 0 19-16,-5 0 2 0,7-2 11 16,-7 2-13-16,7-1-1 0,-2 3-1 15,-3 0-14-15,1 0-79 0,-3 3-59 16,-1 0-3-16,-1 1-36 0,-4 0-11 16,-3 2-135-16,1 4-112 0,-2 2-220 15,-4 2 158-15,0-2-302 0</inkml:trace>
  <inkml:trace contextRef="#ctx0" brushRef="#br0" timeOffset="208405.62">626 10897 334 0,'0'0'2071'16,"0"0"-1610"-16,0 0-198 0,0 0-132 15,0 0-45-15,0 0-3 0,0 0-4 16,0 0 54-16,0 0-13 0,0 0-44 16,38-25-4-16,-24 17-6 0,-4-3-19 15,9 0-15-15,-5-2-19 0,9-1-13 16,-8 2-27-16,3 2-99 0,-5 1-59 16,1 3-43-16,-4 4-52 0,-1 2-221 15,-3 2-87-15,-4 9 4 0,4-1-97 16</inkml:trace>
  <inkml:trace contextRef="#ctx0" brushRef="#br0" timeOffset="208631.76">680 11168 441 0,'0'0'1531'16,"0"0"-1074"-16,0 0-157 0,0 0-114 15,0 0-80-15,0 0 83 0,0 0-1 16,0 0 25-16,0 0 8 0,0 0 2 15,58-28-26-15,-44 12-54 0,5-1-32 16,-2-1-43-16,3-3-37 0,1 0-19 16,-2 0-12-16,3-1-56 15,-3 2-55-15,4 2-38 0,-1 1-48 16,-3 1-64-16,4 1-39 0,-5-2-152 0,1 1-182 16,-7 3-151-16,5-5-575 0</inkml:trace>
  <inkml:trace contextRef="#ctx0" brushRef="#br0" timeOffset="209012.78">1077 10607 750 0,'0'0'1981'0,"0"0"-1580"0,0 0-28 16,0 0-85-16,0 0-175 0,0 0-57 15,0 0 13-15,0 0-24 0,0 0-17 16,0 0-12-16,56-37 3 0,-40 30 12 16,9 0-6-16,0 1-13 15,0-3-10-15,6 1 2 0,0 0 11 0,-2 0-15 16,0 2 1-16,-2 0-1 16,-7 2 2-16,-1 2 0 0,-13 0-1 0,2 2 12 15,-6 0-1-15,-2 2 54 16,0 0 76-16,0 7 77 0,-6 0-71 15,0 9-148-15,0 3-3 0,-9 4 3 16,3 4 0-16,-1 0 0 0,-3 2-2 16,6 0-17-16,-7-2-15 0,3 0-2 15,5-1-20-15,-1-5-12 0,2 2-55 16,1-5-60-16,5-1-60 0,2-2-69 16,-2-4-122-16,2-1-224 0,0-5-473 15,0-1-191-15</inkml:trace>
  <inkml:trace contextRef="#ctx0" brushRef="#br0" timeOffset="209210.78">1360 10776 265 0,'0'0'2133'0,"0"0"-1505"16,0 0-303-16,0 0-131 16,0 0-175-16,0 0-19 0,0 0 0 0,0 0 35 15,0 0 6-15,56 33 13 0,-39-21-22 16,-5 3-29-16,2-2 16 15,3 2-19-15,-5-3-92 0,3 2-69 16,-3-1-62-16,3-4-126 0,-3-2-238 16,-2-1-405-16,5-5-232 0</inkml:trace>
  <inkml:trace contextRef="#ctx0" brushRef="#br0" timeOffset="209560.23">1602 10443 1407 0,'0'0'1353'0,"0"0"-901"0,0 0-118 15,0 0-68-15,0 0-125 0,0 0-91 16,0 0-18-16,0 0 3 0,0 0 62 16,0 0 40-16,31-3-10 0,-21 0-34 15,9 0-4-15,-5-2-5 0,7 0-26 16,0-4-27-16,2 1-10 0,3-2-18 16,-5 2 7-16,2 0-10 15,2 1-2-15,-7-2-47 0,-1 3-46 0,-5 2-28 16,1 0-88-16,-3 3-54 0,-6 0-116 15,2 1-211-15,-2 0-435 16,-4 4-230-16</inkml:trace>
  <inkml:trace contextRef="#ctx0" brushRef="#br0" timeOffset="209973.36">1625 10694 1251 0,'0'0'1907'0,"0"0"-1538"16,0 0-321-16,0 0 31 0,0 0 41 16,0 0-26-16,51-12 13 0,-32 5 72 15,0-3-95-15,3-1-34 0,3-2-12 16,-2 0-17-16,4-2 7 0,2 2-28 16,-7 0-46-16,-1 1-76 0,2 5-2 15,-9 1 0-15,1 0-17 0,-7 6 9 16,-2 0-33-16,-2 0-13 15,-4 0 22-15,0 0 156 0,0 0 38 16,-2 3-38-16,-4 2-58 0,0 1-21 16,-2-1-8-16,-7 1 58 0,5 1 3 15,-3-2-12-15,-3 3 12 0,6-2 26 16,-5 2 7-16,3 1 89 0,1-1 67 16,-1 4-25-16,4 1-24 0,2 4-3 15,-1 2 13-15,1 2-48 0,2 4-7 16,2 1-9-16,0 2 0 0,0-3-7 15,2-1-22-15,0-4-31 16,0-4 0-16,4-2-40 0,2-3-17 16,2-2-66-16,1-5-63 0,-3-1-24 0,8-3-90 15,-1 0-240-15,-7-4-176 16,8-11-431-16</inkml:trace>
  <inkml:trace contextRef="#ctx0" brushRef="#br0" timeOffset="210521.41">2142 10425 285 0,'0'0'743'16,"0"0"787"-16,0 0-1054 0,0 0-179 16,0 0-30-16,0 0-55 0,0 0-52 15,0 0-15-15,0 0-17 0,0 0-10 16,4-4-13-16,-4 8-12 0,0 3-25 15,0 7-34-15,0 2-31 0,0 6 15 16,0 3-2-16,0 0-4 16,-2 3-9-16,0-3 15 0,2-2-15 15,-3-2 25-15,3-3-7 16,0-7-21-16,0-1-19 0,3-2-24 0,1-3-6 16,2 0 27-16,2 0-9 0,0-1-2 15,-1-2 8-15,3-1 0 0,4-1 4 16,-5 0-4-16,3-1 3 0,3-4 4 15,-5-2 5-15,6 1 10 0,-5-3 0 16,3 0-19-16,3-1-9 0,-5-2-21 16,3 0-7-16,-5 1 2 0,0 0 1 15,3-1 3-15,-5 1 13 0,-2 1 17 16,-2 4 23-16,-2-3 23 0,-2 3 14 16,0 3 7-16,0-3 12 0,0 0 13 15,0 2 14-15,-2 3 23 0,2-1-10 16,0 2-38-16,0 0-21 0,0 0-12 15,0 0-25-15,0 0 0 0,0 0-28 16,0 3-12-16,4 1 40 0,3 5 19 16,1 3 33-16,-2 3 9 15,2-1 32-15,5 2-47 0,-5 0-31 16,0-2-15-16,-1 1-1 0,1-2-24 16,-2 1-76-16,-2-1-50 0,0 1-84 15,0 1-121-15,1-2-218 0,-1-2-633 16,2-3-893-16</inkml:trace>
  <inkml:trace contextRef="#ctx0" brushRef="#br0" timeOffset="211347.5">3026 10350 99 0,'0'0'68'16,"0"0"2126"-16,0 0-1723 0,0 0-173 16,0 0-33-16,0 0-100 0,0 0-54 15,0 0-13-15,0 0-7 0,0 0-22 16,-14 6-6-16,12-4-4 0,0 2-4 15,-2 1-18-15,-1 2-22 0,3 1-2 16,-4 3-1-16,-4 2 10 0,2-1-9 16,-3 2-11-16,1 0 8 0,-7 2-10 15,7-4 0-15,-4 0 1 0,1-4 15 16,3 2-15-16,-3-5 1 16,5-2-2-16,0-2-19 0,2-1-15 0,-3 0-10 15,5-4-18-15,-2-4-39 16,4-2 0-16,0-5 26 0,-2 1 31 15,2-1 15-15,0-1 14 0,2 0 12 16,0-3 1-16,0 2 0 0,4 0 1 16,0 1-13-16,0 0 14 15,-2 1 18-15,8 0 20 0,1 2-3 0,-1 2-4 16,0 1 7-16,5 1 16 0,-5 3-1 16,7 2 10-16,-3 2-25 15,5 2 3-15,-3 5-7 0,3 5 19 16,-2 6 16-16,3 1-4 0,-5 4 9 15,-1 2-15-15,1-1-34 0,-7 0-10 16,6-2-12-16,-5 0-3 0,-1-3-12 16,-2-1-84-16,6-5-62 0,-3 0-74 15,-1-3-64-15,6-6-164 0,-5-2-350 16,3-4-554-16</inkml:trace>
  <inkml:trace contextRef="#ctx0" brushRef="#br0" timeOffset="211800.75">3283 10107 233 0,'0'0'2486'15,"0"0"-1960"-15,0 0-217 0,0 0-170 16,0 0-139-16,0 0 76 0,0 0 43 16,0 0-18-16,57-19-31 0,-34 12-27 15,-2 0-5-15,2-4-23 0,3 3-14 16,3-2 1-16,-2-1-2 16,-2 3 0-16,0-1-15 0,-2-1-63 0,-5 4-55 15,-3 0-43-15,-5 3-45 16,2-1-101-16,-5 3-101 0,-3 0-51 15,-2-2-104-15,-2 3-118 0,0-1-76 16</inkml:trace>
  <inkml:trace contextRef="#ctx0" brushRef="#br0" timeOffset="212059.96">3498 9907 1314 0,'0'0'1058'16,"0"0"-568"-16,0 0-13 0,0 0-72 15,0 0-128-15,0 0-120 0,0 0-94 0,0 0-63 16,0 0 0-16,0 0 0 16,-7 26 34-16,12-2 43 0,-3 6 1 15,6 7-19-15,0 4-7 0,-2 1-15 16,1 4-3-16,-3-2-6 0,4-1-9 16,0-1-7-16,0-2-12 0,-1-4 0 15,-1-5-12-15,0-2-19 0,6-7-53 16,-3 0-18-16,-3-4-31 0,6-4-38 15,-3-4-78-15,-3-3-126 0,-2-3-155 16,2-4-170-16,-6 0-437 0</inkml:trace>
  <inkml:trace contextRef="#ctx0" brushRef="#br0" timeOffset="212452.96">3527 10218 2599 0,'0'0'620'0,"0"0"-229"0,0 0-126 16,0 0-140-16,0 0-64 16,0 0-40-16,0 0-21 0,-54 61-29 15,43-39 25-15,-1 3 4 0,0-2-1 16,3-1-2-16,1-4-16 0,-2-3-3 16,6-4-34-16,-1-2-54 0,3-4-35 15,2-4-67-15,2-1-219 0,5-4 84 16,3-4 28-16,0-9 137 0,1-1 4 15,5-3-4-15,-5-5 72 16,5-1 68-16,-3 2 42 0,-3 1 19 0,2 2 85 16,-3 4 100-16,-5 1 23 0,4 7 84 15,-6 0 30-15,0 5-43 0,2 2-49 16,-2 0-43-16,0 3-49 0,0 0-62 16,0 0-76-16,3 6 3 0,-1-2 21 15,2 3 4-15,4 1-2 0,1 3-13 16,-5 1-32-16,6-1-2 15,1-2-71-15,-5 0-40 0,8-2-16 0,-3-4-20 16,-3 1-66-16,7-4-79 16,-7 0-145-16,-2-3-134 0,3-4-549 15</inkml:trace>
  <inkml:trace contextRef="#ctx0" brushRef="#br0" timeOffset="212697.97">3789 9637 1464 0,'0'0'1753'0,"0"0"-1282"0,0 0-113 16,0 0-36-16,0 0-223 0,0 0-99 15,0 0-90-15,0 0 59 0,-4 59 28 16,8-38-19-16,-2-1-21 0,2 4-47 15,-4-3-42-15,0 0-60 0,4-2-89 16,-2-1-110-16,-2-2-219 0,3-6-203 16,-6 3-753-16</inkml:trace>
  <inkml:trace contextRef="#ctx0" brushRef="#br0" timeOffset="213162.06">3646 10007 431 0,'0'0'2519'0,"0"0"-2078"0,0 0-359 0,0 0-59 15,0 0 94-15,0 0 9 0,0 0-34 16,50 4-20-16,-38-7-16 16,5 0-15-16,-5-2-13 0,7-2-2 15,-7 1-25-15,5 1 3 0,-7-2-1 16,-1 3-3-16,-1 2-27 0,-6 1-42 15,2 1-3-15,-4 0 40 0,0 0 32 16,0 0 34-16,0 0-34 0,0 0-2 16,0 0-2-16,-4 0-37 0,2 1-47 15,-2 2 19-15,0 1 40 0,-3 2 10 16,5-1 19-16,-4 2 70 0,4 2 34 16,-4 0-10-16,0 5 0 0,1 3-11 15,-1-1-18-15,4 9-9 0,-4 0-9 16,2 1 0-16,-2 0 2 0,-1 2 4 15,3-4-6-15,0 0-13 0,2-7-16 16,2 1-16-16,0-6-2 16,0-1-18-16,0-2-7 0,0-1-3 15,0-2-3-15,2 0 0 0,2-4 16 16,0 0-1-16,3 0-6 0,-1-1 1 16,-2-1-13-16,2 0-1 0,2-3-61 15,3-5-52-15,1-5-38 0,-1-1-67 16,1-3-167-16,-2-1-226 0,-4 5-429 15</inkml:trace>
  <inkml:trace contextRef="#ctx0" brushRef="#br0" timeOffset="213430.18">3855 10076 723 0,'0'0'110'0,"0"0"1279"0,0 0-580 0,0 0-464 16,0 0-139-16,0 0-35 15,0 0-36-15,0 0-25 0,0 0 4 16,0 0 1-16,4 11 13 0,-4-2 17 16,0 4-12-16,-4 7-68 0,0 4-22 15,-2 4-10-15,-2 1-17 0,-1 2-4 16,3 0-11-16,-2-2-1 0,0 0-3 16,3-4-25-16,1-1-21 0,2-4-56 15,2-1-15-15,0-6-35 0,0-1-28 16,4-4-63-16,-2-2-126 0,3-1-144 15,1-5-161-15,-4 0-308 0,4-5-213 16</inkml:trace>
  <inkml:trace contextRef="#ctx0" brushRef="#br0" timeOffset="213716.19">3903 10161 448 0,'0'0'231'0,"0"0"88"15,0 0 1231-15,0 0-1099 0,0 0-147 16,0 0-3-16,0 0-20 0,0 0-76 16,0 0-40-16,0 0 6 0,2-5 14 15,0 6-16-15,-2-1-30 0,0 3-36 16,0-2-20-16,0 6-28 0,0 3-40 16,-2 3-15-16,0 5-27 0,0 5 11 15,-2 1 13-15,1 1-15 0,-1-3-12 16,2 1 5-16,-2-4-9 0,0-1-17 15,2-5-32-15,2 0-21 0,0-3-56 16,0 0-97-16,0-4-78 0,0-2-89 16,2-1-172-16,2-3-426 0,-2 0 271 15,2-1-488-15</inkml:trace>
  <inkml:trace contextRef="#ctx0" brushRef="#br0" timeOffset="213915.56">3919 10283 620 0,'0'0'701'0,"0"0"1002"0,0 0-1323 0,0 0-129 16,0 0-33-16,0 0-115 0,0 0-65 15,0 0-20-15,0 0 52 0,0 0 33 16,11 21-9-16,-9-13-35 0,2-2-22 16,4 1-25-16,-2 0-11 0,0 1-1 15,1 1-28-15,-1-1-86 0,4-1-61 16,1-1-80-16,-3-1-156 0,0-2-368 15,4-3-739-15</inkml:trace>
  <inkml:trace contextRef="#ctx0" brushRef="#br0" timeOffset="214575.71">4192 10067 167 0,'0'0'2009'0,"0"0"-1389"15,0 0-200-15,0 0-104 0,0 0-206 16,0 0-110-16,0 0-82 0,0 0 41 16,0 0 41-16,8 50 60 0,3-29-22 15,-3-2-19-15,0 5-19 0,1-6-2 16,3 1-14-16,-2-6-6 0,-1-1-3 15,5-2-7-15,-4-4-16 0,-1-2-44 16,5-3-51-16,-2-1-20 0,-3-7-4 16,7-1 3-16,-7-4-55 0,5-1 28 15,-4-3 78-15,-1 2 59 0,-3 3 54 16,0 0 19-16,-4 2 36 0,0 2 120 16,-2 1 80-16,0 3 34 0,0 0 22 15,0 2-54-15,0 1-26 0,-2 0-20 16,0 0-57-16,-4 0-33 0,2 1-6 15,2 5-65-15,-7 1-49 16,1 5-1-16,-2 6-2 0,1 3-15 0,1 3 17 16,-6 2 38-1,5 1 5-15,3-4 19 0,2 0-10 0,-2-5 1 16,4-3-7-16,2-1-9 0,0-4-37 16,0-1-4-16,0 1-20 0,4-4-7 15,2 2-3-15,-2-4-3 0,3 1 0 16,-1-3-15-16,6 0-13 15,-2-2 3-15,1 0-25 0,3-4-10 0,-1-5 1 16,3-5-59-16,-1-3-99 0,1-2-162 16,-1 2-255-16,3-8-600 0</inkml:trace>
  <inkml:trace contextRef="#ctx0" brushRef="#br0" timeOffset="-214530.81">4560 10007 197 0,'0'0'2344'0,"0"0"-1663"0,0 0-366 0,0 0-81 15,0 0-74-15,0 0-91 0,0 0-2 16,0 0 55-16,0 0-1 16,0 0-22-16,48-20-15 0,-36 14-22 15,-2-1-16-15,5-1-3 0,-5 3-9 16,-4 0-9-16,3 0-7 0,-5 4 1 16,0 0-1-16,-4 1 40 0,0 0 92 15,0 2 104-15,-2 4-57 0,-4 3-39 16,-3 8-158-16,-1 7-45 0,0 6-68 15,-3 0 7-15,7-1-16 0,-2-4-27 16,2-2-41-16,4-4-34 0,2-1-67 16,0-5-150-16,2-4-132 0,4-3-146 15,0-3-42-15,-2-3-375 0</inkml:trace>
  <inkml:trace contextRef="#ctx0" brushRef="#br0" timeOffset="-214316.81">4773 10001 350 0,'0'0'313'0,"0"0"9"0,0 0 801 16,0 0-747-16,0 0 62 0,0 0-144 16,0 0-169-16,0 0-55 0,0 0-19 15,0 0-10-15,50-15-12 0,-44 15-14 16,2 0-2-16,2 1 0 16,-3 0-12-16,-1 3-1 0,2-2-60 15,0 1-58-15,-1 1-99 0,-1 0-100 16,-2-1-2-16,-2 1-56 0,0 1-145 15,-2-1-140-15</inkml:trace>
  <inkml:trace contextRef="#ctx0" brushRef="#br0" timeOffset="-213871.61">4823 10050 158 0,'0'0'358'0,"0"0"1"0,0 0 1511 15,0 0-1402-15,0 0-181 16,0 0-9-16,0 0-80 0,0 0-103 15,0 0-54-15,0 0 12 0,0 43 12 16,2-29 10-16,-2 3 2 0,0 0-5 16,2-2-14-16,-2 1-20 0,0-1-17 15,2-3-19-15,-2-1 0 0,0 3-2 16,0-5 0-16,0 2 0 0,0-1-15 16,0 0-10-16,0-2-12 0,0-1-3 15,0-1-4-15,-2 0 4 0,0 0 9 16,0-2 6-16,-3 1 22 0,1-2 2 15,-2 1 1-15,0-2 0 0,-2-2 0 16,-1 0 0-16,3 0 13 0,-4-1-10 16,0-4-3-16,1 2 1 0,1-2 12 15,2 0 24-15,0 0-6 16,1 1 3-16,1-2-18 0,2 1 0 16,0 1 11-16,0 0-14 0,2 1-13 15,0 0-34-15,0 0 0 0,0 0 21 16,2-2 10-16,2 1 3 0,0-2 2 15,3 0-2-15,5 0-12 0,-4 2 9 16,1-2 0-16,3 0-10 0,0 1 11 16,1 0 0-16,3 2-26 0,-5-3-71 15,3 2-41-15,1-2-52 0,-5 0-98 16,9 0-136-16,-7 0-78 0,4-3-168 16,-5 5-425-16,3-5 406 0</inkml:trace>
  <inkml:trace contextRef="#ctx0" brushRef="#br0" timeOffset="-213106.1">5019 9819 275 0,'0'0'2189'0,"0"0"-1494"0,0 0-319 16,0 0-83-16,0 0-50 0,0 0-93 16,0 0-69-16,0 0-38 0,0 0-21 15,0 0-3-15,25-4-4 0,-21 2-15 16,2 2 0-16,0 0 1 0,3 0-1 16,-3 3-1-16,0 0 1 15,0 3 1-15,-2 1-1 0,0 4 3 0,1-3 13 16,-1 3-15-16,-4 1-1 0,0 1-44 15,0-1-2-15,0-2 2 16,0 1-2-16,0 0 5 0,0-4 7 16,0 0 3-16,0-3 3 0,0 0 9 15,0-2 6-15,0-1 13 0,0-1 2 16,0 0 39-16,-2 0 0 0,2 0-1 16,0 1-18-16,-2-1-7 0,2 0-11 15,0 0-2-15,0 0-2 0,-5 0-2 16,5 0-17-16,0 0-3 0,0 0-15 15,0 0-7-15,0 1-15 0,0 0-5 16,5 2 26-16,-3-1 38 0,0 2 10 16,4 0 27-16,-2 0 4 0,2 2 13 15,-2-1-16-15,5 2-7 0,-1 0-16 16,-2 0-11-16,0 2-1 0,1 2 12 16,3-2-13-16,-2 3 20 0,-2-2-6 15,-2 2-4-15,1 1 1 16,3 2 5-16,-4-1-17 0,2 2 12 15,-2-2 12-15,0-2-1 0,-4-1-5 16,3-2-17-16,-3 1 20 0,0-2 9 16,0-2 3-16,0-2 34 0,-3-1 34 15,-1 0-4-15,0 0-12 0,0-3-27 16,-4 1-13-16,-3 0-16 0,3-1-20 16,-2 0-10-16,0-2-33 0,-1-3-7 15,1 1 0-15,-3-2-3 0,5 2 33 16,2-2 10-16,-2 2 2 0,4-1 19 15,-1 2-20-15,3 3-1 0,2-3-3 16,0 3-40-16,0 0-37 0,0 0-18 16,0-3-10-16,7 0 58 0,-1-2 38 15,0 1-1-15,2-3 10 0,1 1 1 16,3-2 0-16,-2 2-20 0,-1 0-64 16,1-1-76-16,0 0-137 0,-4 3-128 15,1-1-288-15,-7 3-836 0</inkml:trace>
  <inkml:trace contextRef="#ctx0" brushRef="#br0" timeOffset="-212098.19">2390 11059 118 0,'0'0'66'0,"0"0"103"0,0 0 1449 0,0 0-1090 16,0 0-277-16,0 0-74 0,0 0-29 15,0 0-17-15,0 0-35 16,0 0-23-16,2 2-16 0,-2 2-3 16,0 9-32-16,0 4-22 0,0 6 0 15,0 6-19-15,0 0-13 0,0-2-12 16,0-2 6-16,0-5-10 0,0-2-35 16,0-6-64-16,0-1-132 0,4-4-192 15,-2-6-243-15,0 0-486 0,-2-3 799 0</inkml:trace>
  <inkml:trace contextRef="#ctx0" brushRef="#br0" timeOffset="-211740.16">2406 11100 1028 0,'0'0'1233'16,"0"0"-865"-16,0 0-268 15,0 0-100-15,0 0-64 0,0 0 64 0,0 0 57 16,0 0-2-16,60-53-16 15,-45 41 6-15,5 1 3 0,3 1 0 16,-4 3 16-16,3 1 0 0,-5 5 13 16,4 1 9-16,-7 0 0 0,3 3 0 15,-7 3-9-15,2 3 24 0,-1 1 3 16,-3 2 26-16,-2 5 23 0,0 2-8 16,-2 4-26-16,-2 6-29 0,-2 2-31 15,0 4-22-15,-4 3-18 0,-4 2-4 16,2 3-14-16,-2-1-1 0,-1 2-1 15,-1-2 1-15,0-1 0 0,3-4-2 16,-1-2-41-16,0-6-1 0,4-3-24 16,0-4-22-16,2-5 9 0,0-3-33 15,2-3-55-15,0-4-77 0,0 0-56 16,0-2-47-16,0-3-108 0,0-2-142 16,0 0-182-16,0-1-343 15</inkml:trace>
  <inkml:trace contextRef="#ctx0" brushRef="#br0" timeOffset="-211389.1">2489 11207 347 0,'0'0'1106'0,"0"0"172"15,0 0-784-15,0 0-37 0,0 0-92 16,0 0-195-16,0 0-129 15,0 0-41-15,0 0-37 0,0 0-26 0,-8 10 63 16,18-3 50-16,2 3 28 16,1 3 0-16,7 6-1 0,1 0-2 15,2 2-20-15,6 1-6 0,0 1-30 16,2-2-7-16,4-2-11 0,-2 2 0 16,4-5 2-16,-2-1 1 0,0-3 8 15,0-3-11-15,-1-1-1 0,1-4-10 16,-4 1 7-16,-2-3-13 0,-2-1-21 15,-5-1-15-15,-5 0-10 0,-1 2-16 16,-5-2-2-16,-3 1-13 0,-4-1-13 16,0 0-49-16,-2 0-62 0,-2 0-61 15,0 0-50-15,0-3-6 0,-2-3-85 16,-4 0-778-16</inkml:trace>
  <inkml:trace contextRef="#ctx0" brushRef="#br0" timeOffset="-211135.74">2832 11083 715 0,'0'0'580'16,"0"0"245"-16,0 0-336 0,0 0-14 16,0 0-92-16,0 0-98 0,0 0-62 15,0 0-100-15,0 0-123 0,0 0-25 16,-29 16-35-16,33 2 60 0,2 5 28 15,3 4-25-15,-1 0-3 0,-2 1-13 16,2-3-9-16,1-1-31 0,-1-4-44 16,-4-4-61-16,0-1-66 0,2-5-130 15,1-2-154-15,-1-5-250 0,-2 0-251 16</inkml:trace>
  <inkml:trace contextRef="#ctx0" brushRef="#br0" timeOffset="-210765.67">2774 11074 24 0,'0'0'2048'0,"0"0"-1486"0,0 0-359 16,0 0-200-16,0 0 132 0,0 0 10 16,0 0-72-16,0 0-19 0,0 0-6 15,60-50 3-15,-41 44-3 0,-5 0-4 16,5 1-5-16,-5-1-1 15,1 4 3-15,1-1-6 0,-5 3 12 0,-1 0 13 16,-2 3 13-16,-4-1 9 0,-2 4 31 16,0 2 41-16,3 5 33 15,-3 2-38-15,0 4-63 0,0 3-42 16,0 1-14-16,2 2-11 0,-2-1-1 16,2-1-2-16,-2-2 5 0,0 1 1 15,0-5-7-15,0 0-12 0,-2-4-3 16,2 0-1-16,3-2-14 0,-1-1-4 15,0 1 4-15,2-4-3 0,0 0-16 16,0-1 6-16,1-1-9 0,-1-1-25 16,6-1-40-16,-1-2-44 0,-1-1-54 15,6-3-61-15,-3-4-91 0,3-4-139 16,-5 3-174-16,1-10-636 0</inkml:trace>
  <inkml:trace contextRef="#ctx0" brushRef="#br0" timeOffset="-210270.28">3045 10964 978 0,'0'0'1002'0,"0"0"-410"0,0 0-421 15,0 0 160-15,0 0 20 0,0 0-110 16,0 0-81-16,64-6-25 0,-45 5-8 16,-1 0-27-16,3-2-26 0,6 1-18 15,-9-2-12-15,7 0-13 0,-2-2-28 16,-5 2 9-16,3-1-11 0,-4-1 2 16,-5 3-3-16,-6 2-9 0,0-2-50 15,-1 2-25-15,-5-1-19 0,4 2-13 16,-4 0-16-16,0 0-28 0,0 0-2 15,0 0 7-15,-4 0 18 0,-1 0-93 16,3 0-172-16,-4 0 118 16,0 0 106-16,0 0 81 0,-2 2 97 0,1 3 71 15,3 1 107-15,2 2 61 16,0 2-3-16,0-2-28 0,0 3 3 16,2 3-23-16,0 4-4 0,0 0 2 15,0 4-3-15,0 1-51 0,2 3-29 16,2-2-16-16,-4 1-16 0,2-2-18 15,0-3-19-15,2-2-33 0,-2-2-1 16,1-1-25-16,3 0-9 0,-2-4-68 16,0-1-60-16,0-1-55 0,-2-2-60 15,-2-1-130-15,0-1-215 0,0-2-369 16,-2-3-407-16</inkml:trace>
  <inkml:trace contextRef="#ctx0" brushRef="#br0" timeOffset="-210040.24">3167 11214 882 0,'0'0'43'0,"0"0"1239"0,0 0-470 15,0 0-575-15,0 0-103 0,0 0-14 16,0 0 89-16,0 0-4 0,0 0-41 16,0 0-52-16,66-47-40 0,-49 33-38 15,-1 3-34-15,5-3 3 0,-5 3-1 16,3 0-2-16,-5 1-59 0,5 3-84 15,-9 0-81-15,-1 1-50 0,-1 4-95 16,-6 2-225-16,0 0-373 16,-4 6-200-16</inkml:trace>
  <inkml:trace contextRef="#ctx0" brushRef="#br0" timeOffset="-209844.48">3177 11354 829 0,'0'0'1136'0,"0"0"67"0,0 0-884 16,0 0-142-16,0 0-28 0,0 0-33 16,0 0 54-16,0 0 64 0,0 0-67 15,0 0-59-15,52 8-40 0,-40-13-37 16,5-1-19-16,-1-1-11 0,3 0-1 16,0-4-14-16,1 0-100 15,1-4-47-15,-3 2-69 0,3-3-131 0,-6-4-168 16,-1 8-270-16,-2-11-549 0</inkml:trace>
  <inkml:trace contextRef="#ctx0" brushRef="#br0" timeOffset="-209064.28">3464 10862 161 0,'0'0'287'0,"0"0"1181"0,0 0-869 15,0 0-196-15,0 0-13 0,0 0-104 0,0 0-150 16,0 0-80-16,0 0-40 16,0 0 3-16,-49 60 13 0,49-43 12 15,0 0 15-15,0-3 4 0,0 3-6 16,2-4-13-16,2 1-13 0,2-2-20 16,3-1-11-16,5 0-13 15,-2-2 1-15,7 2-2 0,0-1 14 16,8-4 106-16,-1-1-37 0,1-2-54 15,-2-3 4-15,4 0-16 0,0-3 19 16,-2-4-19-16,-2 0 21 0,-3-3-5 16,3 0 6-16,-6-1-10 0,-5 1-12 15,-8 0 0-15,1 0 28 0,-3 0 27 16,-4 0 109-16,0-2 35 0,-8-2-73 16,-1-3-65-16,3 3-28 0,-4-4-14 15,-3 0-20-15,3 3 0 0,0-2 0 16,-3 2 0-16,3 2 0 0,-5-2 1 15,3 4 0-15,-2 2-1 0,-3 2-2 16,3 1-11-16,-5 2-1 0,4 2-3 16,-3 2 11-16,5 2-20 0,-3 2-13 15,6 2 7-15,-3 2-1 16,3 0 4-16,2 1-16 0,1 2-3 0,1 0-18 16,-2-1-44-16,6 1-12 0,0 0 0 15,0-2 2-15,-2 1 15 16,4-1 7-16,0-1-27 0,0 0-34 0,0-2-48 15,0 0-61-15,0 0-43 16,0-2-48-16,0-3 15 0,4 3 48 16,-2-4 50-16,-2 0 69 0,2 2 55 15,-2-2 32-15,0 0 88 0,0 3 98 16,0-1 75-16,0 0-34 0,0 2 63 16,-2-4 18-16,2 3 0 0,0-2 15 15,0-1-52-15,0 2-80 0,0-2-78 16,0 0-25-16,0 0 0 0,2 0 95 15,2 0 33-15,2 0 21 0,2 0 10 16,-1 0-23-16,3 0-26 0,4 0-28 16,-3-2-26-16,5 0-6 0,-1 0-17 15,-3-1-15-15,5 1-15 0,-5 1 10 16,3-2-10-16,-5 1 12 0,-4 2-15 16,4-2-19-16,-1 2-44 15,-3-2-32-15,0 0-21 0,-2 0-35 16,7-1-23-16,-7-3-52 0,0 3-81 0,2-6-118 15,-6 3-112-15,4-2-126 16,-2 4-60-16,-2-3 87 0</inkml:trace>
  <inkml:trace contextRef="#ctx0" brushRef="#br0" timeOffset="-208768.23">3696 10868 249 0,'0'0'280'0,"0"0"277"16,0 0-91-16,0 0-122 0,0 0 16 15,0 0-30-15,0 0 5 0,0 0-69 16,0 0-62-16,0 0-36 0,-43-4-22 15,43 4-27-15,0 3-12 0,0 2-10 16,-2 8-52-16,-1-1 2 0,1 7 31 16,-2 2 9-16,2-2-3 0,0 4 0 15,0-1-7-15,0 5-18 0,2-2-16 16,0 2-12-16,0 0-4 16,0 2-14-16,0-3-10 0,0 2-1 15,2 0-1-15,0-3-1 0,0-1-16 16,4-2 4-16,-4-4-28 0,5 1-22 15,-5-5-6-15,2-1-3 0,-2-2-22 16,2-3-44-16,-2-2-9 0,0-2-15 16,0-1-66-16,0-1-103 0,-2-2-114 15,0 0-108-15,0-2-58 0,0-2-27 16</inkml:trace>
  <inkml:trace contextRef="#ctx0" brushRef="#br0" timeOffset="-208525.16">3539 11293 662 0,'0'0'0'0,"0"0"820"0,0 0 365 16,0 0-825-16,0 0-31 0,0 0-28 15,0 0-102-15,0 0-86 16,0 0-35-16,0 0-5 0,0 0-48 0,8-2 44 16,0 0-13-16,1-3-22 15,1-1-19-15,5 3-15 0,-3-4 1 16,7 1-2-16,-7-3 0 0,4 3-48 15,-1-2-32-15,-3 1-10 0,5-1-19 16,-9 1-19-16,5 0-10 0,-5 1-28 16,-4 2-53-16,0 0-93 0,-2 4-150 15,0 0-185-15,-2 0-361 0</inkml:trace>
  <inkml:trace contextRef="#ctx0" brushRef="#br0" timeOffset="-208104.61">3475 11478 259 0,'0'0'1762'0,"0"0"-993"0,0 0-502 0,0 0-191 15,0 0 14-15,0 0 117 0,0 0-4 16,0 0-33-16,0 0-22 0,54-41-25 15,-44 32-29-15,0 0-26 0,5 2-24 16,-5-4-22-16,5 4-20 0,-3 2 10 16,2-1-12-16,-1 2-1 0,-1 1 0 15,3-1 1-15,-7 3 1 0,8-1 2 16,-3-1 10-16,-3 2-10 16,3 0 15-16,-1-1-15 0,-4 2-3 15,3-3-21-15,-3 1-7 0,0 2-9 16,-4 0-4-16,5 0 1 0,-3 0-4 15,0 0 3-15,-2 0 4 0,0 3-8 16,-2-1-8-16,5 2-10 0,-3 2-6 16,2-2 3-16,0 1 12 0,-2 1-15 15,0-3 8-15,-2 1 8 0,3-1-20 16,-1 1-29-16,2 1-23 0,-4-3-38 16,2 2-39-16,-2-2-62 0,0 0-78 15,2 1-109-15,-4-3-271 0</inkml:trace>
  <inkml:trace contextRef="#ctx0" brushRef="#br0" timeOffset="-184844.28">7903 9775 26 0,'0'0'85'0,"0"0"0"16,0 0 495-16,0 0 19 0,0 0-257 15,0 0-79-15,0 0-7 16,-9-10-46-16,9 6-61 0,0 0-20 0,0 1-7 15,0-1 19-15,0 0-3 16,0 1-1-16,0 0 16 0,0 3-13 16,2 0-14-16,-2 0-18 0,0 0-30 15,0 0-15-15,0 0-16 0,2 3-9 16,1 5-10-16,1 4 48 0,-2 7 46 16,2 6-26-16,0 6-37 15,0 3-22-15,0 4-36 0,-2 3 0 0,2 1 0 16,1 2 1-16,-1 0 1 0,-2 1 13 15,-2 1-13-15,4-2 12 0,-2-4-2 16,0-3-10-16,-2-4 12 0,2-5-12 16,0-4 10-16,0-6-12 0,0-3-1 15,0-5-2-15,0-5-20 0,-2 0-6 16,3-4-31-16,-1-1-27 0,-2 0-42 16,2-1-20-16,0-5-24 0,0-4-77 15,-2-1-126-15,2-5-113 16,-2 0-181-16,0 2-374 0</inkml:trace>
  <inkml:trace contextRef="#ctx0" brushRef="#br0" timeOffset="-184142.13">7845 9709 229 0,'0'0'225'0,"0"0"976"16,0 0-727-16,0 0-89 0,0 0-40 16,0 0-31-16,25-59-78 15,-15 47-71-15,0 2-48 0,5 1-32 16,-1 1-13-16,5 0-24 0,-1 4-4 16,-1 2-7-16,8 2 1 0,-1 2 32 15,1 4 14-15,0 2 0 0,4 3 0 16,-6 3 3-16,0 1-4 0,-5 3 10 15,1 3 12-15,-5-1-7 16,-3 0-27-16,-1 8-13 0,-6-3-12 0,-2 2-13 16,-2-1-5-16,0-4-14 0,-2 0-13 15,-4-3 1-15,-2-2 10 0,-1-1-11 16,-3-1 12-16,-3-5-10 0,3 1 12 16,-5-1-15-16,3-3 0 15,-3 1-15-15,1-2-7 0,-3-1-21 0,3-2-12 16,-1 0 10-16,3-1 17 0,3-1 3 15,1-1 22-15,2 0 1 0,2 0-10 16,4 0 0-16,-1 0-7 16,1-1-17-16,2-1-14 0,0-1-8 15,0 1 2-15,0 1 7 0,2 0 12 16,3 0 12-16,3 0 13 0,0 1 9 16,2 0 3-16,3 0 0 0,1 1 3 15,3 2 19-15,2 2-10 0,-1 2 6 16,1 0 1-16,-3 1-7 0,3 3 10 15,-3-1 9-15,1 2 3 0,-5 0 6 16,-1-1 9-16,-1 2 15 0,-4 0 7 16,2 1-7-16,-5-2-3 0,-1-1-3 15,-2-1-6-15,0 2-3 0,-5-3 12 16,-1 1 18-16,-2-1-9 0,-2 0-21 16,-5 3-28-16,1-3-9 0,-7 1-9 15,5-2-3-15,-5 0 0 0,0 1-2 16,-4-3-16-16,1-1 3 15,-1 0-16-15,0 0-11 0,6-1-4 0,-1 0-3 16,1-1-5-16,9 0 2 16,-1-1-24-16,5-1-53 0,4-1-61 15,2 0-155-15,4-2-366 0,5-5-12 16,-1 1-57-16,8-2-769 0</inkml:trace>
  <inkml:trace contextRef="#ctx0" brushRef="#br0" timeOffset="-183014.11">8581 9686 102 0,'0'0'46'0,"0"0"9"0,0 0 1086 16,0 0-725-16,0 0-66 0,0 0 3 16,0 0-66-16,0 0-39 0,0 0-18 15,0 0-4-15,-13-2-20 16,13 2-7-16,0 0-4 0,0 0-4 0,0 0-21 16,0 0-18-16,0 3-32 15,2 6-46-15,0 7-31 0,2 8-15 16,1 9-1-16,-1 7-2 0,0 4-10 15,0 2-15-15,-2-1 0 0,0-1-3 16,0-1 2-16,-2-6 1 0,0-2 2 16,2-4 16-16,-2-5-16 0,2 1 11 15,-2-7-12-15,2-1-1 0,0-2 0 16,1-6 0-16,-3 1 0 0,2-3 0 16,0-2 2-16,-2-2 10 15,0-2-9-15,0 0 15 0,2-2-2 16,-2 0-1-16,0 0 9 0,0-1 7 15,0 0 6-15,0 1-10 0,0-1 4 0,0 0-4 16,0 0 4-16,0 0-13 16,0 0 3-16,0 0-3 0,0 0-2 15,0 0-4-15,0 0 3 0,0 0 0 16,0 0 0-16,0 0 1 0,0 0-4 16,0 0-9-16,0 0-3 0,0 0-1 15,0 0-17-15,4 0-15 0,0 0 33 16,6-2 24-16,-1 1-2 0,3 0-7 15,3-1-3-15,1 1 6 0,5-1 10 16,1 1-4-16,1-1-6 0,4 0-6 16,-4 1 3-16,4 0-2 0,-5-1-1 15,1 2-11-15,-6-1 2 0,-1 1 15 16,-1 0-3-16,-5 0 6 0,-2 0 0 16,-4 1 4-16,-2-1 5 0,1 2 9 15,-3-2 40-15,0 1 9 0,0-1-25 16,0 0-12-16,0 0-14 15,0 0-10-15,0 0-26 0,0 0-1 16,0 0-30-16,0 0-55 0,0 1-33 16,0-1-45-16,0 0-37 0,0 0-68 15,-3 0-203-15,3 2-279 0,-2 0-629 16,-8 4-1186-16,25-17 2548 0</inkml:trace>
  <inkml:trace contextRef="#ctx0" brushRef="#br0" timeOffset="-181307.11">7661 9653 301 0,'0'0'173'0,"0"0"1098"0,0 0-862 16,0 0-115-16,0 0 19 0,0 0-43 16,0 0-18-16,-19 15-19 15,19-13-43-15,0 0-23 0,-4 1-1 16,0 0-12-16,0 4-17 0,0 1-13 15,-5 3-22-15,1 3-10 0,0 8-12 16,0 3-6-16,-1 7-3 0,1 3-10 16,0 7-12-16,2 0-10 15,-1 1-35-15,3 1 20 0,0-2 0 0,0-3 4 16,4 1-1-16,0-7-2 0,0 1-13 16,0-5-10-16,6-3-2 0,0-4-1 15,1-3-11-15,-1-2-3 0,2-3-4 16,6-2-20-16,1-3-32 15,1-1-36-15,3-2-43 0,4-3-60 16,4-3-53-16,2 0-192 0,-7 0-317 16,16-7-756-16</inkml:trace>
  <inkml:trace contextRef="#ctx0" brushRef="#br0" timeOffset="-180543.44">9079 9631 223 0,'0'0'85'0,"0"0"309"16,0 0 355-16,0 0-336 0,0 0-43 16,0 0-79-16,0 0-30 0,0 0-46 0,0 0-49 15,0 0-22-15,-15-13-10 16,15 13-14-16,4 0-22 0,1 0 38 16,1 3 24-16,2 2-21 0,2 1-30 15,5 4-15-15,-1 1-17 0,3 4-9 16,1-1-9-16,1 5 6 0,2 1-3 15,-3 2 9-15,-1 4 18 0,-1 1 12 16,-1 1 3-16,-3 2-12 0,-1 3-1 16,-5-1-42-16,-2 0-3 0,-4-1-4 15,0-1-14-15,0-2 8 16,-6-3-3-16,0 0-5 0,-3-5-4 16,1 1 3-16,0-5-5 0,-1-3-4 15,1-1-15-15,0-1 8 0,0-3-11 16,1-2-30-16,1-3-31 0,0 0-21 15,2 0-46-15,-2-3-33 0,2 1-44 16,2 0-35-16,-3-1-134 0,3 0-283 16,0 0-615-16,0 2-1065 0</inkml:trace>
  <inkml:trace contextRef="#ctx0" brushRef="#br0" timeOffset="-170903.99">6613 12884 138 0,'0'0'124'0,"0"0"3"15,0 0 33-15,0 0 45 0,0 0 39 16,0 0 37-16,0 0-28 16,-13-33-110-16,11 33-55 0,0 0 350 15,-4-1-76-15,0 0-197 0,2-1-62 16,0 1-26-16,-3 0-3 0,3 0-17 16,2 1 11-16,-2 0-8 0,2 0 8 15,0 0 5-15,-2 0 22 0,2 0 10 16,2 1 28-16,-4 3-3 0,-1 0-17 15,-1 2-25-15,2 4-25 0,-2 4-40 16,-2 2-23-16,1 3-4 0,1 6 0 16,-2 3 1-16,-2 1 3 0,1 2 0 15,3 2 3-15,0 0 23 0,0 0-13 16,-3 1-13-16,9-2-21 0,-4 0 1 16,2-2-14-16,2 2-13 0,0-1 0 15,2 0 6-15,2-2 12 0,3 0 4 16,-1-3 3-16,0-1 0 15,4-3 3-15,1-1-3 0,1-2 10 16,3 1 9-16,-3-2-23 0,2-2 10 16,1 1 13-16,1-2-13 0,-1-2-9 15,-3 1 3-15,3-3 6 0,-5 0 0 16,-2-3 13-16,1 1-9 0,-1-1 8 16,0 2-27-16,0-3-71 0,-3 1 10 15,-1-1 66-15,-2-1 24 0,0-2 2 16,0 0 2-16,-2 0 11 0,0-3-10 15,0 1 10-15,0-1-11 0,0 1 17 16,0-1-6-16,0 0-13 16,0-1 0-16,-2 0-16 0,-2 0-3 15,2 0-3-15,-2 0 19 0,-1 0 1 0,-1 0 2 16,-2-1 13-16,4-3-11 16,-4 1 0-16,-1-2 1 0,-3 0-1 15,4-2 14-15,-3 0-1 0,-5 1 1 16,5-3-12-16,-3-1-2 0,-1 1-2 15,3-2 0-15,-2-3-19 0,3-3 0 16,1-2-4-16,-3-4 4 0,7 0-3 16,-2-4 6-16,0 0 3 0,-3-4 0 15,7-2 1-15,-2-1 8 0,2 1-15 16,0-4-16-16,0 0-7 0,2 2-12 16,-5-2 3-16,5 1 6 0,2 0-16 15,-2 4 0-15,2-1-13 0,0 2 19 16,0 3-19-16,2 3 13 15,0 2 16-15,5-1 3 0,-1 2 6 16,-2 1-22-16,4 1-20 0,-2 0-100 16,5 0-29-16,-3 5-50 0,0 0-55 15,5 1-33-15,-5 6-89 0,2-3-172 0</inkml:trace>
  <inkml:trace contextRef="#ctx0" brushRef="#br0" timeOffset="-150209.51">24882 1789 63 0,'0'0'287'0,"0"0"-193"16,0 0-6-16,-66-37 4 0,43 25 6 15,4 1-4-15,-3 2-6 0,-1-1 16 16,2 1-42-16,-4 0-10 0,1 0 39 15,1 2-61-15,-2 1 22 16,-4 2-23-16,-2-1 0 0,-2 1-26 16,0 1-3-16,-2 1 0 0,-4 1-3 15,-5 1-10-15,1 0 11 0,-9 1-1 16,-6 5-17-16,-10 3-2 0,-15 4-17 16,1 2 6-16,-3 0 7 0,10 1 24 15,5-2 1-15,8 3 1 0,0 0-1 16,-2 3 1-16,2-1 1 0,4 2 0 15,4-3 1-15,7-1 18 0,8-3 6 16,12-3-4-16,6-3 8 0,-2-1 5 16,1 3 14-16,-7 1 23 0,-6 3 6 15,4-1-3-15,4-1-17 0,6-2-32 16,11-2-26-16,-1 1-32 0,3 2-1 16,2 2 20-16,4 3-23 0,-2 1-3 15,4 3-22-15,0-1 31 0,0 2 1 16,2 0 6-16,4 2-16 15,2 0 36-15,5-1-13 0,-3 4-1 16,4-2 14-16,3 3-13 0,2-2-4 16,3 2-6-16,3 0 13 0,2-2-13 15,4 2 13-15,2-2 11 0,2 3-1 16,0-5-20-16,5 0 20 0,11 1 3 16,13 1-30-16,11 0 14 0,1-1 16 15,-1-5 2-15,-3-3 1 0,-6-4 10 16,2 0 9-16,9-4-18 0,-5 0-3 15,7-2 25-15,1 0-10 0,-3-4-16 16,6 0 29-16,-5-2-27 16,1-2 21-16,-3-2-19 0,1-3 25 0,3 1-16 15,1-3 6-15,-5 2-6 16,1-2 0-16,-1 0-9 0,-5-3-4 16,-3 0 0-16,-4 3-14 0,-2-4 13 15,-15-1 1-15,-7 4 0 0,-9-1 0 16,-2-1 0-16,4-1 0 0,4-3 13 15,4-4 9-15,-1-3 8 0,-7 1-4 16,0-2-10-16,-6 4-3 0,-5-2 6 16,-1 1-3-16,-7 0-15 0,-1-2-1 15,-7 0 2-15,-6 0 24 0,0-4-24 16,-4 1-2-16,-11-2 0 0,1 1 0 16,-9-2 0-16,1 0 16 0,-7 2-16 15,0-1 13-15,0 5-9 0,2 2 12 16,0 1-15-16,2 1 1 0,-12-2-2 15,0-3-2-15,-5 0 0 16,-5-1 2-16,-13 0 3 0,-10-5 20 16,-17 3-22-16,-4 2 12 0,2 6-13 15,0 7-3-15,6 2-1 0,7 7-11 16,1 1 14-16,-5 2 1 0,3 4-3 16,3 6-20-16,-5-3 21 0,3 1 1 15,-1 2 1-15,5-2-3 0,-2 5 1 16,-1-1 1-16,7 1-2 0,0 0-10 15,2 4 13-15,2 0-1 0,4 4 1 16,-2-2-2-16,2 5-1 0,-2 1-10 16,6 1 9-16,10-1-12 0,5-2 14 15,10-3-11-15,6-2-7 0,-4 5 4 16,-2 4-16-16,-2 5-1 0,6 0-16 16,5-1-81-16,7 2 58 0,7-3-6 15,6 3 23-15,2-2 6 16,6 0 0-16,6-5-3 0,7 1 16 0,2-2 10 15,6-2 10-15,1-2 16 16,10-2 12-16,-1-3-12 0,6-3 0 16,5 1-13-16,16-3 12 0,12-1-19 0,5 0 20 15,-4-4-13-15,-3-4 10 16,-4-2 3-16,9 2 0 0,6-2 3 16,3 0 30-16,5 0-20 0,3 0 19 15,-3 0-9-15,-7-2 3 0,3 2-26 16,-4 0-96-16,0 0-70 0,-21 0-166 15</inkml:trace>
  <inkml:trace contextRef="#ctx0" brushRef="#br0" timeOffset="-137923.34">6392 12861 8 0,'0'0'88'0,"0"0"36"0,0 0-27 16,0 0-18-16,0 0 9 0,0 0-66 16,0 0-22-16,6-39 0 0,-6 35 270 15,0 0 108-15,-4 0-206 0,-1 1-38 16,-1-1-4-16,2 1 16 15,-2 0-16-15,2 2-13 0,-2-1-10 16,-1 1-10-16,1 1-9 0,4-2-30 16,-2 2-13-16,0 0-6 0,0 0-16 15,2 0 6-15,-2 0-13 0,1 0-14 16,1 0 1-16,2 0-3 0,-2 2-1 16,-2 0-12-16,2 0 10 0,2 4 0 15,-2 0 3-15,-2 1 2 0,2 3 0 16,-2 0-2-16,2 1 0 0,0 1-2 15,0 1-10-15,-3 1 12 0,5 1 2 16,-2-2-2-16,0 3-2 0,-2-1 0 16,2 1-11-16,2 2 13 0,-2 0 0 15,2 1 0-15,0 4 0 0,-4-3 0 16,4 4 0-16,-4-4 0 0,2 4 15 16,0-3 4-16,-3 2-16 15,1-3 19-15,2 0-6 0,0-1-15 0,2-3-1 16,0-1-16-16,0-2 3 15,0-1 10-15,4-1 3 0,3 1-13 16,-1-2 10-16,2-1 2 0,-4 0 1 16,9 0-1-16,-5 0 1 0,0 0 10 15,2-2-7-15,-1 2 8 0,-1 0-9 16,-2-1-2-16,4 3 2 0,1-3-1 16,-3 4 1-16,0-1 15 0,7 0-17 15,-5 1-14-15,3-2 12 0,-1 1 1 16,2-4-1-16,1 3 0 0,-3-2-1 15,5-1-14-15,-1-1 16 0,1-1 1 16,-3-1 0-16,1 1 1 0,-1 0 2 16,-1-1 9-16,1 2-8 0,-1-3-1 15,-5 2 13-15,2-1-15 0,-2 0 17 16,-1 2-18-16,-1-2-1 0,2 0 0 16,-6-1 1-16,4 0 1 15,-4-2 12-15,-2 1 3 0,3 0-13 16,-1-2 9-16,0 2-8 0,-2 0 7 0,2 0-9 15,-2 0-2-15,2 0 1 16,0-1 1-16,-2-1 0 0,0 0 17 16,0 0 10-16,0 0 10 0,0 0 3 15,0 0 0-15,0 0 0 0,0 0-10 16,0 0 0-16,0 0-3 0,0 0-7 16,0 0-3-16,0 0-2 0,0 0-5 15,0 0-10-15,0 0 0 0,0 0 1 16,0 0 19-16,0 0 7 0,0 0-13 15,0 0-14-15,-4-1 1 16,-2-3 0-16,-1-2 0 0,-1 4 10 0,0-1-13 16,-3-1-10-16,1-1 9 15,-2 0 1-15,-1-1 0 0,-5 2 1 16,5-1 0-16,-5-2 18 0,5 0-6 16,-3 0-10-16,-1-1-1 0,1 1-2 15,-1 0 2-15,1-2-2 0,-1 1-2 16,3 1 2-16,-1-2-1 0,-1 1 0 15,1 0-9-15,1 1 9 0,-1-4 1 16,3 4-3-16,-3-2 2 0,3 0 0 16,0 1-1-16,-1-3-13 0,5 2 14 15,0 1-17-15,-1-1 4 0,5 0 13 16,-4-1 1-16,4-2-22 0,2 2 22 16,-4 0-2-16,3-1 0 0,-3-1 2 15,2 0 0-15,0 1 16 0,2-3-13 16,0 3-2-16,-2-3 2 0,2 1-1 15,-3 1-2-15,3-2-1 0,0 1-2 16,0-3 2-16,-2 2-19 16,4 0-2-16,0-1 6 0,0-1-10 0,0 0 4 15,0 1 19-15,0-2-13 16,4 3 14-16,-2-1 0 0,0 1 2 16,-2 2 0-16,5 0-1 0,-3 0-1 15,0 2 1-15,2-2-1 0,-2 2-14 16,0-2 14-16,4 3-11 0,0-1 10 15,-1 1-12-15,1 0 14 0,0 0 2 16,-2 1-1-16,8-3 1 0,-3-1 0 16,-1 4 2-16,4-3-2 0,3-1 1 15,-1 1 11-15,-1-1-13 0,1 2-11 16,3-1 11-16,-5 2 13 0,3-1-13 16,-1 2 0-16,-4-2 15 0,5 2-15 15,-5 1 1-15,3 1-1 0,-3 1 1 16,-2-1 0-16,0 3 3 0,1 0 8 15,-3 1-8-15,-2-1 8 16,0 1-9-16,-2 1-2 0,0 1 2 16,-2 0 0-16,0 0-1 0,0 0 11 0,0 0-11 15,0 0-1-15,0 0 2 16,0 0 1-16,0 0 18 0,0 0-19 16,0 0 13-16,0 0-13 0,0 0-3 15,0 0-3-15,0 0-22 0,0 0-7 16,2 0 9-16,0 0 23 0,1 0-13 15,-3 1-70-15,6 2-56 0,2-1-51 16,2 0-82-16,1 1-208 0,3-1-115 16,3-4-485-16,-90-9 1020 0</inkml:trace>
  <inkml:trace contextRef="#ctx0" brushRef="#br0" timeOffset="-130881.31">5385 15209 11 0,'0'0'88'0,"0"0"-62"15,0 0 46-15,0 0-1 0,0 0-25 16,0 0 65-16,0 0-78 0,-17-5-30 16,15 3-2-16,2 0 12 0,-2 0-12 15,-2 2 15-15,2-2 27 16,2 0-4-16,-2 1-20 0,0-1-6 15,0 1-10-15,0-1-1 0,0 1 11 0,0 1 3 16,0 0 13-16,2-1 4 16,0 1 19-16,-3 0 13 0,3-1-6 15,0 1-13-15,-2 0-4 0,2-1-3 16,0 1 10-16,0 0 16 0,-2-1 3 16,0 1-6-16,2 0-13 0,-2 0-7 15,0 0 4-15,2-2 9 0,-4 1 17 16,2 0-1-16,2 1-9 0,-4 0-3 15,4 0-4-15,-2-2-13 0,-2 2 4 16,1 0 2-16,1-2-18 0,-2 2-1 16,0 0-16-16,2 0 6 0,-4 0-19 15,4 0 0-15,-2 0-2 0,2 0-11 16,-3 4 11-16,1-2-18 0,-2 3 18 16,0 0-17-16,-4 3 6 0,3 2-7 15,-1 0-9-15,0 1 29 16,-2-1 23-16,5-2-20 0,-1 2 10 15,-2 2-13-15,0-1-13 16,1 3-3-16,-1 0 13 0,2 1 3 0,-2-2-13 16,-1 2 12-16,5-1-16 0,0-1-5 15,0 1 15-15,2 1 7 0,-2 0 16 16,2 0 17-16,0 1-20 0,0-2-11 16,-2 4 1-16,1-2 10 0,3 0-13 15,0 0 3-15,-2 4 0 0,2-1 10 16,0-1-11-16,0 3 0 0,0-2-2 15,0 4 0-15,0-4-13 0,5 3 0 16,1-2 10-16,-2-1-17 16,2 2-6-16,2-2 25 0,1 0-12 0,3-1-3 15,0 0 16-15,3-2 15 16,1-2 1-16,1 2 7 0,-1-1 0 16,3-3 13-16,0 1-17 0,1-3 13 15,-3 2-15-15,2-1-17 0,-5 0 13 16,5-2-11-16,-5 3 11 0,1-2-12 15,-3-2-1-15,2 2 0 0,-1-2 1 16,-5 2 1-16,2-5 10 0,1 3-11 16,-5-2 0-16,0-3 1 0,-2 1 0 15,5 0 0-15,-7-1 10 0,2-1-12 16,0-1 3-16,-4 2 0 0,2-3 10 16,-2 1-10-16,0-1 23 0,0 0 6 15,0 1 11-15,0-1-1 0,0 0 6 16,0 0 17-16,0 0 0 0,0 0 9 15,0 0 10-15,0 0 13 16,0 0 9-16,0-2-6 0,-2-1-100 16,0 0 0-16,-2 0-13 0,0-1 13 0,-3 0 2 15,5-1 0-15,-2 1 0 16,0-2-2-16,-2 0 0 0,2-1 1 16,-5-1 3-16,1 1-4 0,4-1 3 15,-4-2 0-15,-1 2 23 0,-1-3-23 16,4-1-3-16,-4 4 13 0,-1-3-10 15,1 1 11-15,0-1-12 0,-1 1-2 16,-1 0 1-16,2-2-1 0,-3 1 0 16,1 0 0-16,1 0 23 0,-5-2-21 15,8 0-2-15,-5 0-1 0,1-1 1 16,1-1 2-16,-1 0 1 0,2 2 15 16,1-2-17-16,-1-1 1 0,2 1 1 15,-3-1-3-15,5-1 0 0,-2-3-20 16,2 1 18-16,-2 1 2 0,1 1 0 15,3-3 0-15,0 0-13 0,2-1-3 16,2 3-3-16,-2-1 16 0,2-3-10 16,0 1 11-16,2-4 0 0,0 2-1 15,0-3 0-15,2 3 2 16,-2-1 1-16,0 2 2 0,0 0 24 16,-2 3-3-16,3 0-11 0,-3-1 11 15,2 4 3-15,-2-2-4 0,4 1-20 16,-2 2 11-16,0-1-12 0,4 1-1 15,-2 0-13-15,2-2-9 0,1 2 19 16,3 0-20-16,-2-2 20 0,0 4-13 16,1 2 14-16,-1 0-2 0,0 0 3 15,-4 5 0-15,1 0 1 0,-5 4 0 16,2-1 1-16,-2 3 22 0,0-2-4 16,0 2-3-16,0 0-14 15,0 0-2-15,0 0-16 0,0 0-6 16,0 0 3-16,0 0-4 0,0 0 1 15,0 0 18-15,0 0-15 0,0 0 3 16,0 0-3-16,0 0 3 0,0 0 14 16,0 0 2-16,0 0 0 0,0 0 3 15,0 0 19-15,0 0-9 0,0 0-10 16,0 0 13-16,0 0-12 0,0 0-1 16,0 0 0-16,0 0 0 0,0 0-3 15,0 0-11-15,0 0-12 0,0 0-9 16,0 0-4-16,0 0 4 0,0 0-13 15,0 0-6-15,0 0-14 0,0 2-9 16,0 3 0-16,0 0 58 0,0 1 16 16,0 1-46-16,2 4-38 0,0 2-36 15,0-1-29-15,4 6-59 0,-4 2-71 16,4 2-86-16,-4-6-218 0</inkml:trace>
  <inkml:trace contextRef="#ctx0" brushRef="#br0" timeOffset="-121067.55">5821 16212 21 0,'0'0'19'0,"0"0"-19"15,0 0 0-15,0 0-26 16,0 0 12-16,0 0 14 0,0 0 0 15,54-4 0-15,-48 2 0 0,-2 1 0 16,-2 0 0-16,4 1 0 0,-4 0 0 16,0 0 0-16,-2 0 0 0,3 0 0 15,-1 0 0-15,-2 0 0 0,2 0 0 16,-2 0 7-16,2 0-6 0,-2 0 0 16,2 1-1-16,0 0 2 0,2-1 1 15,-4 2-3-15,4-1-1 0,-2-1-2 16,0 2-7-16,2-1 10 0,-1-1 0 15,-1 1 0-15</inkml:trace>
  <inkml:trace contextRef="#ctx0" brushRef="#br0" timeOffset="-119617.28">5902 16251 50 0,'0'0'65'0,"0"0"-29"0,0 0-20 16,0 0-13-16,0 0-3 0,0 0 0 15,0 0-2-15,0 0 2 16,0 0 12-16,0 0-8 0,-5-1-1 16,5 1 20-16,0 0-23 0,0 0 23 15,0 0 12-15,0 0 18 0,0 0 224 16,0 0-167-16,0 0-57 0,5 0-11 16,-1 4-13-16,0-2 14 0,0 1 6 15,0 0-17-15,0 0 10 0,5 0-12 16,-1-3 2-16,0 3-12 0,-2-3 3 15,5 2 0-15,1-1 16 0,-4 0 0 16,5 0-13-16,1 0 0 16,1 1-7-16,-1-2-15 0,5 0 22 0,-1 0-4 15,1 0-22-15,2 0-10 16,1 0 7-16,1 0 3 0,0 0 0 16,2 0 12-16,2-2 14 0,-1 1-22 15,1 0-1-15,2 0 22 0,2 0-24 16,0 1 0-16,2-2 18 0,2-1-17 15,-2 0 19-15,3 0-20 0,1 1 2 16,0-2 0-16,0 2 13 0,0 0-15 16,1 0 2-16,1 0 22 0,-2 0-24 15,4 2 2-15,1-3 19 0,-1 3-19 16,1-3 19-16,-1 3 21 0,2-2-14 16,-3 2-26-16,1-1 17 0,0 1-19 15,1 0 31-15,-1 0-16 0,0 0-3 16,3 0 13-16,-1 0-23 0,3 0 10 15,-3 0 0-15,2 0 0 16,1 0 13-16,4-3-4 0,-3 0 1 16,1 1-21-16,-3-2 31 0,3 0-4 0,-1 1 3 15,-1 0-28-15,-1-1 31 16,1 1-34-16,-1 0 3 0,1 0-1 16,-3 0-2-16,2 2 15 0,1-3 7 15,-1 2-20-15,-1-1 10 0,1 1-11 16,1-1 11-16,-1 2 0 0,1-2 3 15,-5 2-16-15,5-2 17 0,-5 1-14 16,2 1 0-16,-1-2 17 0,-1 1-20 16,-4-1 9-16,2 2-5 0,3 1-8 15,-3 0-2-15,0 0-14 0,3 0 20 16,-1 3-3-16,2-2 3 0,1 1 0 16,1-1 2-16,-1-1 2 0,1 0 15 15,1 0-6-15,-1 0-11 0,1 0 27 16,1 0-28-16,-3 0 29 0,-1 0-4 15,2 0-26-15,-3 0 22 0,-1-1-19 16,3 1 20-16,-1 0-23 0,0-1 0 16,5 0 2-16,-3 1 3 15,1-1-4-15,1-1-2 0,-1 2-11 16,-1-1 9-16,5 1 2 0,0-1 1 16,3 0-1-16,-1 0 2 0,-4 1-1 15,9-3 11-15,-13 3-11 0,8-3-2 16,5 0 0-16,-1 0 2 0,19 2 13 15,1-4-13-15,-8 1 0 0,-4 1 1 16,-12 0-1-16,4 0 0 0,4 0 0 16,-6 0-2-16,4 1-4 0,-1-3 6 15,1 3 3-15,-2-1-2 16,2 2-1-16,-2 0 1 0,6-1-1 16,-6 0 0-16,1 1-1 0,3 0-6 15,-2-1 7-15,-2 2 2 0,0-3 0 16,4 3 15-16,-6 0-17 0,3-2-4 15,1 2 4-15,0 0 11 0,-2 0-11 16,2 0-1-16,0-1 0 0,2 1 0 16,-2-1 1-16,2-1-3 0,-3 2-13 15,5-1 12-15,1-1 3 0,-8 1-2 16,5-1 2-16,-2 1 0 0,0 1 0 16,-6-1 1-16,-1 0-1 0,-7 0 0 15,-5-1 1-15,-10 2-2 0,0 0 2 16,6 0-3-16,4 0 3 0,7 0 0 15,-7 0 13-15,0 0-11 0,-1 0-2 16,-1 0 0-16,-6 0-12 0,-2-2-10 16,-4 0-33-16,1 1-10 0,-7-2-13 15,-2 0 17-15,-5 1-30 16,-4-1-7-16,1 0-45 0,-5 0-39 0,-4-1-29 16,0 0-11-16,-4 0-202 15,-13-2-183-15</inkml:trace>
  <inkml:trace contextRef="#ctx0" brushRef="#br0" timeOffset="-119045.28">8707 16431 887 0,'0'0'1384'0,"0"0"-1154"0,0 0-124 15,0 0-22-15,-44 55 10 0,34-42-43 16,2 3-32-16,-3 3-16 0,3 5 0 16,-2-1 19-16,-1 5 4 0,-1-1-7 15,4 2-7-15,-5-3-12 0,3 1 0 16,2-2-2-16,-3-6-24 0,5 0-73 15,0-3-56-15,2-7-52 0,2-1-64 16,2-4-132-16,0-4-231 0,0 0-161 16</inkml:trace>
  <inkml:trace contextRef="#ctx0" brushRef="#br0" timeOffset="-118668.32">8641 16583 229 0,'0'0'0'16,"0"0"114"-16,0 0 711 0,0 0-503 0,0 0-140 16,0 0-58-16,0 0-37 15,0 0-77-15,0 0-10 0,0 0-49 16,-9-27 49-16,15 23 52 0,5-2 7 16,-1 0 22-16,5 0-26 0,3 1 13 15,-1-1-6-15,6 0-14 0,-3 0-6 16,3 1-26-16,2 1 23 0,-3 1-35 15,-1 2-1-15,2 0 36 0,0 1 9 16,-1 0-16-16,-1 0-16 0,0 0-3 16,-3 0 10-16,-1 2-22 0,-3 1 0 15,-3 3-1-15,-3 0 16 0,-4 5 20 16,-4 4 70-16,-2 7-12 0,-8 6-53 16,-5 5-25-16,-1 3-12 15,-5 3-1-15,0 0 0 0,-4 0-1 16,5-3-2-16,-3-1-45 0,2-6-10 15,5-3-31-15,1-5-18 0,3-4-41 16,2-5-65-16,1-3-124 0,5-5-141 16,0-4-62-16,2 0-171 0</inkml:trace>
  <inkml:trace contextRef="#ctx0" brushRef="#br0" timeOffset="-118372.49">9230 16371 444 0,'0'0'1330'0,"0"0"-1057"0,0 0-37 15,0 0 0-15,0 0-39 0,0 0-197 16,0 0 3-16,0 0-3 0,0 0 39 15,0 0-4-15,45 3 1 0,-20-7-20 16,0-2 9-16,4-2-12 0,2 1-9 16,0 1 6-16,-2-1-10 0,4 1-45 15,-6 2-71-15,-1 1-48 0,-1 3-33 16,-4 0-72-16,0 0-107 0,-9 3-129 16,-4 2-130-16,-6 7 45 0</inkml:trace>
  <inkml:trace contextRef="#ctx0" brushRef="#br0" timeOffset="-118014.45">9151 16643 334 0,'0'0'440'15,"0"0"-72"-15,0 0-160 0,0 0 26 16,60-9-35-16,-37 4-8 0,0-3 4 15,3 2-69-15,1-3-13 0,2 2-25 16,4-2-34-16,-2 0-12 16,0 2-9-16,2 1 5 0,-2 0-35 15,-2 2 26-15,0 2-26 0,-4 2-3 16,-4 0 13-16,-1 0-10 0,-7 6 0 16,-5 0-3-16,-4 2 16 0,-4 3 61 0,-2 4 71 15,-8 4-55-15,-7 2-61 16,-3 4-6-16,-3 2-13 0,-4 1-11 15,-4-2-2-15,2 2 0 0,-2-3 0 16,2-2-1-16,0 0-34 0,4-5-10 16,1-3-29-16,7-3-26 0,-2-5-28 15,9-2-59-15,2-5-72 0,6 0-117 16,2-6-212-16,0-2-243 0,6-9 365 0</inkml:trace>
  <inkml:trace contextRef="#ctx0" brushRef="#br0" timeOffset="-117605.18">9775 16445 375 0,'0'0'310'0,"0"0"555"0,0 0-612 15,0 0-32-15,0 0-153 0,0 0-45 16,0 0-23-16,0 0 94 0,0 0 29 16,0 0-16-16,58-4-4 0,-33 0-39 15,4 0-38-15,0 1 7 0,0 0 2 16,2 2-6-16,-2-1-13 0,0 2-3 16,-2 0-10-16,-7 3 10 0,-3 1-13 15,-5 5 0-15,-3 2 1 0,-7 3 57 16,-2 2 51-16,-5 5 10 0,-7 6-68 15,-7 0-25-15,-1 0-14 0,-7 3-8 16,-2-2-4-16,-2-1-17 0,-2-2-35 16,0-3 11-16,0-2-4 15,0-1 6-15,2-2-31 0,0-3-33 0,6-1-23 16,2-5 0-16,2 0-51 16,5-4-47-16,1-4-185 0,7 0-167 15,0 0-124-15,4-3 273 0</inkml:trace>
  <inkml:trace contextRef="#ctx0" brushRef="#br0" timeOffset="-117383.06">9906 16684 83 0,'0'0'198'0,"0"0"-54"16,0 0 374-16,0 0-254 0,58-3-10 16,-52 7-59-16,-2-1-13 0,0 2-10 15,0 0 0-15,-2 2 16 0,0 0-33 16,-2 4-46-16,2 0-51 0,-2 3-19 15,7-3-39-15,-5 2-14 0,4-4-31 16,0 3 0-16,4-3-49 16,1-1-12-16,3-1-37 0,5-4-51 15,-5-2-111-15,5-1-111 0,-3-4-24 16,1-1-336-16</inkml:trace>
  <inkml:trace contextRef="#ctx0" brushRef="#br0" timeOffset="-116417.16">10369 16395 86 0,'0'0'218'15,"0"0"950"-15,0 0-872 0,0 0-21 16,0 0-6-16,0 0-4 0,0 0-10 16,0 0-63-16,0 0-60 0,0 0-43 15,-21-2-19-15,21 15 16 0,0 5 16 16,-2 7-20-16,-2 9-44 0,-2 3-38 16,4 5 0-16,-5 2-25 0,-1 2-3 15,4-4-7-15,-2-2-16 0,0-6-13 16,1-3-12-16,1-6 3 0,-4-3-1 15,6-6 26-15,0-2 27 0,-2-4 21 16,2-3 13-16,0-2 3 0,2-3 0 16,-2 0 16-16,-1-2 0 0,3 2-4 15,0-2-28-15,0 0-22 0,0 0-48 16,0 0-29-16,3 0 2 0,1-2 62 16,0 0 35-16,2 0-1 0,2-1 1 15,1 0 0-15,1-3 2 16,4 3 11-16,1-3-13 0,3 2-11 15,-1-1 11-15,4 4 1 0,-1-1 0 16,7 2 3-16,2 0-2 0,-2 2 17 16,6 1 13-16,4 1-31 0,0-1 25 15,5 0 25-15,-1 3-22 0,0-3 19 16,1 1-47-16,-1-1 25 0,-2 0-24 16,-3-1 0-16,-5 1 27 0,-5-3-29 15,-5 1 2-15,0 0 14 0,-13-1 9 16,2 0 1-16,-3 0 9 0,-1 0 13 15,-4 0 9-15,-2 0 32 0,0 0 44 16,0-2 2-16,0-3-37 16,-2-2-78-16,-2-2-20 0,2-4-13 15,0-2 1-15,-3-4 9 0,3-2 2 16,-4-1-3-16,4-3 2 0,-2 0-20 0,0-2 10 16,-2-3-4-16,4-1 0 15,-1-1 13-15,-1 1-10 0,2 0 11 16,2-1-17-16,0 1 17 0,0 1-20 15,0 2 3-15,0 0 4 0,2 2-26 16,2 2 15-16,-1 4 10 0,-3 2 13 16,2 3 3-16,-2 4 2 0,0 3 24 15,0 1 5-15,0 3-2 0,0 0-10 16,0 2-7-16,-2 0-9 0,2 0 13 16,0 1-13-16,0 1-1 0,0 0 1 15,-3 0-1-15,3 0 0 0,-2 0 0 16,0-1 1-16,0-1 10 15,-2 2-11-15,0-3 10 0,-2 2 1 16,2-1-1-16,-7-1-9 0,1 2 0 16,2-2-2-16,-5 2 0 0,-1-1 0 15,-5 1-1-15,1-1-1 0,-5 0-2 16,-2 1-16-16,-6 1-6 0,4 0-23 16,-4-1-8-16,-8 1 11 0,4 0 10 15,0-2-12-15,0 2 9 0,-3 0-16 16,3-2-16-16,2 1 25 0,2 1-53 15,2-1-24-15,0 1-19 0,4 0-71 16,5 0-84-16,5 1-96 0,-1 2-209 16,5 0-155-16,1 0 49 0</inkml:trace>
  <inkml:trace contextRef="#ctx0" brushRef="#br0" timeOffset="-116070.64">10869 16426 239 0,'0'0'1751'0,"0"0"-1391"15,0 0-124-15,0 0-27 0,-62 34-6 16,47-26-27-16,-3 0-68 0,3-1-41 15,-1 2-25-15,-1-2-23 0,-3 2-16 16,3 0 0-16,-6-1 0 0,3 0 10 16,-1 1-12-16,-4 3-1 0,0-4-1 15,1 3-15-15,-1-1 0 0,0 0-6 16,4-2-29-16,1 0-19 16,3-2-42-16,3 0-6 0,3-3-1 15,5-1-23-15,0 1-35 0,2-3-68 16,4 0-70-16,0 0-195 0,0-5-82 15,0 2-129-15</inkml:trace>
  <inkml:trace contextRef="#ctx0" brushRef="#br0" timeOffset="-115813.13">10435 16456 50 0,'0'0'114'16,"0"0"-42"-16,0 0 231 0,0 0 316 15,0 0-323-15,0 0-133 0,0 0-36 16,0 0 25-16,0 0-15 0,0 0-56 16,-11-4-49-16,11 11 1 0,0 2 15 15,0 4 36-15,3 4-19 0,-3 3-23 16,0 2-16-16,0 3-23 0,0 0-1 16,0 0-1-16,2-4-1 15,0-2 0-15,0-3-38 0,0-6-50 16,4 2-35-16,-2-5-36 0,2-3-42 15,3-2-78-15,-3-2-66 0,0 0-20 16,0-4-206-16,-2-8 290 0</inkml:trace>
  <inkml:trace contextRef="#ctx0" brushRef="#br0" timeOffset="-115565.09">10513 16315 337 0,'0'0'19'0,"0"0"516"0,0 0 119 0,0 0-319 16,0 0-127-16,0 0-85 0,0 0-32 15,0 0 12-15,-12 51 10 0,12-32-6 16,0 2-27-16,0 0-44 0,0-1-36 16,4-2-11-16,0-3-5 15,0-3-39-15,1-2-106 0,3-4-75 16,-4-3-76-16,0-2-139 0,2-1 8 0,-2-3-95 15,3-1 27-15</inkml:trace>
  <inkml:trace contextRef="#ctx0" brushRef="#br0" timeOffset="-115381.99">10584 16334 99 0,'0'0'130'0,"0"0"-6"0,0 0 933 15,0 0-748-15,0 0-75 0,0 0-50 16,0 0-15-16,0 0-49 15,0 0-78-15,0 0-29 0,-15 14 19 0,15-1 7 16,2 0-4-16,0 2-9 16,2 0-26-16,3-1-1 0,1-1-28 15,-2-1-13-15,4-3-123 0,5-3-107 16,-7-3-283-16,7-5-563 0</inkml:trace>
  <inkml:trace contextRef="#ctx0" brushRef="#br0" timeOffset="-96059.02">27590 12234 89 0,'0'0'176'15,"0"0"1068"-15,0 0-1014 0,0 0-74 16,0 0-52-16,0 0-33 0,0 0-48 15,-2-27-23-15,2 23-45 0,0 3-33 16,0-1-23-16,0-1 20 16,2 2 19-16,-2 1 48 0,0-1 14 15,0 1 30-15,0 0 18 0,0 0 11 16,0 0 22-16,0 0 16 0,0 0 17 16,0 0 15-16,0 0 17 0,0 0-1 15,0 0 0-15,0 0 13 0,0 0 2 16,0 0-12-16,0 0-14 0,0 0-23 15,0 0-15-15,0 0-20 0,0 0-10 16,0 0-6-16,0 0-3 0,-2 0-1 16,0 0-15-16,-7 0-6 0,1 0-7 15,2 0 4-15,-2 0-1 0,-7 0 10 16,5 0-6-16,-9 0 12 0,5-1 3 16,-9-2 3-16,4 3 3 0,-3-2-3 15,-3 2 12-15,-4 0-19 0,6-2-5 16,-4-1-14-16,-2 3 4 15,1-1-6-15,3 0 3 0,-2 1-10 0,-2-1 1 16,2 0-17-16,-2-1 13 16,0 2 1-16,4 0-1 0,3 0-12 15,-3 0 19-15,-4-1-7 0,2-1-12 16,-2 2 12-16,4-1-11 0,-6 1 11 16,-2 0-13-16,2-2 0 0,-4 2 1 15,2 0 12-15,-2-2-2 0,0 2 2 16,-5-4 3-16,7 3 7 0,0-2 0 15,-2 0-4-15,2 1-6 0,2 0 10 16,-4-1-1-16,4 1-11 0,-2-1 2 16,0 1-15-16,0-2 0 0,-2 3 0 15,-1 0-1-15,-1-2 2 0,0 0-1 16,2 1 0-16,-7-1 1 0,5 0-1 16,-6 0 0-16,-1 2 0 0,3-4-1 15,-4 5 1-15,-1-2 0 0,1 2 1 16,-3-2 0-16,7 2 0 0,-7-3 2 15,1 2 15-15,3 1-6 0,-3-2 1 16,3 2-1-16,-5 0 0 16,3-2 0-16,1 1 4 0,-5 0-13 15,5 0 12-15,-13-1-13 0,-6 2 0 16,-7 0 10-16,1 0-12 0,2 0 2 16,4-2-1-16,8 2 2 0,-2-1 0 15,0 0 10-15,0 0-11 0,-2-2 10 16,5 3-10-16,1-2 10 0,-4 0 0 15,2 2 0-15,2 0 1 0,-3-2-10 16,3 2 12-16,-2 0-14 0,0 0 1 16,0 0-2-16,3 2 3 0,-7-2-2 15,2 2 1-15,2-2 1 0,2 1-1 16,-2 0 0-16,7-1 10 0,3 2-10 16,9-2-1-16,4 1 2 0,4-1-1 15,-8 0 11-15,-4 1-13 16,-7-1 0-16,-2 1 0 0,1-1 0 15,1 0 0-15,3 0 0 0,-5 0-1 16,3 0 0-16,-3 0 0 0,3 0 1 16,-3 0 0-16,-2 0 1 0,1 0-2 15,3 0 1-15,-10 0 0 0,-2 1 0 16,-10 1-2-16,0 2 1 0,3-1 1 16,8-1-3-16,5 2 2 0,-4-4 0 15,0 2 1-15,2-2 0 0,-2 0 0 16,0 0 2-16,1 0 2 0,1 0-1 15,0 0 0-15,-4 0 12 0,0 1-14 16,0 0-1-16,2 2-2 16,-2-1 1-16,0-1-2 0,0-1 2 0,-2 2 1 15,4-2-1-15,1 0 1 0,-1 0 0 16,0 0-1-16,4 0 0 16,-4 0-1-16,2 0 0 0,1 0 0 15,-1 0-1-15,2 0 0 0,-2-2-1 16,-2 2 4-16,5 0-14 0,-5 0 13 15,0 0 0-15,2 3 1 0,-2-1-2 16,0 2-1-16,0-2 1 0,1 2-1 16,-1-1-9-16,2-2 9 0,-2 5 1 15,4-3-10-15,0 0 12 0,3-1 0 16,7 1-1-16,5-2 1 0,10 2 0 16,-2-1 1-16,-2 0 2 0,-6 1-1 15,-5 0 1-15,5 0 9 0,-4 2-9 16,8-3-1-16,-3 0 0 0,5 3 0 15,0-3-2-15,2 2 0 0,0-2 0 16,0 2 0-16,6-2-2 0,1 2 0 16,-1 1-13-16,0-2 15 0,6-2-2 15,-1 4 1-15,1-4-2 0,0 3 0 16,5-2-16-16,-3 1 7 16,1 0 0-16,-1 0-12 0,1 1 2 15,-1 1 7-15,3-2 12 0,1 2-15 16,-1 0 5-16,-3 1-2 0,5-2 0 15,2 1 13-15,-3-1 1 0,1 1-1 16,2 1 2-16,-1-4 0 0,1 3 1 16,4-3 11-16,-1 2-11 0,-1-3 1 15,6 1 10-15,-4 1 1 0,2-3 2 16,0 1-14-16,2-1-1 0,-3 0 11 16,1 0-11-16,-2 0 0 15,4 0 2-15,0 0-2 0,-2 0 2 16,0-1 8-16,0-2-10 0,-1 0-2 0,-1-2 1 15,-2 1 1-15,6 0 0 16,-4-4 14-16,2 1-1 0,-3 1-11 16,3-3 13-16,0 0-13 0,-2-1 10 15,4 1-11-15,-4-4 2 0,2 2 0 16,-1-1 0-16,-1-1 16 0,2-3-17 16,-2 3 10-16,4-3-10 0,-2 0 1 15,0-2-2-15,-1-2 1 0,3 1 1 16,-2-4 9-16,2 0-12 0,-2-1 1 15,4-4 1-15,-6-1-1 0,6-3 0 16,-2-1 1-16,0 0 1 0,-2-3-1 16,1 1 0-16,-1-1 1 0,0-1 16 15,2-2-18-15,-2-1 11 0,-2-2 0 16,4 0 0-16,2-3-9 0,0-2 12 16,-2-2-15-16,2-5-14 0,0-8-1 15,0-12 14-15,2-1-1 16,0 2 2-16,2 7 1 0,-2 1 1 0,0 3 16 15,0-2-16-15,0-4 17 16,-2-1-4-16,0 1 9 0,0-1-9 16,0 2-3-16,0-1-12 0,0-1-1 15,0-3 1-15,2-2 12 0,0 1 16 16,0 2 20-16,-2-3 1 0,2-2-13 16,-2-1 1-16,3-3-10 0,-1 4 0 15,-2-3-27-15,0 0-22 0,0 1 7 16,-5 0 15-16,1 1 2 0,0 2 16 15,0 2 0-15,0-1 3 0,-2 3-3 16,4 1 4-16,-2 0-22 0,-1 2-22 16,1 1 10-16,-2 0 1 15,0 1 11-15,0-2 1 0,-1 4 17 0,1 2-15 16,0 0 16-16,2 2-7 0,-4-1 6 16,6 3-15-16,-1 0 15 0,-1 2-18 15,2 2-27-15,0 8 9 16,2 6 16-16,0 8 2 0,0 3 1 0,0-11 14 15,0-3-14-15,4-6 14 16,0 0-12-16,-1 2 15 0,3 1-15 16,-2 2 15-16,2 0-3 0,-2 0-12 15,0 0 9-15,3 2-12 0,-5 3-1 16,4-2-35-16,0 2 21 0,0 2 3 16,-4 2 9-16,5 1 2 0,-3 1 1 15,-2 0 0-15,0 3 0 0,2 1 1 16,0 3 1-16,-2 1-1 0,0 3-1 15,2 1-2-15,-4 3 2 16,2 3 0-16,0 0 1 0,1 3-1 16,-1 2-1-16,0-1 0 0,-2 3-2 15,2 0 1-15,-2 1-10 0,2 3 10 16,-2 0-10-16,0 0 9 0,0 1-12 16,0 2 2-16,0-3 1 0,2 3 10 15,2-2 0-15,-4 0 2 0,0 1 0 16,2-1 0-16,0 1 0 0,-2 1 0 15,0-2 0-15,2 1-1 0,0 1 0 16,-2 1-2-16,2-3 0 0,-2 2-15 16,2 0 15-16,0 0-15 0,1-1 6 15,1 1 0-15,0-1 10 0,-2-2-11 16,6 2-2-16,2 0 3 0,1-3 9 16,-1 1 2-16,5 2-10 0,-1-1 11 15,7-1 0-15,-1 1 2 0,3 0-1 16,4-1 0-16,0 1 2 0,4-2-1 15,2 2 1-15,4 0-1 16,2 1 0-16,1-3-1 0,13 2 0 16,9 0 0-16,9 1 0 0,7-2-1 15,-7 3 1-15,-1-2 0 0,-8 3 0 16,4-2-1-16,4 1 1 0,1 1 0 16,3 0 0-16,0-1 0 0,1 1 0 15,3-2 2-15,-3 2-2 0,1 0 2 16,3-1-2-16,-3-1 1 0,3 1 0 15,6-1 0-15,-1-1 1 0,3 1-1 16,-2 0-2-16,2-2 1 0,-2 0-1 16,1 0 0-16,-3 0 0 0,2-1 0 15,-3-2 1-15,3 2 1 0,-2 3-2 16,-2-4 0-16,1 3-1 0,1-3 1 16,-2 1-1-16,3-2 0 0,1 0 0 15,0-1 0-15,6 2 0 0,-2-1 1 16,0 1 0-16,6 0 0 15,0-2 3-15,0 2 0 0,2-1 0 16,-4 3-1-16,-2 1-2 0,2 0-3 16,2 1-9-16,-2-2 12 0,-4 2 0 15,-2-1 0-15,0 0 0 0,-7 0-1 16,1 0 1-16,-1 2 0 0,3-3 0 16,0 2 3-16,2 0 10 0,-3 0-11 15,5 2 0-15,-6 0-2 0,5 0 2 16,-5 0-2-16,4 0 0 0,-7-2 1 15,3 2-1-15,0 0 0 0,-5 0-2 16,3 0 1-16,-5 0 0 0,-8 0 0 16,2 0 1-16,-1 0 1 15,-1 0-1-15,-4 3 0 0,-6 0 0 16,1-1 0-16,-1 2 0 0,-2-2-1 16,-2 3 1-16,3-2 0 0,-11 0 0 15,-3 0 0-15,-10-2-1 0,-2 1 1 16,8 2 0-16,5-1 0 0,3 0 0 15,-6 0 1-15,3 0 1 0,-3 1-2 16,-6-3 1-16,-4 1-1 0,0 0-1 16,-6 0 1-16,2-2 0 0,-7 2 1 15,1-2-1-15,-7 0 1 0,5 0 1 16,-7 0-2-16,7 0 1 0,-5 0 2 16,-2 2-3-16,3-2-1 0,-3 0 1 15,-4 2 0-15,3-2-2 0,1 0-10 16,-2 0 2-16,-4 2 10 0,0 0 0 15,3-2 0-15,-1 0 3 16,-2 0 12-16,0 0-12 0,0 0-3 0,-2 0 3 16,2 0-1-16,5 0 0 0,1 0 10 15,0 0-12-15,5 1-10 16,3-1-1-16,1 0 11 0,0 1 0 16,3 1 0-16,-1 1 0 0,2-2-2 15,0 2 1-15,-7 0-1 0,5 0 0 16,-7 0 1-16,5 0 1 0,-7 0 0 15,3 0 12-15,-5 0-10 0,0 0-1 16,1-2 2-16,-3 1 0 0,0 0 12 16,5 1-14-16,-3-1 11 0,-2 1-9 15,11 0-1-15,-7 0-1 0,5 0 0 16,-3 0 0-16,5 0-1 0,-5-1-1 16,-1 2 1-16,3-2-1 0,-5 1 0 15,1 0-1-15,-4-1 0 0,-2 0 1 16,-3-1-1-16,-1-1 1 0,2 1 1 15,-4-1 0-15,0 0 0 0,0 0 1 16,0 0 0-16,0 0 0 0,0 0-1 16,0 0-2-16,0 0 0 15,0 0-10-15,0 0 10 0,0 0-10 16,0 0 9-16,0 0-12 0,0 0 14 16,0 0-1-16,0 0 0 0,0 0 0 15,0 0 1-15,0 0 0 0,0 0-2 16,0 0-9-16,0 0 9 0,0 0 0 15,0 0-12-15,0 0 13 0,0 2-8 16,0 1 10-16,0-1 3 0,0 4-1 16,0-2 0-16,0 1 10 15,0 0-12-15,0-1 2 0,0 2 0 0,0 1 1 16,0 2-1-16,0 0 1 16,0-1 9-16,0 3-11 0,0 1 3 15,2-2-3-15,-2 2-1 0,2 0 0 16,-2 0-1-16,2 4 1 0,2-2 0 15,0 3 0-15,-4-2-1 0,4 2-1 16,-2-1 0-16,1 2 2 0,-3-1 0 16,0 2 2-16,0-1 0 0,0 3 0 15,0-2 0-15,0 0 10 0,0 1-12 16,0 1 3-16,0 1 0 0,0-1 9 16,0 2-11-16,0-2-1 0,0 4 1 15,0-2 2-15,2 3 0 0,0-1-1 16,0 0 10-16,2-2-10 0,0 2 1 15,-4-3 12-15,6 1-13 0,-4-3 1 16,-2 2-3-16,2-2 0 0,-2-1-2 16,0 0-13-16,0 0 15 15,0 2 0-15,0-1 0 0,0-2-2 16,0 5 2-16,0-4 0 0,4 3 0 0,-1 0-1 16,-1 2 0-16,2-2 1 15,-2 1-2-15,4-1 1 0,-2 2 0 16,4-2-1-16,-3 1-1 0,-1-1 2 15,-2 0 0-15,2 0 0 0,0-2-2 16,-2-1 2-16,0-3 0 0,4-1 1 16,-4-1 0-16,0 1 0 0,3-3 2 15,-3 0-2-15,0-1 2 0,-2 0-1 16,2-3 1-16,0 2-1 0,0-2-1 16,-2 2 1-16,2-1-1 0,0-2-1 15,0 2 1-15,0-1-1 0,-2 2 2 16,0-2-2-16,2 2 2 0,2 0-2 15,-2 0 2-15,1 3-1 0,-3-1 1 16,4 1 1-16,0 3-1 0,-4-1 1 16,4 1 0-16,-2 0 13 0,4 0-15 15,-4 1 1-15,4 1-1 16,-1-1-2-16,-1-1-1 0,0 4 1 16,-2-3 2-16,0 2 0 0,0 0 1 15,-2-1 1-15,4 1 1 0,-4-1 0 16,2 1 9-16,-2 1-10 0,2-1 1 15,-2 4-2-15,2-2 0 0,5 4 0 16,-3 2-1-16,2 1 0 0,0 2-1 16,9 1 0-16,-3 0-2 0,0 0-9 15,5 0 12-15,-7-1 0 0,9-1 0 16,-7-1 3-16,1-1 0 0,3-1 15 16,-10-3-17-16,3 0 15 0,1-2-14 15,-4-2 13-15,-2 0-3 0,-2-1-9 16,-2-1 15-16,0 1-3 15,0 1-13-15,0-2-1 0,0 6 0 16,0-3-1-16,-4 4-2 0,4 1-1 16,0 1 0-16,0 0-15 0,0 3 16 15,0-2 0-15,0 1 0 0,4 0 0 16,-4 1-1-16,3-2 3 0,1 2-1 16,-2-2-2-16,0-2 2 0,-2 2 1 15,2-3 0-15,2 3 3 0,-4-3 12 16,0 1-13-16,0 1 1 0,2-2 15 15,-2 2-3-15,0-1 3 0,0 0-6 16,2 3-10-16,-2-2 11 0,0 2-10 16,4 0 12-16,-4 2-15 0,4-4 0 15,-4 2-31-15,0-1 16 0,2 1 13 16,1-2 0-16,-3 1-10 0,0 0 12 16,2-2 1-16,-2 0 0 0,0 2 1 15,0 0-2-15,0-2 2 0,0 2-2 16,0-1 0-16,0 1 0 15,0 1 0-15,0-1-1 0,0 1 1 16,0 0 1-16,0 1 1 0,0-3-2 16,2 4 1-16,0-2 0 0,0 0 2 15,0 0 0-15,4-1 0 0,-2-1 16 16,-2-1-18-16,2 0 2 0,-2-3-2 16,-2 0 9-16,5-3-10 0,-5-1-22 15,0 0 20-15,2-3 1 0,-2 2-1 16,2-2 1-16,0-1 1 0,-2 2 0 15,2-1 0-15,0 0 1 0,-2 0 1 16,0-3-2-16,2 2-2 0,2-1 0 16,-2 0 0-16,-2 0-1 0,2 1 0 15,-2 1 0-15,4-1 2 0,-2 1-11 16,-2-1 12-16,3 0-1 0,-3-1 0 16,0 2-1-16,0-1 0 0,0-1 2 15,0 3 0-15,0-1-1 0,0 2 1 16,0 1 0-16,0 1 0 15,0 0 0-15,2 1 1 0,0 1 0 16,-2-1-1-16,0 1 1 0,2 1 0 16,2 0 2-16,-2 0-2 0,0 1 11 15,4 0-9-15,-2-1-1 0,3 2 17 16,-5 1-7-16,2-2 0 0,2 2-11 16,-2-3 16-16,2 1-17 0,-2-2-27 15,-2-3 15-15,3 2 12 0,-3-3 0 16,-2 0 0-16,0-1 0 0,2-1 0 15,0 0 0-15,-2-1-1 0,0 1 1 16,0-1-1-16,0 1-1 0,0-1-2 16,0 0 1-16,2 0 1 15,-2-2 0-15,0-1 0 0,2 0 0 16,-2 2 1-16,2-3 1 0,-2 1-1 16,0 0 1-16,2 1 2 0,-2-2-1 15,0 2 2-15,0 0-1 0,0-2-1 16,0 2 0-16,0 0 1 0,2 1-2 15,-2 0 1-15,0 0 1 0,0 1 0 16,0-1-1-16,2 0-1 0,2 0 1 16,-2-2 0-16,-2 1 1 0,2-1-1 15,-2-1 1-15,3 1-1 0,-1-1 11 16,0 0-12-16,0 1 3 0,-2-3 0 16,2 3 15-16,0-1-17 0,-2-1 2 15,2 0-1-15,-2 0 1 0,2-3-1 16,0 2 10-16,-2 1-10 0,0-1 0 15,0 0 0-15,0-2 0 0,0 4 1 16,0-1 0-16,0 0 0 0,0 0-2 16,0-2 2-16,0 2-3 15,0 0 2-15,0-2 1 0,0-1 12 16,0 1-15-16,0-2 2 0,0-1 1 16,0-1 12-16,0-1-12 0,0 1 0 15,0-3 9-15,0 0-12 0,0 0-2 16,0 0-20-16,0 1-5 0,0 1-66 15,0 1-50-15,2 1-72 0,0 3-83 16,0 1-185-16,4-1-614 0,-1-7-936 16</inkml:trace>
  <inkml:trace contextRef="#ctx0" brushRef="#br0" timeOffset="-86041.26">27410 6664 1195 0,'0'0'251'16,"0"0"-154"-16,0 0 72 0,0 0 20 15,0 0 397-15,0 0-309 0,0 0-113 16,4 0-52-16,-4 2-19 0,0-2-10 16,0 1-12-16,0 2-11 0,4 3-15 15,-2 3 37-15,0 6 10 0,-2 10 6 16,5 13-12-16,-1 18-26 0,0 21-4 16,-2 12 10-16,6 4 0 0,0 1 7 15,1-3-4-15,-3 0-16 0,4 2-10 16,5-2-15-16,-5 0-18 0,0-1-10 15,7-2 0-15,-7-5-2 0,5-7 2 16,-7-4 2-16,2-6 26 0,1-1-7 16,-5-6 4-16,0-11-12 0,-2-8-3 15,-4-12-10-15,2 0-2 16,0 3 0-16,0 4 2 0,0 2 1 16,-2-2 2-16,0-7 16 0,0 0-4 15,3-6-12-15,-3-3 16 0,0-2-16 16,0-5 0-16,6-2 9 0,-6-2-9 15,2-1-2-15,0-3 1 0,-2-1 10 16,0-3 0-16,2 0 13 0,-2 0 9 16,0 0 0-16,0 0-3 0,0 0-16 15,0-1 1-15,0 1-1 0,2-1-2 16,-2 1-11-16,0-1 10 16,0 1-12-16,0 0 0 0,2 0-19 15,0 0 4-15,0 0 15 0,0 0 2 0,4 0-1 16,-1 1 0-16,7 0 1 15,-2 0 0-15,1-1 1 0,3 0 10 16,1 0-1-16,5 0-9 0,3-1 12 16,0-3-12-16,6 3 10 0,4-2-12 15,2 0 1-15,4 1 1 0,13-1-1 16,10 1-1-16,10-3 2 0,3 1 9 16,-3-1-9-16,0 1 0 0,-12-1 1 15,4 1 26-15,3 0 16 0,-1-1-12 16,0 3 6-16,6 1 9 0,-2 0 12 15,3 1-6-15,1 0-33 0,1 0-7 16,1 0-12-16,3 1 15 0,-5-1-6 16,3 1-10-16,-3-1 17 0,0 0-16 15,-1 0 9-15,3 0 3 0,-1-2-12 16,-1-1 12-16,-2-2-2 0,3 3 2 16,-7-4-13-16,-2 2 1 0,-4 2-1 15,-4-1 10-15,0 0-10 0,-15 0-1 16,-1 0 1-16,-11 0-1 0,-6 0 2 15,8 1 9-15,0-2-11 16,2 1 2-16,-2 0-3 0,-2 0 0 16,-8 0 0-16,-3 2 0 0,-3 0 2 15,-7-1 0-15,1 2 0 0,-5 0 0 16,-6-2 10-16,2 2 0 0,-2 0 0 16,0 0-12-16,0 0-1 0,2 0-2 15,0-1-9-15,0 1 11 0,0 0-1 16,2-1-1-16,2 1 1 0,-4-1-1 15,5-3 2-15,-5 3 1 0,2-4 12 16,0 1 0-16,0-2 0 0,0-4 13 16,-2-3 23-16,5-1 49 0,-3-5-21 15,-2-6-34-15,0-4-20 0,0-5-1 16,-2-6-6-16,0-8-13 0,0-16 10 16,-2-13-10-16,0-11-2 0,0 2-11 15,0 3-43-15,0 5 17 0,2-3 16 16,-7-2 6-16,5-2 14 15,-2 0 1-15,-4-3 2 0,2 2 10 16,-3 1-9-16,-3 0-3 0,0 8-26 16,-3 2-5-16,-3 0 13 0,-1 2 15 15,-2 6-9-15,3 5 11 0,1 11-1 16,5 10-1-16,3 11-9 0,-1 5 12 16,0-3 2-16,-5-1 8 0,1-2-10 15,3 3-24-15,1 7 22 0,2 5 2 16,0 1 1-16,1 7-1 0,3-2 2 15,0 4 13-15,0 2 0 16,0 1-13-16,2 1 10 0,-2 0-9 16,4 2 16-16,-2-1-4 0,2 1-12 15,0 0 12-15,0 0-12 0,0 0 9 16,0 0 3-16,0 0 0 0,-2 0-12 16,2 0 9-16,-5 0-9 0,-1 1 16 15,2-1-7-15,-4 0-11 0,-3 0-1 16,-1 0-1-16,-7 2-2 0,3-1-15 15,-7 0 17-15,-6 2-1 0,-2 0-2 16,-2-1 2-16,-2 2-10 0,-8 1 9 16,-11 1-9-16,-10 1 10 0,-11 2-1 15,-5 2-9-15,1 0 10 0,5-2-10 16,6-1 9-16,-1 0 1 0,-5-2-10 16,-3 1 9-16,1-1 1 0,-5 1-10 15,1 1 11-15,-3 1 1 0,0-1 2 16,1 3 0-16,-3 1-2 0,2-1 1 15,1 1-2-15,1 3 1 16,0-2-1-16,5 1 0 0,-1 1-2 0,3-2-25 16,8 0 26-16,0-2 0 15,8-1-1-15,0 1 1 0,8-4 0 16,13 1-10-16,6-3 10 0,6 0-22 16,-8-1-7-16,-4 2 1 0,2 3 3 15,0-5-16-15,4 2-6 0,4 0 1 16,2 0 17-16,2-2 7 0,7 1-19 15,-3 0-27-15,7-2-19 0,1 2-21 16,3-4-13-16,6 2-47 0,2 0-149 16,0 0-256-16,2 0-178 0,13-2-527 0</inkml:trace>
  <inkml:trace contextRef="#ctx0" brushRef="#br0" timeOffset="-85616.5">27974 7322 1232 0,'0'0'507'0,"0"0"618"16,0 0-766-16,0 0-178 15,0 0-6-15,0 0 62 0,17 75-52 16,-15-37-68-16,2 10-48 0,-4 12-7 15,0-4 6-15,0-5 7 0,0-8-7 16,0-8-3-16,0 3-25 0,0 7-22 16,0-5-17-16,0-5-1 0,2-6-37 15,0-6-52-15,4-4-48 0,3-1-49 16,-3-7-35-16,2-3-91 0,-2-3-127 16,5-5-91-16,-3 0-175 0,-4-5-434 15</inkml:trace>
  <inkml:trace contextRef="#ctx0" brushRef="#br0" timeOffset="-85268.51">27900 7594 1016 0,'0'0'439'0,"0"0"606"16,-19-50-736-16,13 35 12 0,6-3-18 0,0 1-59 16,8 3-23-16,1-3-48 0,1 1-23 15,11-3-16-15,-3 1-17 16,7-1-6-16,6 0-12 0,4 0-16 15,0 0-15-15,7 2-44 0,5 3 10 16,-5 2-13-16,7 5 7 0,-5 2-10 16,1 4-5-16,-2 1-10 0,-1 3-1 15,-7 4 10-15,-2 2-10 0,-2 5 16 16,-8 3-2-16,-5 2-1 0,-1 6-13 16,-7 2 16-16,-1 5 52 0,-3 0-27 15,0 2 0-15,-4-2-13 0,0 0-15 16,-2-5-2-16,0-2-12 0,2-3-1 15,0-4-3-15,0-3-31 0,0-5-39 16,-2-2-34-16,4 0-27 0,-1-3-29 16,-3-2-37-16,0-1-57 0,0-2-154 15,0 0-114-15,-7-2-19 16,1-1-740-16</inkml:trace>
  <inkml:trace contextRef="#ctx0" brushRef="#br0" timeOffset="-85039.56">28262 7144 2055 0,'0'0'599'15,"0"0"-172"-15,0 0-3 0,0 0-92 16,0 0-188-16,0 0-36 0,-11 63-2 16,9-20-10-16,-2-1-9 0,-2 6-28 15,-2 0-22-15,4-8-16 16,-3 4-21-16,-5-5-3 0,4-3-22 0,1-4-43 15,1-4-50-15,2-6-53 16,0-4-50-16,0-5-59 0,4-5-112 16,0-5-163-16,0-3-202 0,6-2-333 15,-2-11 405-15</inkml:trace>
  <inkml:trace contextRef="#ctx0" brushRef="#br0" timeOffset="-84856.05">28198 7457 783 0,'0'0'583'0,"0"0"-10"0,0 0-36 16,0 0-73-16,-7-53-58 0,7 52-60 15,0 1-138-15,5 0-152 0,-3 7-53 16,12 2 63-16,-2 5 42 0,3 4-24 16,8 3-34-16,-3-1-38 0,1-1-12 15,0-2-22-15,1-3-49 0,-5-2-96 16,8-3-62-16,-9-4-65 0,7-2-169 16,-11-3-223-16,11-4-618 0</inkml:trace>
  <inkml:trace contextRef="#ctx0" brushRef="#br0" timeOffset="-84642.08">28632 6900 2843 0,'0'0'629'0,"0"0"-202"0,0 0-67 15,0 0-242-15,0 0-81 0,0 0 35 16,0 0 70-16,0 0-4 0,33 59-49 15,-21-37-55-15,-2-1-22 0,-3 1-12 16,-1 1-34-16,-2-2-64 0,4 2-59 16,-4-3-56-16,1 3-70 0,-3-6-174 15,0 3-164-15,-2-7-142 16,0 2-805-16</inkml:trace>
  <inkml:trace contextRef="#ctx0" brushRef="#br0" timeOffset="-84126.95">28522 7241 2285 0,'0'0'581'0,"0"0"-408"0,0 0 83 16,0 0 68-16,0 0-75 0,0 0-41 16,66-37-27-16,-45 24-66 0,-2 0-41 15,3-2-24-15,-5 3-19 0,3 3 6 16,-7 1-19-16,3 2-17 0,-5 0 0 15,-5 4-1-15,-4 2 0 0,4 0 0 16,-6 4 3-16,0 6 0 0,0 3 108 16,-6 11-10-16,4-1-70 15,-2 7-28-15,-4-4 9 0,3 2-12 16,1-3-1-16,0 0-2 0,-2-6-22 16,6 1-5-16,0-5-19 0,0-3-31 15,0-2-28-15,0-1-38 0,0-3-22 16,6-1-26-16,-4-1-67 0,4-3-23 15,-1-1-22-15,-1 0 59 0,0-5 103 16,2-5 73-16,4-4 26 0,1-4 19 16,-3-3 25-16,6-2 1 0,-3-1 1 15,-1-1 31-15,3 2 113 0,-5-1 73 16,0 6 3-16,-4 1 33 0,4 3-16 16,-3 5-18-16,-1 2-44 0,-2 1-58 15,0 2-53-15,-2 3-21 0,0 1-7 16,0 0 6-16,0 0 1 0,0 3-11 15,0 5-11-15,0 1 31 0,-2 7 3 16,-4 4-56-16,1 0-55 0,-5 5-41 16,6 0-34-16,-2 0-38 15,-2-2-36-15,3 1-75 0,-3-3-60 16,4 1-80-16,-2-4-151 0,2-5-505 16,-5 4-218-16</inkml:trace>
  <inkml:trace contextRef="#ctx0" brushRef="#br0" timeOffset="-83612.32">28636 7536 887 0,'0'0'91'0,"0"0"1346"15,0 0-1031-15,0 0-236 0,0 0-45 16,0 0 67-16,0 0 43 0,0 0-86 16,0 0-67-16,0 0-35 0,56-29-3 15,-46 23 3-15,9-3-12 0,-5 3-7 16,5-2-6-16,-5 2 3 0,5-3-9 15,-5 3-15-15,3-2 0 0,-7 3 2 16,2 0-2-16,-3 2 0 16,-5 0-1-16,2 2-1 0,-4 0-1 0,-2 0-1 15,2 1 3-15,-2 0 16 16,0 0 25-16,0 0 0 0,0 0-1 16,0 1 1-16,-2 0-4 0,-2 3-34 15,0 2-3-15,-2 5-18 0,-7 3 2 16,7 2 13-16,-2 6 3 0,0 2 15 15,-3 3 13-15,5-1 0 0,0 2 3 16,2-4-3-16,0-1 16 0,1-5-1 16,3 0-12-16,0-7-3 0,0 0-6 15,7-2-22-15,-5-4 0 16,4-1-2-16,-2 1 0 0,0-4-1 16,7 1 0-16,-5-2 1 0,0 0 2 15,-2-2 1-15,2-5 18 0,3 0 9 16,-3-3-7-16,-2-1 4 0,-2-4 0 15,2 0-4-15,-2-2-8 0,-2-2-10 16,0 0-1-16,0-1-1 0,0-1 1 16,0-1-2-16,0 0 0 0,-2 5-2 15,-4-1-38-15,2 5-19 0,-2 5-6 16,-5 0-25-16,5 4-40 0,0 2-66 16,-2 2-85-16,-1 3-197 0,5 0-299 15,0 5-818-15</inkml:trace>
  <inkml:trace contextRef="#ctx0" brushRef="#br0" timeOffset="-83225.18">28967 7047 1160 0,'0'0'696'15,"0"0"117"-15,0 0-357 0,0 0-55 16,0 0-53-16,0 0-66 0,0 0-64 16,0 0-72-16,0 0-97 0,0 0-46 15,-15 9 6-15,17 19 44 0,2 6 2 16,-2 17-18-16,5 13 3 0,1 10 6 15,-2 5 19-15,-2-7-29 0,2-17-36 16,-4-18-9-16,-2-7-6 0,2-4 13 16,3 2-20-16,1 3-5 0,-2 3-7 15,4-7-18-15,-2-4-16 16,1-4-21-16,1-5-56 0,2-2-29 0,-4-5-44 16,3-3-120-16,-1-4-135 15,0 0 9-15,-4-8-50 0,1 0-265 16,-3-9-320-16</inkml:trace>
  <inkml:trace contextRef="#ctx0" brushRef="#br0" timeOffset="-82689.2">28975 7070 1768 0,'0'0'564'15,"0"0"-109"-15,0 0-42 0,0 0-167 16,0 0-15-16,18-54-29 0,-5 47-49 15,1 1-48-15,-1 0-31 0,7 3-14 16,-5 1 8-16,6 2-15 16,-5 0-13-16,1 7-3 0,-1 0-3 15,-3 3-9-15,-1 3-10 0,0 1-13 16,1 2 11-16,-7 1-11 0,-2 0 13 16,-2 1-12-16,-2 2 16 0,0-1-19 15,-2-1-13-15,-4-1-8 0,-2-3-16 16,-3 0-16-16,-1 0 1 0,2-3-4 15,-9-2-22-15,9-1-12 0,-5 0-19 16,1-4-2-16,1 0 17 0,-1-1 15 16,3-2 29-16,3-1 34 0,2 0 16 15,-2 0 54-15,8 0 6 0,0 0 12 16,0 0-72-16,0-1 0 0,0-1-41 16,2 2 41-16,6-1 44 15,0 1-13-15,1 0-9 0,3 0 10 16,0 0 16-16,-1 4 11 0,3 0 16 0,-3 3-10 15,-1 1 1-15,2 2 2 16,-3 2-19-16,-1 1-11 0,-2 0-4 16,0 2 3-16,-2 2-7 0,-4 0 1 15,0 0-6-15,0 1-3 0,-2-2-21 16,-6 0 23-16,2 0 1 0,-5-5-1 16,-3-2 4-16,2 2-16 0,-3-5 4 15,-1 0-15-15,-1-1-1 0,1-3-34 16,-1-1-40-16,0-1-55 0,1 0-60 15,-1-1-76-15,1-6-173 0,1 6-247 16,-1-6-787-16</inkml:trace>
  <inkml:trace contextRef="#ctx0" brushRef="#br0" timeOffset="-80511.68">28561 7969 1206 0,'0'0'117'15,"0"0"643"-15,0 0-203 0,0 0-261 16,0 0-53-16,0 0-51 0,0 0-53 16,0 0-2-16,0 0-11 0,0 0-51 15,33-37-43-15,-16 30-30 0,0 3 20 16,1-1-3-16,3 2-19 0,-1 1 2 16,1 2 17-16,-2 0-19 15,-3-1 2-15,-1 1 10 0,-7 0-10 0,0 0 14 16,-4 3-13-16,-4 0 32 15,0 3 91-15,0 0 45 0,-4 6-96 16,-2 0-57-16,2 2-18 0,0 2 0 16,-2 5 0-16,-3 1-3 0,5 2-19 15,-2 1 21-15,6 2 0 0,-4 3-1 16,2-1 2-16,2-1 0 0,0 1 2 16,0-3 8-16,0-1-10 0,0-2-3 15,0 1 2-15,2-4 0 0,2 1-2 16,4-2 1-16,1-1 1 0,-1-3 1 15,-2-1 0-15,6-4 15 0,1-2 3 16,-3-1-15-16,7-3-1 0,-5-1-2 16,7-3 3-16,-7 0 0 0,5 0-1 15,-3-5 10-15,1-1-12 0,-3-2 3 16,-4 1 13-16,-2-2-13 0,3-1 9 16,-7 0 4-16,2-1 2 0,-2-2-2 15,-2 0-13-15,0-2 0 0,-6 0 12 16,-5-1-12-16,5-1-3 15,-6 0 1-15,-5 3 2 0,3-3 1 16,-7 7-3-16,3-1-1 0,-3 3-19 16,4 3-12-16,1 1-28 0,3 2-43 15,3 2-41-15,4 0-46 0,4 0-125 16,2 0-278-16,2 0-723 0,4-7-472 0</inkml:trace>
  <inkml:trace contextRef="#ctx0" brushRef="#br0" timeOffset="-80264.43">28952 7856 2722 0,'0'0'686'0,"0"0"-392"0,0 0 5 16,0 0-98-16,0 0-120 0,0 0-41 15,0 0-27-15,0 0-13 0,-25 55-16 16,29-31 15-16,5-2-11 0,-1 0 9 15,-4-4-19-15,4-1-9 0,-1-3-56 16,1-2-49-16,-2-3-39 0,-2-4-43 16,2-1-93-16,-4-1-73 0,3-3-89 15,-3 0-20-15,-2 0-79 0,2 0-73 16,-2-5-62-16</inkml:trace>
  <inkml:trace contextRef="#ctx0" brushRef="#br0" timeOffset="-80031.23">28929 7950 1208 0,'0'0'459'15,"0"0"-47"-15,0 0-43 16,0 0-95-16,0 0-65 0,0 0 9 0,0 0 25 16,23-54-15-16,-15 49 12 15,9 0-143-15,-1 1-18 0,1 1 6 16,2 2-1-16,3 1-6 0,-7 0 3 16,8 0-16-16,-5 0-12 0,-1 0-23 15,-1 0-11-15,-5 2-18 0,-1 2-1 16,0 0-2-16,1 0 0 0,-9 1-1 15,4 2-34-15,-4 2-10 0,-2 2-12 16,0 5-43-16,0 0-44 16,-4 2-31-16,0 1-68 0,-5-1-129 0,-1 2-155 15,4-6-237-15,-2 6-665 0</inkml:trace>
  <inkml:trace contextRef="#ctx0" brushRef="#br0" timeOffset="-79710.23">28979 8158 955 0,'0'0'1214'0,"0"0"-765"15,0 0-169-15,0 0-36 16,0 0-56-16,0 0-13 0,54-36-4 0,-36 27-10 16,-3 3-48-16,8 0-9 15,-3 4-16-15,-3-1-13 0,3 3-13 16,-7 0-6-16,1 4 3 0,-3 3-10 15,-7 4 19-15,-2 4 59 16,-2 5 36-16,-2 5-71 0,-7 2-49 0,-5 4-24 16,0 0-19-16,-3-1-12 0,3-1 9 15,-5 1-43-15,2-4-18 16,1-2 2-16,3-4-21 0,1-2-25 0,0-4-46 16,3-3-29-16,5-4-72 15,-2-4-122-15,4-3-82 0,2-1-51 16,0-8-306-16,0-3 68 0,4 1 122 15</inkml:trace>
  <inkml:trace contextRef="#ctx0" brushRef="#br0" timeOffset="-79509.75">29031 8291 632 0,'0'0'701'0,"0"0"-25"15,0 0-103-15,0 0-126 0,0 0-77 16,0 0-78-16,0 0-75 0,0 0-72 16,0 0-85-16,0 0-42 0,10-30 32 15,0 37 50-15,1 1 43 0,7 4 2 16,-1 1-52-16,3 5-41 0,-5-3-34 15,10 1-16-15,-7 0-1 0,3-3 1 16,2 1-2-16,-3-3-42 0,-1 0-41 16,4-2-40-16,-7-4-51 0,3-1-56 15,-5-2-107-15,5-2-152 0,-7 0-104 16,-1-4-174-16,-1-6-532 0</inkml:trace>
  <inkml:trace contextRef="#ctx0" brushRef="#br0" timeOffset="-78959.24">29322 7822 2576 0,'0'0'732'0,"0"0"-386"0,0 0-34 15,0 0-149-15,0 0-128 0,0 0-13 16,0 0-21-16,0 0-1 0,0 0-22 15,0 0 6-15,23-21 15 0,-15 20-1 16,-2 1-1-16,-2 0-10 0,7 0 11 16,-3 4-1-16,0 0 2 0,-1 1 1 15,1 2 0-15,-2 1 0 16,-2-4 13-16,4 5-13 0,-3-1 0 16,3-2 2-16,-4 0 0 0,0 1 0 15,0 0 13-15,-4 2-2 0,0-1 9 16,0 3 18-16,0 2 23 15,-4 6 5-15,-2 3-6 0,-2 7-3 0,1 4-16 16,-1 4-9-16,2 4-9 0,2 0-7 16,-2 2 4-16,4-4 5 0,2-3-5 15,0-4-10-15,0-5 7 0,0-4 5 16,8-5 7-16,-2-2-6 0,0-4-22 16,0-2-3-16,3-4-3 0,3 0-10 15,-4-4 10-15,-1-1-12 16,3-1 12-16,0-2-9 0,-2-6 12 0,-1-2 1 15,1-3 17-15,-4-2 0 16,2-4 4-16,-4-1-7 0,0-1-2 16,-2 0 2-16,0-2-12 0,-4 0 9 15,-2 0-9-15,-4 1 10 0,1 3-13 16,-1 2-10-16,-4 5-17 0,3 3-13 16,-1 3-31-16,-5 2-40 0,9 4-28 15,-2 0-19-15,2 0-19 0,1 3-65 16,7 3-172-16,-2-2-171 0,2 0-414 15,2 2-292-15</inkml:trace>
  <inkml:trace contextRef="#ctx0" brushRef="#br0" timeOffset="-78578.11">29529 8007 448 0,'0'0'319'0,"0"0"1203"16,0 0-890-16,0 0-264 0,0 0-146 15,0 0-35-15,0 0 65 0,0 0 2 16,0 0-74-16,0 0-74 0,62-11-32 16,-42 8-19-16,-3-2-8 0,8 1-33 15,-2-2-14-15,-5 0 0 0,9 1-3 16,-8-1-83-16,-3 2-35 0,-1 3-24 16,-3 0-42-16,-6 1-21 0,-2 0-37 15,-4 0-57-15,0 1-100 16,0 3-13-16,0-1-295 0,-6 1-665 0</inkml:trace>
  <inkml:trace contextRef="#ctx0" brushRef="#br0" timeOffset="-78320">29605 7866 783 0,'0'0'649'15,"0"0"599"-15,0 0-802 0,0 0-80 16,0 0-84-16,0 0-119 0,0 0-72 15,0 0-30-15,0 0 70 0,0 0 77 16,19 26-20-16,-15 0-31 0,6 8-16 16,-1 7-43-16,-3 9-33 15,-4-2-23-15,0 0-5 0,0 1-19 16,0-11-6-16,-2 5-12 0,6-5-24 16,-2-4-4-16,3-3-39 0,-3-7-27 15,4-2-32-15,4-7-12 0,-1-3-35 16,-1-3-65-16,3-3-144 0,-3-4-143 15,0-2-129-15,-2-2-335 0,3-11-280 16</inkml:trace>
  <inkml:trace contextRef="#ctx0" brushRef="#br0" timeOffset="-77866.34">29936 7714 356 0,'0'0'111'0,"0"0"0"16,0 0 362-16,0 0-53 0,0 0-128 15,-52-10 104-15,46 8-34 0,4 0-75 16,2 1-30-16,0 1-17 0,0-3-56 16,0 1-25-16,2 1 30 0,4-6 66 15,1 4-31-15,3-2-41 0,0-2-22 16,3 0-26-16,5-1-28 0,-5 2-33 16,7 0-10-16,-5-2-15 0,3 6-13 15,-3 1-2-15,3 1-7 0,-3 1 4 16,4 6-19-16,-7 5-10 0,2 3 16 15,1 1 1-15,-7 7-4 16,5 2-13-16,-7 1 0 16,0 4-2-16,-2-2-28 0,-2-1-26 0,-2-3-20 0,0 0-20 15,0-5-22-15,0-1-32 16,-2 0-39-16,-2-4-64 0,-2-2-118 16,-3 0-143-16,-1-3-108 0,4-3-396 15,-11-1-530-15</inkml:trace>
  <inkml:trace contextRef="#ctx0" brushRef="#br0" timeOffset="-77579.92">29837 7892 1323 0,'0'0'974'0,"0"0"-1"16,0 0-687-16,0 0 14 15,0 0 26-15,0 0-96 0,54-50-32 0,-34 36-32 16,3-1-37-16,0-1-40 15,6 1-31-15,-2 1-9 0,-1 2-12 16,-1 1-10-16,-2-1-15 0,0 6-1 16,-1 0-11-16,-3 1-1 0,0 0-2 15,-5 4-9-15,1-1-21 0,-5 2-41 16,-2 0-11-16,-4 2-16 0,3 2-16 16,-3 1 0-16,-4 2-12 0,0 2-8 15,0 5-43-15,-9-3-109 0,3 7-134 16,-8-1-62-16,-3 1-224 15,3-3-508-15</inkml:trace>
  <inkml:trace contextRef="#ctx0" brushRef="#br0" timeOffset="-77341.51">29922 7967 337 0,'0'0'1951'0,"0"0"-1361"16,0 0-263-16,0 0-142 0,0 0-17 15,0 0 94-15,0 0 21 16,0 0-46-16,0 0-70 0,0 0-40 15,62-48-32-15,-50 38-18 0,2 0-12 16,-1 1-26-16,3-1-17 0,-1 2-19 16,-3 2-1-16,1 0-2 0,-5 1-1 15,0 3-18-15,0-1-8 0,-3 3-41 16,-1 0-36-16,-2 0-38 0,-2 3-19 16,0 4-6-16,0 1-46 0,0 6-149 15,-6 0-163-15,-5 1-202 0,3-2-553 16</inkml:trace>
  <inkml:trace contextRef="#ctx0" brushRef="#br0" timeOffset="-77126.24">29938 8059 435 0,'0'0'117'0,"0"0"1507"0,0 0-1242 16,0 0-131-16,0 0 137 0,0 0-44 16,0 0-53-16,0 0-42 15,58-33-66-15,-44 22-77 0,1 0-38 0,4 1-27 16,-5 0-20-16,3 1-18 15,-3 1 10-15,0 1-13 0,-3 2-1 16,-5 2-12-16,2 0-24 0,-6 3-53 16,0 0-40-16,0 0-42 0,-2 3-33 15,0 2 38-15,-2 6-112 0,-6 1-161 16,4 2-169-16,-4-2-517 0</inkml:trace>
  <inkml:trace contextRef="#ctx0" brushRef="#br0" timeOffset="-76862.24">29824 8226 1034 0,'0'0'1100'15,"0"0"-118"-15,0 0-711 0,0 0-36 16,0 0 99-16,0 0-61 0,0 0-15 16,60-47-27-16,-43 32-59 0,4 1-47 15,-1-1-21-15,5 2-37 0,-4-3-27 16,6 1-16-16,-1 2-21 0,-1 0-1 15,-2 2-1-15,4 2-1 0,-4 0-12 16,-7 2-24-16,5 0-38 0,-9 3-14 16,7 1-10-16,-9 1-15 0,1 0-16 15,-3 1-13-15,-4 1-16 0,2 0-50 16,-2 0-71-16,-4 0-97 16,0 0-140-16,0 0-141 0,0 0-336 0</inkml:trace>
  <inkml:trace contextRef="#ctx0" brushRef="#br0" timeOffset="-76304.51">30044 7697 951 0,'0'0'19'0,"0"0"1527"0,0 0-1095 16,0 0-80-16,0 0-51 0,0 0-80 15,0 0-70-15,0 0-58 0,0 0-59 16,0 0-50-16,-19-29-2 0,19 36 37 15,0 7 77-15,4 5 5 0,-4 5-46 16,0 2-30-16,0 4-26 0,0-1 1 16,-4 1-16-16,2-3 12 0,0 2-3 15,2-1-9-15,-2-3-1 0,2 0 0 16,0 0-2-16,0-2 0 0,0-1-13 16,0 1-14-16,2-3-10 0,-2 0 3 15,2 1 15-15,0-3-6 0,2 1 7 16,-2-3 17-16,0 1 0 15,0 0 1-15,0-3-1 0,0 1-1 0,0 0 2 16,1-1-3-16,1 0-10 16,0-1 1-16,-2 2-3 0,2-5-4 15,4 2 3-15,-2-3 4 0,-1 0 9 16,1-3-16-16,-2-2 17 0,0 0 2 16,6-1-1-16,-3-1 0 0,1-2 0 15,-2 0-17-15,6-2-1 0,-3-2-3 16,1-3-12-16,-2-1 0 0,1-2 12 15,-1-2 20-15,0 0 2 0,-6 2 3 16,6-5 13-16,-3 5-4 16,-3 0 1-16,0 0-1 0,-2 0 1 15,0 0-1-15,0 5 3 0,0-3 1 16,-4 2-13-16,2 2 13 0,-7 0-14 16,7-2 1-16,-2 1 12 0,0 3-14 15,-2-2-1-15,2 3-12 0,-3 0-1 16,-1 1-8-16,6 0-13 0,-4 0-13 15,2 1-50-15,0 1-24 0,-1 3-62 16,1 0-114-16,2-1-164 0,-2-2-228 16,0 0-652-16</inkml:trace>
  <inkml:trace contextRef="#ctx0" brushRef="#br0" timeOffset="-76101">30039 8257 255 0,'0'0'2574'0,"0"0"-1957"16,0 0-238-16,0 0-237 0,0 0-127 16,0 0 71-16,0 0 8 0,0 0-20 15,50 0-11-15,-31-4-32 16,-5 0-17-16,5-1-14 0,-7 1-25 16,5 0-127-16,-5 0-106 0,-4 2-79 15,7 1-151-15,-9 1-487 0,-2 0-672 0</inkml:trace>
  <inkml:trace contextRef="#ctx0" brushRef="#br0" timeOffset="-73076.07">30641 7457 987 0,'0'0'114'0,"0"0"58"0,0 0 417 0,0 0-398 15,0 0-74-15,0 0 61 16,0 0 19-16,0 0-32 0,50-3-21 15,-40 0-12-15,2 1 19 0,-1-2 8 16,1 1-6-16,-2 0-17 0,3 2-15 16,-3-2 1-16,2 0-8 0,3 0 3 15,-3 0-5-15,3-1-12 0,-1 0 2 16,-1-1-15-16,5 0-19 0,-3 0 3 16,3 1-22-16,-1-3-18 0,2 3 0 15,-1-2-7-15,-1 2 4 0,-1 0-3 16,1 1-10-16,-5-1 0 15,5 3-14-15,-3 1 15 0,3-2-1 16,-3 1-13-16,3-1 10 0,-1 2 1 16,3 0-10-16,-3-1 18 0,7 1-18 15,-2-2 19-15,2 1-1 0,-1-2-6 16,1 2 10-16,-2-1-4 0,8-2 10 16,-7 2 5-16,1-1 22 0,4 0 6 15,-4 0-15-15,1 0-9 0,-1-1-19 16,4 1-3-16,-2-1 4 0,2-1-7 15,0 1 6-15,0-2 3 0,-1 2 1 16,3-2-1-16,-4 0-3 0,2 1-3 16,-2 0 10-16,-2-1-7 15,-1 2 3-15,-1 0-6 0,0-2 3 16,-1 2 7-16,-1 0-7 0,-3 1-3 16,1 0-3-16,0-2 9 0,-1 3-5 15,-1-2-4-15,1 2-13 0,-1 0 1 16,1 0 8-16,1 1-11 0,-1 0 0 15,-1 1 2-15,1-1-1 0,-1-1 2 16,1 1-1-16,-5 1-1 0,5 0 1 16,-4 0 1-16,-1 0 9 0,-1-2-10 15,-2 2 0-15,1 0 13 0,-1 0-3 16,0 0-10-16,-2 0 13 0,1-1-15 16,-1 1 2-16,0 0-2 0,2-2 2 15,-4 2-1-15,3-1 1 0,-1 1-2 16,0 0 1-16,0-1 0 0,-2 1 1 15,3 0 0-15,-3 0 0 0,-2 0-1 16,2 0 2-16,-4 0-1 0,2 0 0 16,0 0 0-16,0-1 10 0,0 1-10 15,-2-3-1-15,2 3 0 0,2 0-1 16,-2 0 1-16,0-2-1 0,3 2 0 16,1 0 0-16,-2 0-1 15,0-1 1-15,2 0 0 0,-2 1 1 16,1 0-1-16,-1 0 0 0,0-2 0 15,0 2 1-15,0-1-1 0,0 1 2 16,0-1-1-16,0 1 0 0,-1-1-1 16,1 0 1-16,2 1-1 0,-2 0 0 15,0 0 2-15,0-1 1 0,2-1-1 16,-1 2-1-16,-1-1 0 0,2 1-1 16,0 0 0-16,-2-2 0 0,0 2 0 15,3-1-1-15,-1 1 0 0,0-2 1 16,2 0-1-16,1 2 1 0,-3-1-1 15,4-2-1-15,-2 3 1 0,3-2-1 16,-1 1 0-16,0 0 0 0,3 1 1 16,-5 0-2-16,2-2 1 0,-1 2 1 15,-1 0-1-15,-2-1 2 0,0 1 0 16,1-1 1-16,-1 1 0 0,-2-1 2 16,0 1-1-16,-2-1 0 15,2 1-2-15,-2 0 1 0,0 0 1 16,2 0-1-16,1 0-1 0,-5 0 0 15,4 0 1-15,-2 0 0 0,0 0 0 16,0 0 0-16,0-1 0 0,0 1 0 16,-2 0 0-16,2 0 0 0,-2 0-1 15,0-2-1-15,0 2 0 0,0 0-11 16,0 0-19-16,0 0-17 0,0 0-12 16,0 0-31-16,0 0-15 15,-2 0-28-15,0 0-48 0,-2 0-35 16,0 0-40-16,0 3-142 0,-5 0-212 15,1 0-165-15,0-2-557 0,49-11-300 0</inkml:trace>
  <inkml:trace contextRef="#ctx0" brushRef="#br0" timeOffset="-72496.96">32313 6935 1297 0,'0'0'611'0,"0"0"385"0,0 0-689 0,0 0-62 15,0 0-73-15,0 0-18 0,0 0 10 16,0 0-10-16,0 0-45 15,0 0-62-15,11 0 9 0,-7 0 9 16,2 0-12-16,2 4 3 0,0 1 2 16,3 1-2-16,1 1-7 0,-1 2 4 15,1 0-10-15,2 1 0 0,-1 1-16 16,1 0 10-16,1 1-3 0,-1 1-10 16,-1 0-2-16,1 1-1 15,1 1-2-15,-3-3-7 0,0-1-10 0,-1 2 10 16,-1-3 0-16,-4 1 0 0,2-4 4 15,-1 0 5-15,-1-1 7 0,-2 0-10 16,0-2 12-16,-4 1-11 0,2-2 8 16,0 0-9-16,0-1 7 0,-2-2-1 15,0 1 4-15,0 1 8 0,0-2 4 16,0 1 11-16,0-1 34 16,0 0 12-16,0 0-24 0,0 1-25 0,-2 0-8 15,0 1-13-15,-2 1-12 0,-4 3-12 16,0 2-3-16,-7 4-1 15,1 4-20-15,-3 1 18 0,1 5-18 16,-3 1 19-16,0 1-16 0,1 1-22 16,1-2-5-16,3 1-4 0,-1-3-20 15,5-3-32-15,2-6-23 0,1 1-44 16,5-4-76-16,2-1-138 0,0-5-283 16,0 0-421-16,5-3-495 0</inkml:trace>
  <inkml:trace contextRef="#ctx0" brushRef="#br0" timeOffset="-63963.24">32799 6827 343 0,'0'0'203'0,"0"0"-67"15,0 0 128-15,0 0 482 0,0 0-383 16,0 0-113-16,0 0-30 0,-2-42-46 15,2 41-29-15,0 1 22 16,0 0 5-16,0 0-15 0,0 0-1 16,0 0 11-16,0 0 16 0,0 0 2 0,0 1-40 15,0 0-30-15,0 1-6 16,0 2 15-16,0 2 18 0,0 7-10 16,-2 7-19-16,-6 18-18 15,-3 24-18-15,-3 20-35 0,-5 11-5 0,1-2-10 16,3-3-5-16,3-12 2 0,1-2 3 15,3-8-2-15,4-8-25 0,0-11-51 16,4-9 8-16,0-11 10 0,0-4-4 16,0 1-18-16,0 1-12 0,4-2-34 15,-2-1 24-15,2-7 19 16,0-5 3-16,-2-3 6 0,-2-3-1 0,0-4-42 16,0 0-20-16,0-6 13 15,0-6-85-15,0-6-304 0,-2-6-47 16,2-5-102-16,0 7-533 0,0-16-70 0</inkml:trace>
  <inkml:trace contextRef="#ctx0" brushRef="#br0" timeOffset="-63592.52">32646 6919 818 0,'0'0'147'0,"0"0"1059"16,0 0-776-16,0 0-12 0,0 0-171 15,0 0-247-15,0 0 0 0,0 0 52 16,0 0 24-16,0 0 26 0,58-47 5 16,-39 46 10-16,3-1-16 0,1 2 6 15,0 0 12-15,-1 0 35 0,1 4-8 16,0 2-28-16,0 1-16 0,-3 1-19 16,-1 2-18-16,-3-1-19 15,-1 3-3-15,-5 2-3 0,-4 1 58 16,1 5 33-16,-7 2-39 0,0 4-22 15,-7 5-33-15,-1 2-10 0,-6-1-12 16,-1 1-12-16,-3 0-1 0,-1-6 0 16,0-2-1-16,1-3 1 0,-1-2-1 15,3-6-1-15,-1-2-12 0,3-2-21 16,-1-4-25-16,3-4-34 0,-1 0-33 16,-1-2-43-16,2-4-51 0,1-3-25 15,1-3-100-15,4-1-125 0,2 0-131 16,-1 2-145-16,3-4-605 0</inkml:trace>
  <inkml:trace contextRef="#ctx0" brushRef="#br0" timeOffset="-63034.91">33268 7091 719 0,'0'0'199'16,"0"0"-69"-16,0 0 674 0,0 0-402 15,0 0 2-15,0 0 68 16,0 0-74-16,0 0-101 0,0 0-35 0,21-55-38 15,-25 51-19-15,0 1-5 16,-3-1-10-16,1 1-46 0,0 1-31 16,-2 2-40-16,-3 0-39 0,-3 5-34 15,-3 4-1-15,-3 4-24 0,-3 6 4 16,-2 3 18-16,-2 4 3 0,-2 5 0 16,-2 3 12-16,2 0-9 0,3 3 9 15,-1 1-12-15,4 0-1 0,4-3-2 16,5 1 1-16,6-3-13 0,-1-2-22 15,7-4 7-15,2-2 5 0,0-2 10 16,0-3 3-16,6-1 10 0,1-3 2 16,1-2 0-16,2-1-3 0,1-3-9 15,1-2 9-15,2 0 0 0,3-2 2 16,4-3 1-16,-3-3-1 0,3 0 1 16,0-1 0-16,-1-4-1 0,1-4-1 15,-2 2-26-15,-1-2-33 0,-1-2-16 16,-3 0-18-16,-1-1-28 15,-3 2-9-15,-2-1-23 0,-2 0-19 16,-1-1-39-16,-5 2-13 0,0-2-52 16,0-1-47-16,-5 1-79 0,-5-2-64 15,2 3-181-15,-3 0-132 0</inkml:trace>
  <inkml:trace contextRef="#ctx0" brushRef="#br0" timeOffset="-62651.33">33068 7386 686 0,'0'0'654'15,"0"0"35"-15,0 0-100 0,0 0-136 16,0 0-79-16,0 0-108 0,0 0-173 15,0 0-92-15,0 0 30 0,0 0 79 16,-13-12 41-16,24 14 5 0,5 0-29 16,-1-1-21-16,1 1-8 0,3-1-5 15,-1-1-25-15,1 0-10 0,-2 0-12 16,1 1-12-16,-3-1-16 0,-1 2-3 16,-2-2-11-16,-3 0 11 0,-1 3-13 15,-2-3 13-15,-2 3-12 0,-2-3 22 16,-2 1 11-16,0 0 29 0,0 0 130 15,0-1-40-15,0 1-58 16,0 1-19-16,0 0 4 0,0 2 9 16,0 1-25-16,0 3-23 0,-2 4-22 15,2 2-9-15,-2 4 0 0,0 0 3 16,0 3 3-16,2 2 0 0,-2-1-2 16,-2 2 2-16,2 2 3 0,0-1-9 15,-2 2-9-15,2-3 0 0,2-1 0 16,0-1-3-16,-2-2-1 15,2-1 1-15,0-3-18 0,0 0-31 16,0-3-5-16,0-2-18 0,0-3-34 0,2-2-46 16,0-2-48-16,0-1-113 15,0-3-261-15,0 0-562 0,-2-2-738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00:28.195"/>
    </inkml:context>
    <inkml:brush xml:id="br0">
      <inkml:brushProperty name="width" value="0.05292" units="cm"/>
      <inkml:brushProperty name="height" value="0.05292" units="cm"/>
      <inkml:brushProperty name="color" value="#FF0000"/>
    </inkml:brush>
  </inkml:definitions>
  <inkml:trace contextRef="#ctx0" brushRef="#br0">15619 481 2463 0,'0'0'377'16,"0"0"-168"-16,0 0 88 0,0 0-46 16,0 0-55-16,0 0-77 0,0 0-119 15,-14-18-22-15,14 22 7 0,0 12 15 16,0 17 94-16,2 25-22 0,0 33-5 16,0 32-11-16,6 22-56 0,-4 4 2 15,2-18 13-15,-1-21-2 0,1-20-1 16,-2-16 4-16,6-5 6 0,-1-6-19 15,-3-11-3-15,0-12-44 0,4-11-24 16,-3-8-37-16,-3-2-20 16,2 2-45-16,2-1-48 0,5 5-78 15,-5-2 91-15,2-5-436 0,0-10-53 16,-3-2-84-16</inkml:trace>
  <inkml:trace contextRef="#ctx0" brushRef="#br0" timeOffset="395.83">15609 730 369 0,'0'0'1966'16,"0"0"-1704"-16,0 0-149 15,0 0-46-15,0 0 91 0,20-56-49 16,-7 46-55-16,6-3-35 0,3 0 20 15,3-2-23-15,6-2 16 0,2 5 19 16,2-1-7-16,-2 5 4 0,2 2 0 16,3 5-32-16,-9 1-13 0,2 5 19 15,-7 10 48-15,-3 9 66 0,-6 14-9 16,-9 17-49-16,-6 22-65 0,-15 12 0 16,-14 4-1-16,-2-16 10 0,7-21-3 15,3-20-3-15,2-17 15 0,-1 5 3 16,-5 0-5-16,-4 5-15 0,-4 0-14 15,2-2-2-15,0-5-26 0,0-3-7 16,6-4 7-16,4-2-16 0,-1-2 4 16,7-3-1-16,1-3-13 0,5-1-12 15,5-2-16-15,-2-1-39 0,6-1-79 16,0 0-194-16,0 0-325 16,2-3 229-16,4 0-93 0,3 0-463 0</inkml:trace>
  <inkml:trace contextRef="#ctx0" brushRef="#br0" timeOffset="852.61">16665 713 653 0,'0'0'1113'16,"0"0"-876"-16,0 0 65 0,0 0 24 16,0 0-78-16,-18-60-56 0,7 45-48 15,1-3 3-15,0 0-17 16,-5 1-12-16,1 2-17 0,-7 0 0 16,0 4-7-16,-4 5-38 0,-1 5-46 15,-5 2-10-15,2 12-16 0,-9 11 16 16,-1 18 0-16,-4 18 19 0,-5 22-6 15,11 16 2-15,4 7-15 0,16-18 22 16,7-23 3-16,8-24 11 0,2-17-21 16,2 1-2-16,6 3-12 0,3 2-1 15,-1 1 1-15,6-2 1 0,1-7-1 16,4-4-1-16,-3 0-16 0,7-8-15 16,0-2 29-16,-2-3 2 0,-1-4-1 15,5 0 0-15,-2-5-16 0,-4-3-58 16,1-1-13-16,3-5 3 15,-8 3-3-15,-1-3-26 0,-3 2-44 16,-3-3-53-16,-2 0-16 0,-1 0-62 16,-7-1-73-16,2 3-221 0,-6-13-401 0</inkml:trace>
  <inkml:trace contextRef="#ctx0" brushRef="#br0" timeOffset="1159.72">16330 1125 855 0,'0'0'1396'0,"0"0"-1012"0,0 0-264 15,0 0-72-15,0 0 3 0,0 0 129 16,0 0-10-16,0 0 34 0,0 0-84 16,60-12-31-16,-37 7-23 0,0-2-15 15,1 1-23-15,5-1 1 0,-4 2-7 16,-4-1 0-16,0 3 0 16,-7 0-6-16,3 2 2 0,-9 1 14 15,-2 0 34-15,0 0 44 0,-2 4 46 0,1 5-1 16,-3 3-19-16,0 6-43 0,0 7-13 15,0 4-25-15,0 4-6 16,-2 2-6-16,0 3-6 0,0-1-12 16,0 1-10-16,0-4-15 0,0-1 1 15,2-4-1-15,0-2-13 0,2-2-3 16,-2-2-42-16,9-3-58 0,-5 1-69 16,4-4-94-16,5 2-91 0,-1-2-285 15,-6-9-522-15,13 1-821 0</inkml:trace>
  <inkml:trace contextRef="#ctx0" brushRef="#br0" timeOffset="16633.38">13389 7385 105 0,'0'0'88'16,"0"0"-55"-16,0 0 798 0,0 0-463 15,0 0-147-15,0 0-65 0,0 0 3 16,-11 4-3-16,11-4-23 16,0 0-23-16,0 0-26 0,0 0-20 15,0 0-18-15,0 2-11 0,0-2-6 16,0 0 4-16,0 0-1 0,0 0 10 15,0 0-7-15,0 0-9 0,0 0-23 16,0 0-1-16,0 0-1 0,0 0-1 16,0 1 0-16,0 4 1 0,5 1 19 15,1 4-4-15,0-3 3 0,2 2-6 16,0 1 3-16,-3 1-14 0,7 2 17 16,-2-2-6-16,1 0-10 15,1-2 13-15,0 2-12 0,-1 1 18 16,3-1-6-16,-1-3 7 0,-1 3-4 15,3-1-7-15,-9 0-12 0,6 0-2 16,-1-3 2-16,-5 1 3 0,-2 0 9 16,2-1-8-16,-2-1 8 0,0 0 4 15,-2 0 1-15,3-2 8 0,-3 1 13 16,-2-3 4-16,2 3 9 0,-2-2-3 16,0-1-7-16,0-1-9 0,2 2-3 15,-2-3-10-15,0 0-16 0,0 0-2 16,0 0 0-16,0 0-1 0,0 0 2 15,0 2 2-15,0-2 27 0,0 1-2 16,-2-1-26-16,-7 3 0 0,5-1-1 16,-2 1-2-16,0 2-1 0,-4-1-1 15,-5 1 2-15,3 1 0 0,-5-1 0 16,1 3 1-16,-5-1-1 0,2-1 0 16,-3 0-1-16,-5 1 1 15,2-1-16-15,2 0-6 0,-4 1 21 16,-4 1-1-16,9-3-11 0,-5 3 10 0,8-2 2 15,-2 2-18-15,9-3 6 16,-3-1-9-16,5 1-4 0,4-2-18 16,4-1-10-16,2-1-42 0,0 0-177 15,0 1-84-15,6-2 17 0,2 0-91 16,5 0-64-16,-7 0-94 0,2-4-83 0</inkml:trace>
  <inkml:trace contextRef="#ctx0" brushRef="#br0" timeOffset="17249.21">13577 7610 40 0,'0'0'144'0,"0"0"413"0,0 0 13 16,0 0-323-16,0 0-84 0,0 0-20 15,0 0 16-15,0 0-42 0,0 0-17 16,-50 23-22-16,46-21-7 16,2-1-13-16,-2 1-3 0,2-2-3 15,-2 2-14-15,4-1 14 0,-4 0 9 16,-1-1-9-16,1 0-23 0,-2 2-4 16,0-2-8-16,-2 0-15 0,6 0 1 15,-9 0 13-15,-1 0-16 0,4 0 13 16,-9 0-13-16,0 0 16 0,1-2-16 15,-1-2 0-15,-5 0 0 0,1-1 0 16,-2-2-2-16,-6 2-26 0,0-2 27 16,0 0 0-16,-4 1-12 0,-2 0 12 15,-2 1 0-15,-2 4 1 0,4 1-3 16,-5 0-1-16,-3 1 4 0,4 4-9 16,1 1 7-16,1 1 4 0,2-1-2 15,2 1 2-15,0-2 17 0,4 1-19 16,6-1 16-16,5-2-16 0,1 1 13 15,5-2-13-15,6 0 0 0,-1-2-19 16,5 0-17-16,2 0-47 0,0 0-101 16,0 0-42-16,2 0 48 15,5 0-7-15,-3 0-78 0,0 0-85 16,-2 0-95-16,0 0-281 0</inkml:trace>
  <inkml:trace contextRef="#ctx0" brushRef="#br0" timeOffset="19163.81">10052 7763 200 0,'0'0'98'0,"0"0"221"0,0 0-110 16,67-62-95-16,-39 31-52 16,3-4-59-16,5-1-1 0,-1 0-1 15,0 3 0-15,-4 2-2 0,-4 7 8 16,-2 4-7-16,-7 4 55 0,-3 6 17 16,-7 5 25-16,-4 1-15 0,-4 3 139 15,-2 1 325-15,-6 0-349 0,-1 5-125 16,-5 1-53-16,0 3 36 15,-1 5 6-15,1 2-3 0,3 4 1 16,-1 8-21-16,2 11-22 0,3 20-16 16,7 19-1-16,0 4 0 0,9-2 0 15,3-8 1-15,-2-21 3 0,-1-11 20 16,1-8-1-16,-4-3 14 0,2 2 9 16,1 3-10-16,3 4 7 0,-2-4 0 15,-8-6 16-15,3 0-4 0,-5-6 20 16,0 0 25-16,-7-6-3 0,-3-2-4 15,-4-4-6-15,-3-1 0 0,-2-5 5 16,-3-1-30-16,-3-1-27 0,0-2-18 16,-4-2-4-16,0-5-12 0,0-2-26 15,2-1-5-15,-2-2 6 0,7-3-29 16,-5-3-6-16,4 2-7 0,7 0-28 16,-1 1-29-16,9 4-20 0,4 2-61 15,4 0-230-15,6 3-561 0,10-5 179 16</inkml:trace>
  <inkml:trace contextRef="#ctx0" brushRef="#br0" timeOffset="20017.03">10722 8036 21 0,'0'0'1634'0,"0"0"-1358"0,0 0-78 16,0 0-52-16,0 0-72 0,-41-64-25 16,33 44-17-16,1-2 0 0,3-2 10 15,0 0-3-15,-4-1-4 0,4 3-2 16,-5-2 15-16,1 4 13 0,-2 1-19 16,2 4-6-16,-3 5 18 0,3 2 27 15,-2 4-5-15,-1 4-18 0,1 9-58 16,0 7-9-16,-3 12-52 0,5 6 16 15,2 7 22-15,0 3 20 0,1-2 1 16,3-1 2-16,2-5 3 16,0-4 16-16,4-2-18 0,5-8-1 15,-5-2-2-15,2-5-14 0,2-3-3 16,1-3 0-16,-1-1-7 0,0-6-13 16,0 1-9-16,1-3 0 0,-3 0 13 15,-2-3 2-15,0-1 33 0,-2-7 13 16,-2-1 26-16,2-4-4 0,-2-1-6 15,0-5-9-15,0-2-17 0,0 0-1 16,-2-3-1-16,2 1 1 0,0 1 0 16,0 4 14-16,0 2-14 0,4 6 15 15,0 4-17-15,1 3-3 16,-1 5-13-16,4 1-5 0,-2 6 21 16,2 6 32-16,1 3 10 0,1 5-7 15,2 2-22-15,-1-2-11 0,1-1-2 16,1-4-2-16,3-3-20 0,-6-3-1 15,7-4-9-15,-5-3 0 0,5-2-23 16,-3-2-116-16,1-6-78 0,1-5-39 16,-5-5-43-16,3-3-40 0,-3-1 26 15,-5-3-56-15,0 0 69 0,-4 0 182 16,-2-2 120-16,-2 1 30 0,-4 0 206 16,0 1 94-16,-5-2-53 0,1 5 8 15,2-1 44-15,1 9 10 0,-1 3-7 16,2 5 48-16,2 5-85 0,2 1-101 15,2 10-61-15,0 2-55 0,0 10 7 16,4 5 12-16,2 8-3 0,4 0-7 16,-3 1 14-16,3-3-7 0,-2-1-4 15,3-6-6-15,-5-2-9 0,4-5-17 16,-4-3-12-16,7-3-16 16,-5-3-2-16,2-3 1 0,1-2-1 15,-3-3-1-15,0-2 2 0,-2 0 1 16,3-2 3-16,-5-4 16 0,-2-3 9 15,0-5 26-15,0-2 6 0,0-4-19 16,2-5-38-16,0-4-3 0,0-4-3 16,5-3-13-16,-5 1-12 0,2 4-70 15,2 4-74-15,1 7-70 0,1 5-59 16,-2 7-109-16,5 5-205 0,-1 3-98 16,-4 0-85-16</inkml:trace>
  <inkml:trace contextRef="#ctx0" brushRef="#br0" timeOffset="20481.38">11233 7870 89 0,'0'0'303'0,"0"0"483"16,0 0-565-16,0 0-123 0,0 0 168 15,0 0-13-15,0 0-6 0,0 0-5 16,0 0-22-16,0 0-63 0,45-57-41 16,-51 43-26-16,2-3-33 15,-2 1-15-15,2-1-4 0,-1-1-3 16,-3 0 0-16,2 1-9 0,-2-1-23 15,1 0 13-15,1 2-15 0,-4 1 2 16,0 4-1-16,1 4 11 0,-1 3 6 16,4 4-19-16,-5 3 0 0,5 8-51 15,2 6-13-15,-4 6 7 0,2 6 25 16,-1 2 3-16,5 2 13 16,0-1 3-16,0-2 11 0,2-3 1 0,0-6 1 15,0 0 2-15,4-7-2 0,1-2-2 16,3-2 1-16,-4-3-12 15,4-3-12-15,-4-1-7 0,0-2 6 16,3-1 24-16,-3 0 2 0,0-4 16 16,-2 0 6-16,4-2 14 0,-4-3 2 15,0 0-3-15,0-2-13 0,0-2-2 16,1 1-8-16,1 1-8 0,0 1 15 16,-2 4-16-16,2 1 13 0,-2 5-16 15,4 0-1-15,-2 6 1 0,3 3 41 16,-1 3 10-16,4 1-19 0,0 2-13 15,1-3-19-15,1 0 0 0,1-3 0 16,-1-1-19-16,2-4-3 16,-3 0-87-16,5-4-147 0,-1 0-188 0,-5-2-346 15,7-8-582-15</inkml:trace>
  <inkml:trace contextRef="#ctx0" brushRef="#br0" timeOffset="20953.41">11719 7499 978 0,'0'0'826'0,"0"0"-304"16,0 0-218-16,0 0-46 0,0 0-133 15,-32 62-100-15,32-45-23 0,-2-3 15 16,-2 5 11-16,-2-1-8 0,2 3-1 16,-4-2-6-16,-1 1-10 0,-3 1 10 15,-5-2 6-15,7-1-3 0,-8-2-14 16,3-4 20-16,-1-2-22 0,-1-2-1 16,0-4-12-16,5-4-9 15,2 0-32-15,-1-3-1 0,5-5-9 16,2-3-10-16,4-4 10 0,0-2 29 0,0-7 12 15,4-1 20-15,2-1 2 16,5-2 1-16,-1 3 0 0,-2-2 64 16,7 6 7-16,-3 3-4 0,3 1 1 15,1 2 8-15,-1 5-15 0,3 0-23 16,-3 5-15-16,5 5-21 0,-5 0 30 16,3 11-19-16,-5 5 25 0,3 5-7 15,-7 6 11-15,5 0-23 0,1 4-16 16,-9-3-3-16,6-2-19 0,1-1-115 15,-7-3-137-15,6-1-93 16,-1-8-263-16,-3 2-550 0</inkml:trace>
  <inkml:trace contextRef="#ctx0" brushRef="#br0" timeOffset="21908.19">11716 6948 265 0,'0'0'1573'16,"0"0"-1229"-16,0 0-283 0,0 0-61 15,0 0 0-15,0 0 20 0,0 0 9 16,0 0 0-16,58 17-16 0,-39-10-11 15,2 2 1-15,-3 0 10 0,1 1 3 16,-7 0 10-16,5 2-6 0,-7 1 6 16,-2-1-1-16,1 1 5 0,-1 1 2 15,-4 0-13-15,0-2-3 0,-2-1-3 16,0 4 3-16,0-5 0 0,-2 4 4 16,0 1 9-16,-4 4 3 15,0 2 7-15,-2 8-14 0,-9 14-8 16,5 12-15-16,0-2 14 0,-1-3 0 15,5-9 10-15,4-8-1 0,2 1-12 16,0 4 0-16,0-6-11 0,8-4 1 16,-1-4 0-16,3-5-2 0,0-2-1 15,1-5-1-15,3-4-15 0,-2-2 12 16,1-4 3-16,-3 0-15 0,1-2 15 16,-5 0 1-16,4-6 2 0,-8-1 30 15,2-4 17-15,-4-2 8 0,0-3-9 16,0-2-16-16,0-2-12 0,-4-1-8 15,-2 1 8-15,-2-2-18 0,-3-1 11 16,3 0-13-16,-4 1-2 0,1 1-1 16,1 3-13-16,-2 4-6 0,1 1-29 15,1 5-14-15,4 4-31 0,-3 3 0 16,5 1-4-16,0 0-36 0,4 6-122 16,0 0-99-16,2 1-39 0,0 0-47 15,7 0-257-15</inkml:trace>
  <inkml:trace contextRef="#ctx0" brushRef="#br0" timeOffset="22207.5">12037 7194 252 0,'0'0'13'0,"0"0"1219"0,0 0-852 16,0 0-156-16,0 0-43 0,0 0-55 16,0 0-6-16,-17 64-10 15,17-40-23-15,0 0-33 0,0-1-22 0,0-1-9 16,2 1-23-16,-2-6 0 16,7 0-19-16,-3-3-1 0,0-3-5 15,-2-2-33-15,6-2-91 0,-4-1-44 16,-2-4-41-16,3-2-178 0,1 0-63 15,0-2 91-15,2-4-43 0,-2-7-11 0</inkml:trace>
  <inkml:trace contextRef="#ctx0" brushRef="#br0" timeOffset="22400.62">12105 7294 14 0,'0'0'91'0,"0"0"653"0,0 0-210 0,0 0-170 16,0 0-20-16,-16-50-1 0,16 48-69 15,0 2-90-15,0 0-110 16,0 4-74-16,0 5-16 0,0 7 16 15,6 2 57-15,0 4-25 0,-2 1-32 16,6 3 0-16,-3-7-28 0,-1 1-43 16,2-3-32-16,2-2-19 0,-3-4-17 15,3-2-38-15,-2-2-37 0,3-2-55 16,-5-1-95-16,4-4-30 0,-4 0-7 16,7-1-32-16,-9-4 109 0</inkml:trace>
  <inkml:trace contextRef="#ctx0" brushRef="#br0" timeOffset="22610.36">12258 7247 30 0,'0'0'219'16,"0"0"394"-16,-10-55-209 0,-1 41-1 16,9-1-52-16,-2 5-40 0,2 6-17 15,0 2-14-15,2 2-56 16,0 8-96-16,0 8-112 0,0 15 73 16,0 3-13-16,0 11-22 0,2 3-22 15,0-5-10-15,0 3-6 0,0-3-14 16,0-7-2-16,-2-3-16 0,11-4-9 15,-9-6-35-15,6-2-23 0,0-6-12 16,3-4-46-16,-1-2-38 0,0-5-56 16,7-4-133-16,-5-2-63 0,5-9 5 15,-9 1-52-15,7-12-226 0</inkml:trace>
  <inkml:trace contextRef="#ctx0" brushRef="#br0" timeOffset="23430.13">12456 6944 138 0,'0'0'1714'0,"0"0"-1270"15,0 0-105-15,0 0-87 0,0 0-108 16,0 0-96-16,0 0-47 0,0 0 1 16,0 0 1-16,-31 55 10 0,25-34-13 15,0 1-2-15,-4 2-20 16,1-2-1-16,1-1-6 0,2-2 4 15,-4-2-4-15,8-3 10 0,-3-2-7 16,3-5-9-16,0-1-7 0,2-2-13 16,0 0-3-16,0-2 0 0,2 1 23 15,0-1 7-15,5-2 28 0,-1 1 3 16,0-1 23-16,0 0-7 0,3 0-6 16,-1-1 13-16,2-1 45 0,-6-1-4 15,5 1-9-15,-3 1 0 16,-2-2-7-16,4 3-6 0,-4 0-26 0,-2-2-6 15,2 2-11-15,3 0-1 0,-1 0-1 16,2 4-1-16,-2-2 1 16,-2 3 0-16,5-2 1 0,-3 1 0 15,-4 1 12-15,2-3-12 0,-2 0 2 16,-2 1 1-16,0-2 15 0,0-1 35 16,-2 1-41-16,-4 2-13 0,0-2-51 15,0 1-26-15,-1-2 19 0,3 0 17 16,0 0 9-16,-4 0 9 0,4 0 20 15,-3 0 3-15,3 0 13 0,2 0 12 16,2 0 36-16,0 0 19 0,0 1-48 16,0 5-28-16,0 3-4 0,0 5 137 15,0 7-13-15,0 3-25 0,0 3-17 16,2 1-28-16,-2 1-19 0,4 1-16 16,1-5-16-16,-1 0-3 0,0-2-12 15,6-4-3-15,-4 0 2 0,1-3-19 16,1-2-66-16,0-3-7 0,-4 1-29 15,0-5-9-15,-4 0-2 0,0-4-22 16,0 2 26-16,-4-4-4 16,-6 1-88-16,4-2-49 0,-7 0-124 15,-1-2-1-15,1-1 42 0,1-4-42 16,-7-1 61-16,5 1 267 0,-7-3 79 16,7-1 112-16,-7-1 136 0,3 2 123 15,-1 2-45-15,2 1 97 0,1 3 36 16,1 2-87-16,5 0-91 0,4 2-45 15,2 0-28-15,4 0-32 0,0-2-176 16,2 0-48-16,8-4 48 0,5-4 58 16,1-4 25-16,7-4-4 0,6-7-25 15,-4 0-28-15,6-3-7 0,2-2-19 16,-2 0-3-16,2 0-26 0,0 0-79 16,-4 2-71-16,2 0-45 0,-4 3-20 15,-2 0-47-15,-9 3-65 0,5 1-96 16,-11 2 16-16,-2 4-88 0</inkml:trace>
  <inkml:trace contextRef="#ctx0" brushRef="#br0" timeOffset="24450.2">12521 7097 236 0,'0'0'798'0,"0"0"-238"0,0 0-430 0,0 0 130 16,0 0-40-16,0 0-45 0,0 0-13 15,0 0-49-15,64-44-23 0,-50 32-19 16,3-1 6-16,-7 1-16 0,4 3-29 16,-3 1-29-16,-3 1-2 0,0 3 0 15,-1 1-1-15,-3 3-3 16,-2 0-32-16,-2 0-10 0,0 3 16 16,0 4-6-16,-2 2-1 0,0 5-19 15,-7 3-2-15,7 2 5 0,-4 2 20 16,2 1 12-16,0-2 20 0,2 1 4 15,2 0 21-15,-2-1 1 0,2-3 6 16,0-4 4-16,0 0-4 0,0-4 23 16,2 0 3-16,-2-3-33 0,2-2-9 15,4-1-12-15,0-1 18 0,0-1-9 16,5-1 6-16,-7 0 10 0,4-3 3 16,0-3 13-16,1-1 3 0,-3-1 13 15,0 0-17-15,2-5-28 0,-4 4-12 16,7-2-2-16,-7-1 1 0,0 1 0 15,0-2 13-15,-2 3-3 0,0 1-1 16,-2-1-12-16,0 1-23 0,-4 2-25 16,-2 1-12-16,0 3-14 0,-5 1-29 15,7 0 14-15,-4 2 31 16,4 0 3-16,2 0-13 0,-2 2-12 0,2 0 2 16,0-2-18-16,-3 0-8 15,5 0-25-15,0 0-150 0,0 0-192 16,0-4 139-16,0 0 162 0,0 0 7 15,0-1-78-15,0-1-46 0,-2-2 101 16,-2 2 94-16,0 1 92 0,-4-3 11 16,6 1 162-16,-2-1 130 0,-7 1-20 15,9 0-28-15,-4 1 8 0,4 1 14 16,0 3-33-16,0 0-53 0,2 1-136 16,0 1-42-16,0 0-13 0,2 1 68 15,2 3 10-15,0 4 16 0,0 7 32 16,3 4 13-16,-3 7 13 0,0 6-14 15,-4 2-64-15,2 5-39 0,0 1-6 16,2-3-13-16,-2-1-15 0,2-2 10 16,0-4-11-16,5-3-13 0,-3-2 11 15,-4-5-14-15,8-2-29 0,-4-2-93 16,3-5-4-16,-3-3 0 0,-4-2-7 16,4-1 7-16,-2-3-72 15,0 0 0-15,-1-2 16 0,-3 0 51 16,0-4 105-16,0-1 6 0,-3-1-65 15,-3-2-42-15,0-1 19 0,0 1-26 16,-7-4 53-16,5 4 97 0,0-2 88 16,0 3 149-16,-5-1 27 0,5 2 48 15,2 0-45-15,-2 1-73 0,1 1-22 16,-1 1-30-16,2 2-58 16,2-1-19-16,2 1-17 0,-5 1-19 15,1 0-13-15,2 0-3 0,2 0-10 16,-2 0 17-16,2 0-1 0,2 0 0 15,0 0-19-15,0-2-58 0,0 1-12 16,0-5 70-16,4 1 23 0,2-3 16 16,2-4 16-16,1 3-17 0,-3-2 7 15,6 3-6-15,1 1 9 0,-5 2-19 16,4 2 3-16,3 3-13 0,-5 0 4 16,7 2-1-16,-5 2 7 0,1 3 3 15,1-2-13-15,-2 0-6 0,1 1-10 16,-3-1-3-16,0 1-9 0,3-1-100 15,-5 0-68-15,-6 3-148 0,4-2-375 16,-6 1-831-16</inkml:trace>
  <inkml:trace contextRef="#ctx0" brushRef="#br0" timeOffset="26089.6">12328 8136 4 0,'0'0'23'15,"-62"36"52"-15,17-11-23 0,-17 3 385 16,-6-2-218-16,-3 2-73 0,3-8 10 15,6-3 4-15,8-5-4 0,-6-2-42 16,5 2-7-16,-7-2-68 0,0-1-37 16,-3 3-2-16,-1 0-4 0,-2-1-12 15,-2 4-16-15,-3-1-24 0,3 2-25 16,-6 1-20-16,-1-4-19 0,3 2 22 16,-7 1 13-16,3-2-38 0,3-1 35 15,-5 0 26-15,-1-2 29 0,2 0 13 16,1-1 20-16,-1-1 0 0,-1 1 17 15,-1-1 9-15,0-1-24 0,1 0 27 16,3-3 14-16,-1-1-4 0,3-1-15 16,5-3-24-16,4-3-17 15,4-4 16-15,10-3 1 0,13 2 2 16,8-1 0-16,4-3 46 0,-2-2 24 16,-4-4-30-16,0-4 27 0,8-5 6 15,5-2-23-15,7-6-52 0,5-5-13 16,8-10-20-16,6-13-12 0,15-17-4 15,6-2 3-15,6 2 14 0,4 3-11 16,4 8 14-16,1 1 16 0,5-4 13 16,3-1 10-16,4 1 52 0,1-3-4 15,7 1 20-15,4 0-6 0,3 1-13 16,1 1-7-16,4 4 13 0,1 2-42 16,5 3-20-16,5 0 20 15,-4 4-10-15,6 0-11 0,2 6 21 16,1 3 22-16,3 6-44 0,3 3 25 15,3 3-10-15,-2 2-14 0,2 3 14 16,0 3-10-16,3 5-6 0,-3 1-2 16,2 10 0-16,-4 2 1 0,0 6-25 15,1 6 23-15,-9 1-1 0,-1 10-9 16,1 3 0-16,-8 3 13 0,2 2-2 16,-7 5 18-16,1 1-12 0,-7 2-2 15,0 4-1-15,-10 0 2 0,0 1-3 16,-10-1 2-16,-13-4 11 0,-8-4-13 15,-2 2 1-15,2 6 12 0,0 5-9 16,4 6 38-16,-9 2 0 0,1 2 39 16,-10 0 10-16,-1 0-6 0,-8 9-7 15,-4 8-20-15,-2 10-19 16,-4 2-13-16,-8-14-10 0,6-15-14 16,0-17 0-16,-1-1-1 0,-1 4-1 15,-2 5-16-15,-3 5 3 0,3-1 0 16,-5-2 10-16,3 1-20 0,-9-1 10 15,3-2 12-15,-7 3-12 0,0-2 10 16,-6-1 3-16,2 1 0 0,-4-4 23 16,0 3-21-16,-2-2 14 0,-2-2 7 15,2-3-7-15,-3-2-3 0,3-3 6 16,0-2 33-16,0-4-10 0,0-5 7 16,0-1-33-16,-3-1-14 0,10-1-2 15,-6 1-1-15,6-2-15 0,-1-3-10 16,2 1 10-16,6-2-59 0,0-1-15 15,3-1-43-15,3-1-26 0,3 1-124 16,4-2-59-16,1-1-62 0,1-1-306 16</inkml:trace>
  <inkml:trace contextRef="#ctx0" brushRef="#br0" timeOffset="54772.01">12886 7666 522 0,'0'0'137'0,"0"0"-137"15,0 0-18-15,0 0-8 0,0 0-7 16,0 0 11-16,0 0 19 0,-6-10-23 15,2 10 10-15,0-2 0 0,-4 1-20 16,1 1 3-16,-1 0 20 0,4 0-13 16,-4 0-10-16,-3 1 1 0,1 2-18 15,6 1 1-15,-8 1-7 0,-1 0 30 16,5-1 6-16,-4 3 7 0,-1-1 13 16,3 0-14-16,-5 3 14 0,3-4-26 15,-5 6 6-15,5-1 23 0,2 0 0 16,-5 2-13-16,3 0 13 15,4-3 0-15,-3 1 0 0,1 1 0 0,4-1 0 16,-7 0 0-16,5-1 0 0,-2 1 1 16,1 1 1-16,-3-1 2 15,0-2 9-15,1 3-13 0,-5-1 0 16,3 0-16-16,-3 0 13 0,-1-2 2 0,-1 1 1 16,3 2 0-16</inkml:trace>
  <inkml:trace contextRef="#ctx0" brushRef="#br0" timeOffset="57710.31">12820 7915 1312 0,'0'0'342'0,"0"0"-157"16,-47-16-26-16,22 11 13 16,-2 2-26-16,0 0-59 0,0 1 0 0,7 2-19 15,-3 0-13-15,2 0-16 16,3 0-26-16,1 5-13 0,1 0-12 16,-1 1 10-16,-2-1-15 0,3 4 17 15,-5-1-1-15,-2 4 1 0,1-1 0 16,-9 3 2-16,4 3 1 0,-4-1 10 15,-4 1 3-15,-3 3-3 0,3-1 12 16,0-1-9-16,0 2 0 0,-2 0 4 16,0 1-1-16,-1-3-6 0,1 2 16 15,-2-1 0-15,-2-1 0 0,-1 0-13 16,3 0 13-16,-2-1-4 0,-3 1-2 16,3-2-10-16,-3 0-11 0,-1 2-1 15,2-2 0-15,-3 1 14 0,3-1-15 16,-5-2 13-16,7-2-11 15,-5 3 14-15,1-2 3 0,4-1-3 0,-3 2-14 16,1-2 21-16,1 0 2 0,1 1-12 16,0 1-10-16,-1-1-2 15,3 1 3-15,2 1-4 0,2-1 0 16,2 0 0-16,-2-1 0 0,-1 0 0 16,3 1 0-16,0-3 1 0,0 0 0 15,-4-1-1-15,2-1 0 0,0 0 2 16,-3-2 1-16,1 0 10 0,-2 0-13 15,6 0 10-15,-4-1-10 16,4-1-2-16,-3 1-10 0,5-1 12 0,0-1-1 16,0 2-1-16,5 0 1 0,-1 0 1 15,0 0-2-15,2-2-1 16,2-1 2-16,-2 1 0 0,5-1 1 16,-5-1 2-16,0-1-1 0,0 1-1 15,1-2 0-15,-3 0 2 0,-2 2-2 16,2-1-13-16,-2 2 12 0,0 0 0 15,2 0 1-15,-4 1-1 0,4-1 0 16,0 0 0-16,3 1 1 0,1-1 1 16,0-1-1-16,2 0 3 0,3-1-2 15,1-1 3-15,-1 0-2 0,1-2 1 16,1-2-1-16,-1-2 0 0,1 0-1 16,-3-1 12-16,2-1-13 0,-1-1 2 15,3 2 11-15,-5-3-13 0,7-1-12 16,-3 1 10-16,1-2 1 0,3 1-2 15,2-4-10-15,-3 0 12 0,3 1 0 16,-1-3-15-16,1 0 14 0,2-1-1 16,0-1 2-16,1 1-1 0,-1-4-2 15,0 3 3-15,2-3-2 16,-3 1 0-16,1-1 3 0,2 0-1 16,-2-1 0-16,-3-2-1 0,3 1-2 15,2-2-34-15,-5-1-10 0,1-1-29 16,4-1 9-16,0 1-22 0,-3-2 16 15,3-1 10-15,4 3 9 0,0 1 3 16,0 0 1-16,2-1-7 0,0 2 38 16,2-2 20-16,2 2 59 0,2-2-33 15,3 2-9-15,-5 1-17 0,4-1-32 16,0 3 6-16,1 0 7 0,-3 2-7 16,4 1 3-16,-2 1 1 0,5-2-17 15,-1 2-32-15,1 1 6 0,1-2 29 16,3 2 10-16,-1 0 24 0,3-3-14 15,2 1 16-15,3-3-3 0,5 0 2 16,-2-2-1-16,4 0 0 0,2-4-1 16,2-1-19-16,-2 0 20 0,3-1-11 15,-3 2 11-15,0-2-20 0,4-1 18 16,0 2-12-16,2-1 13 16,1 0-26-16,1 1-23 0,2 0 16 15,-1-1-3-15,3 3-107 0,1-2 52 16,-3 0 22-16,5 0 59 0,-3 0-3 15,3 2 14-15,-1-1-9 0,-1 2 11 16,-1 0 29-16,1 1-29 0,-3 2 3 16,1-1 8-16,-1 4-10 0,-2-4-2 15,5 4 2-15,-3 0-1 0,-2 2 18 16,5-1-18-16,-1-1 0 0,-3 2 0 16,1-2 19-16,3 4-3 15,-3-1 1-15,13-3 12 0,-9 2 13 16,5 5-13-16,-8-5 23 0,1 2-3 15,3 2 3-15,-3-3-19 0,0 1-4 16,3 1-10-16,-2 1-6 0,1 3 4 16,-6-1 5-16,3 2-21 0,-1 0 3 15,-1 2 8-15,-3-1 5 0,0 3-16 16,0 0 12-16,3-1-10 0,-5 3 23 16,-2 0-24-16,2 2 24 0,5-3 6 15,-3 2 11-15,2-1-8 0,-4 1 7 16,1-1 4-16,3 1-11 0,-4 1 1 15,0 2-7-15,3 0 16 0,-3 0-19 16,-4 1 3-16,0 0-13 0,-4 0 0 16,-2 2-3-16,0 1-12 0,0 1 3 15,-1 2 15-15,-1-2-17 0,-2 2 1 16,2-1 20-16,2-1-21 0,0 2 21 16,-5-2 3-16,1 2-7 15,4-1-3-15,-8 0-3 0,3 1-10 16,-1 1 13-16,-5 1-13 0,5-2 20 15,-8 3-21-15,3-1-1 0,-6 1 1 16,3 1 1-16,-1 0 1 0,-3-2-4 16,1 1 1-16,0 3 2 0,-2-2 0 15,3 1 0-15,-1 1 17 0,0 1-17 16,1-3 32-16,-3 5-9 0,7-1-10 16,-5 1-14-16,4 1 11 0,-5-1-13 15,-1 4 1-15,2-1-1 0,3 2 1 16,-7-1 1-16,6 2-2 0,-1 1-3 15,-3-1 0-15,0 0-13 0,0 2 16 16,5 0 2-16,-9-2 0 0,6 1-1 16,-4-1 0-16,3 0-1 0,-3-1 0 15,-4 1 0-15,0-1 10 16,0 2-10-16,0 0-1 0,-2 0 1 0,0 1 1 16,0 2-1-16,-2 2 0 0,-2-2 3 15,2 0 0-15,-4 1 10 16,-3 2-9-16,-1 2 8 0,2-3 4 15,-7 2-15-15,5 0 3 0,-2-1-1 16,-3 1 13-16,1-3 0 0,-1 0-3 16,1-4 0-16,3 1 3 0,-3-2-16 15,2-3 3-15,-3 1 10 0,3-3-11 16,1 0 11-16,-1-2-13 0,-3-1 3 16,7-1-1-16,-8 1 11 0,3-1-10 15,-3 1-1-15,1 0 1 0,-5 0-1 16,5 0 15-16,-8-1-16 0,7 1 0 15,-7 1 1-15,4-2 11 0,1-2-12 16,-3 1 1-16,5 0 0 0,-7-3 13 16,4 3-15-16,1-1 0 15,-7 2 0-15,2-1 0 0,2 0-1 16,-3 0 1-16,3 0 0 0,2 1-1 16,-1-3 1-16,1 2-3 0,1 0-10 15,3 0-13-15,-4 3-12 0,5-3-49 16,-5 3-9-16,7 2-10 0,-5 0-10 15,3 1-17-15,2 0-54 0,1 2-59 16,1 0-95-16,8-4-151 0,0 6-169 0</inkml:trace>
  <inkml:trace contextRef="#ctx0" brushRef="#br0" timeOffset="91075.59">5501 11998 151 0,'0'0'26'0,"0"0"20"0,0 0 345 16,0 0 94-16,0 0-185 0,0 0-115 16,0 0 36-16,0 0-36 0,8-17-32 15,-8 14-4-15,0 0 9 0,0 3-32 16,-2-2-22-16,0 1 2 15,2 1 16-15,-4 0 41 0,4 0 13 16,-2 0-7-16,-1 0-32 0,3 0-27 16,0 0-37-16,0 0-32 0,0 0-41 15,0 0 0-15,0 0-3 0,0 0 0 16,0 0 1-16,0 0 2 0,0 0 1 16,0 0 2-16,0 0-2 0,0 0-1 15,0 0-1-15,0 0 1 0,3 0 22 16,-1 0-3-16,-2 0-16 15,4 0 9-15,-2 0-8 0,0 0 8 16,0 0-9-16,2 0 16 0,0 0-6 16,0 0 9-16,5 0 3 0,-1-1 13 15,2-1 2-15,-2 2 8 0,7-1-4 16,-5-1-6-16,5 0 11 0,-3 0-14 16,-2 0-13-16,5 1-10 0,-3 0 1 15,-3 1-11-15,5-2 16 0,-4 0-5 16,1 2 2-16,3-3 1 0,1 3 5 15,1-1-2-15,-1-1 0 0,1 0-1 16,3-1 4-16,-3 0-7 0,3-1-13 16,0 1 14-16,-3-4-14 0,5 4-2 15,-3 1 0-15,1-1 0 0,-2 0 0 16,1 0 0-16,1 3 0 0,-3 0 0 16,5 0-1-16,-4 0 1 0,3 0 3 15,1 0-1-15,0 0 11 0,-1 0 5 16,3 0 7-16,0 0-1 0,-3 0 4 15,3 0-6-15,0 0 6 16,0-1-7-16,-3-2-5 0,3 1 2 16,0-1 4-16,-1 1-1 0,1-1-20 15,0 1 0-15,-2 0 1 0,1 1 1 16,3 1-1-16,-2-2 1 0,-2 1-2 16,3 1 2-16,-1 0 0 0,0 0 9 15,2 0-9-15,-3 0 9 0,1 0 7 16,0 0-7-16,4 0 9 0,-2 0-2 15,-3 0-1-15,3-3 1 0,-2 0-4 16,-3 2-3-16,3-4-9 0,-2 3 0 16,0 0-1-16,-3 0 1 0,3 1-2 15,-3-1 12-15,5 1-13 0,-2-1 1 16,2 1-1-16,-1 1 0 0,-1 0 1 16,2 0 2-16,-1 0 12 0,3 0-12 15,-4 0 19-15,4 0-10 0,0 0-10 16,-5 0 10-16,3 0-10 0,0 0 20 15,2 0-10-15,-3 0 6 16,5 0 13-16,-2 0 2 0,4 0 10 16,-4 0-7-16,-1 0-11 0,3 1-10 15,-4-1 3-15,2 0-2 0,0 0-13 16,-5 0-1-16,3 0-1 0,0 2 2 16,0-1-3-16,-3 1 2 0,3 1-2 15,-2-1 0-15,1 0 0 0,-1 0 1 16,2 1 0-16,0-2 0 0,1 1 2 15,1-1 12-15,0-1 0 0,0 0 3 16,0 0-17-16,-3 0 18 0,3 0-16 16,2 0 12-16,-2-1 0 0,-2-2-15 15,1 0 1-15,-3 1 1 16,4 0 10-16,0 0-12 0,-3 0-2 16,1 1 0-16,0 1 2 0,0-2 0 15,1 1 2-15,-3 1-2 0,4 0 2 16,-2 0 1-16,-1-2 9 0,3 2-11 15,0-1 3-15,0 1-1 0,0-1 0 16,-1 1 9-16,3-2-11 0,-2 2 1 16,2 0 0-16,0 0 0 0,0 0-1 15,0 0-1-15,-1 0 3 0,3 0-1 16,-4 0-2-16,0 0 2 0,0 2-2 16,2-1 0-16,-5 0 1 0,5 1-1 15,-4 1 0-15,2-2 0 0,0 3 0 16,-3-2 2-16,-1 1 0 0,2 0-1 15,2-1 11-15,-5-1 0 0,1 1-11 16,2-1-1-16,-1-1 1 0,-3 0 2 16,2 0-1-16,-3 1-1 15,3-1 1-15,0 0-1 0,-5 0 1 16,5 0 1-16,-3 0 1 0,5 0 8 0,-2-1-9 16,-3 0 15-16,5-1-16 15,-2-1 13-15,2-1-12 0,-1 0 9 16,3 0-11-16,-4 3 1 0,2-4-2 15,-1 1 3-15,1 1 0 0,0 1 0 16,-1-2 12-16,1 2-13 0,0-2-1 16,2 1 2-16,-2 0-2 0,3-1 0 15,-3 0-1-15,2-1 2 0,0 3-1 16,0 1 1-16,-1-2 1 0,1 2-1 16,0-1-1-16,0 1-1 0,0-1 0 15,-3 2 1-15,3-2-1 0,-2 2 3 16,0 0-1-16,-1 0 0 0,1 0 1 15,0 0-1-15,-5 0 1 0,7 0 12 16,-2 0-15-16,-4 0 1 0,3 0 0 16,1 0 1-16,-2 0 1 0,1 0-2 15,-1 0 0-15,2 0 2 16,-5 0 0-16,5 0 0 0,-4 0 9 16,1 0-11-16,-1 0 0 0,-2-2 2 15,5 1-2-15,-3-2-1 0,2 3-1 16,-3 0 1-16,1-1 1 0,4 1 0 15,-5-1 0-15,3-2-1 0,0 3 1 16,-5 0-2-16,9 0 1 0,-7 0 0 16,3 0 1-16,-2 0-1 0,1 0 1 15,1 0 0-15,-2 0-1 0,-3 0 0 16,3 0-1-16,-1 3 1 0,-1-2-1 16,2 0 1-16,3-1 0 15,-3 0 1-15,2 0 2 0,-1 3 0 0,1-3 12 16,2 0-13-16,-1 0 0 15,-3 0 1-15,6 0-2 0,-7 0 0 16,3 0-1-16,-2 0 0 0,1 0 1 16,5 1 0-16,-4 1-1 0,4 0 0 15,-3-2 1-15,7 2 2 0,-2-2 0 16,0 0 18-16,0 0-18 0,2 0 12 16,-2 0-13-16,2-2 0 0,0 2 10 15,-5-2-12-15,5 2 0 0,-4 0 0 16,2-2 0-16,0 2 0 0,-4 0 0 15,1 0 0-15,-1 0-1 0,0 0 1 16,0 0 0-16,-3 0 0 0,1 0 1 16,2 0-1-16,-1 0 2 0,-5 2 0 15,2-2-1-15,-1 0 1 0,1 0 0 16,2 0-1-16,-7 0-1 0,0 0 1 16,3 0-1-16,-3 2 0 0,1-2 0 15,-1 2 0-15,1-1 0 16,-3-1 0-16,1 2-1 0,1-1 0 15,-4-1 1-15,5 3 0 0,-5-3 0 16,3 1 0-16,1 1 0 0,-1-2 1 16,1 3-1-16,-4-2 0 0,7 1-1 15,-3 0 2-15,1-1-1 0,1-1 0 16,-3 0 0-16,3 0 0 0,-3 0-1 16,-1 2 1-16,5-2 0 0,-5 0 1 15,5 0 0-15,-9 0-1 0,4 0 1 16,3 0 0-16,-5 0-1 0,7 0 0 15,-7 0 1-15,4 0 0 0,-1 0 0 16,-1 0 0-16,3 0-1 0,-5 0 1 16,7 0 0-16,-3 0 1 0,3 1-1 15,-1 0-1-15,3-1-1 0,1 0 1 16,3 0 1-16,-2 0-1 16,-3 0 0-16,7 0-1 0,-6 0 1 15,1 0 0-15,-1 0 1 0,-2 0 0 0,1 2 1 16,-3-1-1-16,1 1 0 15,-1-1-1-15,-3 2 1 0,3 0 0 16,-7-1 0-16,0 0-1 0,0 0 0 16,-1 0 0-16,-3-1 0 0,0 2 2 15,-2-2 0-15,-2 1-2 0,2 1-2 16,0-2-1-16,0 1-9 0,0-1 10 16,-2 0-13-16,2-1-12 0,-2 0-28 15,0 0-23-15,0 0-13 0,0 0-28 16,0 2-26-16,0-2-41 15,0 0-78-15,-2 2-217 0,0-1-515 16,-4 1-490-16</inkml:trace>
  <inkml:trace contextRef="#ctx0" brushRef="#br0" timeOffset="93091.56">11487 12420 497 0,'0'0'332'0,"0"0"662"15,0 0-676-15,0 0-59 0,0 0-49 16,0 0-72-16,0 0-77 0,0 0-12 16,0 0 50-16,0 0 33 0,6-62-8 15,5 39-15-15,1-1-30 0,-2-3-18 16,3-2-4-16,1 1-29 15,1-2 1-15,1 2-1 0,-1-2 4 16,3 3-13-16,-5 0-3 0,5 2 9 16,-5 4-3-16,1 2 0 0,-2 3-6 15,-3 6 0-15,1 1 3 0,-2 2 3 16,-3 2 0-16,-3 3 3 0,0 0 3 16,0 2-3-16,-2 0 7 0,2 0 8 15,0 4 17-15,4 6 63 0,0-2-11 16,3 7-35-16,-3 0-21 0,4 4-28 15,-2-1-10-15,7 1-12 0,-3 0 10 16,3-3-12-16,-5 2-1 0,4-7 0 16,-1 5 0-16,-3-4 0 0,1-3 2 15,-1 2-1-15,-4-4 1 0,0 0 1 16,-2-1 0-16,1 0-3 16,-3-3-21-16,0 0-28 0,2 0-22 15,-2 0-23-15,0-2-24 0,-2-1 4 16,2 0 17-16,-2 3 18 0,0-3 16 15,0 1 22-15,0-1 26 0,0 0 15 16,0 0 11-16,0 0 21 0,0 0 12 16,0 0 9-16,0 0 4 0,0 0 12 15,0 0 12-15,0 0-14 0,0 0 8 16,-2 0 3-16,0 0-13 0,0 0-9 16,-2 0-4-16,2 2-14 0,0-2 8 15,-3 0-6-15,1 2-6 0,-2-1 3 16,2 1-15-16,0 0-7 0,-7 3-3 15,1-1-11-15,0 3-1 0,-7 1 1 16,3 1-1-16,-7 1 1 0,3-1 12 16,-5 2-12-16,-4 1-1 0,4-3 0 15,-2 2-3-15,1-1 0 16,-1 0 3-16,0-1 0 0,6-2 2 0,-1 0-2 16,1 1-2-16,-4-1-11 15,5 0 11-15,1 1-1 0,-1 1-12 16,3-1 15-16,-1 0-3 0,5-1-10 15,3-1 11-15,4-1-13 0,0-1 2 16,4-3-11-16,0-1-60 0,0 0-33 16,2 0 64-16,2-1 13 0,0-3-10 15,6-2-3-15,-3-1-3 0,3 0 3 16,-2-3-5-16,3-2 21 0,-1-1 12 16,-2-1 9-16,0-3 16 15,3-2 1-15,-1 0 2 0,-4-4 10 16,7-1 3-16,1-3-16 0,-6 1-10 0,7-2 10 15,-3 0 13-15,-1 3-10 16,-1 0 19-16,2 2-10 0,-3 5 10 16,-1 1 11-16,-4 5 16 0,2 4 8 15,-4 1 5-15,0 7 3 0,-2-2 7 16,0 2 11-16,0 0-6 0,0 0-21 16,0 2-34-16,0 2-22 0,0 5-25 15,0 5-12-15,-4 9 12 0,0 2 22 16,2 4 0-16,-2 5 1 0,0-3 1 15,-2 0 1-15,1-3 1 0,3-3 2 16,-4-3 9-16,0-6-12 0,4-3 0 16,0-1-18-16,0-5-4 0,2-2-12 15,0-4-18-15,0-1-20 0,0 0-12 16,2-4 16-16,2-5 68 0,6-3 0 16,-4-7 25-16,5-5 0 15,1-3-22-15,-1-7-3 0,3 0-3 0,0 1 3 16,-3 0 0-16,-1 0 2 15,3 6 10-15,-5 1-9 0,0 4 13 16,-4 7 0-16,5 2-4 0,-5 6 7 16,-2 3 2-16,-2 3-5 0,2 1-14 15,-2 0 16-15,0 2 3 0,0 5-20 16,0 4 17-16,0 3-6 0,2 4-9 16,0 0 10-16,-2 2-10 0,0-2-1 15,2-3-1-15,0 0-1 0,-2-5-1 16,2-2-12-16,2-2-5 0,-2-2-4 15,-2-1-3-15,7 0 0 0,-3-2 1 16,-2 1 5-16,0-2 0 0,0 0 1 16,-2 0 2-16,4 0 4 15,-2 0 12-15,-2-3 0 0,2-2 15 16,-2-2 13-16,2-2-12 0,-2-1-13 0,0-4 12 16,2 4-13-16,0 0 1 0,0 3-1 15,-2 0-1-15,0 2 0 0,7 3-1 16,-7 0-2-16,2 2 0 15,0 2 2-15,0 2 11 0,-2 6 14 16,4 4 15-16,-4 1-12 0,6 4-9 16,-4 1-1-16,2-2-2 0,-2-2 5 15,0 2 1-15,5-5-7 0,-5-1-12 16,0-3-3-16,0-3 0 0,-2-2-12 16,2-3-6-16,-2-1-7 0,0 0-12 15,0 0-19-15,0 0 6 0,0 0 10 16,0-2 0-16,0-1-10 0,-2-3-84 15,-2 3-49-15,-5-5-38 16,3 2-153-16,0-2-229 0,0 2-387 16,-9-3-302-16</inkml:trace>
  <inkml:trace contextRef="#ctx0" brushRef="#br0" timeOffset="93689.4">11708 12097 154 0,'0'0'232'15,"0"0"824"-15,0 0-562 0,0 0-163 16,0 0-50-16,0 0-45 0,0 0-24 16,0 0-55-16,0 0-68 0,0 0-28 15,0-6-7-15,0 6 19 0,0 0 32 16,0 2 37-16,0 1 3 0,0 0-25 16,0 4 3-16,0 1-30 0,0 6-27 15,0-1-13-15,0 7-13 0,-2 1-6 16,0 4-6-16,0 2 0 0,0 0-3 15,2 2-6-15,-2-3-1 0,2 1 1 16,0-2-17-16,0-2 10 0,-2 1-10 16,2-3 1-16,0 1 13 15,0 0-4-15,0-2 4 0,2-1-13 16,0 2 15-16,2 0 4 0,-2 1-4 16,0-2-2-16,4 1-4 0,-1 1-9 15,-3 1 16-15,2-3-17 0,2 0 1 16,0-1-1-16,-2 0-1 0,5 0 1 15,-5 0 0-15,0-1-1 0,2 0 1 16,0-2 0-16,-2-1 1 0,5-3-1 16,-3 2 17-16,0-3-16 0,0 0 18 15,0-3-5-15,5 2-4 0,-5-2 3 16,4 0 10-16,-4-2-23 0,5 0 1 16,-5-1 9-16,2-3 0 0,1 3 4 15,-1-2-1-15,-2-2-12 0,2 1 13 16,1-1-13-16,-1-1 15 15,-2 0-3-15,-2 0-12 0,0 0 16 16,0 3-16-16,1-3 12 0,-3 0-12 16,0 1 9-16,-2 1 1 0,6-2-10 15,-6 0-1-15,2 1 1 0,0 0 0 16,-2 0-2-16,2 0-1 0,-2 2-2 16,2-1-10-16,0 1-34 0,-2 0-49 15,4-2-43-15,0 2-75 0,1 1-126 16,-1-2-238-16,4-2-609 0,-4 0-976 15,-41-24 1942-15</inkml:trace>
  <inkml:trace contextRef="#ctx0" brushRef="#br0" timeOffset="94389.72">12270 12384 704 0,'0'0'1831'0,"0"0"-1281"16,0 0-151-16,0 0-140 0,0 0-155 16,0 0-104-16,0 0-47 0,0 0 47 15,0 0 28-15,0 0 32 0,11 17-10 16,-5-10 4-16,4-1-10 0,5 1-9 15,-7 0-10-15,9 0-12 0,-3 1-13 16,1-1-1-16,1 1-3 0,-4-2-8 16,3 1-10-16,-5 0-29 15,5-1-40-15,-3 1-25 0,-6-1-45 16,5 3-39-16,-5-4-103 0,0 3-153 16,-2-2-194-16,-4 2-530 0</inkml:trace>
  <inkml:trace contextRef="#ctx0" brushRef="#br0" timeOffset="94758.01">12089 12972 932 0,'0'0'505'0,"0"0"547"0,0 0-836 16,0 0-19-16,0 0 148 0,0 0-30 15,0 0-50-15,0 0-48 0,55-42-35 16,-40 26-24-16,3-1-34 16,-1-2-31-16,6 2-28 0,-3-3-19 15,9 1-18-15,-2-1-10 0,0-1-15 0,6 2-1 16,-4 1-1-16,0 2-1 0,-4 2 0 15,-2 3-1-15,-1 2-1 16,-5 1-16-16,-1 3-44 0,-7 2-27 16,-1 2-35-16,-4 1-53 0,2 0-53 15,-6 3-54-15,0 6-36 0,-6 2-133 16,2 4-224-16,-2-3-433 0</inkml:trace>
  <inkml:trace contextRef="#ctx0" brushRef="#br0" timeOffset="95235.64">12392 12916 494 0,'0'0'137'16,"0"0"1510"-16,0 0-1227 0,0 0-343 15,0 0 45-15,0 0 58 0,0 0 12 16,0 0-40-16,0 0-21 16,56-21-30-16,-48 13-28 0,5-1-29 15,1 3-10-15,-7 0-18 0,3 4 0 16,-6-1-13-16,2 3 10 0,-4 0 5 15,-2 0 33-15,0 3 43 0,-2 4 44 0,-6 5-104 16,-2 4-34-16,1 3-22 16,-3 6 6-16,2 1 14 15,1 2-1-15,1 2-16 0,-2-4 16 0,4 1 3 16,1-2 0-16,1-1-2 0,4-3-14 16,0-2-9-16,0-4 7 0,6-2-2 15,1-2 7-15,3-3-6 0,-2 0 4 16,1-4 15-16,1 0-3 15,4-3 3-15,1-1 0 0,1 0 1 16,-3-5 14-16,1-1 10 0,-3-2 11 16,3-1-5-16,-2-1-3 0,-5 0 7 15,1 0-4-15,-2-1 3 0,-4-1 7 16,-2 0 8-16,0 0 4 0,0-1 3 16,-4 1 0-16,-2 0-19 0,-2-1-10 15,-1 1-5-15,-3 5-7 0,-1 0-11 16,-1-1-3-16,-3 5-1 0,1 2-19 15,1 1-12-15,5 0-37 0,-4 4-15 16,3 0-23-16,9 1-22 0,-2 1-42 16,4-1-81-16,2-3-190 0,2 1-236 15,5-3-139-15,7-3-529 0</inkml:trace>
  <inkml:trace contextRef="#ctx0" brushRef="#br0" timeOffset="95572.46">12727 12465 206 0,'0'0'1664'16,"0"0"-1035"-16,0 0-117 0,0 0-62 15,0 0-84-15,0 0-70 0,0 0-78 16,0 0-69-16,0 0-57 0,0 0-39 16,-27 12-19-16,27 7-10 0,0 7 4 15,0 7-13-15,7 2-15 0,-3 2-2 16,0 0-10-16,-2-4-3 0,2-2-1 16,0-1-8-16,0-7-32 15,0-3-27-15,3-6-25 0,-3-2-35 16,0-4-66-16,-2-4-90 0,4-3-129 15,-2-1-155-15,0-3-122 0,-1-2-441 16</inkml:trace>
  <inkml:trace contextRef="#ctx0" brushRef="#br0" timeOffset="95899.78">12669 12574 265 0,'0'0'1588'0,"0"0"-1176"16,0 0-111-16,0 0 11 0,0 0-59 15,17-55-71-15,-7 44-23 0,5 0-13 16,-5 3-10-16,7-1-4 16,-1 0-13-16,3 0-24 0,-3 1-29 15,5 1-13-15,-2 0-16 0,-1 2-6 16,1 3-12-16,-3 0-16 0,1 2 0 16,-3 0 0-16,1 1-1 0,-3 4 11 15,-6 3-1-15,-1 5 10 0,-1 1 21 16,-2 5 13-16,-2 4-13 0,0 0-15 15,-2 2-6-15,-2 0-19 0,-1-3-1 16,3-1-2-16,-2-5-10 0,2-1-18 16,-4-3-37-16,6-2-34 0,0 0-44 15,0-3-36-15,0-1-44 0,0-2-55 16,0 0-79-16,0 0-89 0,0-1-29 16,0-1-83-16,0 0-184 0</inkml:trace>
  <inkml:trace contextRef="#ctx0" brushRef="#br0" timeOffset="96149.92">12771 12658 193 0,'0'0'258'0,"0"0"1314"0,0 0-1161 16,0 0-133-16,0 0-8 16,0 0-53-16,0 0 13 0,0 0-37 15,0 0-47-15,0 0-43 0,27-34-15 16,-17 28-6-16,-2-3-31 0,7 3-20 15,1 0-28-15,-3-1-1 0,3 1-2 16,-6 0-3-16,3 2-59 0,1 2-61 16,-3 0-25-16,-3 0-7 0,-2 2-16 15,-2 0-58-15,-2 0-108 0,-2 4-65 16,-2 1-22-16,-4 1-567 0</inkml:trace>
  <inkml:trace contextRef="#ctx0" brushRef="#br0" timeOffset="96350.37">12750 12766 738 0,'0'0'759'0,"0"0"23"15,0 0-517-15,0 0-26 0,0 0 94 16,0 0-42-16,0 0-76 0,0 0-51 16,62-15-31-16,-54 8-49 0,5-2-43 15,1 2-24-15,-1 1-17 0,-1 0-1 16,-2 4-16-16,-1-2-43 0,-1 3-75 15,0 1-32-15,-4 0-16 0,-2 5-37 16,-2 3-68-16,0 3-98 0,0 4-212 16,-6-3-545-16</inkml:trace>
  <inkml:trace contextRef="#ctx0" brushRef="#br0" timeOffset="96644.9">12593 13041 905 0,'0'0'1078'0,"0"0"-489"15,0 0-238-15,0 0 62 0,0 0-71 16,0 0-74-16,56-26-73 0,-38 16-74 16,-1-1-37-16,8 1-3 0,-3-1-13 15,3 0-3-15,2-1-34 0,2-1-28 16,-2 1-1-16,-2-1-2 0,-3 2-1 15,5-1-18-15,-8 1-24 0,-3 3-25 16,1 0-9-16,0 1-13 0,-5 1-29 16,2 0-29-16,-5 0-8 15,1 0-5-15,2-1 63 0,-5-1-137 16,1 0-174-16,-4-2-151 0,0 3-452 16,-4-6-353-16</inkml:trace>
  <inkml:trace contextRef="#ctx0" brushRef="#br0" timeOffset="97185.62">12826 12572 317 0,'0'0'1323'16,"0"0"-856"-16,0 0-146 0,0 0-60 15,0 0-13-15,0 0-40 0,0 0-74 16,0 0-83-16,0 0-38 0,0 0-12 15,-6-6 59-15,12 16 77 0,1 4 9 16,1 5-23-16,0 8-13 0,0 6-23 16,1 6-7-16,3 3-15 0,-8 2-12 15,7 1-22-15,-5 0-15 16,4-3-14-16,-4-3 0 0,1-2-1 16,-1-5-1-16,2-2 0 0,-2-5-12 15,-2-6-4-15,-2 0-27 0,3-6-20 16,-1-3-13-16,-2-3 7 0,-2-5-6 15,2 0-13-15,-2-2-13 0,0 0 9 16,0 0 45-16,-2-2 44 0,-2-3-45 16,-3 1-57-16,-1-2 10 0,-4 1 6 15,-1-2-11-15,3-2 14 0,-4 2 38 16,3-1 15-16,-5 2 33 16,1-2 19-16,7 3 13 0,-7 1 83 0,5 0 52 15,6 0 4-15,-2 2-41 16,0-2-35-16,1 2-7 0,3 2-6 15,0 0 0-15,2-3-10 0,0 3-11 16,0 0-30-16,0 0-31 0,0 0-25 16,2 0 25-16,5 0 3 0,1 0 34 15,-2 0-2-15,6 0-10 0,3-2-4 16,-1-3-19-16,5 1 1 0,0-3-3 16,1-1-3-16,3-3-12 0,0-2-29 15,0-3-53-15,8-1-51 0,-7-1-34 16,1-1-88-16,0-2-119 0,0 2-235 15,-11 2-497-15</inkml:trace>
  <inkml:trace contextRef="#ctx0" brushRef="#br0" timeOffset="97504.78">13211 12336 616 0,'0'0'717'0,"0"0"434"16,0 0-758-16,0 0-6 0,0 0-75 16,0 0-69-16,0 0-73 0,0 0-72 15,0 0-61-15,0 0-34 0,-15 23 35 16,15 1 2-16,0 7-18 0,0 3-22 15,5 4-1-15,-3-2-11 0,0 1-4 16,0 0-12-16,2-6-25 0,-2-3-17 16,2-6-21-16,2-2-41 0,1-3-48 15,3-6-51-15,-4-2-78 0,0-2-170 16,1-7-178-16,-3 2-429 0</inkml:trace>
  <inkml:trace contextRef="#ctx0" brushRef="#br0" timeOffset="97834.28">13174 12384 916 0,'0'0'1'0,"0"0"1363"0,0 0-989 16,0 0-86-16,4-53-61 0,4 38-56 15,2-2-32-15,5 2-20 0,-1 0-9 16,5 1-7-16,0 2-10 0,-3 3-9 15,7 2-2-15,-4 1-12 16,1 5-21-16,-3 1-12 0,1 1-17 16,-3 6 1-16,1 5-6 0,-5 5-4 15,-1 4 10-15,2 5-4 0,-7 5-5 16,-1 3-2-16,-2 1-11 0,0 2-21 16,-2 2-14-16,0-3-11 0,0 0 18 15,0-6-44-15,0-3 0 0,0-7-35 16,0-3-31-16,0-4-32 0,0-3-27 15,0-4-64-15,0-2-56 0,0 0-108 16,0-4-161-16,0 0-231 0</inkml:trace>
  <inkml:trace contextRef="#ctx0" brushRef="#br0" timeOffset="98100.86">13159 12522 200 0,'0'0'1944'0,"0"0"-1414"0,0 0-234 15,0 0-155-15,0 0 70 0,0 0 62 16,0 0-5-16,0 0-19 0,52-25-62 16,-33 19-60-16,-3-3-41 0,9-1-36 15,-4 0-29-15,-1 1-21 0,-3 1 0 16,3 2-1-16,-3 1-33 0,-5 4-74 15,1 1-65-15,-3 0-63 0,-2 0-40 16,-6 6-95-16,-2 1-185 0,5 0-204 16,-10 6-713-16</inkml:trace>
  <inkml:trace contextRef="#ctx0" brushRef="#br0" timeOffset="98335.58">13186 12679 1609 0,'0'0'1303'0,"0"0"-861"0,0 0-87 16,0 0-195-16,0 0-112 15,0 0 55-15,0 0 20 0,0 0-23 16,58-18-44-16,-39 10-19 0,1 3-6 16,7-3-12-16,-8 2-17 0,6-1-1 15,-1-1-1-15,-7 1-19 0,4 1-68 16,-3 1-62-16,-7 1-68 0,1 1-4 15,-8 3-32-15,4 0-82 0,-6 0-57 16,-2 5-47-16,0-2-174 0,-10 4-687 16</inkml:trace>
  <inkml:trace contextRef="#ctx0" brushRef="#br0" timeOffset="98773.32">13145 12857 1186 0,'0'0'1353'0,"0"0"-816"0,0 0-422 15,0 0 149-15,0 0-10 0,64-16-59 16,-45 3-37-16,3 1-52 0,5-2-34 16,0-1-26-16,-4 0-24 0,4 1-19 15,-3 1-1-15,-1 1-2 0,-4 0-37 16,1 2-57-16,-7 3-44 0,-5 1-28 15,4 4-7-15,-7 0-11 0,-5 2-13 16,0 0 67-16,0 3 129 0,-5 2-129 16,-1 1-59-16,-2 2 31 15,0-1 29-15,2 3 23 0,-3-3 64 0,1 0 19 16,-2-1 23-16,3-1 65 16,3 1 125-16,-2-1 22 0,0 1 6 15,4 0-39-15,2-2-45 0,-2 4-32 16,2 0-14-16,0 1-12 0,0 3-9 15,4-1-23-15,4 3-19 0,-2-3-12 16,-4 1-13-16,7-1-2 0,-1-3 0 16,2 2-13-16,-3-3-7 0,-3-2-54 15,2-1-73-15,0-1-51 0,0-3-52 16,0 0-53-16,-1 0-75 0,-3 0-142 16,2 0-174-16,-2-3-285 0</inkml:trace>
  <inkml:trace contextRef="#ctx0" brushRef="#br0" timeOffset="98991.01">13436 12877 53 0,'0'0'222'16,"0"0"488"-16,0 0-65 0,0 0-356 16,0 0-111-16,0 0-41 0,0 0-44 15,0 0-5-15,9-52-14 0,-5 47 4 16,4 0 18-16,2 2-34 16,1 0 21-16,-5 2 11 0,4-1-24 15,0 0-41-15,-1 1-29 0,1 1-1 16,0-1-15-16,-1-1-16 0,-5 0-42 15,4 1-6-15,2 0-23 0,-1-1 25 16,-5 1 46-16,4-1 6 0,-2 1-132 16,-4 0-27-16,3-1-119 0,-5 0-256 15,0 2-254-15</inkml:trace>
  <inkml:trace contextRef="#ctx0" brushRef="#br0" timeOffset="99531.21">13358 12835 643 0,'0'0'225'16,"0"0"1193"-16,0 0-943 0,0 0-55 16,0 0-120-16,0 0-142 0,0 0-76 15,-29 59-12-15,29-45 8 0,-4 2 1 16,0 1-13-16,-5 4-9 0,5 3-1 15,-8-2-18-15,6 0-4 0,-5-2-23 16,5-1-11-16,-4-4 0 0,1-3-12 16,5-5-22-16,0-2-57 0,4-3-32 15,0-2-41-15,0 0-85 0,0-4-89 16,0-5 95-16,4-2-92 0,0-4-104 16,1-1-146-16,-1 2-36 15,-4 0 5-15,4-1 290 0,-4 3 326 0,0 2 17 16,0 3 130-16,0 2-43 0,-4-1 424 15,4 3-72-15,0 2-65 16,0 1-76-16,0-3-95 0,0 3-84 16,0 0 26-16,6-1 57 0,0-1 35 15,-2 2-8-15,9 0-26 0,1 0-14 16,1 0-33-16,5 0-16 0,-1 2-27 16,4-1-15-16,5 5-9 0,-1-3 21 15,2 3 43-15,2-3-32 0,-2 1-64 16,4 2-4-16,-2-5-27 0,-2 2 3 15,-2 0-24-15,2-1-10 0,-4-2-9 16,-7 0-2-16,3 0-1 0,-6 0-1 16,1 0-69-16,-10-5-13 0,3 2-9 15,-3-1-28-15,0 0 0 0,-4-2-23 16,2-2-34-16,-2 0-55 0,-2-3-104 16,2-2-189-16,-2 1-251 0,0 2-497 15</inkml:trace>
  <inkml:trace contextRef="#ctx0" brushRef="#br0" timeOffset="100080.42">13567 12241 1548 0,'0'0'1221'0,"0"0"-788"0,0 0-83 0,0 0-154 16,0 0-108-16,0 0 0 15,0 0-10-15,0 0-17 0,0 0-27 16,0 0-12-16,59-47-10 0,-44 42-8 16,-7 5 11-16,0-2-14 0,1 2 2 15,-3 0 0-15,-4 0-3 0,0 2 0 16,-2 0-3-16,0 7-31 0,0 0-39 15,-2 0-27-15,-2 1-13 0,0 1 9 16,-2-4 9-16,3 3-13 0,-1-2-32 16,-2-1 7-16,2 0 14 0,-2 0 49 15,-5 1 69-15,3-2 1 0,0 1 3 16,0 1 32-16,-5-3 26 0,3-1 32 16,6 1 15-16,0-2-3 0,0-1 9 15,-3 0-12-15,7 0-11 0,0 0-19 16,0 0-12-16,0 1-3 0,0 1-1 15,0 4 8-15,0 2 4 0,0 2 4 16,0 3 15-16,7 3 9 16,-3 3-18-16,2 1-23 0,-2 2-27 15,4 1-13-15,3 0-12 0,-1 0-3 16,-6-2 0-16,6-2-4 0,-1-2-8 16,-1-1 0-16,-4-3-4 0,4 0-27 15,-1-6-22-15,-1 1-19 0,0-4-31 16,-2-1-47-16,-4-2-68 0,4-3-86 15,0 0-152-15,-4 0-160 0,0-4-121 16,0-2-345-16</inkml:trace>
  <inkml:trace contextRef="#ctx0" brushRef="#br0" timeOffset="100417.38">13618 12527 184 0,'0'0'505'0,"0"0"627"0,0 0-750 0,0 0-7 16,0 0-24-16,0-61-94 0,6 49-57 15,3-1-31-15,-1 1-8 0,-2 2-19 16,4-1-4-16,3 0 1 0,-5 3-33 16,7-2-26-16,-3 3-18 15,-4 3-21-15,3 1-10 0,-1 3-10 16,-2 0-2-16,0 4 3 0,1 5-4 16,5 2 1-16,-8 2-1 0,5 1 1 15,-1 3-4-15,-2 1 1 0,-4 0-4 16,3 0 0-16,-1 2 13 0,-6-1-4 15,6 1 1-15,-6 0 9 16,2 1 2-16,-2-1-8 0,0-3-13 0,2-2-11 16,-2 1-1-16,2-5-12 15,0 0-6-15,0-4-19 0,-2-1-59 16,0 0-12-16,3-2-40 0,-1-1-42 16,0 0-48-16,0-3-74 0,0 0-110 15,-2 0-153-15,0 0-69 0,0-3-116 16</inkml:trace>
  <inkml:trace contextRef="#ctx0" brushRef="#br0" timeOffset="100652.37">13626 12566 324 0,'0'0'2181'15,"0"0"-1554"-15,0 0-165 0,0 0-232 16,0 0-154-16,0 0 46 0,0 0 35 15,0 0-17-15,0 0-56 0,56-8-28 16,-39 3-25-16,-5-1-17 0,3 0-14 16,1 2-3-16,-3 0-37 15,1 2-62-15,-8 1-41 0,3-1-74 16,-3 2-53-16,-4 0-66 0,2 0-166 16,-4 2-173-16,0 1-417 0</inkml:trace>
  <inkml:trace contextRef="#ctx0" brushRef="#br0" timeOffset="100864.38">13664 12659 902 0,'0'0'485'0,"0"0"861"16,0 0-874-16,0 0-189 0,0 0-140 16,0 0 37-16,0 0 8 0,0 0-43 15,0 0-55-15,51-13-37 0,-34 6-25 16,-7 1-28-16,7 0-3 0,-1 0-9 15,-7 1-57-15,3 1-49 0,-2 4-55 16,-8 0-48-16,2 0-38 0,-1 0-86 16,-3 7-63-16,0 1-99 15,-3-2-623-15</inkml:trace>
  <inkml:trace contextRef="#ctx0" brushRef="#br0" timeOffset="101365.84">13688 12735 369 0,'0'0'102'16,"0"0"1766"-16,0 0-1287 0,0 0-127 16,0 0-150-16,0 0-181 0,0 0-69 15,0 0 62-15,0 0 10 0,0 0-14 16,31 10-31-16,-18-10-25 16,-3-1-22-16,1-2-9 0,5-1-24 0,-8 0 2 15,7-1 16-15,-3 0-19 0,-6 1-13 16,3 1 12-16,-3 3-14 15,-6 0 15-15,0 0 0 0,0 0 53 0,0 2 21 16,0 2-19-16,-6 2-30 16,-3 5-3-16,3 1-10 0,-6 1 0 15,1 1 7-15,3 1-4 0,-6 0-13 16,1 1 17-16,5-1-17 0,-4-2 1 16,5-1-3-16,1-4-14 0,2-2-14 15,2 2-6-15,0-5-43 0,2 1-25 16,0-1-35-16,0-2-28 0,0 2-23 15,4-3-48-15,0 0-56 0,2-3-94 16,1-3-80-16,7-2-35 0,-8-3-68 16,7 3-20-16,1-3 84 0,-6-1 211 15,3 2 252-15,1-1 42 0,-8 2 241 16,5 1 137-16,-1 2-3 0,-2 3-10 16,-2 0-8-16,-2 3-16 15,0 0 15-15,0 0 21 0,-2 0-18 16,0 4-63-16,0 1-63 0,5-1-72 15,-3 2-55-15,2 0-32 0,-2 3-44 16,0-1-30-16,0 0-19 0,6 0-9 16,-4 0-86-16,1-1-90 0,-3-1-84 15,4 1-191-15,-2-3-489 0,0 4-703 0</inkml:trace>
  <inkml:trace contextRef="#ctx0" brushRef="#br0" timeOffset="120857.46">7218 12958 96 0,'0'0'26'0,"0"0"3"16,0 0-13-16,0 0-3 0,0 0 33 15,0 0-36-15,11-55-10 0,-9 43-2 16,2 2 2-16,-2 0 16 0,-2 3-3 15,0 0-10-15,0 1 30 0,0 2-31 16,0 1 1-16,0 0 333 0,0 2-222 16,-2 0-58-16,0 1-27 0,0 0 10 15,0 0 29-15,2 0 1 0,0 0 15 16,0 0 17-16,-2 0 26 0,2 0 17 16,-2 0 8-16,2 0-22 0,-5 0-19 15,3 0-36-15,0 1-24 0,-2 0-25 16,2 1-6-16,2 0 6 0,0-1 19 15,-2 0 20-15,-2-1 6 0,4 2 13 16,-2-2 7-16,0 1-10 0,0-1-10 16,2 1-7-16,0-1-9 0,0 0-7 15,0 0-6-15,0 0-3 16,0 0-7-16,0 0-9 0,0 0-13 0,0 0-10 16,0 0-29-16,0 0-6 15,2 0 5-15,0 0 30 0,2 1 22 16,0-1 1-16,4 1 0 0,-1-1-4 15,1 3 7-15,2-1-1 0,1 1 20 16,1 0 3-16,0 2 0 0,7 0 10 16,-5 2-10-16,11-1-13 0,-2 0 3 15,0 1-12-15,4-4-10 0,4 2-3 16,-2-1 9-16,4-1 7 0,4-2-1 16,0 1 7-16,2-2-19 15,3 2 13-15,1-1-7 0,-2 0 0 16,7 1-9-16,-3-1 6 0,3 0 16 0,2 3-16 15,5-3 0-15,9 0-4 16,9 1 1-16,1-2 3 0,-1 3-6 16,-11-1 0-16,-5-2 2 0,5 1-2 15,-4-1 15-15,4 0-15 0,0 0-10 16,-2 0 10-16,-2 0 6 0,4 0 9 16,-2 0-13-16,2 0-14 0,2 0 17 15,-2 0-3-15,0 0-14 0,0 0 1 16,-2 0 20-16,2 0-19 0,-2 0 15 15,-2 0-14-15,-2 0 8 0,0 0-11 16,-11 0 1-16,-6 0 4 0,-8 0-4 16,0 0-2-16,9 0 3 15,1 0-1-15,9 0 1 0,-1-1 0 0,-5-1 13 16,1-1-15-16,-1 0-1 0,-3-2 1 16,-2 1-1-16,0 0 1 0,-3 1 2 15,-1-1-2-15,-2 1 0 16,-4-2 1-16,0 4-2 0,-4-4 1 15,-1 3 0-15,-3 0-1 0,-2-2 0 16,-3 4 0-16,-1-3 0 0,-3 1 0 16,2 1 0-16,-5-4 1 0,1 5-1 15,-2-1 1-15,5-1 1 0,-9-1 0 16,4 2 2-16,-4-1-1 0,0-1 9 16,-4 3 1-16,0-2 6 0,0 2 19 15,0-2 0-15,0-1-23 0,-2 1 4 16,-2-2-3-16,-2 1-1 0,2-1-2 15,-4 1-10-15,-1-1 9 0,3 0-12 16,-2 1 0-16,2-1-1 0,-1 2 0 16,-1-2-2-16,2 2 0 0,0 0-10 15,4 0 12-15,-2 0-1 0,-1 2-10 16,5-2-1-16,0 0 1 0,-2 1-7 16,2-1 4-16,0-2 2 15,0 1 1-15,-4-2 10 0,4 0-2 16,-2-2 3-16,2 2 1 0,0-1 1 15,0 0 2-15,-2 1 0 0,0 0 9 16,0 1-11-16,-2-1-1 0,4 1 0 16,-2 0-1-16,0-2-2 0,0 1-16 15,2-2 7-15,0 0 9 0,0 1-1 16,0 0-9-16,0 0 12 0,0-1 1 16,0 2 2-16,0 1 1 0,-2 1 14 15,0-2 2-15,-1 2-7 0,1 2 4 16,-4-3-4-16,2 4-10 0,-2-3 0 15,0 3 0-15,-1-1 0 16,1 0 1-16,-4 1-2 0,-2 0 0 16,3 0 0-16,-5 0 1 0,1 0 13 15,-1-1-13-15,-3 1 0 0,1 0 0 16,-3-3-2-16,1 1 0 0,-3 1 0 16,-2-1 2-16,0 1-2 0,1 1 0 15,-5-3 0-15,0 3 2 0,0-2-2 16,-2-1-2-16,0 3-2 0,-2-1-11 15,-2 0 15-15,0-1-2 0,-2 0-11 16,0 1 11-16,-2-2-9 0,-1-1 10 16,-3 1-14-16,2 0 13 0,-5 3-10 15,1-3-10-15,-3 1 5 0,-1 0 5 16,-7 0-10-16,3 2 22 0,3 0-1 16,-14 0-1-16,4 2-1 0,-18 2 1 15,3-1 0-15,3 3 1 0,6 0-1 16,8-2 0-16,-2 3 0 15,0-2 1-15,-2 4-15 0,0-1 15 16,-2 0 1-16,2 1-1 0,-2 1 1 16,3-3 3-16,-1 2 0 0,0-2-1 15,4 2 1-15,-2-1 0 0,2-2-2 16,2-1-1-16,1 1 1 0,1-2 0 16,11 1 0-16,1 0 0 0,9-3-1 15,2 3 0-15,-8 0-2 0,-4 0-17 16,-5 1 17-16,1 0 2 0,1 1-1 15,1-3-14-15,2 2 14 0,1-2 1 16,1 0-1-16,4-1-15 0,0 1-2 16,2-1-7-16,0 1-16 0,2 0 9 15,2 0-2-15,0 0 15 0,2 1 6 16,4-1 12-16,0 1 0 0,3-1 1 16,5 0 0-16,-1 1 0 0,5-2 0 15,3 0 0-15,0-2-2 0,0 4-1 16,6-4-10-16,-3 1 0 0,3-2-12 15,2 0-10-15,-2 0-18 0,2 0-23 16,0 0 3-16,0 0 25 16,0 0 22-16,0 0 26 0,0 0 0 15,0 0 20-15,0 0 11 0,-2 0-5 16,2 1-23-16,-2 1-1 0,2-2-1 16,0 0-1-16,-2 0-2 0,2 0-11 15,-2 0-3-15,2 0-3 0,0 0-22 16,0 0-29-16,0 0-48 0,0 0-42 15,0 2-10-15,0-2-26 0,2 4 60 16,0 0 0-16,2 0-68 0,0 4-110 16,1 1-164-16,-3-3-222 0,-21-43 3 15</inkml:trace>
  <inkml:trace contextRef="#ctx0" brushRef="#br0" timeOffset="126253.36">12518 13586 86 0,'0'0'130'0,"0"0"-71"15,0 0 9-15,0 0 392 0,0 0-251 16,0 0-86-16,0 0-38 0,-16 1-4 15,16-1-35-15,0 0-46 0,0 0 0 16,0 0 36-16,6 0 68 0,-2 0 10 16,0 0 29-16,-2-1-7 0,7-2-22 15,-3-3-27-15,4 0 14 0,-1-1-14 16,3-5-25-16,7 1-33 0,-7-2-19 16,9-1-10-16,-3-3-3 0,5 3 0 15,4-4 3-15,2 0 21 16,0-1-2-16,4-1 23 0,0 1 3 15,2-2-16-15,2 2-6 0,-2 0-6 16,7 1-17-16,-3-3 0 0,4 6 2 16,-1-3-2-16,-1 4-1 0,5 0 1 15,-3 4 13-15,-2-1-13 0,3 4 0 16,1 0-13-16,-6 2 11 0,3 0 2 16,-3 2-10-16,-2-1 30 0,1 2-36 15,-5-2 16-15,-2 2-20 0,-5-2 20 16,1 2 2-16,-4-1 1 0,6 0 9 15,-10 2-9-15,-1-2-3 0,-3 1-10 16,-1 0-16-16,-6-1-32 0,-1 2-62 16,-5 0-25-16,-2 1-34 0,0 0 85 15,-7 0-208-15,1 2-163 16,-10 4-125-16,3-1 55 0</inkml:trace>
  <inkml:trace contextRef="#ctx0" brushRef="#br0" timeOffset="126879.66">12469 13678 112 0,'0'0'127'15,"0"0"-45"-15,49-23 354 0,-26 9-234 16,0 0-9-16,2-2 8 0,2-4-51 16,0 5-20-16,-3-2 3 0,7-1 7 15,-2 4-4-15,2-1-19 0,-2 0-10 16,2 2 32-16,2 0-13 0,0-2-42 16,3 0-16-16,1 1-30 0,-2-2-37 15,4 2 9-15,2 0-10 0,-1-1-1 16,-1 0 0-16,2 2 1 15,1 0-1-15,-1 1 2 0,-4-1 0 16,7 1 15-16,-5 0-16 0,2 0 0 0,-1-1 13 16,-5 1-23-16,0 1 10 15,-2 0-2-15,-2 0 2 0,0 3 1 16,-6 1-1-16,-5 3-1 0,3-1-2 16,-8 3 1-16,1 0 1 0,-6 1 1 15,3 1-2-15,-1 0 1 0,-6 0 1 16,3 0 0-16,-1 0-2 0,-4 0 1 15,0 0-2-15,-2 0-45 0,-2 0-10 16,0 0 22-16,0 0 36 0,0 0 0 16,0 0-55-16,-4 0-61 0,-2 1-29 15,0 2-34-15,0-2-61 0,-1 2-101 16,3 0-108-16,0 0-275 0</inkml:trace>
  <inkml:trace contextRef="#ctx0" brushRef="#br0" timeOffset="130038.19">14294 12435 43 0,'0'0'95'0,"0"0"-36"0,0 0-14 16,0 0-15-16,0 0 6 0,0 0 12 15,0 0-31-15,-10 19-7 0,10-17 32 16,0-2 196-16,2 0-98 15,-2 0-42-15,6 0-17 0,-2 0-9 0,2-4 0 16,-1-1-17-16,1-1-10 0,2-1-18 16,4-2-17-16,-5-2-7 0,3-3-3 15,4-1 0-15,-5-1-3 16,1 0 3-16,0-2 0 0,1 1 0 16,-5-3 0-16,2 2 3 0,0-1 26 15,-1 1 10-15,-1-3 3 0,0 2-6 16,0-2 0-16,3-2-17 0,-3-2-2 15,0-3 15-15,2-1-3 0,-2-3 1 16,7-1 2-16,-5-1 17 0,2-3 0 16,1 0-20-16,-1-1-10 0,-4-2 4 15,3 3 0-15,5-5 3 0,-8 2-13 16,5-2-11-16,3-1-2 0,-4-4 0 16,7-6 0-16,-1-7 1 0,7-11-1 15,-4 3-3-15,-1 13 1 0,-5 11-11 16,1-1 9-16,-1-6 1 0,5-9 2 15,-1-8 1-15,3 7 1 0,-9 4-1 16,5-1 1-16,-3 2-1 0,-1-5 2 16,5 4 11-16,-5-4-11 15,3 3-1-15,-3 1-1 0,-2-2-3 16,7 3 2-16,-7 0-12 0,7-1 13 16,-7-1 1-16,2 1-1 0,3 0 2 15,-5-3 0-15,1 2 1 0,3-2-1 16,-4 1 11-16,3-2-11 0,-1 3 11 15,-1 1-11-15,1-1 1 0,-2 2-2 16,-1 0 12-16,-1-3-10 0,4 2 20 16,-6 0-10-16,1-1 9 0,-1 2-2 15,4 1 6-15,-4 0-3 0,1 5-7 16,-3-2 3-16,2 2-6 0,0 7 0 16,-2 4 0-16,0 8 3 0,0 3 4 15,-1-7-4-15,1-6-15 0,2-8 1 16,-2 3 0-16,4-2-2 0,-2 1-1 15,-1 0-2-15,-3 3 2 0,2 3-1 16,-2 4 2-16,0 3 0 16,0 3 1-16,-2 8-1 0,0 2-1 15,0 7-12-15,0 5-33 0,0 3-18 16,0 2-30-16,0 4-27 0,0 0-74 16,0 2-88-16,2 4-10 0,-2 6 72 15,0-2-138-15,0 12-81 0</inkml:trace>
  <inkml:trace contextRef="#ctx0" brushRef="#br0" timeOffset="130876.67">14898 8907 37 0,'0'0'85'0,"0"0"13"0,0 0-63 16,0 0 11-16,0 0 231 0,0 0-36 15,0 0-130-15,2-54-10 0,0 42 16 16,2-3 33-16,4 1 6 0,1-3-6 15,1-2-17-15,0-1-9 0,7-2-27 16,-5-2-13-16,9-4-19 0,-5-1-13 16,7-3-3-16,2-3-30 0,-2 0-3 15,1 0 0-15,3 1-13 16,-2-1 7-16,-4 3-8 0,2 2-4 0,1 3 0 16,-5 1 2-16,2 5 12 15,-9 0-11-15,5 5 11 0,-9 1-9 16,0 5 10-16,-4 4-9 0,2 3-3 15,-4 3 12-15,-2 0 45 0,0 0 23 16,0 0-10-16,0 0-26 0,0 3-45 16,0 1 0-16,0 4-13 0,0 4 13 15,0 0 1-15,0 3 2 0,3 3-2 16,-1 0 0-16,0 2-1 0,2 2 0 16,0 2-3-16,4 4-16 0,3 2 17 15,-1 4 1-15,2 3-2 16,5 1-15-16,-5 2 17 0,7-3-11 0,-7-3 12 15,5-1-16-15,-3-5 16 0,1-1 0 16,-1-4-1-16,-3-1 0 0,-1-3 0 16,0 0-12-16,-6-4 12 0,3-1 1 15,-3-1 0-15,-2-4 0 0,-2-1 1 16,4-1 18-16,-4-1-3 16,0-3 4-16,0 1-4 0,0-3-14 15,0 0 1-15,-4 1-1 0,2 0 0 16,-2-2-2-16,-1 0-13 0,1 0 9 15,-2-2-9-15,-2-1-9 0,-3 0 9 16,3-1 0-16,-4-1-3 0,-3-1-7 16,1 0 1-16,-3 0-4 0,1 2 10 15,-5-1-20-15,5-1 33 0,-5 1-17 16,-2 0 18-16,2-1-1 16,-1 2 3-16,-3-3 32 0,2 1-32 15,0 0 3-15,-3 2-5 0,1-2 4 16,2 1-4-16,0 3 1 0,-4 2-12 15,5-2 12-15,5 2 0 0,-3 0-15 16,3 0-20-16,2 2 24 0,5-2-53 16,6 1-7-16,0 0 8 0,2-1-34 15,2 0-35-15,0 0-306 0,0 0-101 16,4 0 132-16,0 0-47 0</inkml:trace>
  <inkml:trace contextRef="#ctx0" brushRef="#br0" timeOffset="132443.02">15197 8432 14 0,'0'0'52'0,"0"0"-50"16,0 0 0-16,0 0 24 0,0 0 0 15,0 0-3-15,0 0-4 0,0 0 10 16,0 0 24-16,0 0-21 0,5-19 4 16,-5 19 49-16,0 0 446 0,0 0-202 15,0 0-130-15,0 0-95 0,0 0-26 16,-2 1 0-16,-3 3-37 16,1 2-41-16,0 3-36 0,-4 5 7 15,2 5 26-15,-1 2-17 0,1 5 1 16,-6-1 2-16,4 5 4 0,-1-4 12 15,-1 1 1-15,-2-2 13 0,3-4 4 16,-1-3 2-16,0-2 4 0,1-4 16 16,3 0-13-16,0-3-14 0,2 0-12 15,-2-3-2-15,4-2-18 0,0-1-6 16,2 0-23-16,0-2-42 0,0-1-16 16,2 0 52-16,0 0 48 0,8-4 7 15,-4-5 26-15,0-1 10 0,3-5 6 16,1-3 26-16,0-4 1 0,-1 1-24 15,5-4-2-15,-4 0-17 0,1-4 3 16,1 4 0-16,-2-3 0 16,1 2-6-16,1-1 0 0,-1 0-1 15,-3 2 4-15,2 0 0 0,-2 2-3 16,-1 3 6-16,-1 1-9 0,0 4-4 16,0 2 10-16,-2 4 13 0,-2 3 3 15,0 3 7-15,-2 3 18 0,0 0 27 16,0 0 13-16,0 0-36 0,0 5-71 15,-4 3-16-15,-4 6-45 0,4 5 12 16,-4 7 23-16,4 7 13 0,-7 4 11 16,-1 4 0-16,1-2 1 0,-1-1 1 15,0-1 1-15,3-3-1 0,1-3 1 16,-2-4 0-16,4-2-1 0,1-5-2 16,3-2-17-16,0-5-20 0,0-4-10 15,2-3-9-15,0-1-13 0,0-2-20 16,0-1 3-16,4-1 27 0,-2-1 15 15,5 0 24-15,-3 0 22 0,4-6 26 16,-2-2 4-16,0-4 5 16,1-4-2-16,1-3-17 0,2-2-13 15,-1-5 14-15,-1 1 5 0,-2-2-2 16,6-1-17-16,-3 2 16 0,-3-1-6 16,4 0 7-16,-2 1-4 0,-1 2-3 15,-1 1-10-15,0 3 13 0,2 0 4 16,-1 6-7-16,-3-1 3 0,-2 4-3 15,0 1-10-15,-2 5 26 0,2 2 4 16,-2 1 12-16,0 2 23 0,0 0 3 16,0 0-16-16,0 6-55 0,0 5-6 15,-4 6-65-15,2 8 38 0,-7 7 30 16,-1 5 0-16,4 4 2 0,0 0-3 16,-3 0 2-16,-1-3 0 0,6-1 0 15,-2-5 0-15,2-6-1 0,2-1-1 16,-1-7-12-16,3-3 13 0,-2-1-17 15,2-4-9-15,0-3-19 0,0-1-14 16,2-2-3-16,1-2-6 0,-1-2 10 16,0 0 22-16,4-6 39 15,0-2 26-15,2-4 3 0,1-5-16 16,-3 2 0-16,0-6 0 0,2 0-13 16,1 0 1-16,-5-3 0 0,0 0 2 15,2-1 0-15,-2 2 14 0,2-2-15 16,1 1 0-16,-3 0 0 0,0 4 11 15,-2-1-12-15,0 5 0 0,2 3-1 16,-2 4 0-16,0 1 0 0,-2 2 0 16,2 4-16-16,-2 1-4 0,0 1 1 15,4 0 19-15,-4 7 52 16,3 4 35-16,-3 6-28 0,0 5-24 16,0 5-15-16,0 5-17 0,-3 0-1 15,-1-1-1-15,4 1-1 0,0-5-1 16,0-2-2-16,0-3-10 0,0-3 10 15,0-1-13-15,7-5 3 0,-5-3 0 16,0-1 9-16,0-4-18 0,0-3-7 16,0 1 3-16,0-3 3 0,-2 0 10 15,2 0 13-15,-2-3 1 0,0 1 35 16,2-4-4-16,0 0-16 0,-2-2-16 16,0 3-2-16,0-4 1 0,2 1 0 15,-2 1-1-15,0 0 0 0,0-1 1 16,0 2 0-16,0 1-2 0,0 0-16 15,2 1-4-15,0 1-9 0,0 0 3 16,3 1-10-16,-1 1 10 16,0 1 7-16,-2 0 22 0,2 5 39 0,-2 1 16 15,2 2-3-15,0 0 0 16,0 2-1-16,3 0-12 0,-3-1 3 16,-2-1-19-16,2-2-23 0,-2 0-2 15,2 0 0-15,0-1-18 0,0-2 7 16,-1 0-22-16,5-1-69 0,-4 1-58 15,-2 0-211-15,0 0-402 0</inkml:trace>
  <inkml:trace contextRef="#ctx0" brushRef="#br0" timeOffset="167902.65">14197 13603 268 0,'0'0'128'0,"0"0"51"15,0 0 157-15,0 0-235 0,0 0-14 16,-58 54 1-16,39-47 7 0,5-2-27 16,-3 1-13-16,1-1 1 0,-3 1-20 15,5-2 3-15,-11 2-17 0,6 0 4 16,-3 0 33-16,-3-2 3 16,0 2-17-16,0 0-3 0,1-1-19 15,-10 0-7-15,5 0-16 0,-4-1 0 16,-4-1-15-16,2 0 14 0,-6 1-11 15,-13-1 0-15,-8 5 12 0,-10-3 17 16,-1 3-15-16,-3 0 11 0,10 0-11 16,4-2 34-16,-2 3 6 0,-3-5-13 15,1 0 13-15,2-2 0 0,2-2-19 16,-2 0 13-16,6-4-7 0,0-4 16 16,3-1 14-16,-3-3-11 0,2-1 40 15,4-3-30-15,-2 0 10 0,1-5 0 16,-1 1-1-16,6-1-44 15,9 2 0-15,8 4-21 0,2-1 0 0,-6-4 14 16,-2-4-13-16,-5-2 13 0,7-2 4 16,4 0-1-16,4-1 7 15,5-1-7-15,5-3 0 0,3-3-19 16,5-4-2-16,5-10-17 0,4-10-1 16,11-14 1-16,3-3-3 0,5 8 9 15,-3 15-16-15,-3 15 3 0,1 9 7 16,-2 1 15-16,7-8-15 0,6-12 18 15,18-15-1-15,5-11 2 0,10-2 0 16,2 4 2-16,-4 6-2 0,-1 7 0 16,3 3-1-16,-4 1 1 0,4 6 0 15,-2 2-17-15,-1 5 4 0,-1 5 12 16,2 0 1-16,2 3 1 0,-2 0 1 16,2 3-2-16,2 1-1 0,4 3 1 15,0 5-3-15,0-1 3 0,2 6 0 16,-2 2 0-16,0 4-4 0,-4 4 4 15,2 1-1-15,-4 5 1 16,-6 2 1-16,-13 0 14 0,-8 1-13 0,-2 6-1 16,4 0 0-16,4 7-1 15,2 2 0-15,-3 4 0 0,-1 5 0 16,-6 2-1-16,4 3 1 0,-6 2 0 16,-7 4 3-16,3-2 0 0,2 5 16 15,-7-3-19-15,1 3 3 0,4 1-2 16,-5-1-1-16,3 4 0 0,-7-2-17 15,5 3 14-15,-7-1-32 0,3 3-10 16,-5-1-1-16,-8 10 17 0,-2 7-3 16,0 9 3-16,-10 4 6 0,-11-9 10 15,5-7 13-15,-5-9 2 0,-4 2 15 16,-2 1-1-16,1 1-14 0,-1-1 1 16,0-9-3-16,4-5 0 0,9-11-22 15,-5-1-14-15,0 4-29 0,-5 2 17 16,1 2 25-16,2-7 4 0,-2 1 19 15,-1-5-4-15,-1-4 2 0,4 1-17 16,-8-2-4-16,4-3-16 16,-1 2-13-16,-5-3 10 0,6 0-39 15,-8 1-4-15,0 0-2 0,0 0 9 16,-9 2 29-16,9-1 10 0,-4 2 16 16,0-1 22-16,-3-1 1 0,5-1 17 15,-6-2-16-15,0-3 22 0,1-1 39 16,-3-2 13-16,6-3 3 0,-9-3-13 15,3-1-17-15,1-1 21 0,1 0-5 16,-2 0 8-16,1-2-24 16,3-2-31-16,0-2-1 0,-3 0-3 15,9-3-13-15,-2 2-1 0,2-3 0 16,2-1 1-16,-2-1 0 0,2-1-3 16,2-1 2-16,0-4-1 0,-2-1 0 15,0-2-30-15,0-2 30 0,-2-4-34 16,6 1-3-16,-4-4-19 0,0 3-11 15,2-2-2-15,-2 2 16 0,4 2 22 16,-2 3 20-16,1 1 0 0,1 2 0 16,0-1 13-16,2 2-22 0,2 1-1 15,3 0 6-15,1 1 17 0,-2-3 3 16,9 2 16-16,-5 0 1 0,7-3 38 16,4 1 10-16,0-3 10 0,4-1-56 15,2-2-22-15,0 1-1 0,8-4 1 16,2 2 0-16,5-5-1 0,3-1-15 15,5-4 12-15,0-2 3 0,4-4 1 16,2-4 0-16,2 0 4 16,2-1-1-16,2-1-3 0,0 4 0 0,4-2 0 15,0 3-3-15,5 0-14 16,-3 0 17-16,13-7 3 0,6-6-3 16,-2 6-4-16,-5 7-9 0,-1 0 4 15,0 8 9-15,-3-2 16 0,5 2 6 16,-8 7 21-16,-7 7-1 0,4-2 0 15,7-3 3-15,8 1-15 0,-6 3-11 16,-5 4 13-16,7 0-15 0,-15 6-1 16,15 2-13-16,0 0 10 0,-3 3-11 15,-5 2 11-15,5 2-10 0,-11 3 10 16,9 0-13-16,1 0 0 0,-7 1 3 16,5 4 0-16,-7-1 10 0,3 4-13 15,-1 0-3-15,-2 1 2 0,-3 1-2 16,-3 4-13-16,0-3 16 15,-4 3 3-15,0 2 0 0,0 0 0 0,-6 1 21 16,-3 3-24-16,-1-1-13 0,-6 4 13 16,-1 2 0-16,-6 2 4 15,1 3-4-15,-5 3 0 0,-4 7 12 16,0 7-11-16,-9 16 0 0,-5 11 1 0,-9 2-2 16,0-1-15-16,1-4-5 15,-3-6-6-15,-2-1 1 0,0-1 12 16,-2-1 0-16,7-6 0 0,-5-2 0 15,6-8-3-15,4-9 12 0,1-10-18 16,4-1-11-16,-5 3-9 0,-2 5-29 16,-3 3-4-16,1-2-9 0,0 0-14 15,-6-3-38-15,3 0-37 0,1-3-55 16,-4-1 4-16,-4 0-47 0,2-3 4 16,-4 0 35-16,-2-4 27 0</inkml:trace>
  <inkml:trace contextRef="#ctx0" brushRef="#br0" timeOffset="169359.81">13792 13250 115 0,'0'0'78'0,"0"0"-78"16,0 0 437-16,0 0-189 0,0 0-101 16,-60 52-63-16,43-42-25 0,5-1-1 15,-5 0-25-15,3 0-10 0,-3-2 32 16,3 0-29-16,-5 0 49 0,3-2 0 16,-9-2-20-16,4 2-13 0,-1 0 17 15,-5 0-17-15,-6 2-39 0,4 0 27 16,-2 0 12-16,-2 3-39 0,-3-2 14 15,-1 5-17-15,2-1-22 0,-4 2 9 16,-3-2 13-16,1 2 0 0,0-1 0 16,4-1 0-16,-5-1 3 15,1-1 20-15,2-3 9 0,-1-1-12 16,5-2 9-16,-2-2 29 0,-2-2-25 16,-1 0 6-16,1 0-4 0,0-2-9 15,2-2-13-15,0 1 0 0,-7-1-11 16,7-1 2-16,0-1 15 0,2-1-18 15,1-2 25-15,1-3-13 0,4-2 0 16,3-1-11-16,5-6 44 0,-4 1-33 16,6-2 9-16,1-6-22 0,8 0-14 15,-7-3-12-15,7-1-13 0,-3-4 1 16,3 2-14-16,2-2-7 0,1 0-9 16,-3 0 29-16,2 2-13 0,0-2 30 15,1 4 2-15,-1 1 4 0,2-1 15 16,4 1 1-16,0-1 0 0,2-1 0 15,6-3 0-15,6-1 16 0,3-4 20 16,3 1-7-16,3-4-10 16,4 1 17-16,4 0 16 0,0 2-10 15,4-1-13-15,2 4-9 0,0 1 9 16,9-2 3-16,1 1-9 0,7-7-7 16,12-4 1-16,12-1-16 0,5 0 2 15,-5 4-3-15,-1 11 0 0,-11 2-1 16,4 4 0-16,-2 4 1 0,5 0 0 15,-3 2 2-15,0 5 1 0,-2-1-3 16,0 3-13-16,-2 4-3 0,-4 1 15 16,0 3-12-16,-4 2-3 0,0 3 14 15,-13 1-11-15,-6 2 0 0,-8 2 9 16,2 3-9-16,-2 2 10 0,7 3-13 16,1 4 16-16,-4 0-3 0,0 5-9 15,-4 0 11-15,-9 4 0 0,7-1 1 16,-4 4 0-16,-8-1-13 0,3 2 13 15,-5 0 0-15,-1 3-3 0,-6 1 3 16,-4 0 13-16,-2 0 0 16,0 4 4-16,-8 2-14 0,-4 0 16 15,-1 2-2-15,-5 1-17 0,3 1-3 16,-10 1 2-16,-4 9-12 0,-6 8 11 16,-8 11-17-16,1 4-17 0,-1-6-6 15,8-14 19-15,12-16 4 0,0-6 17 16,3-4 1-16,-3 7 1 0,-4 5 2 15,-6 4-2-15,0 0-2 0,-2 0-11 16,2-1-30-16,-4-1 14 0,-3-3 3 16,5-3-16-16,-4-3 13 15,0-1 9-15,1-4 20 0,-1 0 13 0,-4-6 0 16,3 4-13-16,-1-6-15 16,4 2 15-16,-2-4 0 0,-1-1 0 15,5-3 13-15,2-1-12 0,0-3 25 16,2-1 7-16,6-1-1 0,-2-2-12 15,3-1-18-15,-1 1-2 0,4-2-17 16,-2 1 14-16,9-2-23 0,-5 1-52 16,9-1-81-16,-2-1-52 0,1-1-144 15,7-1-141-15,-2 0-73 0</inkml:trace>
  <inkml:trace contextRef="#ctx0" brushRef="#br0" timeOffset="177586.75">16301 9636 728 0,'0'0'300'15,"0"0"-170"-15,0 0-81 0,0 0-49 16,0 0 1-16,0 0 38 0,0 0 3 16,2 8-16-16,-2-5-3 0,0-1-10 15,0-1 20-15,0 2 9 16,0 1-6-16,0-1-7 0,-2-1 17 16,0 4-4-16,-2-2 23 0,2 2-10 15,0 2 10-15,-2-1 16 0,-2 3-3 16,-3-1 10-16,5 3 0 0,-2 1-14 15,2 1-16-15,2 3-15 0,-4-1-14 16,1 6 3-16,-3-2-9 0,4 7-7 16,-4 3-3-16,0 5-13 0,-5 4-12 15,3 12 12-15,-7 17 18 0,-1 16-18 16,-1 9 0-16,3-1 0 0,5-6 0 16,3-8 0-16,6 0-3 15,2-2 0-15,4-2-23 0,8 1-19 16,1-2-17-16,7-1-67 0,-3 4 125 15,4 2 2-15,-5 3-21 0,7 5-161 16,0 0 135-16,-7 0 0 0,7-2-6 16,0-4-4-16,-3-5 1 0,3-6 25 15,2-8-15-15,-6-9 28 0,-1-12-3 16,-8-10 23-16,7-5 17 0,-3 6-17 16,11 3-2-16,-2 1 1 0,2 0-31 15,2-5-20-15,2-3-20 0,0-4-22 16,0-4 16-16,-3-4 6 0,1-3-26 15,2-3-35-15,-4-2-102 0,2-4-6 16,-9-3-30-16</inkml:trace>
  <inkml:trace contextRef="#ctx0" brushRef="#br0" timeOffset="178732.63">16692 12189 63 0,'0'0'91'0,"0"0"-91"0,0 0 659 16,-50-2-496-16,34-5-66 0,-3-3-31 15,1-3-47-15,-1-3 56 0,5-3-29 16,-1-6-7-16,1 0 0 0,-1-3 9 15,-3-4-2-15,5-1-7 0,-5-3-6 16,3-4 32-16,-6-2 9 0,7-3 4 16,-5 1-45-16,-3-3 6 0,5-8 0 15,-8-9-38-15,0-14 1 0,5-1 11 16,-3 4 36-16,4 5-20 0,1 12 29 16,-3-1-38-16,3 4 12 0,-5 1 4 15,6 0-4-15,-3 2-2 0,1-1 31 16,5 0-12-16,3-2 3 15,-1-3-33-15,6 1 7 0,-1-6-10 16,5 4-14-16,-2-3-2 0,4 1-14 16,0 3-5-16,0 2 6 0,0 8 12 15,4 9-3-15,-2 9 4 0,-2 1 2 16,5-5 0-16,-1-2-1 0,2-3 18 16,6 0-17-16,1 3 2 0,1 3-4 15,5-1-1-15,-1 1-2 0,1 2 1 16,4 1 1-16,-7 0-1 0,7 4 2 15,0-1 0-15,-9 7 1 0,7-2 2 16,-7 4 23-16,5 0-24 16,-3 1-2-16,3-1-1 0,-2 1-12 15,5 2 11-15,3-2-11 0,-6 1-9 16,3 0-4-16,1 3 22 0,-6 0-17 16,-1 2 21-16,-5 3 0 0,-1 2-21 15,-2 0 21-15,-2 2 23 0,-3 2 3 16,-1 0-13-16,-2 1 6 0,2 1 7 15,-2-2 16-15,0 2 13 0,0 0 16 16,0 0-13-16,0-2-6 0,0 2-13 16,0 0 2-16,0 0 1 0,-2 0-13 15,2 0-13-15,-2-2 0 0,2 2-16 16,0 0-1-16,-3 0-21 0,1 2 3 16,0 5 15-16,-2 0 4 0,-6 6 12 15,4 4 23-15,-9 6-6 0,-1 4-16 16,-1 4-9-16,-6 5 12 0,3 0-14 15,-1 3 0-15,0 2-2 0,-3 2 3 16,3 1-2-16,-4 1-1 16,2 3-2-16,-6 5-1 0,5 9 0 0,-10 9-10 15,3-1 13-15,0-3-1 16,5-7 0-16,1-6-2 0,4 0 1 16,-2 0-11-16,3 1 12 0,7-4-18 15,3-7 18-15,2-7-18 0,4-7 3 16,2-2 13-16,2 2-29 0,0 5 16 15,0 4 0-15,2-2 0 0,4-5 0 16,4 3 3-16,-4-2 10 0,3 0-16 16,-1 0 15-16,6 1 3 0,-5-1-12 15,-1 0 12-15,2 3-1 0,1-1 2 16,-5 3 0-16,2 0 0 0,6 1 1 16,-5-2 1-16,5 3-2 15,1-1 2-15,-3-2 0 0,7-1-4 0,-5 0-21 16,7-6 23-16,-3 2-2 15,1-4-2-15,0-1-15 0,-5-2 3 16,7-3 5-16,-9 0 11 0,5-1 3 16,-1 0-2-16,-5-2 1 0,5-2-2 0,-3 0 2 15,1-3 0-15,-6 1 1 16,3 0 13-16,-1-3-15 0,-2-1 1 16,-2 0 2-16,-1-1-2 0,1-2 0 15,2 0 0-15,-4-2-2 0,0-1 3 16,-2 0-1-16,0-2 1 0,-2 1 0 15,2-3-1-15,-2 1-2 0,0 1-3 16,3-2-36-16,-3 1-29 0,0 0-61 16,2 2-85-16,4-2-100 15,-4-2-223-15,12 0-166 0</inkml:trace>
  <inkml:trace contextRef="#ctx0" brushRef="#br0" timeOffset="185875.52">19458 11921 24 0,'0'0'241'0,"0"0"-120"0,0 0-20 16,0 0 49-16,0 0 26 0,0 0-52 15,0 0 6-15,8 0 13 0,-4 0 23 16,-2 0-55-16,0 0 360 0,-2 0-98 16,0 1-131-16,0 0-90 0,0 0-46 15,0 0-7-15,0 0-28 0,-2-1-23 16,2 2-48-16,0 0-3 0,0-2-39 16,0 1 30-16,2 1 12 0,2-2 4 15,-4 1 8-15,9 0 4 0,-5-1 0 16,2 0 13-16,0 0-3 15,0 0 0-15,1 0-1 0,1 0 1 0,-2-1-10 16,2 0 0-16,-1 1 3 16,3-3 0-16,0 1 3 0,1 0-9 15,1 0-11-15,3 1 24 0,1-1-4 16,1 0-6-16,1-1 3 0,1 2 0 16,4-2 3-16,-1 1 1 0,3 0 2 15,0 2 1-15,2-4-1 0,2 3 0 16,-2-2-6-16,1 1 10 0,1 0-4 15,5-1-9-15,-1 0-13 0,-2 0 0 16,2 0 0-16,2 0-3 0,-2-2 4 16,4 1-2-16,2 1 10 0,1 0 1 15,-3 1-11-15,4 0 1 0,-4 1 13 16,3-1-3-16,-1 1-11 0,0 0 11 16,0 0-1-16,3 1 1 0,-5-1-10 15,4-1 16-15,1 2 6 16,-3 0-9-16,0 0-4 0,-2 0-10 15,3 0 11-15,-3 0-10 0,-2 0 10 16,2 0-11-16,1 0 1 0,1 2 13 16,-4-2-13-16,2 1 0 0,0-1-1 15,1 1 1-15,-1-1 0 0,-2 0 1 16,0 0-1-16,2-1 0 0,0-2 10 16,1 1-13-16,-1 0 1 0,-4 0-1 15,0 2 0-15,-4 0 1 0,2 0-1 16,0 0-1-16,-2 0 0 0,-2 0-1 15,4 2 1-15,-4 0 0 0,0 0 1 16,-5 1 0-16,1-1 0 0,-2-1-1 16,1 2 0-16,-3-1-1 15,2-1 0-15,-5 2 1 0,1-2 1 16,-3 1-2-16,1-1-1 0,-3 1 0 0,-4-1-19 16,1 0-10-16,-3-1 4 15,2 0 6-15,-6 0 0 0,0 0 0 16,0 0 3-16,0 0 3 0,-2 2 3 15,0-2-9-15,0 0-13 0,0 0-6 16,0 0-25-16,0 0-7 0,0 0-20 16,0 2-34-16,0 1-30 0,0 0-26 15,-2 1-74-15,-2 3-183 0,0-1-340 16,-12 5-588-16,42-47 1331 0</inkml:trace>
  <inkml:trace contextRef="#ctx0" brushRef="#br0" timeOffset="186787.67">19543 12095 197 0,'0'0'296'0,"0"0"-84"16,0 0-134-16,0 0 10 0,0 0-19 15,0 0-4-15,0 0 3 0,0 0 7 16,0 0 33-16,0 0 276 0,14-19-108 16,-12 19-7-16,-2 0-36 0,0 0-52 15,0 0-59-15,2 0-64 0,0 0-38 16,2 0 18-16,3-1 14 0,1-2-4 16,4 0-7-16,1 0-12 0,3-1-3 15,1 0-13-15,3-2 0 16,1 1 3-16,6-1 0 0,-4 2-13 0,6 0 23 15,0 2-4-15,2-1-6 16,0-2-3-16,4 4 3 0,2 0-13 16,2 0 13-16,0 0-13 0,5 0 19 15,1 1-3-15,1-2 7 0,1 2-4 16,9-1 7-16,-8 0-7 0,1 1 7 16,7-2 3-16,4-1-4 0,12 2-12 15,1-3 10-15,-5 1-7 0,-6 0 9 16,-8-1-9-16,2 1-6 0,-1-1 3 15,3 0 0-15,0 0 3 0,0 0 0 16,-2-2-4-16,4 3-11 0,-4-2 18 16,1 2-19-16,-3-1 10 0,2 1-12 15,-13 0-1-15,-1 2 0 0,-13 1-1 16,0 0 1-16,6 0 0 0,6 0-1 16,3 0-1-16,-1 0 1 0,-6 0-1 15,0 0 1-15,-4 0 0 16,-4 0-2-16,-4 0 2 0,-4 0-1 15,-3 1 1-15,-3 0-12 0,-5 0-3 16,-1 0-9-16,-3-1-7 0,-4 0-6 16,0 2 13-16,0-2 6 0,-2 0 19 15,0 1 3-15,0 0 7 0,0-1-10 16,0 1-61-16,0 1-34 0,0-2-29 16,-2 3-39-16,0 1-46 0,-4 2-78 15,1 1-211-15,3-2-327 0</inkml:trace>
  <inkml:trace contextRef="#ctx0" brushRef="#br0" timeOffset="188052.54">19429 12470 171 0,'0'0'355'16,"0"0"-65"-16,0 0-94 0,0 0-89 15,0 0-26-15,0 0-2 0,0 0-18 16,0 0 4-16,0 0 127 0,0 0 29 15,-4 21-110-15,6-21-20 0,0 0 19 16,-2 0 0-16,4 0 0 0,0 0 10 16,2-2-27-16,-4-4-18 0,9 1-8 15,-3-4-15-15,2-2 6 0,3-3 16 16,1-2-13-16,3-1 3 16,1-3-13-16,3 0-3 0,-2-4-6 15,3 2-17-15,1-3-22 0,0 0 10 16,6-2-12-16,2 0 15 0,-4 1-3 15,6 1-10-15,-2 0 16 0,-2 2-3 16,-2 4 0-16,-3 3 7 0,-3 4 2 16,-4 1 10-16,-3 5 19 0,-4 2 0 15,-1 2-3-15,-3 2-3 0,-4 0-1 16,0 0-6-16,0 0 0 0,-2 0-6 16,0 6 0-16,0 1 2 0,0 4-8 15,0 2-7-15,0 2-19 0,0 3 13 16,0 1-14-16,0 1-1 0,0-3-1 15,0 0 0-15,0-3-2 0,4 3-11 16,-2-3 10-16,2-2-13 0,1 1-3 16,-3 0-15-16,2 0-1 15,-2 0 7-15,2 2-10 0,-2-3 16 16,0-2-57-16,0-1-58 0,-2-3 4 16,0 0-11-16,0-3-3 0,0 0-14 15,-2-2-38-15,2 1-72 0,0-2-102 16,-2 0-157-16,2 0-209 0,-2-6-17 0</inkml:trace>
  <inkml:trace contextRef="#ctx0" brushRef="#br0" timeOffset="188629.97">20012 12050 236 0,'0'0'414'0,"0"0"-88"0,0 0-33 16,0 0-23-16,0 0-43 16,0 0-71-16,0 0-36 0,0 0-19 15,0 0-10-15,0 0-14 0,-39-4 7 16,34 4-19-16,-1 1 6 0,2 3 0 15,-4-1 10-15,0 3-4 0,1 2-6 16,-3 1 0-16,2 3-11 0,-3-2-5 16,1 5-7-16,0-1 10 0,-3 3-10 15,-1 0-10-15,1 2-9 16,1 0 3-16,0 1 9 0,-1 0 7 0,-1 2 3 16,1 1-7-16,1 0 4 0,0 0-1 15,-3 0-5-15,7 2-8 16,-3-1-5-16,1-1-26 0,4-2 13 0,-2-2-3 15,4 0 2-15,-1-1-2 16,3-3 9-16,0 0 6 0,2 2-9 16,0-2-3-16,0 2 9 0,4-2-12 15,1 0-10-15,-3 0 10 0,4-1-10 16,0 3-2-16,-2-4 2 0,2-1-1 16,1-1 11-16,-3-1-10 0,4 1-1 15,-4-3 1-15,0 2 13 0,2-2-4 16,1-1-10-16,-5-1 1 0,0 0 0 15,2-1 9-15,-2 0-10 0,0 0 0 16,0-2-1-16,0 0 0 0,-2-1-1 16,0 0-50-16,4 2-73 0,0-3-82 15,1-1-88-15,1 0-104 16,0 0-174-16,2-1-596 0</inkml:trace>
  <inkml:trace contextRef="#ctx0" brushRef="#br0" timeOffset="193110.59">20326 12743 1 0,'0'0'39'16,"0"0"26"-16,0 0-25 0,0 0 25 15,0 0-46-15,0 0 516 0,-2 9-255 16,0-8-55-16,2-1-4 0,0 1-23 16,-2 1-42-16,2-2-26 0,0 2-3 15,-2-2-1-15,2 1-13 0,0 0-6 16,-2 0 0-16,2-1-27 16,-2 1-6-16,2 1-3 0,-2-2 3 0,-1 0 10 15,3 1 12-15,0 0-6 0,0-1 22 16,0 0-17-16,0 0-25 15,0 0-22-15,0 0-16 0,0 0-10 16,0 0-9-16,0 0-13 0,0-2 0 16,5 0 1-16,-1-2 18 0,2 0-16 15,0-2 10-15,2 2-10 0,1-4-1 16,1 1 0-16,0 0 17 0,1-1 19 16,-1 0-3-16,2 0-7 0,-3 0 4 15,3 1 15-15,-2-2-3 0,1 1-9 16,-1 1 3-16,-2-2-4 15,3 3 1-15,-5-2-10 0,0 3-3 16,0 1-4-16,-4 1 8 0,2 0 12 16,-4 3 6-16,3 0 15 0,-3 0 25 15,0 0 25-15,0 0-32 0,0 0-15 16,0 0-22-16,0 0-15 0,0 0-3 16,0 0-4-16,0 0-2 0,0 0 2 15,-3 0 7-15,1 3-7 0,0 3 1 16,-2-1 2-16,0 6 1 0,0 1-19 15,-2 2 18-15,0 3-5 0,-3 5 2 16,3 0-3-16,-2 3 7 0,2 0-1 16,-3 2 4-16,3 2 6 0,0-2-10 15,2 1 0-15,-2 0 1 0,4 0-4 16,-3-1-3-16,3-2-2 0,0 0-10 16,0-2 0-16,2-2-1 0,0-1 0 15,0-3 0-15,0-3 0 0,0-1-2 16,0-2 0-16,0-3-12 0,0-2-13 15,0-1-24-15,0-1-36 16,0-2-38-16,2-2-53 0,0 0-31 16,5-3-42-16,-3-6-135 0,2 3-313 15,0-8-755-15</inkml:trace>
  <inkml:trace contextRef="#ctx0" brushRef="#br0" timeOffset="193684.8">20828 12697 154 0,'0'0'1547'0,"0"0"-1027"0,0 0-68 16,0 0-73-16,0 0-37 0,0 0-120 15,0 0-127-15,0 0-23 0,0 0 16 16,0 0 3-16,2 1 14 0,7-1 4 15,1 0 0-15,0 0-13 0,1 0-12 16,3 0-22-16,3 0-19 0,-1 0-18 16,5 2-10-16,-3-2-2 0,7 2-12 15,-4-2-1-15,0 0-13 0,-1 0-2 16,1-2-38-16,-5-1-24 0,-1 3-22 16,-5-3-28-16,1 2-14 0,-5-2-26 15,0 2-72-15,-4-2-142 0,0 0-41 16,0-2-123-16,-2 1-493 0,0-4-269 0</inkml:trace>
  <inkml:trace contextRef="#ctx0" brushRef="#br0" timeOffset="193978.55">21016 12552 448 0,'0'0'1829'16,"0"0"-1313"-16,0 0-109 0,0 0-136 15,0 0-103-15,0 0-23 0,0 57-22 16,2-36-7-16,1 5-15 0,-3 2-14 16,0 7-6-16,0 2-9 0,-5 2-7 15,-3 1-3-15,0 1 0 0,-5-2-7 16,3-1-9-16,0-1-9 0,-5 0-6 16,3-5-16-16,2-2 4 0,-1-3-17 15,5-4-1-15,-2-4-1 0,8-4-22 16,-2-2-24-16,2-5-46 0,2-2-38 15,4-4-34-15,2-2-32 0,1-2-47 16,-1-7-88-16,2-2-115 0,-2-4-162 16,1 3-597-16</inkml:trace>
  <inkml:trace contextRef="#ctx0" brushRef="#br0" timeOffset="194355.91">20977 12784 723 0,'0'0'13'0,"0"0"1471"0,0 0-1032 16,0 0-79-16,0 0-73 0,0 0-90 16,-52 28-77-16,44-18-39 0,-4 3-6 15,4-1-12-15,-3-1-20 0,1-1-12 16,2 0-18-16,-1-2-24 0,3-5-2 16,2 2-3-16,4-3-23 0,0-2-34 15,0 0-100-15,2-1 12 16,4-5 41-16,5-2 15 0,1-2 3 15,0-2-4-15,3 0 20 0,-1 0 31 16,3-1 23-16,-3 2 19 0,3 2 16 16,-5 1 13-16,1 3 19 0,-3-2 70 15,-2 3 34-15,-2 2-13 0,1 2-15 16,-1 0-30-16,-4 1-6 0,2 5 7 16,0 5 17-16,0 1 31 0,-2 2-3 15,0 3-41-15,-2-1-38 0,0 0-23 16,0-1-23-16,0-2-14 0,3-1-1 15,-3-3-3-15,2-1-25 0,0-1-68 16,2-4-68-16,0-2-41 0,2-1-59 16,4-6-155-16,3-7-134 0,-5 4-237 15,9-9-797-15</inkml:trace>
  <inkml:trace contextRef="#ctx0" brushRef="#br0" timeOffset="194971.91">21351 12539 723 0,'0'0'312'0,"0"0"834"0,0 0-771 15,0 0-56-15,0 0-60 0,0 0-57 16,0 0 67-16,0 0-67 0,0 0-154 16,0 0 200-16,-2 6-117 0,-8 7-40 15,-5 1-36-15,-1 1-24 0,-3 7-6 16,-1-4-3-16,1 1-4 0,0 1 7 15,3-3-9-15,-1-3-4 0,7-2 0 16,2-2-12-16,4-2 0 0,2-2-24 16,2-2-26-16,2 0-3 0,4-2 13 15,2-1-6-15,4-1-26 0,1-1-6 16,3-6 31-16,1 0 26 16,-3 0 2-16,3-1 18 0,-3 0 1 0,-1 2 1 15,-3-3 11-15,-2 3 7 16,-1 1 9-16,-3 2 0 0,-4 0 31 0,0 1 53 15,0 2 12-15,0 0-40 16,0 0-26-16,-9 0-24 0,1 2-21 16,2 5-13-16,-8 5-28 0,1 1 9 15,1 2 16-15,-3 1 1 0,1 1 2 16,1-1 1-16,-1-1 1 0,4-2 1 16,1-2 13-16,3-2-13 0,0-3-3 15,6-2-21-15,0 0-31 0,0-3-1 16,6-1 10-16,4 0 18 15,1 0 10-15,5-2 13 0,1-3 1 0,-1-2-1 16,3-1 2-16,-2 1 2 16,-3 0 1-16,-2 3 0 0,-1 0 9 15,-7 0 10-15,-2 3 0 0,0 1 49 16,-2 0 67-16,0 0-2 0,0 0 53 16,-2 1-94-16,-4 4-70 0,6-1-25 15,-6-1-16-15,1 3 4 0,1-2-6 16,2-1-13-16,2 1-9 0,0-2-24 15,0 2-37-15,0-2-46 0,2 0-35 16,4-1-60-16,3-1-143 0,1 0-175 16,-4-1-171-16,11-7-571 0</inkml:trace>
  <inkml:trace contextRef="#ctx0" brushRef="#br0" timeOffset="195435.1">21614 12590 1634 0,'0'0'552'0,"0"0"52"0,0 0-162 16,0 0-165-16,0 0-93 15,0 0-45-15,-56 17-48 0,44-9-41 16,-1 4-22-16,1-2-9 0,-1 6-7 16,1-1-8-16,-2 0 11 0,-1-1-11 15,5-2 12-15,-1 0 6 0,-1-2 9 16,6-1 0-16,2-3-6 0,-3 0-3 15,7-2-22-15,0-2-21 0,0 0-25 16,7 0 24-16,-1 0 11 0,6-2 11 16,1 0 19-16,1 0 12 0,5-3-9 15,-3 0-3-15,1-1-4 0,-5 1 4 16,1 0-3-16,-5 2 5 0,0 1 7 16,-4 0 10-16,-4 0 8 0,0 0 26 15,0 0 122-15,0 0-3 0,0 0-63 16,0 0-42-16,0 0-28 0,0 4-30 15,0-2-28-15,-4 3-2 0,2 2 0 16,-2 0 2-16,-2-1-1 0,4 1 0 16,0 1 0-16,0-3-2 15,-1 0-9-15,3 0-3 0,0-3 0 16,0 2-13-16,0-2-6 0,0 0-5 16,3-1-59-16,-1-1-50 0,0 0-46 15,2 0-23-15,0 0-95 0,0 0-142 16,-2-1-162-16,-2-1-181 0,0 2-561 0</inkml:trace>
  <inkml:trace contextRef="#ctx0" brushRef="#br0" timeOffset="195864.23">21169 12911 1012 0,'0'0'485'0,"0"0"638"0,0 0-823 15,0 0-159-15,0 0 130 0,0 0 34 16,0 0-65-16,0 0-77 0,56 15-47 16,-39-13-16-16,1 0-10 0,3-1 3 15,0 0-25-15,-1-1-21 0,3 0-26 16,0 0-20-16,2-2-1 0,-3-2-1 16,3 0-57-16,-2-2-51 0,-2 1-15 15,-3 0-35-15,-1-2-20 0,-3 1 6 16,-1 0-33-16,-5 2-6 0,0-3-18 15,-4 1-11-15,-4 0 13 0,0 0 15 16,0 1-20-16,-6-1-69 0,-4 0-68 16,1 1 18-16,1 2 46 0,-2-1-56 15,2 3 43-15,-1 1 319 16,3 0 16-16,0 0 431 0,0 4 22 16,2 3 61-16,-1-2-156 0,5 4-83 15,-2-1-29-15,2 2-30 0,0 0-23 16,0 0-46-16,2 0-29 0,3 0-39 15,-1-3-47-15,4 0-48 0,-2 0-1 16,2-3-28-16,1-3-60 0,-1-1-112 16,-2 0-65-16,2-3-127 0,-3 1-284 15,-1-8-569-15</inkml:trace>
  <inkml:trace contextRef="#ctx0" brushRef="#br0" timeOffset="196173.2">21453 12601 913 0,'0'0'75'15,"0"0"1267"-15,0 0-1006 0,0 0 7 16,0 0-51-16,0 0-89 0,0 0-57 16,0 0-17-16,0 0 94 0,0 0-19 15,-2 32-51-15,2-7-29 16,0 1-26-16,0 6-5 0,-5 5-19 15,-1 0-16-15,0 1-15 0,-2 0-18 16,-1-1-4-16,3-1-3 0,-2-4-5 16,6-1-1-16,-2-3-12 0,4 0 0 15,0-2-2-15,0-2-23 0,4-3-45 16,4 0-28-16,0-3-26 16,1-2-24-16,-1-3-38 0,2-1-1 0,1-2-106 15,1-3-159-15,-4-3-144 16,3-4-115-16,-3 0-420 0</inkml:trace>
  <inkml:trace contextRef="#ctx0" brushRef="#br0" timeOffset="196429.22">21566 12999 704 0,'0'0'267'16,"0"0"540"-16,0 0-278 0,0 0-196 15,0 0-69-15,0 0-24 0,0 0 91 16,0 0-77-16,-18 65-87 0,9-40-42 16,3 0-15-16,-6 1-13 0,1-1-13 15,1 0-19-15,-2-1-43 0,1-2-19 16,1-5-1-16,-2 2-2 16,3-5-2-16,-1-3-54 0,4 1-62 15,0-5-44-15,-1-2-40 0,5-3-60 16,0-2-151-16,2 0-252 0,-2-8-752 0</inkml:trace>
  <inkml:trace contextRef="#ctx0" brushRef="#br0" timeOffset="196652.15">21326 12943 444 0,'0'0'450'15,"0"0"670"-15,0 0-699 0,0 0-140 16,0 0-24-16,-51 4-62 0,40 7-57 15,-1 2-49-15,2 3-22 0,-1 2-20 16,-1-2-15-16,-2 2-13 0,1-4-16 16,3-1-3-16,-3-1-28 0,7-1-90 15,0-6-79-15,2-1-59 0,4 0-34 16,0-3-123-16,0-1-230 16,0 0 34-16,6-5 49 0,0 1 111 15</inkml:trace>
  <inkml:trace contextRef="#ctx0" brushRef="#br0" timeOffset="196799.16">21192 13055 275 0,'0'0'538'15,"0"0"6"-15,0 0-11 0,0 0-115 16,0 0-75-16,0 0-32 0,0 0-32 16,0 0-43-16,0 0-78 0,0 0-79 15,10 1-13-15,-5 9 3 0,-1 2-24 16,2 1-27-16,2 0-18 0,3 1-3 16,-3-2-35-16,4-2-78 0,1-3-96 15,1-3-183-15,-2-2-303 16,7-2-742-16</inkml:trace>
  <inkml:trace contextRef="#ctx0" brushRef="#br0" timeOffset="197431.29">21971 12521 1038 0,'0'0'61'16,"0"0"1272"-16,0 0-850 0,0 0-105 15,0 0-54-15,0 0-81 0,0 0-83 16,0 0-43-16,0 0-43 0,0 0-17 16,-55 24-26-16,42-5-19 0,-5 4-12 15,-1 4 1-15,-4 0 0 0,5 4 1 16,-3-1-1-16,4-4 1 0,3-2 0 15,2-4 1-15,1 1 1 0,5-6-1 16,2-1-3-16,4-3-2 16,0 0-20-16,4-2 0 0,6-3 10 0,5-1-1 15,1-5 11-15,7 0 1 0,0-3 1 16,4-5-1-16,0-4 1 0,-3 0-1 16,1 1 1-16,-4-1 2 0,-3-1 14 15,-3 1 6-15,-5 1-1 0,-4 2 10 16,-3 2 41-16,-3 1 54 15,0 3 102-15,0 1-71 0,0 0-44 16,-5 2-37-16,3 0-30 0,0 9-46 0,-4 1 0 16,2 6-12-16,0 4 11 15,-2-1 0-15,1 2 0 0,3-2-2 16,2-2-10-16,0 0-2 0,0-3-18 16,0-3-50-16,0-3-33 0,0 2-56 15,0-5-35-15,0-2-69 0,0-2-163 16,0-1-254-16,0 0-360 0,0 0-375 0</inkml:trace>
  <inkml:trace contextRef="#ctx0" brushRef="#br0" timeOffset="197651.48">21823 12871 715 0,'0'0'1533'0,"0"0"-1017"15,0 0-92-15,0 0-74 0,-44 55-135 16,36-31-70-16,2 3-26 0,-5 1-6 15,3 4-7-15,2 0-12 0,-2-1-4 16,-1-3-22-16,1-4-25 0,4-3-18 16,-2-3-25-16,2-2-18 0,2-4-10 15,2-3-58-15,0-1-91 0,0-5-68 16,2-3-69-16,4 0-147 0,0-3-97 16,4-5-112-16,-1 0-420 0</inkml:trace>
  <inkml:trace contextRef="#ctx0" brushRef="#br0" timeOffset="197906.48">21773 13039 304 0,'0'0'411'16,"0"0"566"-16,0 0-503 0,2-59-83 16,0 44-30-16,2 5-57 15,0 1-65-15,3 3-78 0,-1 2-66 0,0 0-26 16,0 2 13-16,2 2-3 0,1 0 5 16,-5 0 8-16,4 4 11 15,-2 2 18-15,1 5 0 0,-1 3 6 16,-4 8-13-16,-2 0-10 0,0 5-30 15,0 1-16-15,-2 2-21 16,-4-1-16-16,1-1-18 0,1-2-1 0,-2-4-2 16,2-2-33-16,2-3-19 0,-2-4-31 15,4-3-25-15,0-1-40 0,0-5-15 16,0 1-17-16,0-4-68 0,0-1-136 16,0 0-139-16,0-1-75 0,0-2-102 15,-2-7-546-15</inkml:trace>
  <inkml:trace contextRef="#ctx0" brushRef="#br0" timeOffset="198268.57">21750 13039 826 0,'0'0'65'0,"0"0"1380"16,0 0-926-16,0 0-99 0,0 0-140 0,0 0-163 16,0 0-38-16,0 0 44 15,0 0 15-15,0 0 10 0,19 8-30 16,-13-2-31-16,0 0-22 0,0-1-31 15,1 0-22-15,-3 1-9 0,-4-3-3 16,4 0 0-16,-4-1-22 0,0 0-18 16,0 0 18-16,-2 1 3 0,0 0-58 15,-6 0-4-15,-1 1-7 0,5-1 9 16,-2-1 10-16,0 1 32 0,2-1 21 16,2 2 15-16,-3-3 1 15,5 0 47-15,0 2 42 0,0 0-5 16,0 1-15-16,0-2-4 0,2 2-9 15,3-1-6-15,3 1-19 0,0 1-19 16,2-2-11-16,5-2-1 0,1-1-15 16,1 0-29-16,2-1-86 0,-3-5-51 15,1-1-46-15,-1-1-73 0,1-3-111 16,-3 0-84-16,-1 3-155 0,3-5-493 0</inkml:trace>
  <inkml:trace contextRef="#ctx0" brushRef="#br0" timeOffset="198765.5">22112 12844 1338 0,'0'0'1253'0,"0"0"-697"0,0 0-25 0,0 0-121 16,0 0-195-16,0 0-162 15,0 0 2-15,0 0 26 0,0 0-16 0,0 0-19 16,43 8-18-16,-26-7-13 15,-3 2-15-15,3-1 0 0,-3-1 0 16,-1 1-2-16,1-1-10 0,-3 1-1 16,-1-2 11-16,-4 0-16 0,-2 2-1 15,-2-2 7-15,2 0-6 0,-4 0-7 16,0 0 3-16,0 0 10 0,0 0-16 16,0-2-43-16,-2 0-75 0,-2-2 18 15,0-2 17-15,0 0 24 0,-2 0 11 16,-2-1-3-16,-3 2 16 0,3-1 25 15,-2 2 38-15,-1 0 2 0,3 2 36 16,0 2 31-16,-5 0 13 0,3 2 3 16,2 4-1-16,-3 2-11 0,1 3-10 15,4 3 8-15,-2-1 4 0,-1 7-13 16,3-3-12-16,0 1-4 0,2 1 4 16,2-4 8-16,0 1-2 0,2-3-4 15,0-1 0-15,0 0-3 16,4-4-9-16,2 3-12 0,4-4-10 15,-1 0-2-15,1-1-15 0,4 0 1 16,-1-4-2-16,-1-1-12 0,5 1-1 16,-5-2-42-16,3 0-65 0,-1 0-43 15,-2-3-29-15,1 1-36 0,-5-1-83 16,-2 0-180-16,-2-3-180 0,1 5-582 16</inkml:trace>
  <inkml:trace contextRef="#ctx0" brushRef="#br0" timeOffset="199273.01">22114 13109 788 0,'0'0'1577'0,"0"0"-981"0,0 0-231 16,0 0-29-16,0 0-115 0,0 0-83 15,0 0-37-15,56 35-26 0,-44-32-25 16,3 1-29-16,-3-2-20 0,-2 0-2 15,1 1-1-15,-3-3-23 0,-4 0-41 16,-2 0-15-16,2 0-30 0,-4 0-17 16,0 0 27-16,0 0-57 0,-4-5-125 15,0 2-40-15,-2-2-34 0,0-1-31 16,-5 0 29-16,3 1 73 0,-2-2 168 16,-1 0 118-16,-1 1 179 0,2-2 78 15,-1 2 54-15,1 2-26 0,2 0 8 16,2 1 2-16,-1-2-23 15,3 5-41-15,-2 0-29 0,2 0-38 0,0 0-44 16,0 6-61-16,0 3-21 16,-3 1-4-16,1 2 19 0,0 3 6 15,0 0 12-15,2 0 0 0,-1 1-3 16,-3-1-9-16,6-1-13 0,-2 1 13 16,0-2-1-16,4-1-9 0,0 0-9 15,0-3-9-15,0 3-7 0,6-4-5 16,0 1 5-16,3-1 1 0,1-2-7 15,0 1-3-15,3-2-12 0,-1-1 10 16,5-1 2-16,-3 0-13 0,7-2 10 16,-7 1-10-16,5 0-1 0,-1-1-1 15,3-1-3-15,-2 0-64 0,-3 0-74 16,1-3-37-16,-1-3-51 0,1-1-50 16,-1-2-190-16,-5 2-321 0,3-2-688 0</inkml:trace>
  <inkml:trace contextRef="#ctx0" brushRef="#br0" timeOffset="199463.06">22403 13361 2621 0,'0'0'1386'0,"0"0"-766"15,0 0-93-15,0 0-253 0,0 0-174 16,0 0-88-16,0 0-12 0,0 0-49 15,0 0-57-15,0 0-165 16,-33 33-223-16,40-41-823 0,1-10-1693 0</inkml:trace>
  <inkml:trace contextRef="#ctx0" brushRef="#br0" timeOffset="203065.08">22736 12857 83 0,'0'0'13'15,"0"0"430"-15,0 0 762 0,0 0-796 16,0 0 14-16,-56 1 8 0,50-1-60 16,2 0-63-16,2 0-57 0,2 0-68 15,0 0-112-15,0 0-71 0,4 0 0 16,2 0 49-16,7 0 16 0,-3 3 0 16,7 0-15-16,-1-1-10 0,7 1-6 15,-7 0-9-15,7-1-4 0,-2-2 4 16,0 0-3-16,-1 0-7 0,-5 0 13 15,-3 0-10-15,-4 0 10 0,-4 0 3 16,-1 0-7-16,-3 0 13 0,0 0 18 16,0 2 16-16,0 3-4 15,-5 3-67-15,-1 4-3 0,-6 3-43 16,1 3-52-16,-3 1 12 16,0-1 16-16,1-2 17 0,1-1 22 0,1-2 7 15,3-5 8-15,4-1 14 0,0-3 0 16,4-2-26-16,0-1-34 0,4-1 37 15,0 3 25-15,4-2 4 0,3 2 14 16,1 1-5-16,1 1-1 0,-1 1 10 16,4 1 12-16,-1 4 9 15,-1-2 12-15,3 1-11 0,-3 0-4 16,-3 0-16-16,-1 1-12 0,0-3-10 16,-5 1-2-16,1-1-13 0,0-2-54 15,2 0-72-15,1-2-63 0,-1-3-73 16,-2-1-150-16,4-4-152 0,1-3-134 15,-5 0-441-15,0-8-25 0</inkml:trace>
  <inkml:trace contextRef="#ctx0" brushRef="#br0" timeOffset="203316.87">23046 13064 226 0,'0'0'254'15,"0"0"1042"-15,0 0-706 0,0 0-122 16,0 0-90-16,0 0-91 0,0 0-53 16,0 0-30-16,0 0-2 0,-55-20-40 15,46 28-41-15,-3 2-41 0,-1 5-18 16,-5 1 0-16,3 2-7 0,-5 4 0 15,1-2 4-15,3 3-28 0,-1-2 5 16,5 3 4-16,-1-2-6 0,3 0-10 16,6-1-5-16,0-2 2 0,4-3-18 15,0 0-3-15,6-1-1 0,4-3-14 16,0-2 3-16,5-1-1 16,1-3 10-16,7-2-15 0,0-1 17 0,2-3-11 15,2-2-56-15,0-7-61 16,4-3-74-16,-5-3-70 0,1-4-182 15,-4 4-549-15,8-7-672 0</inkml:trace>
  <inkml:trace contextRef="#ctx0" brushRef="#br0" timeOffset="203814.89">23656 12760 151 0,'0'0'1850'0,"0"0"-1245"0,0 0-100 16,0 0-50-16,0 0-83 0,0 0-55 16,0 0-72-16,-54 36-57 0,46-21-62 15,-2 7-34-15,-3 6-24 0,3 5-20 16,0 7-11-16,-3 10-3 0,3-3-4 16,2 3-8-16,-3-1-10 15,7-7 3-15,-2 4-14 0,4-5 1 16,2-3 8-16,2-3 2 0,6-5-9 15,3-3 10-15,-1-6-11 0,4-4-1 16,3-3 0-16,0-1 2 0,1-5 0 16,5-4-3-16,-5-4 0 0,5 0-1 15,-2-5 0-15,0-6-2 0,-1-3-34 16,-3-3-24-16,-1-5-15 0,-3 0-37 16,-3-1-10-16,0-1-18 0,-6-1-7 15,-1 0-16-15,-3-2-39 0,0 0-86 16,-5-1-154-16,-1 1-168 0,-4 5-412 15,-7-6-580-15</inkml:trace>
  <inkml:trace contextRef="#ctx0" brushRef="#br0" timeOffset="204033.26">23325 12953 1285 0,'0'0'1715'16,"0"0"-1170"-16,0 0-264 0,0 0 31 15,0 0-17-15,64 18-26 0,-43-18-61 16,2 0-73-16,2-2-50 0,2-2-27 16,-5 0-33-16,1-2-25 0,0 1 0 15,-7 1-2-15,1-1-105 0,-5 4-58 16,-1 1-38-16,-3 0-52 0,-6 1-81 16,-2 5-165-16,0 0-235 0,-8 6-719 0</inkml:trace>
  <inkml:trace contextRef="#ctx0" brushRef="#br0" timeOffset="204193.73">23352 13139 1816 0,'0'0'1176'0,"0"0"-655"0,0 0-199 0,0 0-92 16,0 0-24-16,0 0-57 16,48 27-75-16,-25-27-31 0,-1 0-24 15,3 0-16-15,2-5-3 0,2-1-21 16,0-1-115-16,-4 0-128 0,4 0-111 15,-5 1-308-15,-3 3-618 0</inkml:trace>
  <inkml:trace contextRef="#ctx0" brushRef="#br0" timeOffset="204560.41">23917 13160 738 0,'0'0'1'16,"0"0"1320"-16,0 0-846 0,0 0-27 15,53 4-49-15,-36-4-113 0,-3 2-56 16,3 1-29-16,-5 0-23 0,5 1-17 15,-7-1-12-15,0 2-14 0,-1 0-18 16,-3 0 2-16,-2 2 22 0,-2 1 8 16,-2 3-18-16,0 2-43 0,-2 1-39 15,-8 0-28-15,1 3-19 0,-1-4-2 16,2-1-1-16,-2 0-11 0,1-4-37 16,3-1-30-16,2-3-42 0,0-2-47 15,-2-2-49-15,4 0-103 0,-1 0-212 16,1-4-268-16,0 0-612 15,0-3-416-15</inkml:trace>
  <inkml:trace contextRef="#ctx0" brushRef="#br0" timeOffset="204914.41">24330 12987 628 0,'0'0'1794'0,"0"0"-1153"15,0 0-185-15,0 0-241 0,0 0-83 16,0 0 44-16,0 0 31 0,0 0-33 16,68 22-44-16,-45-20-35 0,6 1-30 15,-6-2-37-15,1-1-13 16,1 0-15-16,-2 0-37 0,-6 0-105 16,1-1-80-16,-8-2-52 0,1 1-108 15,-3-2-216-15,-2 1-174 0,-4-2-563 0</inkml:trace>
  <inkml:trace contextRef="#ctx0" brushRef="#br0" timeOffset="205164.46">24518 12887 402 0,'0'0'717'0,"0"0"367"0,0 0-525 16,0 0-33-16,0 0-82 15,0 0-104-15,0 0-81 0,0 0-73 16,0 0-60-16,0 0-27 0,-49 53-7 15,44-25 15-15,1 6 15 0,2 5-9 16,-2 7-21-16,2 1-16 0,-4 1-19 16,0-3-45-16,-3-2-12 0,3-4-2 15,2-2-13-15,0-6-15 0,0-5-40 16,4-4-49-16,0-6-79 0,2-3-60 16,4-6-110-16,4-6-214 0,5-1-389 15,-7-6-204-15,4-10-450 0</inkml:trace>
  <inkml:trace contextRef="#ctx0" brushRef="#br0" timeOffset="205350.81">24518 13214 609 0,'0'0'182'16,"0"0"1090"-16,0 0-793 0,0 0-160 16,0 0-18-16,0 0-87 15,0 0-52-15,0 0-51 0,0 0-42 16,64-12-40-16,-53 7-29 0,7-1 0 15,-3 1-95-15,3 1-95 0,-3-2-65 16,-3 1-101-16,0 2-176 0,-3-1-488 16,-1 4-208-16</inkml:trace>
  <inkml:trace contextRef="#ctx0" brushRef="#br0" timeOffset="205542.78">24626 13291 252 0,'0'0'2483'16,"0"0"-1705"-16,0 0-192 0,0 0-163 15,0 0-177-15,-46 59-65 0,44-53-49 16,2 2-56-16,0-1-60 0,0-1-16 16,6 2-3-16,-2 0-9 0,5-1 0 15,3 1 11-15,-4 0-2 0,3-2-13 16,-1-1-2-16,2-2 0 0,1-2-59 16,1-1-70-16,-1-1-55 15,1-7-45-15,1-3-119 0,-3 0-427 16,7-9-846-16</inkml:trace>
  <inkml:trace contextRef="#ctx0" brushRef="#br0" timeOffset="206773.88">25122 12839 943 0,'0'0'1475'16,"0"0"-796"-16,0 0-201 0,0 0-147 15,0 0-80-15,0 0-11 0,18 69-24 16,-11-43-22-16,-3 4-41 0,2 0-46 15,2 3-30-15,0-1-35 0,-1 0-17 16,-1-2-22-16,2-4-3 0,2-2-2 16,-1-4-38-16,-5-3-15 0,4-3-58 15,0-3-55-15,3-3-54 0,-3-2-41 16,4-3-131-16,3-3-222 0,-7-1-348 16,11-11-324-16</inkml:trace>
  <inkml:trace contextRef="#ctx0" brushRef="#br0" timeOffset="207021.91">25543 12884 732 0,'0'0'173'16,"0"0"1365"-16,0 0-891 0,0 0-166 16,0 0-72-16,0 0-117 0,0 0-47 15,0 0-48-15,0 0-31 0,0 55-22 16,-2-23-28-16,-6 6-22 0,0 6-15 15,-3 3-15-15,1 0-15 0,-2-3-20 16,-1 1-29-16,5-7-40 0,-4-5 22 16,-1-4-9-16,9-4-52 0,0-3-22 15,0-8-45-15,4 0-62 16,0-4-72-16,4-6-149 0,4 0-274 16,-4-3-490-16,7-1-739 0</inkml:trace>
  <inkml:trace contextRef="#ctx0" brushRef="#br0" timeOffset="207319.88">25769 13203 122 0,'0'0'2266'0,"0"0"-1670"0,0 0 152 16,0 0-373-16,0 0-241 0,0 0-7 15,0 0 9-15,0 0-34 0,0 0-37 16,0 0-28-16,56 22-19 16,-38-20-17-16,-3-1 0 0,3 1-1 15,3-2-2-15,-3 0-75 0,7 0-173 16,-2-2-83-16,-2-2-128 0,4-1-237 15,-11 0-597-15</inkml:trace>
  <inkml:trace contextRef="#ctx0" brushRef="#br0" timeOffset="207752.87">26339 12965 1034 0,'0'0'1115'15,"0"0"-398"-15,0 0-141 0,0 0-216 16,0 0-79-16,0 0-144 0,0 0-66 15,0 0-27-15,0 0 2 0,0 0-5 16,33 7-10-16,-18-1 0 0,3-1-4 16,-1-1 7-16,2 5-6 0,1-1-3 15,-3 2-4-15,1-3-5 0,-5 3 2 16,-3 0 10-16,0 3 15 0,-5-1 52 16,-3 6 132-16,-2 1-62 0,-7 3-50 15,-3 1-39-15,-2 5-18 16,-3-1-31-16,-3 2-27 0,-1-3-3 15,2 0 2-15,-1-3-1 0,5-2-1 16,3-3-27-16,-2-4-40 0,1-3-27 16,9-3-34-16,-2-4-50 0,2-1-73 15,2-3-166-15,0 0-332 0,4-3-306 16,-2-5-135-16</inkml:trace>
  <inkml:trace contextRef="#ctx0" brushRef="#br0" timeOffset="207915.91">26459 13281 53 0,'0'0'538'0,"0"0"1441"0,0 0-1247 16,0 0-276-16,0 0-72 0,0 0-126 16,0 0-72-16,-4 56-63 0,12-45-56 15,1 2-65-15,-5-3-2 16,6-1-15-16,4 0-22 0,-3-1-98 0,3-3-60 16,1 1-54-16,-1 0-100 0,3-2-276 15,-7-1-337-15,9-2-872 0</inkml:trace>
  <inkml:trace contextRef="#ctx0" brushRef="#br0" timeOffset="208528.08">26972 12990 1251 0,'0'0'1262'0,"0"0"-629"15,0 0-295-15,0 0-189 16,0 0 28-16,0 0 5 0,0 0-37 15,0 0-49-15,62 3-27 0,-46-2-16 16,7-1-1-16,0 3-11 0,-5 2 2 16,3-2 0-16,0 2-12 0,-5 0-3 15,3 1-10-15,-5 2-17 0,1 0 12 16,-3 2-1-16,-1-2 0 0,-1 3-9 16,-2 1 16-16,-4 1 2 0,0 1 10 15,-1 3 9-15,-3 0 21 16,0-1 53-16,0 2-7 0,0 0-49 0,-3-1-18 15,3 0-25-15,-4-2 0 0,4-2-12 16,-4 2 9-16,0-3 4 16,0-1 5-16,-2 0 12 0,2 1 4 15,-3-3 2-15,3 2 1 0,-6-2 2 16,-2 0 1-16,1 0-16 0,1 1-15 16,-7-3-11-16,9 1 1 0,-9-1-1 15,3 0 0-15,2-1-1 0,-3-1 0 16,5-1 2-16,-5 0 2 0,5-1-1 15,2 0-1-15,-5-3 10 0,7 0-12 16,0 0-3-16,2 0-16 0,0 0 1 16,-3 0 0-16,1-3 0 0,4 3-3 15,-2-3-7-15,0 0-33 0,4 2-48 16,-2-3-65-16,2 1-80 0,2-5-169 16,4 1-172-16,-4 0-435 0,13-4-514 0</inkml:trace>
  <inkml:trace contextRef="#ctx0" brushRef="#br0" timeOffset="208936.44">27501 13161 1239 0,'0'0'1694'0,"0"0"-1079"0,0 0-164 16,0 0-203-16,0 0-158 0,0 0-6 16,0 0-13-16,0 0-6 15,0 0-10-15,60 22-18 0,-44-22-6 16,7 1-12-16,-2-1-18 0,-3 0-1 16,5 0-1-16,-6 0-49 0,3 0-55 15,1-1-65-15,-6-2-82 0,3 0-78 16,-5-2-241-16,-3 2-493 0,8-5-755 15</inkml:trace>
  <inkml:trace contextRef="#ctx0" brushRef="#br0" timeOffset="209376.28">28065 12725 53 0,'0'0'1703'15,"0"0"-961"-15,0 0-160 0,0 0-101 16,0 0-124-16,0 0-97 0,0 0-70 15,0 0-66-15,0 0-50 0,0 0-28 16,4 14 19-16,-4 0 55 0,0 8 42 16,0 6-49-16,0 8-36 0,0 2-13 15,0 5-16-15,0 2-17 16,0 1-7-16,0-1-6 0,0 1-15 16,5-4 0-16,-3-3 0 0,4-4-3 0,-4-6-52 15,2 1-6-15,-2-5 3 16,0-1 0-16,-2-4-12 0,2 2 6 15,0-4-3-15,0-1-4 0,-2 1-24 16,0-5-12-16,0 0-1 0,0-2-13 16,0-4-9-16,2 0-38 0,0-3-111 15,1-3-176-15,-1-1-188 0,-2 0-334 16,2-9-193-16</inkml:trace>
  <inkml:trace contextRef="#ctx0" brushRef="#br0" timeOffset="209660.57">28090 13108 272 0,'0'0'88'16,"0"0"1519"-16,0 0-1067 0,0 0-198 16,0 0-111-16,0 0-94 0,0 0 23 15,0 0 72-15,0 0-24 0,0 0-42 16,27 19-27-16,-17-12-24 0,1 0-6 15,1 2-28-15,-2-1-19 0,3 2-19 16,1 0-40-16,-3-2 13 0,3 1-16 16,-2-1 0-16,-1 0-16 0,3 0-43 15,-1-1-43-15,-3-3-13 0,0 0-16 16,-1 1-14-16,1-4 1 16,-4 0-52-16,7-1-76 0,-7 0-150 15,2 0-78-15,-4-2-161 0,4-7-455 0</inkml:trace>
  <inkml:trace contextRef="#ctx0" brushRef="#br0" timeOffset="209875.85">28384 12909 193 0,'0'0'2409'0,"0"0"-1799"16,0 0-206-16,0 0-136 0,0 0-105 15,0 0-49-15,-7 50-58 0,7-36-43 16,0 0-13-16,0-1-19 0,0 1-52 16,2-5-68-16,1 1-37 0,-3-2-70 15,4-5-94-15,-2 1-206 16,0-2-474-16,0-2-294 0</inkml:trace>
  <inkml:trace contextRef="#ctx0" brushRef="#br0" timeOffset="210037.9">28501 12957 1338 0,'0'0'1166'0,"0"0"-363"0,0 0-214 15,0 0-201-15,0 0-155 0,-45 57-150 16,41-44-80-16,2 0-3 0,2 0-59 16,0-2-126-16,6 0-159 0,0-3-441 15,2-2-1062-15</inkml:trace>
  <inkml:trace contextRef="#ctx0" brushRef="#br0" timeOffset="-205437.26">29316 12397 249 0,'0'0'394'0,"0"0"-188"0,0 0-27 16,0 0-46-16,0 0-64 0,0 0 532 16,0 0-273-16,-19-2-105 0,19 2-9 15,0-1-27-15,0 1 8 16,0-1 10-16,0 1-1 0,0-2-51 0,0 2-42 16,0 0-13-16,0 0 9 15,0 0 15-15,0 0 17 0,0 0-11 0,-2 0-26 16,0 0-12-16,0 0-12 0,0 3-14 15,-4 0-2-15,2 2-3 16,-3 3-4-16,-3 1-21 0,4 4-13 16,-2 1-20-16,-3 5-1 0,1 2-1 15,0 5-2-15,-1 3 0 0,-1 2-9 16,2 6 10-16,-1 2 1 0,-1 0 1 16,2 2 0-16,1 0 2 0,-1 1 10 15,2 0-9-15,1 1 0 0,-1 1 9 16,4-1-10-16,-2 3 2 0,2-2-1 15,2 2 9-15,2-3-11 0,0 0-1 16,0-3-28-16,2-1 25 0,2-2-9 16,6-2 10-16,-2-2-1 0,3-3-9 15,3-5-1-15,-1 1-2 0,-3-6-4 16,9-2-27-16,-5-4-18 16,3-2-14-16,-5-3-14 0,2 0-38 15,3-4-29-15,-3-4-55 0,1-1-91 16,-5 0-118-16,9-6-235 0,-11-1-432 15</inkml:trace>
  <inkml:trace contextRef="#ctx0" brushRef="#br0" timeOffset="-204837.98">29736 12683 1153 0,'0'0'283'0,"0"0"901"0,0 0-836 0,0 0-76 16,0 0-65-16,0 0-26 15,0 0-11-15,0 0-13 0,0 0-24 16,0 0 10-16,0 14 22 0,2-3 5 16,-2 4-31-16,2 8-20 0,0 3-30 15,-2 9-24-15,0 1-19 0,0 4-10 16,0 2 1-16,0 1-7 0,0 3-8 15,-2-5-7-15,0 1-3 0,-3-5 0 16,-1-2-12-16,6-5-14 0,-2-2-4 16,0-4-4-16,2-3 4 0,0-4-12 15,0-3-35-15,0-2-20 0,4-3-41 16,0-3-37-16,3-4-50 0,-1 0-64 16,2-2-150-16,-2-6-180 0,3 1-166 15,-1-11-622-15</inkml:trace>
  <inkml:trace contextRef="#ctx0" brushRef="#br0" timeOffset="-204425.88">29975 12762 1737 0,'0'0'234'0,"0"0"952"0,0 0-903 16,0 0-267-16,0 0 35 0,0 0 60 16,0 0 0-16,0 0-26 0,66-19-3 15,-49 16-10-15,8-1 3 0,0 2 13 16,1 1-6-16,3-1-23 0,-4-1-19 15,6 2-9-15,0-3-6 0,-4 2-10 16,0 0-2-16,-2-1-10 16,-2 2-3-16,-3 1 3 0,-3 0 56 15,-1 0-56-15,-5 0-3 0,-7 0-23 16,2 0-54-16,-4 0-16 0,-2 1-4 16,0-1-22-16,0 3 9 0,-6-1-13 15,2 2-123-15,0 0-126 0,-5 1-87 16,1 0-97-16,-4-1-171 0,7-2-12 15,-5-1 44-15</inkml:trace>
  <inkml:trace contextRef="#ctx0" brushRef="#br0" timeOffset="-204178.88">30314 12748 327 0,'0'0'456'0,"0"0"-39"0,0 0 3 15,0 0-24-15,0 0-36 16,0 0-63-16,0 0-24 0,0 0-20 16,0 0-42-16,0 0-21 0,-43-5-35 15,43 5-26-15,0 0-13 0,0 0 1 16,0 0 4-16,0 0 1 0,0 2-23 15,0 1-22-15,0 5-24 0,0 1-7 16,0 7 9-16,0 5 10 0,-2 5-22 16,2 4 73-16,-2 6-27 0,0 3-25 15,-2 1-21-15,-1 3-15 0,3 0-16 16,0 1-9-16,0-6-3 0,2-1 0 16,-2-6-70-16,2-4-25 0,0-4-3 15,2-2-9-15,0-5-38 0,0-3-47 16,7-3-75-16,-5-4-148 0,2-3-204 15,-2-3-396-15,2 0-701 0</inkml:trace>
  <inkml:trace contextRef="#ctx0" brushRef="#br0" timeOffset="-203353.62">30959 12511 1157 0,'0'0'192'0,"0"0"-19"16,0 0 946-16,0 0-756 0,0 0-81 16,0 0-34-16,0 0-62 0,0 0-50 15,0 0 5-15,0 0 19 16,-10 7 15-16,10 5 4 0,0 3-27 15,2 4-45-15,-2 1-27 0,0 5-31 16,0-3-21-16,0 0-25 0,0-1 0 16,0-1-2-16,0-2-1 0,0-2-1 15,0-3-63-15,0-1-56 0,0-3-47 16,0-2-58-16,6-3-123 0,-2-4-248 16,0 0-419-16,5-7-350 0</inkml:trace>
  <inkml:trace contextRef="#ctx0" brushRef="#br0" timeOffset="-203145.62">31110 12502 1201 0,'0'0'1021'0,"0"0"171"15,0 0-655-15,0 0-121 0,0 0-132 16,0 0-108-16,0 0-78 0,0 0-98 16,0 0-22-16,0 0 1 0,-23 43 18 15,30-24-10-15,-3 1 1 16,0 1-15-16,2-3-75 0,-2-2-36 15,-2-2-26-15,0-1-48 0,2-5-104 16,-4-2-155-16,0-2-157 0,0-1-459 16,-4-1-567-16</inkml:trace>
  <inkml:trace contextRef="#ctx0" brushRef="#br0" timeOffset="-202933.37">30815 12594 1707 0,'0'0'791'0,"0"0"-212"0,0 0-108 16,0 0-155-16,0 0-181 15,-48 52-116-15,48-40-19 0,4-1-38 16,6-1-6-16,5 0-6 0,4-5-29 16,-1-2-62-16,5-3-37 0,4-3-48 15,-2-7-68-15,1-3-108 0,5-5-197 16,-2 0-188-16,-8 4 18 0</inkml:trace>
  <inkml:trace contextRef="#ctx0" brushRef="#br0" timeOffset="-202772.35">31170 12507 135 0,'0'0'577'0,"0"0"-20"16,0 0-1-16,0 0-125 0,54-43-69 15,-46 38-43-15,-4 3-34 0,0 2-46 16,-2 0-18-16,1 0-16 0,-1 0-28 16,-2 1-31-16,0 3 4 0,0 3 8 15,0 2-16-15,0 3-50 0,0 3-52 16,-5-1-22-16,-1 3-18 15,-2 0-32-15,0-2-75 0,-1 0-60 16,-3-2-53-16,4-1-65 0,-5-2-156 16,1-1-50-16,4-3-817 0,-11 1-451 0</inkml:trace>
  <inkml:trace contextRef="#ctx0" brushRef="#br0" timeOffset="-202478.5">30750 12768 1130 0,'0'0'1529'0,"0"0"-993"15,0 0-135-15,0 0-240 0,0 0-136 16,0 0 73-16,0 0 21 0,0 0 23 16,60 9-11-16,-39-9-20 0,4-5-14 15,2-1-45-15,4-4-18 0,0 0-16 16,2-5-15-16,-2 0-1 15,2 2-2-15,-4-3-37 0,-2 2-44 0,-5 2-15 16,1 1-9-16,-4 2 5 16,-5 3-16-16,-3 0-13 0,-5 1-10 15,-2 2-25-15,-2 0-51 0,-2 1-31 16,-2-2-42-16,-4 1-225 0,2 3-292 16,-7-2-403-16</inkml:trace>
  <inkml:trace contextRef="#ctx0" brushRef="#br0" timeOffset="-202291.41">31023 12624 1012 0,'0'0'676'0,"0"0"-49"16,0 0-169-16,0 0-137 0,-41 65-91 15,37-45-62-15,-2 2-35 16,2 0-35-16,4 0-35 0,0-2-31 0,0-3-30 16,0-1-2-16,6-3-18 15,0-2-4-15,-2-4-19 0,6-2-63 16,1-3-89-16,-1-2-62 0,0 0-104 15,1-8-210-15,1 1-477 0</inkml:trace>
  <inkml:trace contextRef="#ctx0" brushRef="#br0" timeOffset="-202092.45">31189 12609 1422 0,'0'0'1184'0,"0"0"-650"16,0 0-44-16,0 0-166 0,0 0-113 15,-35 62-40-15,28-47-28 0,1 3-45 16,0-1-42-16,2 1-35 0,-4-3-20 16,-1 1-1-16,5-3-24 0,-2 1-66 15,2-3-58-15,0-3-32 16,0 1-59-16,-5-1-114 0,7-1-220 0,0-2-443 16,-6 1-663-16</inkml:trace>
  <inkml:trace contextRef="#ctx0" brushRef="#br0" timeOffset="-201814.65">30912 12887 337 0,'0'0'714'0,"0"0"985"0,0 0-1285 16,0 0 6-16,0 0-306 0,0 0-85 0,0 0 65 15,0 0 16-15,0 0-13 0,0 0-2 16,66-3-29-16,-48-3-20 16,1 2-30-16,0-1-15 0,-3 0-1 0,5 0 0 15,-5 2-19-15,1-1-52 0,-7-1-26 16,7 3-17-16,-9-2-12 0,-2 3-12 16,-4 0-36-16,0 1-11 0,-2-2-96 15,0 2-63-15,0 0 28 16,-2 0-271-16,-2 0-590 0</inkml:trace>
  <inkml:trace contextRef="#ctx0" brushRef="#br0" timeOffset="-201568.43">30961 12947 1027 0,'0'0'556'16,"0"0"740"-16,0 0-886 0,0 0-283 15,0 0-3-15,0 0 15 0,0 0-28 16,0 0-1-16,52-1-19 0,-38-2-21 16,1 1-23-16,-3 1-22 0,3-2-22 15,-3 0-1-15,1 2-2 0,-3-1-15 16,0 1-64-16,-1-1-49 0,-1 0-20 16,-4 1-52-16,2 0-12 0,0-1-60 15,-6 2-71-15,2-1-87 0,3 0-147 16,-3-1-71-16,-2 2-65 0</inkml:trace>
  <inkml:trace contextRef="#ctx0" brushRef="#br0" timeOffset="-201222.4">30779 13093 1285 0,'0'0'974'16,"0"0"-264"-16,0 0-234 0,0 0-318 15,0 0-28-15,0 0 34 0,0 0 22 16,56-2-21-16,-39 0-19 0,10-2-32 16,-5 2-27-16,3-3-19 0,-2 2 12 15,4-1-25-15,-4 2-15 0,-1-1 0 16,-1 1-19-16,0 0-18 0,-3 1-1 15,-1-1 1-15,-1 2 0 0,1 0-3 16,-3 0 0-16,1 0-1 0,-1 0 0 16,1 0-17-16,-3 0-46 0,1 0-26 15,3-1-5-15,-6-3-13 0,-1 0-37 16,3-2-29-16,-4-1-43 16,-1-1-94-16,-3-3-195 0,-4 5-153 15,0-6-632-15</inkml:trace>
  <inkml:trace contextRef="#ctx0" brushRef="#br0" timeOffset="-200930.49">31137 12825 40 0,'0'0'1843'0,"0"0"-787"15,0 0-659-15,0 0-128 0,0 0-130 16,0 0-57-16,0 0-3 0,0 0-29 15,0 0 80-15,0 0-27 16,-2 14 61-16,4-2 22 0,0 5-16 0,0 6-41 16,-2 4-31-16,0 8-25 15,0 2-18-15,-4 3-9 0,2-1-9 16,-2 0-22-16,0-2-14 16,0-3-1-16,1-3-11 0,3-2-47 0,0-4-40 15,0-5-31-15,7-4-46 0,-1-1-53 16,2-5-48-16,-2-3-117 0,3-3-185 15,1-4-161-15,-6 0-515 0</inkml:trace>
  <inkml:trace contextRef="#ctx0" brushRef="#br0" timeOffset="-200554.96">31092 13119 1699 0,'0'0'983'16,"0"0"-479"-16,0 0-100 15,0 0-130-15,0 0-104 0,0 0-66 0,-58 17-48 16,47-8-31-16,-1 0-24 16,0 1-1-16,-5 2-13 0,5-3 10 15,-3 0 1-15,3-2 2 0,-1-1 2 16,5-2 20-16,2-1-3 0,2-1-4 16,2-2-2-16,2 0-13 0,0 0-33 15,0 0-55-15,2 0-5 0,2-4 93 16,8-1 0-16,-1-1 40 0,1-1 26 15,9-1 2-15,-3 0-5 0,3 0-20 16,0-1 0-16,-3 2 1 0,5 0-10 16,-4 4-9-16,-1-1-7 15,-1 3-16-15,-3-1 0 0,1 2 0 0,-3 0-1 16,0 3 12-16,1 1-11 0,-3 0 0 16,1 2 1-16,-3-1-3 0,-2 0-22 15,-2 0-67-15,2-2-57 0,-2-3-77 16,1 0-100-16,1-1-249 0,-2-5-474 15,2-6-773-15</inkml:trace>
  <inkml:trace contextRef="#ctx0" brushRef="#br0" timeOffset="-199974.76">31579 12469 677 0,'0'0'489'0,"0"0"177"16,0 0-82-16,0 0-133 0,0 0-86 15,0 0-59-15,0 0-53 0,0 0-74 16,0 0-62-16,0 0-17 0,-57 28-13 16,46-14 3-16,1-3-6 0,2 4-4 15,-1 4-6-15,3-1-6 0,0 4-28 16,2 0-22-16,2 1-16 0,2 4-2 16,0-2-2-16,0-2-1 0,6 1-21 15,0-4-16-15,2-1-7 0,3-1 13 16,3-4 10-16,1-3-7 0,-1 0 3 15,5 0 25-15,-1-3 3 0,3-2 2 16,0-3 13-16,3 0-12 0,-3-3 12 16,4 0-13-16,-2-5 10 0,1-1-9 15,1-3 1-15,-2-2 17 16,2 0-19-16,-7-2 23 0,-1-1-7 16,2-2-2-16,-5-1 2 0,-2 1 4 15,-1-3-1-15,-5 0 10 0,-2-2 3 16,-4 0-9-16,0 1-4 0,0 1-3 15,0-1 1-15,-8 0-7 0,-2 2-9 16,-5 0-1-16,3 0-2 0,-5 3-13 16,1 2-27-16,-5-1-24 0,4 6-57 15,1 1-24-15,1 2-41 0,3 0-1 16,2 4-77-16,-1 1-185 0,3 0-166 16,2 1-587-16</inkml:trace>
  <inkml:trace contextRef="#ctx0" brushRef="#br0" timeOffset="-199684.83">31538 12637 2036 0,'0'0'527'0,"0"0"430"0,0 0-506 15,0 0-150-15,0 0-140 0,0 0-68 16,0 0-16-16,0 0 6 0,0 0-6 15,0 0 0-15,35 27 3 0,-20-23-16 16,1-3-15-16,1 2-10 0,-1-2-8 16,1 0-19-16,-1 2-10 0,1-2 1 15,-5 1-2-15,1 1-1 16,1-1-1-16,-1 2-23 0,-3-3-40 16,0 2-19-16,-1-2-24 0,1 1-47 0,-4-1-46 15,0-1-58-15,-2 0-122 16,1 0-196-16,-3 0-185 0,-2-6-561 0</inkml:trace>
  <inkml:trace contextRef="#ctx0" brushRef="#br0" timeOffset="-199403.89">31763 12527 651 0,'0'0'1669'0,"0"0"-1012"0,0 0-136 16,0 0-139-16,0 0-149 0,0 0-90 15,0 0-34-15,0 0-16 0,-24 51-16 16,19-35-12-16,1 2-22 16,0 3-9-16,0-2-12 0,0 1-20 15,-2 2-2-15,6-4-1 0,-4-1-2 16,1 1-19-16,3-5-27 0,0-1-41 15,0-1-40-15,0-1-66 0,0-3-70 16,0-3-68-16,3 0-378 0,-1-4-450 16,0 0-495-16</inkml:trace>
  <inkml:trace contextRef="#ctx0" brushRef="#br0" timeOffset="-199059.69">31643 12864 1627 0,'0'0'1050'0,"0"0"-447"15,0 0-58-15,0 0-140 16,0 0-116-16,0 0-74 0,0 0-55 15,0 0-44-15,0 0-30 0,0 0-34 16,-49 51-16-16,34-38-14 0,5 0-1 16,-4 4-19-16,-3-1-1 0,1 0 1 15,-1 3 1-15,0-3 9 0,3-1-12 16,2-2-3-16,1-2-15 0,3-4 0 16,4 0-49-16,2-2-77 0,2-5-98 15,0 0-113-15,6 0-83 0,4-6-137 16,5-5-87-16,-5 4-416 0,9-8-286 15</inkml:trace>
  <inkml:trace contextRef="#ctx0" brushRef="#br0" timeOffset="-198818.64">31759 12851 1739 0,'0'0'775'15,"0"0"-331"-15,0 0-178 0,0 0-65 16,0 0 14-16,0 0-38 0,0 0-36 15,0 0-50-15,0 0-40 0,50 40-20 16,-40-29-2-16,-2 1-1 0,1-1 6 16,-1 1-12-16,-2-2-7 0,2 1-12 15,-3-1 10-15,1-3-13 0,0 1-2 16,-4-1 0-16,6 0-26 0,-1 0-44 16,-3-1-34-16,2-2-55 0,0-2-44 15,-4 1-74-15,4 1-155 0,-4-2-211 16,-2 0-590-16</inkml:trace>
  <inkml:trace contextRef="#ctx0" brushRef="#br0" timeOffset="-198501.2">31646 13008 887 0,'0'0'1697'16,"0"0"-1049"-16,0 0-206 0,0 0-137 15,0 0-110-15,0 0-61 0,0 0-19 16,0 0-13-16,-17 63-13 0,15-40 1 16,-2 1 14-16,-2 4 7 0,1-2-4 15,1-1-28-15,0-1-45 0,0-5-24 16,0-2-10-16,4-4-16 0,0-3-17 15,0-3-80-15,4-3-86 16,4-4-66-16,3 0-55 0,1 0-113 0,3-9-222 16,-1 1-387-16,3-8-588 0</inkml:trace>
  <inkml:trace contextRef="#ctx0" brushRef="#br0" timeOffset="-198266.1">31823 13016 1790 0,'0'0'1094'0,"0"0"-528"0,0 0-61 0,0 0-166 15,0 0-141-15,0 0-72 0,0 0-42 16,0 0-35-16,0 0-15 16,0 0-7-16,-18 67-2 0,14-50-10 15,2 1-3-15,-3 0-9 0,3-1-3 16,0-2 0-16,0-1-30 0,2-5-41 15,0 2-43-15,0-4-65 0,0 0-41 16,0-1-72-16,4-3-254 0,0-2-560 16,5-1-681-16</inkml:trace>
  <inkml:trace contextRef="#ctx0" brushRef="#br0" timeOffset="-197530.22">32233 12364 1156 0,'0'0'247'16,"0"0"-58"-16,0 0 379 0,0 0-167 15,0 0-188-15,0 0-56 0,0 0-35 16,0 0-35-16,0 0-1 16,0 0 22-16,-5-11 23 0,8 11 30 0,-1 0 35 15,0 1 2-15,2 1-7 16,-2 2-32-16,2 0-32 0,0 0-19 15,2 1-22-15,1 5-9 0,-1 0-3 16,2 4-7-16,0 0-9 0,1 4-21 16,1 1 3-16,0 1-10 15,-2 4-11-15,1-1-16 0,1-1 0 0,-2 3 0 16,1 0 0-16,-1-1-2 0,-2 1-1 16,0-2-1-16,1 2 1 15,-3-3-1-15,0 2 0 0,-2-2 1 0,2 0 12 16,-4 2-10-16,2-3 10 15,0 1-9-15,-2-1 10 0,0 0-12 16,0 0 1-16,0-1 0 0,0 1-2 16,0 3-3-16,0-1-16 0,-2 2 19 15,-4 0 2-15,2 0 11 0,-2 1-10 16,-3 0 12-16,3-2-3 0,-4 0-9 16,1-4-3-16,-1 1-17 0,0-3-1 15,1-2-4-15,-3-2-17 0,4 1-16 16,-3-5-25-16,3 2-18 0,0-3-6 15,0-2-29-15,-1-1-21 0,3-3-42 16,0 0-130-16,2-3-240 0,0 0-400 16,-5 0-829-16</inkml:trace>
  <inkml:trace contextRef="#ctx0" brushRef="#br0" timeOffset="-191352.91">27916 13600 17 0,'0'0'261'16,"-72"5"-26"-16,37-2-114 0,-2-3-96 15,0 0-25-15,1 0-17 0,-1 0-143 16,0-3-29-16,8 0-22 0</inkml:trace>
  <inkml:trace contextRef="#ctx0" brushRef="#br0" timeOffset="-183488.3">19879 12814 70 0,'0'0'146'16,"0"0"-35"-16,0 0-39 0,0 0-33 16,0 0-16-16,0 0-7 0,0 0-14 15,0 0 15-15,-12 25 9 0,12-25 13 16,0 0 10-16,0 0 13 16,0 0 9-16,0 0 17 0,0 0-10 15,0 0-29-15,0 0-49 0,0 0-11 16,0 0 11-16,0 0 40 0,0 0 18 15,0 0-6-15,0 0-9 0,0 0-11 16,0 0 1-16,0 0 3 0,0 0 12 16,0 0-12-16,0 0-25 0,0 0-11 15,0 0-16-15,0 0 13 0,0 0 3 16,0 0 2-16,0 0 11 0,0 0-13 16,0 0-4-16,0 0-9 0,0 0 13 15,0 0 3-15,0 0 10 0,0 0-10 16,0 0 13-16,0 0 0 0,0 0 4 15,0 0-4-15,0 0 14 0,0 0 246 16,0 0-29-16,-4 0-163 16,2 0-26-16,0 0 33 0,0 0-7 0,0 0-9 15,2 0-17-15,0 0-13 0,0 0-19 16,0 0 3-16,0 0 10 16,0 0 3-16,0 0-3 0,0-2-30 15,0 2-9-15,0 0-22 0,0 0 22 16,0 0 0-16,0 0 22 0,0 0 4 15,0 0 3-15,0 0 7 0,0 0-7 16,0 0 3-16,0 0-7 0,0 0-8 16,0 0-6-16,0 0-11 0,0 0 0 15,0 2 22-15,4 0 0 0,0 3-20 16,2-1 0-16,0-1 0 0,-2 2 11 16,3-2-11-16,-1 2 1 0,2-1 10 15,-2 0 3-15,1 0-3 16,-1 2-10-16,0-1 16 0,-2-1 3 15,2 0-6-15,-2 0 1 0,-1-2-1 16,3 3 0-16,-2-1 0 0,0-1 0 16,-2 0 0-16,2 1-13 0,-2 0 13 15,2 0-3-15,-2-2-10 0,1 0 10 16,-1 0-1-16,-2-1-8 0,0 1 8 16,4-1-8-16,-4 0-1 0,0 1 10 15,2-2-11-15,0 2 0 0,-2-1 11 16,0 0-11-16,0 2 0 0,0-2-2 15,0 1-1-15,0 0-31 0,0 1-7 16,2-2-18-16,0 2-23 0,2 0-20 16,0 0-15-16,0-2-27 0,3 1-32 15,-1-2-82-15,2 0-130 0,0-3-108 16,-1-1-125-16,-1-3-109 0,-64 3 728 0</inkml:trace>
  <inkml:trace contextRef="#ctx0" brushRef="#br0" timeOffset="-158486.14">680 6248 184 0,'0'0'495'0,"0"0"512"16,0 0-685-16,0 0-69 0,0 0 34 16,0 0-35-16,0 0-63 0,0 0-32 15,-27 3-7-15,27-3-32 0,0-1-42 16,0-1-15-16,0 2 2 0,0-1-16 16,4-2-12-16,0 0 57 0,7-2-4 15,-3 0 0-15,2-1 3 0,7 0-3 16,-3-3-26-16,11 2-3 15,-6-2-3-15,6-1-6 0,2 1 18 0,1 0-34 16,-1 2-3-16,-2 0-3 16,2 1 15-16,-4 2-6 0,2 0-9 0,-7 2-6 15,-1 2-4-15,-7 0 1 0,2 0 5 16,-3 0-9-16,-3 3-12 16,-2 2 15-16,0 4 13 0,0 3 33 15,-2 4 28-15,-2 1-28 0,0 4-27 16,0-1-22-16,-2 1-13 0,0-2 0 15,-4-1-2-15,4-2-3 0,-2 1-30 16,0-3-35-16,-5 1-30 0,5-2-37 16,-2-1 0-16,0-3-35 15,2 1-63-15,0-2-97 0,-5-2-68 0,7-3-46 16,-2-1-229-16,0-2-491 0</inkml:trace>
  <inkml:trace contextRef="#ctx0" brushRef="#br0" timeOffset="-158199">879 5853 2492 0,'0'0'669'15,"0"0"-122"-15,0 0-129 0,0 0-160 16,0 0-127-16,0 0-79 0,0 0-50 15,0 0 35-15,0 0 43 0,4 68 19 16,0-19 23-16,0 17-48 0,0 2-47 16,-4 0-5-16,0-15-7 0,0-18-3 15,0-9-12-15,0-5-1 0,0 6-39 16,2-5-27-16,2 3-49 16,0-7-44-16,3-3-50 0,3-4-79 0,4-4-183 15,-1-5-167-15,1-2-167 16,7-4-574-16</inkml:trace>
  <inkml:trace contextRef="#ctx0" brushRef="#br0" timeOffset="-157636.79">1406 6097 1 0,'0'0'2212'15,"0"0"-1637"-15,0 0-59 0,0 0-94 16,0 0-111-16,-54 2-89 0,54-2-32 16,0 0-82-16,0 0-71 0,2 0-34 15,2 0-3-15,4 0 15 16,3 0 84-16,-1 0 33 0,11 0 6 0,-5-2-40 15,7 2-44-15,2-1-20 16,0-1-10-16,-3 0-21 0,1 1-1 16,0 1-2-16,-5 0-1 0,1 0 0 15,-7 1-11-15,-1 0-3 0,-3 3 12 16,-2 1 3-16,-6 2 0 0,0 1 27 16,0 9 19-16,-6 3 0 0,-4 5-19 15,-1 2-12-15,1 1-13 0,-2-2-2 16,-1-1-27-16,3-4-34 0,0-1-21 15,3-3-37-15,1-1-34 0,4-6-28 16,0-1-60-16,2-3-141 0,0-4-158 16,2-2-121-16,2 0-146 0,0-2-354 15</inkml:trace>
  <inkml:trace contextRef="#ctx0" brushRef="#br0" timeOffset="-157143.93">1842 6006 415 0,'0'0'228'0,"0"0"1169"0,0 0-837 16,0 0-193-16,0 0 32 0,0 0-110 15,0 0-131-15,0 0-83 0,0 0-31 16,0 0-3-16,-19 8 15 0,19-8 21 15,0 0 25-15,0 2 45 0,0-1-5 16,-2-1-31-16,2 3-43 0,-2 0-40 16,-2 3-28-16,2 1-16 0,-2 4-14 15,2 3-8-15,2 4 14 0,-2 2 8 16,2-2 1-16,0 5-4 16,2-4-2-16,2-1 21 0,2-4-16 0,6-2-14 15,-1 0 11-15,-3-2 16 0,6-4-14 16,-1-1 17-16,1-3 38 0,3-2-38 15,-1 0 0-15,1-6-2 0,-1-3-1 16,1-3 1-16,-2-1 2 16,-1-1 2-16,-8-3 17 0,2 0 6 15,-3 1-4-15,1-2 16 0,-6 2 6 16,0 0 13-16,-6-1 12 0,-1 3-4 16,-1-1 13-16,2 2-25 0,-6 2-31 15,-1 1-5-15,1 1-1 0,-3 3-15 16,1 2-19-16,-3 1-29 0,3 2-32 15,-1 1 31-15,3 0-34 0,4 4-50 16,-3 0-77-16,5 4-128 0,0-1-239 16,4-1-513-16,0 0-1017 0</inkml:trace>
  <inkml:trace contextRef="#ctx0" brushRef="#br0" timeOffset="-156521.36">2199 6096 723 0,'0'0'664'16,"0"0"483"-16,0 0-712 0,0 0 34 15,0 0-92-15,0 0-204 0,0 0-100 16,0 0-5-16,0 0 82 0,0 0 30 15,25-15 8-15,-6 12-40 0,6-3-78 16,-1 1-18-16,1 2 13 16,2 0-7-16,0 1 0 0,2 2 3 0,-2 0-3 15,-7 0-10-15,3 2-11 16,-8 2-16-16,-1-1 7 0,-6 1 2 16,-1 2 9-16,-3-3 1 0,-4 1-13 15,4 2 4-15,-4 0 11 0,0 6-18 16,0 0-24-16,-6 2-9 0,4-2-76 15,-3 2-54-15,1-2-53 0,-2-1-28 16,2-1-63-16,-8 0-150 0,1-3-256 16,5 1-403-16,-10-5-687 0</inkml:trace>
  <inkml:trace contextRef="#ctx0" brushRef="#br0" timeOffset="-156211.58">2369 5907 376 0,'0'0'1920'0,"0"0"-1326"0,0 0-223 15,0 0-161-15,0 0-127 0,-43 67-20 16,30-36-16-16,5 2-2 0,-2 3-11 16,-1-1 7-16,3 0 25 0,4-1 38 15,2-6 51-15,2 0-21 0,0-6-35 16,2 0-24-16,4-5-17 0,2 1-8 15,7-1 5-15,-3-4-8 0,5-1 2 16,-1-3-24-16,5-1-1 0,-7-2-5 16,7-2-1-16,0-2-6 15,-5-2-12-15,5 0-29 0,-3 0-30 0,1-5-18 16,-2-1-18-16,1 0-48 16,-3-5-75-16,3 0-106 0,-3 0-220 15,-1 1-211-15,1-4-684 0</inkml:trace>
  <inkml:trace contextRef="#ctx0" brushRef="#br0" timeOffset="-155939.21">2805 6005 2127 0,'0'0'1516'0,"0"0"-1012"16,0 0-107-16,0 0-95 0,0 0-118 15,0 0-74-15,0 0-57 0,0 0-53 16,0 0 0-16,0 0 6 0,4 60 68 16,-6-33-14-16,-2-2-20 0,2 5-19 15,-2-2-19-15,2-1-2 0,-4-4 0 16,3-2-51-16,-1-3-32 16,4-3-54-16,0-3-40 0,0-5-53 15,7 1-94-15,-1-3-214 0,0-5-147 16,2 0-334-16,5-5-211 0</inkml:trace>
  <inkml:trace contextRef="#ctx0" brushRef="#br0" timeOffset="-155670.13">2970 6094 1813 0,'0'0'473'16,"0"0"15"-16,0 0 18 0,0 0-169 16,0 0-47-16,0 0-23 15,0 0-46-15,0 0-33 0,0 0-37 16,0 0-34-16,23-19-19 0,-23 25 43 15,0 2-80-15,0 5-31 0,0 2 19 16,0 10-9-16,0-2-19 0,0 0-20 16,-2-2-1-16,2-2-2 0,0-5-10 15,0 0 11-15,0-4-1 0,0 0 2 16,2-4 3-16,0 0 12 0,2-1 3 16,-2-1 0-16,5-3-2 0,-1 2-13 15,2-3-1-15,0 0-2 0,1 0 0 16,3-3-27-16,0-3-15 0,1-4-28 15,3-5-104-15,-1 0-133 0,-1 1-356 16,-1-7-1042-16</inkml:trace>
  <inkml:trace contextRef="#ctx0" brushRef="#br0" timeOffset="-155169.03">3630 5909 1725 0,'0'0'1447'16,"0"0"-646"-16,0 0-258 0,0 0-122 0,0 0-107 15,0 0-119-15,0 0-74 0,0 0-27 16,0 0 6-16,0 0-12 16,-13 14-19-16,1-3-69 0,-2 2-9 15,-7 3-24-15,0 5 12 0,-4 2 18 16,-1 1 0-16,1 0-10 0,0 0 11 16,2 0-13-16,-2 0-39 0,9-5-25 15,-3-2-42-15,9-1-37 0,-2-4-49 16,7-1-113-16,5-4-167 15,0-1-244-15,2-4-290 0,3-2-171 0,7-1-128 16</inkml:trace>
  <inkml:trace contextRef="#ctx0" brushRef="#br0" timeOffset="-154956.02">3473 6078 1666 0,'0'0'768'0,"0"0"-60"0,0 0-111 15,0 0-169-15,0 0-155 0,0 0-115 16,0 0-78-16,0 0-22 0,0 0 56 15,0 0 18-15,16 51-34 0,-14-26-28 16,-2 5-15-16,0-1-22 0,0 0-2 16,0-1-30-16,-2-3-1 0,2-3-46 15,0-3-43-15,0-4-36 0,0-2-46 16,2-2-57-16,3-4-78 0,1-3-149 16,0-4-118-16,8 0-194 0,-5-2-285 15,-1-10-35-15</inkml:trace>
  <inkml:trace contextRef="#ctx0" brushRef="#br0" timeOffset="-154707.25">3640 6102 2271 0,'0'0'815'16,"0"0"-223"-16,0 0-192 0,0 0-157 15,0 0-72-15,0 0-51 0,0 0 6 16,0 0 98-16,0 0-34 0,0 0-65 15,62-9-55-15,-47 8-37 0,-3-2-9 16,7 0-12-16,-5 2-9 0,5 0-1 16,-5-2-2-16,-3 1-2 0,3 1-49 15,-6-2-22-15,-1 0-12 0,-1 3-31 16,0-3-31-16,0 2-34 0,-4 0-31 16,0-1-89-16,0 0-132 0,-2-1-157 15,2-1-152-15,-2-1-690 0</inkml:trace>
  <inkml:trace contextRef="#ctx0" brushRef="#br0" timeOffset="-154326.85">3758 5953 1669 0,'0'0'668'0,"0"0"-161"0,0 0-116 15,0 0-137-15,0 0-86 0,0 0-54 16,0 0-45-16,0 0 0 0,-39 56 19 15,35-42 16-15,-3 2 30 0,3 1 0 16,2 2-10-16,-2-2-13 0,2 0-9 16,2-2 2-16,-2 1-24 0,2-2-19 15,0 1-9-15,0-3-24 0,0 1-16 16,0-1 0-16,2 1-12 16,2-3 1-16,0 0 0 0,0-1 1 15,5-1 13-15,-3-1 1 0,0 0 2 16,2-1 13-16,3-1-1 0,-3-1 7 15,-2-1-4-15,7 0 10 0,-1-2-7 16,-4 0 10-16,3-1-19 0,3 0-6 16,-6 0-8-16,1 0-12 0,3-1 2 15,-2 0-2-15,-3-1-1 0,1-1-13 16,2 2-20-16,-4-2-13 0,1 0-30 16,-1-1-52-16,4-4-58 0,0 2-56 15,-3-1-107-15,3 1-303 0,0 0-68 16,1-1-1535-16</inkml:trace>
  <inkml:trace contextRef="#ctx0" brushRef="#br0" timeOffset="-154114.84">4128 6246 3643 0,'0'0'1186'0,"0"0"-893"16,0 0 57-16,0 0-220 0,0 0-130 15,0 0-154-15,0 0-187 0,0 0-251 16,0 0-854-16,0 0-1534 0</inkml:trace>
  <inkml:trace contextRef="#ctx0" brushRef="#br0" timeOffset="-146791.38">1112 7224 11 0,'0'0'2'15,"0"0"-2"-15,0 0 36 0,0 0-10 0,0 0 16 16,0 0-29-16,0 0-13 0,0 0-1 15,0 0-35-15,0 0-57 16</inkml:trace>
  <inkml:trace contextRef="#ctx0" brushRef="#br0" timeOffset="-146468.33">1112 7224 99 0,'-52'-55'42'0,"46"54"-16"15,2 0 454-15,-2 0-129 0,4 1 92 16,-2 0 38-16,0 0-76 0,-1 0-49 16,3 0-38-16,2 0-21 0,0 0-17 15,0 0-43-15,0 0-61 0,0 0-53 16,0 0-20-16,2 0-19 0,5 0 12 16,-1 0 83-16,0 0 18 15,4 0-59-15,9-3-43 0,-5 1-15 16,7-2-25-16,2 0-7 0,0-2-11 0,1 1-19 15,1 1-15-15,-4 0-1 16,2-2 0-16,-3 4-2 0,-5-2-3 16,-1 2-9-16,-3 2-25 0,-7 0-48 15,2 0-28-15,-2 0-43 0,-4 0-35 16,0 4-84-16,0 3-115 0,-2 0 97 16,-2 6-161-16,-4 1-230 15,1-2-547-15</inkml:trace>
  <inkml:trace contextRef="#ctx0" brushRef="#br0" timeOffset="-146168.13">1062 7311 2488 0,'0'0'630'0,"0"0"-311"0,0 0-173 15,0 0-70-15,0 0-31 0,0 0 18 16,0 0 84-16,0 0 49 0,0 0-40 15,0 0-39-15,50 18 23 0,-33-15-38 16,-1-1-16-16,5 2-9 0,-5-3-7 16,7 0-8-16,-2-1-14 0,2 0-11 15,1-1-18-15,1-2-7 0,-2-1-12 16,0 1 0-16,-3 0 0 0,-3-1-15 16,-1 2-52-16,-3 1-34 0,-7-1-31 15,-2 2-44-15,-2 0-25 0,-2 0-7 16,0 0-9-16,0 0-39 15,-4 2-137-15,0-1-375 0,-4 4-980 0</inkml:trace>
  <inkml:trace contextRef="#ctx0" brushRef="#br0" timeOffset="-145855.65">1277 7278 707 0,'0'0'1102'0,"0"0"111"0,0 0-801 16,0 0-102-16,0 0-71 0,0 0-109 16,0 0-71-16,0 0 28 0,-2 58 3 15,0-41-9-15,2 0-16 16,-2-1 0-16,2-1-19 0,0 0-24 15,0-2-22-15,0 0 0 0,0 0-13 16,0-1 1-16,4-1-22 0,-4-3-74 16,5 0-78-16,-1 1-40 0,0-5-56 15,2-2-105-15,2-2-150 0,1 0-106 16,-5-4-347-16,6-9-178 0</inkml:trace>
  <inkml:trace contextRef="#ctx0" brushRef="#br0" timeOffset="-145631.51">1476 7109 428 0,'0'0'2331'0,"0"0"-1592"0,0 0-401 0,0 0-187 16,0 0-89-16,0 0-23 15,0 0 54-15,0 0 57 0,14 50-32 16,-12-32-44-16,-2-3-46 0,5 2-27 15,-3-1-1-15,-2-3-43 0,2 2-68 16,0-5-57-16,0 1-92 0,0-4-121 16,0-3-216-16,-2-3-389 0,4-1-290 0</inkml:trace>
  <inkml:trace contextRef="#ctx0" brushRef="#br0" timeOffset="-145476.4">1575 7167 780 0,'0'0'1585'0,"0"0"-995"0,0 0-146 15,0 0-133-15,0 0-144 0,0 0-104 16,0 0-63-16,0 0 0 0,0 0 0 16,0 0 18-16,10 29 26 0,-5-16-44 15,-3 2-34-15,4 1-95 0,-2-2-155 16,-2 1-175-16,0-3-281 16,-2-1-891-16</inkml:trace>
  <inkml:trace contextRef="#ctx0" brushRef="#br0" timeOffset="-145249.42">1722 7379 1756 0,'0'0'1606'0,"0"0"-817"0,0 0-435 15,0 0-181-15,0 0-62 16,0 0-74-16,0 0-13 0,0 0 56 0,0 0-19 15,0 0-15-15,39 4-25 16,-28-2-18-16,-1-2-1 0,6 0-2 0,-1 0-90 16,8 0-76-16,-7 0-86 15,7 0-71-15,4-3-107 0,-9 0-93 16,11-2-1027-16</inkml:trace>
  <inkml:trace contextRef="#ctx0" brushRef="#br0" timeOffset="-144870.22">2226 7109 902 0,'0'0'2147'0,"0"0"-1447"16,0 0-273-16,0 0-79 0,0 0-142 15,0 0-138-15,0 0-53 0,0 0 4 16,-22 66 14-16,11-39-2 0,1-1-6 15,0 1-22-15,1-1-3 0,-3-3-10 16,4-1-51-16,1-3-31 0,1-3-59 16,2-3-75-16,-2-4-108 0,4-1-322 15,2-5-665-15,0-3-752 0</inkml:trace>
  <inkml:trace contextRef="#ctx0" brushRef="#br0" timeOffset="-144565.87">2179 7181 2539 0,'0'0'780'0,"0"0"-371"16,0 0-220-16,0 0-146 15,0 0 62-15,0 0 13 0,0 0-12 16,56-20-13-16,-44 16-3 0,9 0-19 16,-5 1-21-16,5 0-10 0,0 3-15 15,-3 0-1-15,1 0-12 0,-9 0-12 16,2 4 1-16,1 2 15 0,-7 2-1 15,0 2 19-15,-2 3 49 0,-4 2 70 16,0 6-9-16,0 2-50 0,0 4-27 16,-8-1-31-16,6 2-8 0,-4-5-4 15,-2 3-21-15,-1-4-1 0,1-3-2 16,4-2-33-16,-2-2-22 16,0-1-27-16,-3-3-40 0,1-1-37 0,6-3-40 15,-4 2-60-15,-3-3-117 16,1-2-195-16,4-2-435 0,-2-2-567 0</inkml:trace>
  <inkml:trace contextRef="#ctx0" brushRef="#br0" timeOffset="-144356.32">2232 7199 1137 0,'0'0'1180'16,"0"0"143"-16,0 0-888 0,0 0-210 0,0 0-95 15,0 0-77-15,0 0-7 16,0 0 37-16,0 0-6 0,0 0-18 16,54 37-22-16,-35-29-7 0,-1 1-30 15,-1-2-1-15,6 0-165 0,-7 1-124 16,1-2-120-16,-7-2-718 0,-4 5-928 0</inkml:trace>
  <inkml:trace contextRef="#ctx0" brushRef="#br0" timeOffset="-143181.69">1129 7838 2299 0,'0'0'665'0,"0"0"-202"0,0 0-93 15,0 0-213-15,0 0-157 0,0 0-28 16,0 0 28-16,0 0 78 0,0 0 5 15,0 0-15-15,60-9-8 0,-42 11-17 16,-1 3 1-16,1 2-4 0,1 0 13 16,-5 0 3-16,1 0-16 0,-3 1-12 15,-3-2-13-15,-7-2 7 16,0 2-1-16,0 0 4 0,-2 2-3 16,0-1-22-16,-2 2-20 0,-2 0-29 15,-1 0-4-15,-1 1-3 0,-2-3 1 16,0 0-4-16,1-1 18 0,3-1 10 15,-2-1 1-15,0-1 30 0,2-2 1 16,2 0 12-16,0-1 2 0,0 0-15 16,2 0 0-16,0 0-37 0,0 0-19 15,0 1-13-15,2 0 2 0,0 3 36 16,4 2 31-16,2 1 16 0,0 1-13 16,1 1 22-16,5 3 14 0,-3-1 10 15,3 1 11-15,3 0-17 0,-7 3 7 16,4-2 0-16,-3 0 6 0,-3 1-7 15,-2 0 4-15,0-1-4 0,-1 0 7 16,-5 1 6-16,0-1 21 0,0-1 46 16,-3-1-7-16,-3 3-30 0,0-5-56 15,-2 2-14-15,4-3-7 16,-5 2-14-16,-1-2-1 0,2 0-15 16,2-2-22-16,-3 0-3 0,1-1-2 15,2-1-20-15,-2-2-14 0,3-2-35 16,-1 0-39-16,-2-6-76 0,0-5-174 15,4 3-599-15,-5-16-690 0</inkml:trace>
  <inkml:trace contextRef="#ctx0" brushRef="#br0" timeOffset="-142965.59">1172 8086 327 0,'0'0'2377'0,"0"0"-1934"0,0 0-286 16,0 0 56-16,0 0-1 0,0 0-17 16,10 55 6-16,-8-39-60 0,-2 1-76 15,3 0-37-15,-1-2-27 0,0 1-1 16,2-1-75-16,2-3-102 0,2-2-113 16,1-2-204-16,-1-6-299 0,10-2-806 0</inkml:trace>
  <inkml:trace contextRef="#ctx0" brushRef="#br0" timeOffset="-142769.42">1550 8088 1039 0,'0'0'507'0,"0"0"166"0,0 0 333 16,0 0-828-16,0 0-28 0,0 0 77 16,0 0 2-16,0 0-40 0,25 59-43 15,-25-43-44-15,4 2-49 16,0-2-28-16,1 0-25 0,-1-1-10 15,0-1-111-15,2-5-59 0,-2 1-72 16,0-3-145-16,5-4-234 0,-3-2-433 16,4-5-193-16</inkml:trace>
  <inkml:trace contextRef="#ctx0" brushRef="#br0" timeOffset="-142116.2">1732 7793 643 0,'0'0'2909'0,"0"0"-2373"0,0 0-393 0,0 0-71 16,0 0-47-16,0 0 86 15,0 0-6-15,0 0-21 0,54-5-13 0,-37 5-22 16,-3 0-19-16,5 0-5 15,-5 3-13-15,3 1-9 0,-7 1 0 16,0 0-1-16,-4 1 1 0,-1 1-2 16,-3 3 1-16,-2 3 13 0,0 1-15 15,-7 1-60-15,-3 3-33 0,2-2-2 16,0-2 2-16,-5 0 10 0,3-2 18 16,2-2 6-16,-1-3-1 0,-1 0 54 15,4-3 6-15,2-1 31 0,2 0 7 16,-3-2 21-16,5 0 18 0,0-1-30 15,0 0-35-15,0 0-11 16,0 0-1-16,0 1-25 0,3 0-31 16,1 3 47-16,-2 2 9 0,6 1 28 15,4 1 6-15,-1 2-6 0,-3 2 9 16,4 2 0-16,1-1-3 0,-5 0-19 16,0 1 4-16,3-1-1 0,-5-1-2 15,-2 2 2-15,-2-3-2 0,0 1 2 16,-2 0 4-16,0-1-4 0,0 0-3 15,-6-2 10-15,2 0-25 0,-2-2-12 16,-5 0 9-16,3-1-22 0,0-3-9 16,-3 1-9-16,-3-4 16 0,4 0-26 15,-7 0-18-15,5-5 37 0,1-1 31 16,-3-1 3-16,6 0 44 0,-1 1 30 16,1 1 10-16,4-1-8 0,0 4 1 15,4 0-22-15,0 0-19 0,0 2-36 16,0-1-28-16,0 1 10 0,0 0 3 15,2-1 15-15,4-3 0 16,0-2 0-16,5 0 0 0,-3-2-19 16,6-1 18-16,-1-1-20 0,5-3-111 15,-3 2-109-15,5-1-82 0,-5-1-288 16,-3 5-504-16,5-5-915 0</inkml:trace>
  <inkml:trace contextRef="#ctx0" brushRef="#br0" timeOffset="-141891.71">2032 7918 1869 0,'0'0'1090'16,"0"0"-779"-16,0 0-85 0,0 0-30 15,0 0-67-15,66-11-38 0,-49 8-25 16,3 1-35-16,-3-1-15 0,1 1-15 15,-3 2-1-15,1 0-53 16,-5 0-85-16,-5 2-115 0,2 2-113 16,-8 2-169-16,0 0-440 0</inkml:trace>
  <inkml:trace contextRef="#ctx0" brushRef="#br0" timeOffset="-141703.6">2063 8053 27 0,'0'0'3119'0,"0"0"-2462"0,0 0-446 16,0 0-113-16,0 0-67 0,0 0 90 16,0 0 50-16,0 0-19 0,0 0-57 15,56 1-58-15,-38-4-34 16,-3 1 16-16,6-1-19 0,-7 1-67 0,5 1-56 16,-5-2-66-16,3 2-63 0,-7 0-73 15,0-1-204-15,-1 1-216 16,-7 0-467-16</inkml:trace>
  <inkml:trace contextRef="#ctx0" brushRef="#br0" timeOffset="-141207.57">2158 7888 955 0,'0'0'1764'0,"0"0"-1107"15,0 0-258-15,0 0-217 0,0 0-135 16,0 0-47-16,0 0 19 0,0 0 13 15,0 0 25-15,0 0-4 0,2 11-19 16,2-3 81-16,2 4 71 0,-3 5-35 16,3 4-25-16,0 4-55 0,-4 0-34 15,4 0-16-15,-4 0-8 16,0 0-10-16,-2-3 18 0,0 0-19 16,0-4-1-16,0-1-1 0,0-2-21 15,0 0-13-15,0-5-6 0,0-1 6 16,-2-1-12-16,0-2 0 0,0-2 6 15,-4 0-25-15,2-1 4 0,-2 0 14 16,-1 1 7-16,-3-3-6 0,-2 2-1 16,3-3-2-16,-1 0 17 0,-2 0 32 15,3-3 3-15,5 0 37 0,-2-1 10 16,-2-1 21-16,6-1-31 0,-2 0-21 16,2-2-19-16,2 1-3 0,-3 0-8 15,3-2 10-15,0 3 1 0,0-1-3 16,3 2-18-16,1-1-1 0,0 2 6 15,2 0 14-15,0 1 2 0,-2-1 2 16,5 0 11-16,-1 0-11 16,4-1-2-16,-3 2-2 0,3 1-14 0,4 0-8 15,-5-1 22-15,3 3-56 16,-3 0-29-16,3 0-1 0,3-1-18 16,-3 0-76-16,5-5-147 0,-5 1-139 15,5-1-169-15,-9 2-503 0</inkml:trace>
  <inkml:trace contextRef="#ctx0" brushRef="#br0" timeOffset="-140974.22">2437 7911 2584 0,'0'0'1093'0,"0"0"-775"15,0 0-89-15,0 0-58 0,0 0-97 16,0 0 3-16,0 0 71 0,0 68-28 16,0-41-77-16,-4-2-27 0,2 0-16 15,0-2-80-15,-2-3-43 0,4-3-81 16,0-1-97-16,0-4-215 0,0-5-473 16,0-1-468-16</inkml:trace>
  <inkml:trace contextRef="#ctx0" brushRef="#br0" timeOffset="-140779.9">2627 7944 2237 0,'0'0'1144'0,"0"0"-906"16,0 0-130-16,0 0-45 0,0 0 15 15,0 0 38-15,0 0 39 0,0 0-18 16,13 65-22-16,-11-45-28 15,-2 1-72-15,0 0-15 0,0 1-158 16,0-2-174-16,-2-4-392 0,0 2-1165 0</inkml:trace>
  <inkml:trace contextRef="#ctx0" brushRef="#br0" timeOffset="-137813.9">2747 8763 59 0,'0'0'391'0,"0"0"1264"0,0 0-1238 16,0 0-130-16,0 0-46 0,0 0-110 16,0 0-19-16,0 0 38 0,0 0 52 15,0 0 44-15,-10 5 18 0,10-5-15 16,-2 0-54-16,2 0-35 0,-4 0-28 16,0 1-16-16,-1-1-30 15,-3 1-13-15,2 0-12 0,0 0-15 0,0 1-13 16,-7-2 0-16,5 0 10 0,-2 1-10 15,-1-1 4-15,-5 0 2 16,3 0-8-16,-3 0-7 0,-1 0-21 0,-4 0 11 16,1 0-14-16,1-1-2 15,-6-1-19-15,1 1 19 16,1 0 2-16,-4 0 1 0,-2 0 2 0,-2 1-3 16,2 0 0-16,-4-2-1 0,0 1-14 15,-4 0 13-15,2-1 2 0,-1 2-17 16,-5-2 15-16,0 0 2 0,-3 0-3 15,5 2-24-15,-11-3 25 0,7 1 0 16,-2 1-13-16,-5 1 3 0,7 0-15 16,-7 0 27-16,-2 0 0 0,1 0-2 15,5 0-31-15,-8 0 18 0,11 1 15 16,-2 2-1-16,-5-1-14 0,9 1 14 16,-3 0 0-16,5 0 0 0,4-2 1 15,4 1 1-15,4-2 1 16,0 0-1-16,2 0-1 0,5 0-15 15,3-2 14-15,0 0 1 0,3 0-2 16,4-1-13-16,-3 0 12 0,3 1-27 16,4-1-10-16,-7 1 22 0,3 0 6 15,2-1 9-15,-5 2 2 0,3-1-1 16,2 0 0-16,-1 0 2 0,-1 0 0 16,0 0 0-16,6 0 0 0,-5 2-1 15,1-3 2-15,0 3 8 0,2-2-9 16,1 1-1-16,1 1 1 0,-4-1 0 15,6 1 1-15,-2 0-1 0,2-2 1 16,-2 2 1-16,4 0 1 0,-2 0-3 16,2 0-1-16,0 0 0 15,0-1 1-15,-2 1 1 0,2-2 14 16,0 2 3-16,-3 0 1 0,3-2-18 16,-2 2 2-16,0 0 0 0,0-1 0 15,-2 0 0-15,0 1 0 0,4-2 0 16,-2 2 15-16,2 0 0 0,0-1-2 15,-2 1-1-15,2 0-3 0,0 0 3 16,0 0 3-16,0 0 4 0,0 0-7 16,0 0 3-16,0 0 0 0,0 0 0 15,0 0-2-15,0 0-13 0,-2 0 15 16,2 0-18-16,0-1 0 0,0 1-2 16,0-1-1-16,-2 1-9 0,2 0 11 15,0-1 0-15,0 1 0 0,0-2 0 16,0 2 0-16,0 0 1 0,0 0 0 15,0-1 1-15,-2-1 11 0,2 1-9 16,-2-2-1-16,-3-1-1 0,3-2-1 16,2 0 0-16,-6-2 0 0,2-1-2 15,-2-3 1-15,2-3-11 0,-2-4-7 16,1-1 4-16,3-5 3 16,-4-2 9-16,2-4 1 0,-2-2-1 15,2-2-12-15,-3-2 13 0,3-2-13 16,2-1 13-16,0-1-17 0,-2-2 4 15,2-1 3-15,0-2-3 0,-2-1-13 16,4-2-26-16,0 2 20 0,0-1-5 16,0 3 5-16,0-1 7 0,0 0 2 15,0 2 7-15,0-1 0 0,0 2 6 16,0-1-1-16,0 1 1 0,-2 1 0 16,2 1-7-16,0 3-5 0,0 1 3 15,0 1-16-15,0 0 12 0,2 0 1 16,2 0-1-16,0-1-24 0,0 1 12 15,0 1 4-15,0 4 11 0,1 1 19 16,-1 4 3-16,-2 2 12 0,0-2-11 16,2 7 1-16,-2-2 14 0,-2 2-4 15,2 3-11-15,-2 0 1 16,2 2-2-16,0 1 0 0,-2 0-15 16,2 0 3-16,-2 4-1 0,2 0 10 15,0 1 1-15,1 0 1 0,-1-1 1 16,0 3 2-16,0-2 0 0,0 0 9 15,0-1-11-15,0-1-3 0,2-1-15 16,-2 1 0-16,0 0 5 0,2 2 10 16,-2 2-12-16,-2 1 14 0,2 2-1 15,-2 2 1-15,0-2-1 0,0 2 2 16,0 1 1-16,0 0 1 16,3 0 13-16,-3-1-12 0,0 1-1 0,0-1 0 15,2 1-1-15,-2-2-1 16,2 1 0-16,0 0-2 0,2-1-1 15,0-1-9-15,2 1 12 0,2-2 0 16,-3 2 1-16,3-2 2 0,4 1 12 16,-3 0 10-16,3 0-4 0,4-1 1 15,-3 2-1-15,8-4-2 0,-5 4-7 16,5-3 3-16,1 4 4 0,1-2-16 16,2 0 15-16,4 0 1 0,2 1 2 15,0 1 1-15,2-2 8 0,0 3-14 16,2-2 2-16,0 2-16 0,1-1 19 15,1 1-8-15,2 0 5 0,0 0-15 16,5 0 12-16,-3 0-13 0,2 0 1 16,3 0 13-16,-5 0-16 0,5 0 2 15,-3 0 0-15,1 1 13 0,-3-1 9 16,0 2-22-16,3-2 11 16,-5 1-12-16,2 1 11 0,-1-1-10 15,-1-1-2-15,0 1 0 0,-2 0-1 16,1 2 0-16,-3 0 0 0,2 0 1 15,2 0 1-15,0 0-1 0,1 2 2 16,-5-1-2-16,2 1 0 0,-4 1 1 16,-2-1 1-16,0-1 1 0,-4 2-2 15,-4-1 2-15,0 0-1 0,-3 0 1 16,-3-1 9-16,3 0-12 0,-3-1 3 16,2 1 12-16,-5 0-12 0,5-1-2 15,-9 1-1-15,6-1-3 0,-3 0 1 16,-5-2 2-16,2 3 1 0,-1-3-1 15,-3 1 0-15,-4 1 1 0,6-2 1 16,-4 0 0-16,5 1-1 0,-3 1 1 16,-2-1 0-16,-2-2-1 0,6 2 1 15,-6 0-1-15,5-1 1 0,-3 0-2 16,0-1-1-16,-2 1 1 16,0 0 2-16,0 1-1 0,-2-1 2 15,0-1 9-15,0 0-9 0,0 0 9 0,0 0-9 16,0 0 0-16,0 1-3 15,2 0 0-15,-2 2 0 0,4-1 1 16,-2 1 12-16,2 1-11 0,5 4 16 16,-3-2-3-16,0 4-12 0,-2-1 12 15,5 3-13-15,-1 1 17 0,0 4-7 16,-2 1 3-16,3 3 0 0,1 3 9 16,0-1-8-16,-6 2-13 0,5 2 12 15,-1-1 0-15,0 2-3 16,-4 1 3-16,0 2-12 0,3-2-1 0,-1 1 1 15,0 0 9-15,-2 0 7 16,-2 1-16-16,-2 2 9 0,0-1 0 16,0 1-12-16,0 1-10 0,-2 0 8 15,-2-2 2-15,2 3-2 0,-4-3-13 16,4-2 13-16,-2 2 0 0,-1-1 0 16,3 0 0-16,2-1-11 0,-4 1 10 15,4 0 1-15,-2-1-10 0,0 0 10 16,2-2-1-16,-2 1-12 0,0-2 3 15,2 1 0-15,0-3 9 0,0 3-13 16,0-2 4-16,0 3-6 0,-2-2 0 16,2 1 3-16,0 0 0 0,0-2-7 15,0 2 4-15,0-3-12 0,0 0-1 16,0-2 1-16,-4-1 17 0,4 0 10 16,0-3-15-16,0 0 15 0,0 0 0 15,0-3-21-15,0 2 5 0,0 0 17 16,0-2-9-16,0 0 11 0,0 0 3 15,0-1-3-15,0-1 0 16,0 2 0-16,-2-3-12 0,2 0-18 16,-2-1-4-16,2-1-3 0,0-2-12 15,-2-1 22-15,0-1 25 0,2-1 2 16,-3-2 2-16,1 1 19 0,2-1 1 16,-2-1-1-16,2 1 0 0,0-1 4 15,-2 0-22-15,0 0 21 0,0-3-5 16,0 3-1-16,-2-2 3 0,4 0-2 15,-6 0 5-15,2 1-3 0,2-1 7 16,-5 1-1-16,3 0-6 0,-6 1-19 16,2 0 0-16,-3 1-1 0,5 0 11 15,-2 2-9-15,-3-3 12 0,3 1-15 16,2-1 1-16,-2 1-1 0,-3-1-1 16,5 0-14-16,2 0 12 0,0 0 0 15,2-1 0-15,-4-1 2 0,-1 2 1 16,3-3 3-16,-2 3 12 0,2-3 3 15,-2 2-6-15,-3 0-9 16,-1 2-1-16,2 0-2 0,0-3-2 0,-7 4-16 16,5-3 16-16,2 3-16 15,-5-1 6-15,3 0-1 0,6 0 1 16,-5 0 9-16,-1-2 0 0,6 0-15 16,-2 0 15-16,4-1-34 0,-2-1-27 15,1 0-30-15,-1-1-38 0,0-3-95 16,-2-5-207-16,4 2-564 0,-6-7-611 15</inkml:trace>
  <inkml:trace contextRef="#ctx0" brushRef="#br0" timeOffset="-137123.19">3328 7467 105 0,'0'0'278'16,"0"0"425"-16,0 0 914 0,0 0-1116 15,0 0-196-15,0 0-55 0,0 0-55 16,0 0-50-16,0 0-29 0,0 0-1 16,0 0 30-16,4 5 28 15,-4-3-1-15,0 2-34 0,-2 4-28 16,-2 7-36-16,-6 1-53 0,-1 5-19 15,1 2-2-15,0-3 0 0,-1 1-40 16,3-4-21-16,2-3-27 0,2 0-32 16,0-3-33-16,4-1-69 15,0-3-102-15,0-4-154 0,2 0-322 0,2-3-427 16,2-4-50-16</inkml:trace>
  <inkml:trace contextRef="#ctx0" brushRef="#br0" timeOffset="-136759.88">3324 7505 719 0,'0'0'665'0,"0"0"625"0,0 0-866 15,0 0-143-15,0 0-59 0,0 0-58 16,0 0-47-16,0 0-4 0,0 0 32 16,0 0-5-16,25 0-34 0,-17 0-41 15,0 2-22-15,3 0-15 0,5 2-13 16,-3 0-13-16,3 3 1 0,1-2 13 15,1 2-15-15,-5 0 1 0,3 0 10 16,-3-1-10-16,-5 1 1 0,2-2 13 16,-2 1-4-16,-3-1 13 0,-3 1 24 15,-2 1 111-15,0 5 30 0,0 3-47 16,0 7-48-16,-4 5-44 0,-7 2-26 16,1 1-10-16,2 0-12 15,-3 1-1-15,-3-3-1 0,5-1-1 16,-1-6-12-16,-2 0-4 0,1-4 14 15,5-4 0-15,-2-3-22 0,0-1 0 16,4-3-1-16,-1-3-17 0,3 1-44 16,2-4-60-16,0 0-81 0,0 0-193 15,0-1-561-15,0-7-811 0</inkml:trace>
  <inkml:trace contextRef="#ctx0" brushRef="#br0" timeOffset="-136447.05">3673 7478 1373 0,'0'0'1859'0,"0"0"-1153"0,0 0-373 15,0 0-116-15,0 0-75 0,0 0-142 16,0 0-43-16,0 0 43 16,0 0 43-16,0 0-9 0,46 0 6 15,-36 0-19-15,7 0-18 0,-3 0-2 16,5 0-1-16,-3 0 0 0,3 0-10 16,-5 0-89-16,-1 0-61 0,1 0-82 15,-6 2-69-15,-1 0-258 0,-3 2-221 16,-4 2-592-16</inkml:trace>
  <inkml:trace contextRef="#ctx0" brushRef="#br0" timeOffset="-136125.86">3648 7674 2395 0,'0'0'1016'0,"0"0"-690"0,0 0-175 16,0 0-113-16,0 0-26 0,0 0 124 15,0 0 64-15,0 0-23 0,54 0-60 16,-35 0-31-16,-3-3-12 0,5 0-31 16,2 3-24-16,-3-3-16 0,1 3 9 15,-2 0-12-15,1 0 3 0,-7 1-3 16,1 2-1-16,-5 2-11 0,-1-1 12 16,0 0 0-16,-4 0 2 0,0 4 16 15,-4 0 19-15,0 0 15 0,0 3 31 16,-2 1 12-16,-4 5-31 0,-4 1-25 15,-1 2-14-15,-1-2-11 16,-2 0-14-16,-1-3-49 0,1 0-27 16,-1-2-49-16,1-2-69 0,1-1-43 15,5-2-60-15,-4-2-231 0,3-5-470 16,5-1-694-16</inkml:trace>
  <inkml:trace contextRef="#ctx0" brushRef="#br0" timeOffset="-135624.12">4058 7603 1426 0,'0'0'1455'0,"0"0"-424"0,0 0-698 15,0 0-153-15,0 0-102 0,0 0-76 16,0 0 61-16,0 0 54 0,0 0 6 15,64-9 6-15,-48 9-19 0,7-2-37 16,0 2-27-16,-5 0-25 0,5 0-20 16,-4 0 2-16,-3 0-1 0,-3 2 1 15,-1 1-3-15,-4 2 0 16,-3-3-1-16,-1 1 0 0,0 0 1 16,-2 0 3-16,-2 3 19 0,0 0 8 15,0 3 19-15,-8 7 18 0,1 2-19 16,-3 3-20-16,-6 1-28 0,5 0-19 15,-3-1-17-15,-1-1-3 0,3-3-7 16,-3-1-39-16,7-3-34 0,-2-1-31 16,-1-1-31-16,5-1 3 0,2-6-48 15,0 2-106-15,0-3-181 0,2-2-216 16,2-1-700-16</inkml:trace>
  <inkml:trace contextRef="#ctx0" brushRef="#br0" timeOffset="-135391.14">4293 7754 2688 0,'0'0'991'0,"0"0"-661"16,0 0-144-16,0 0-118 0,0 0-2 16,0 0 14-16,0 0 10 15,0 0-19-15,0 0-28 0,0 0-15 0,40 43-26 16,-32-37 10-16,0 1-11 15,-4 0-1-15,3 1-12 0,1 2-90 16,0-1-68-16,0 0-88 0,-1-1-98 16,-3-1-331-16,0-1-700 0</inkml:trace>
  <inkml:trace contextRef="#ctx0" brushRef="#br0" timeOffset="-132120.54">225 6598 301 0,'0'0'277'0,"0"0"-72"0,0 0 1124 16,0 0-1015-16,0 0-140 0,0 0 6 16,0 0 20-16,-8 0-12 15,6 0 26-15,-4 0-14 0,0 0 2 16,-1 0-29-16,-3 0-9 0,4 5-17 16,-7 1-42-16,1 0-24 0,2 5-29 15,-7 2-52-15,5 4-3 0,-3 2-9 16,3 4-1-16,2-2 13 0,-3 4 37 15,3 1 15-15,4 1-15 0,1-2 3 16,3 0-21-16,2 2-8 16,0 2-11-16,7-1-2 0,1 2 1 15,2 0-2-15,5-2-10 0,-1 0 1 16,5-6 0-16,-5 0-4 0,7-4-2 16,-2-3 17-16,1-3-12 0,3-3 10 15,0-1 3-15,-1-4 0 0,1-4 2 16,4 0 14-16,-6-2-4 0,-1-3 10 15,3-3-4-15,-4 0 7 0,3-4 9 16,-5-1 12-16,2-3-3 0,-3 2 15 16,1-2-9-16,-3 0-6 0,-1-2-12 15,-5 2 11-15,0-1-2 0,0 0 0 16,-1-1 9-16,-3 1 2 0,0 0 4 16,-4 0 15-16,0 1 3 0,0-4-18 15,0 3-16-15,0-2-23 0,0-1-14 16,0 3 1-16,0-2 0 0,0 3 9 15,-4 0-9-15,0 0 9 0,-3 4 6 16,5 0-6-16,-4 0 3 0,2 0-13 16,-2 4 17-16,2-3-16 0,-7 1-3 15,5 3 2-15,-4-2-2 16,1 0-13-16,-5 3 12 0,2-1-11 16,1-1 12-16,-5 3-3 0,3 1-12 15,-5-3 3-15,3 2 0 0,-5 0-9 16,5 1 9-16,-4 2-4 0,7 1 1 15,-4 0-6-15,3-1-3 0,5 2-25 16,0 0-27-16,1 0-21 0,3 0-37 16,2 0-38-16,0 3-79 0,2 3-124 15,-2-1-190-15,2 4-151 0,0-4-324 16,2 1-361-16</inkml:trace>
  <inkml:trace contextRef="#ctx0" brushRef="#br0" timeOffset="-131615.15">194 6739 1084 0,'0'0'797'0,"0"0"300"16,0 0-738-16,0 0-74 0,0 0-285 15,0 0-3-15,0 0-76 0,0 0 79 16,0 0 89-16,0 0-4 0,31 5 3 16,-20-5-3-16,1-1 3 0,-6-3 4 15,5 3-23-15,-3-1-13 0,-2 0-3 16,-2 0 0-16,-2 1-1 0,-2 1 10 16,0 0 10-16,0 0 8 0,0 0-9 15,0 0-19-15,0 0-24 16,0 0-25-16,0 0-2 0,0 0 2 15,0 0 12-15,0 0 1 0,0 0 5 16,0 0 13-16,0 0 9 0,0 1 15 16,0-1 31-16,0 2 21 0,0-2-3 15,0 2-25-15,0 0-15 0,-4 2-16 16,4 1-8-16,-6 4-41 0,-2 3-1 16,-1 4 1-16,3 4 16 0,2 1-16 15,0 2 1-15,-4 0 12 0,6-2-14 16,0 0 0-16,-1-3-1 15,1-1-2-15,2-1 1 0,0-2-1 0,0-3-10 16,0-1 9-16,2-3-18 0,1-2 0 16,-3 0-37-16,2-1-36 0,0 1-52 15,-2-1-50-15,6-1-68 0,0 0-160 16,-6-3-287-16,4 0-758 0</inkml:trace>
  <inkml:trace contextRef="#ctx0" brushRef="#br0" timeOffset="-122339.88">298 9725 412 0,'0'0'349'0,"0"0"381"15,0 0-178-15,0 0-247 0,0 0-11 16,0 0 11-16,-50 0-58 0,50 0-46 16,0 0-30-16,0 0-73 0,0-1-96 15,0-2-2-15,0 3 19 0,0 0 47 16,0 0 31-16,0 0 35 0,0-3-15 16,0 3-51-16,0-3-38 0,4 0-3 15,2-3-7-15,3-1-17 0,3 0 2 16,0-3 16-16,7 2-19 0,-2-2-3 15,1 6-19-15,-1 0 19 0,1 1-19 16,-3 3 10-16,1 0 9 0,-7 0 3 16,3 0 2-16,-4 4 0 0,1-1 20 15,-7 0 9-15,2 2 0 0,-2 2 19 16,-2 2 12-16,0 3 0 16,0 4-25-16,-8 1-22 0,-1 3-15 15,-5 0-18-15,1-1 15 0,-5-1 1 16,1-2 2-16,-1-1-1 0,3-2 1 15,-3-4-1-15,5 0-12 0,-3-2 12 16,3-3 1-16,5 1 16 0,-4-2-4 16,5-1 16-16,3-1 21 0,2-1 10 15,2 0-32-15,0 1-27 0,0-1-12 16,0 0 12-16,0 0 37 0,0 0 12 16,0 0 7-16,0 0-7 0,0 0-12 15,0 0-37-15,0 0-10 0,2 0 4 16,7 0 6-16,3 0 34 0,0 0-6 15,7 2-7-15,-5-2-3 0,7 1 4 16,-4 1-1-16,3-1-9 0,-3-1-9 16,-1 2-3-16,-1-2-17 0,-1 0-56 15,-3 0-7-15,-1 0-43 0,2 0-40 16,-3 0-10-16,-7-3-29 16,4 0-113-16,-4-1-124 0,0-1-194 15,-2 0-383-15,0 0-687 0</inkml:trace>
  <inkml:trace contextRef="#ctx0" brushRef="#br0" timeOffset="-121091.9">347 9390 295 0,'0'0'104'0,"0"0"492"0,0 0 117 16,0 0-311-16,0 0-120 0,0 0-27 16,0 0-20-16,0 0-1 0,0 0-10 15,0 0-11-15,-41-3-8 0,33 3-26 16,1 0-18-16,1 0-33 0,0 0-32 16,-4 1-27-16,4 2-10 0,-3 0-16 15,3 2-6-15,-2-1-12 0,-5 4 9 16,3-1 0-16,0 1 15 15,-5 1 6-15,5 0 1 0,-2 3-13 0,-1 0-28 16,5-2 3-16,-5 2 1 16,3 1-7-16,2-1-9 0,2-1 15 15,-3 0-5-15,3 2-12 0,0-1-1 16,0 2-1-16,4 0 1 0,-5 2 1 16,1-3 17-16,0 0-6 0,2 2 4 15,0-1-1-15,2 0-14 0,2 3-1 16,0-5 0-16,0 2 0 0,0 3 0 15,0-1 0-15,4 1 2 0,0-1 10 16,0 1-11-16,0 1 2 0,7 0 9 16,-7-1 4-16,4 1-14 0,0 0 16 15,3-1-3-15,-3-2 1 0,2 1-4 16,3-1 6-16,-5-2 0 0,2 1 4 16,-1-2-10-16,1-3-10 0,-4-1-1 15,0 0 0-15,0 1 2 0,3-3 0 16,-3-1 9-16,0 3-12 15,0-2 2-15,1-1-1 0,5 1-1 16,-4-1 0-16,3-1 1 0,3 1-1 16,-2-1-15-16,9-2-3 0,-4 0 3 15,3-2 13-15,-1 0 1 0,2 0 1 16,1 0 3-16,-3-2-2 0,2-1 14 16,-3-2 0-16,1-2-14 0,-1-1 0 15,-3 0 11-15,3 0-10 0,-5-3 11 16,1-1-12-16,3-1 11 0,-7-1 3 15,5 1 19-15,-5-2-34 0,-2 3-21 16,1 0 19-16,3 0 2 16,-8 1 1-16,0-1 2 0,2 0 0 0,-1-1 9 15,1 0-12-15,-4-1 0 0,2 1-1 16,-2-3 0-16,0-1-2 16,0 1-21-16,0-1 6 0,0 2 6 0,0 1 9 15,-2 0 3-15,0 3 13 16,0 1-10-16,0-2 9 0,0 0-10 15,0-1 10-15,0 0-11 0,-2 2 0 16,0-3 0-16,0 4 11 0,0-1-9 16,0 1 10-16,-2 0-1 0,2 0-9 15,-4 1 12-15,4 1-12 0,-1 0 9 16,-1 1-9-16,0-1 12 0,0 1-2 16,2 1 2-16,-2 0-3 0,-2-1 6 15,-3 0-15-15,1-4-3 0,2 1-27 16,-4 1 27-16,-1 1 12 0,3 0 21 15,2 1-14-15,-2-1-16 0,-3 1 0 16,3 1-2-16,2 2 0 0,-3-2 1 16,1 3-1-16,0-3 0 15,2 4 0-15,0-2 0 0,-3 1 1 16,-1 0 10-16,4-1-10 0,-3 2 0 16,-3 0-2-16,2 0 0 0,1 1-3 15,-5 1-12-15,2-2 0 0,-1 2 13 16,-1 0-11-16,1 0 10 0,-1 0 0 15,1 0 2-15,3 0 1 0,-2 0-3 16,1 0 1-16,5 0 1 0,-6 0 0 16,3 2-11-16,3-2 9 0,0 1-30 15,0 1-28-15,-2-2-34 0,1 1-23 16,1 0-44-16,2 1-72 0,0 2-100 16,0 0-173-16,0-2-646 0,-3 1-877 15</inkml:trace>
  <inkml:trace contextRef="#ctx0" brushRef="#br0" timeOffset="-118916.63">1089 9776 725 0,'0'0'3'0,"0"0"-3"0,0 0 694 15,0 0 105-15,0 0-460 0,0 0-139 16,0 0-55-16,0 0-39 0,0 0-29 16,0 0-1-16,0 0 33 0,0 0 31 15,0 0 9-15,0 0-13 0,0 0-3 16,0 0-8-16,0 6-11 0,0 3-30 16,0 3-21-16,0 7-10 0,-2 8 9 15,0 0-3-15,0 9-10 16,0 2-18-16,0 1 0 0,2 3 6 0,0 1-9 15,0-1-3-15,0-1-4 0,0 2 7 16,0 0-3-16,2-4-13 0,0 0 0 16,0-3-9-16,-2-3 10 0,2-1-11 15,0-4 10-15,0-2-11 16,-2-1-1-16,3-4-1 0,-3-5-33 16,2-1-9-16,-2-4-3 0,0-4-10 15,4 0-5-15,-4-4-17 0,2-1-43 16,0-2-57-16,0 0-36 0,2 0-66 15,-2-5-92-15,2-2-93 0,0 0-71 16,1-6-541-16</inkml:trace>
  <inkml:trace contextRef="#ctx0" brushRef="#br0" timeOffset="-117099.03">1129 9782 311 0,'0'0'52'0,"0"0"1654"0,0 0-1346 16,0 0-163-16,0 0-97 0,0 0-10 15,0 0 19-15,0 0 23 0,0 0 8 16,0 0 1-16,-4 6-27 16,4-6-19-16,0 0 3 0,0 0 13 0,0 0 12 15,0 0-13-15,0 0-34 16,0 0-20-16,0 0-15 0,0 0-7 15,0 0-6-15,0 0-9 0,0 0-1 16,0 0 4-16,0 0 3 0,0 0 6 16,0 0 3-16,0 0 0 0,0 0 0 15,0 0-6-15,0 0 0 0,0 0-3 16,0 0-4-16,0 0-2 0,0 0-1 16,0 0 4-16,0 0-4 0,0 0-2 15,0 0-4-15,0 0-11 0,0 0 1 16,0 0-2-16,0 0-2 0,0 0-10 15,0 0 0-15,0 0 10 0,0 0 1 16,0 0-1-16,0 0 1 0,0 0-2 16,4 0 3-16,4 0 28 0,-2 0 0 15,2 0-13-15,3-1 1 0,5-2-1 16,5 1-13-16,-2 0 23 0,7-2 2 16,5 2-5-16,2 0 8 15,3-2 1-15,3-1 6 0,4-1-16 16,3 2 1-16,-3 0-20 0,1-2-2 15,5 0 1-15,-7 1 1 0,-1 2 0 16,2 0 13-16,-3 3-14 0,-1-1 2 16,4 0 22-16,-1 1 21 0,-1-3-44 15,-2 3-2-15,1 0-19 0,-3-3 16 16,0 3-12-16,-4 0 4 0,0 0 11 16,2-1 2-16,-4 1 1 0,4 0 18 15,-2 0 16-15,1 0-13 0,-1 0-20 16,-2 0 8-16,-2 1-10 15,2-1-2-15,0 3 3 0,0 1-1 0,-3 0 22 16,1-1 1-16,5 2-13 16,-8-2 0-16,-1 3-9 0,0-3 9 15,-2-1-10-15,-5 1 17 0,-3-2-18 16,-1 1-1-16,3 1 1 0,-9-2 1 16,0-1-2-16,1 2 1 0,-3-2 2 15,-4 0-2-15,0 0 2 0,0 0 0 16,-2 2 0-16,2-2 12 0,0 0-13 15,0 0 0-15,0 0 10 0,-2 0-12 16,2 0 0-16,0 0 1 0,-2 0 0 16,5 0 0-16,-5 1 2 0,0-1 13 15,0 0 11-15,2 1-3 0,-2-1-2 16,0 0-10-16,0 1 0 0,0-1-11 16,0 0-1-16,0 0 2 0,0 0 16 15,0 0 3-15,0 1 1 0,0-1 2 16,0 0 3-16,0 0 1 15,0 0 5-15,0 0 0 0,0 0 1 0,0 0-19 16,0 0-14-16,0 0-1 16,0 0-1-16,0 0 0 0,0 3 1 15,0 1 0-15,0 4 18 0,4 4-15 16,-2-1-1-16,0 3 10 0,0 2-9 16,0 1 9-16,-2 3-10 0,2-1-2 15,4 2-15-15,-4 2 13 0,-2-3 0 16,2 3-10-16,-2-2 0 0,2 4 9 15,3-2 0-15,-5 2-15 0,2 0 2 16,-2 2 4-16,0 0 0 0,4 1-3 16,-4-2-3-16,2 1 15 0,0 1-15 15,-2-3 2-15,2 0 14 0,-2-1 1 16,2-2 0-16,-2-1 0 0,0-3 1 16,0 3 0-16,0-5 1 0,0-1 1 15,0 1 2-15,0-5-1 0,0 1 0 16,0-1-1-16,0-3 1 15,0 2-1-15,0-3 0 0,0-2 1 0,0 0-1 16,0-1 1-16,0-4 9 16,0 4-10-16,0-4 0 0,0 2 19 15,0-2-3-15,0 0 0 0,-2 0 1 16,2 0-4-16,-2 3-3 0,0 0-11 16,-4 0 0-16,-3 0 0 0,1-1-1 15,2 2-12-15,-4-2-9 0,-3 2 5 16,3-2 13-16,-7 2-12 0,3-2 3 15,-7 0 10-15,5 1 0 0,-3-3 0 16,0 3 2-16,-5-3 0 0,3 3 1 16,2-3-1-16,-5 2 0 15,3 0 0-15,2 0 1 0,-3 0 11 16,3 2-12-16,-2-3-1 0,3 0-1 16,1 1 2-16,-4-1-1 0,5 1 0 15,-9-1 1-15,9-1 3 0,-7 0 15 0,-4 0-16 16,2 0 1-16,0 0 13 15,-6 0-16-15,-2 0 0 0,-2 0 2 16,-6 0-1-16,2 2-1 0,-1 1 0 16,-3 0-1-16,-3 1 1 0,3 1 0 15,2-1 1-15,-3 1 22 0,5 0-21 16,2 2-1-16,4-3 13 0,2 0 19 16,6-1-2-16,2-2-19 0,0 1-11 15,5-2-1-15,1 0-2 0,1 0 0 16,-1 0-1-16,1 0 1 0,1 1 1 15,1-1-1-15,-5 2-1 0,0-2 3 16,3 0 1-16,-5 1-1 0,3 0 1 16,-3 1 11-16,-2 0-12 15,7-1 1-15,-5 2 1 0,4-1-1 16,-3 0-1-16,5 0 11 0,-3 0-10 16,5 0 1-16,-1-1 0 0,4 0-2 15,3 1 2-15,-1-1-2 0,0-1-1 16,4 0-1-16,2 0 0 0,0 0-19 15,-1 1 19-15,1-1-10 0,0 0-1 16,0 0 11-16,0 0-25 0,0 0-24 16,-2 0 2-16,-2 0-20 0,2 0-41 15,2 0-17-15,-3-1-38 0,3-3-74 16,2-1-102-16,0 1-129 0,0-6-510 16,0 3-3-16,0-5-676 0,27 55 1225 0</inkml:trace>
  <inkml:trace contextRef="#ctx0" brushRef="#br0" timeOffset="-116724.83">1476 9964 396 0,'0'0'2394'16,"0"0"-1827"-16,0 0-260 0,0 0-121 16,0 0-76-16,0 0-28 0,0 0 31 15,0 0 65-15,0 0 14 16,0 0-109-16,-17 55-37 0,7-34-9 15,4 2-15-15,-7 1-19 0,1-2 15 16,4-1-18-16,-5-2-2 0,5-5-47 16,0 1-62-16,4-4-50 0,2-3-53 15,0-2-59-15,2-2-156 0,0-2-220 16,4-2-159-16,-4 0-205 0,10-6 214 0</inkml:trace>
  <inkml:trace contextRef="#ctx0" brushRef="#br0" timeOffset="-116383.7">1449 10096 197 0,'0'0'358'15,"0"0"-146"-15,0 0 924 0,0 0-750 16,0 0-83-16,0 0 10 0,0 0-25 16,0 0-55-16,0 0-75 0,0 0-63 15,6-42-51-15,-4 42-40 0,5-1 37 16,-1-1 25-16,0 2-10 0,2-2-15 16,9 2-28-16,-5-2 15 0,9 0 28 15,-5 2 11-15,7 0-23 16,-4 2-16-16,-1 0-25 0,1 2 16 0,-7-1 15 15,1 0 13-15,-5 0-1 16,-2 0 19-16,-4 0 35 0,0 0 69 16,-2 0 0-16,0 4-22 0,0 2-6 15,0 4-19-15,-4 5-55 0,-2 5-21 16,-2 2-25-16,-1 3-3 0,1 3-3 16,-4-2-3-16,1 1 7 0,3-4-16 15,-2-3 0-15,-1-4 12 0,3-2-14 16,2-2-1-16,2-5-12 0,-4 0 0 15,6-2-43-15,-1-2-15 0,1-2-34 16,2-3-76-16,0 1-99 0,5-2-97 16,3 0-103-16,2-7-148 0,-4 1-99 15,9-12-733-15</inkml:trace>
  <inkml:trace contextRef="#ctx0" brushRef="#br0" timeOffset="-116117.07">1869 9987 2202 0,'0'0'1375'0,"0"0"-928"0,0 0-119 16,0 0-321-16,0 0-7 0,0 0 0 15,0 0 37-15,0 0 81 0,0 0-23 16,0 0-27-16,45 2-19 0,-30-2-18 15,-3-1-3-15,7 0-16 0,-5 0-9 16,1-2-2-16,1 3-1 16,-3 0-80-16,-1 0-71 0,-4 0-72 15,-4 4-54-15,0 2-95 0,-1 1-178 16,-3 0-193-16,-5 7-1108 0</inkml:trace>
  <inkml:trace contextRef="#ctx0" brushRef="#br0" timeOffset="-115789.46">1844 10196 1381 0,'0'0'387'0,"0"0"1163"0,0 0-1179 0,0 0-305 16,0 0 41-16,0 0 50 0,0 0-25 16,0 0-13-16,62-9-42 0,-41 5-27 15,-3 2-19-15,5 2-3 0,-4-3-3 16,-1 3-1-16,-3 0-5 0,3 3 15 15,-10-1-6-15,1 2 5 0,-1 0-2 16,-4 1 9-16,0-1 19 16,-4 3 51-16,0 4 62 0,0 0-44 15,0 3-52-15,-2 2-27 0,-6 4-16 16,-2 0-8-16,-3-1-10 0,3 0 0 16,-7 0-15-16,5-1 15 0,-7-5-15 15,7 0-13-15,-3-1-39 0,5-3-36 16,4-4-28-16,0-1-27 0,2-2-57 15,-1-2-80-15,5 0-172 0,0-3-546 16,0 0-580-16,7-8 111 0</inkml:trace>
  <inkml:trace contextRef="#ctx0" brushRef="#br0" timeOffset="-115405.48">2210 10124 1657 0,'0'0'1276'16,"0"0"-680"-16,0 0-277 16,0 0-206-16,0 0-84 0,0 0-29 0,0 0 95 15,0 0 11-15,0 0-3 16,0 0-1-16,51-11-6 0,-40 9-13 16,-1 1-3-16,5-2-6 0,-5 1-18 15,6 0-26-15,-1 0-8 0,-3 0-7 16,5 2-13-16,-7-3-2 0,3 3-2 15,-3 0 2-15,-6 0-2 0,2 0 1 16,-4 0 1-16,0 0 3 0,-2 3 31 16,2-1 3-16,-2 3 27 0,0 0 67 15,0 5 0-15,-2 4-33 16,0 1-32-16,-6 7-26 0,2-1-19 16,-7 4-9-16,-1-2-9 0,2 1 0 15,-7-1-3-15,5-3-29 0,-3 1-20 16,7-6-2-16,-7-2-25 0,7-2-46 15,4-3-46-15,-3-3-37 0,3-4-79 16,2 0-160-16,4-1-213 0,0 0-506 16,2-7-666-16</inkml:trace>
  <inkml:trace contextRef="#ctx0" brushRef="#br0" timeOffset="-115227.48">2352 10287 2123 0,'0'0'1075'0,"0"0"-728"16,0 0-166-16,0 0-90 0,0 0-79 15,0 0-12-15,0 0 85 0,0 0 9 16,0 0-5-16,0 0-33 0,40 21-34 16,-32-11-19-16,-2-3 0 0,2 0 9 15,3 1-12-15,-3 1-53 16,-2-2-89-16,2 1-128 0,1 0-222 0,-5-2-552 16,0 3-988-16</inkml:trace>
  <inkml:trace contextRef="#ctx0" brushRef="#br0" timeOffset="-114494.34">1226 10995 654 0,'0'0'26'0,"0"0"1224"0,0 0-952 16,0 0-227-16,0 0 20 0,0 0 41 15,0 0 56-15,0 0 94 0,0 0 60 16,0 0-12-16,2 1-21 0,-2 2-36 16,0-2-34-16,0 5-8 15,-4 3-4-15,0 8-117 0,-3 6-67 16,1 4 0-16,-6 5-13 0,1 1-9 15,3-1-2-15,-2-2-7 0,0-3-10 16,-1-5-2-16,7-2-12 0,0-3-28 16,0-6-70-16,4-2-49 0,0-3-68 15,0-5-95-15,6-1-207 0,0-4-160 16,2-5-28-16,7-9-606 0</inkml:trace>
  <inkml:trace contextRef="#ctx0" brushRef="#br0" timeOffset="-114088.07">1257 11040 894 0,'0'0'690'15,"0"0"789"-15,0 0-995 0,0 0-149 16,0 0-133-16,0 0-121 0,0 0-41 16,0 0-9-16,0 0-31 0,0 0 2 15,2-3 2-15,6 3 39 0,0 0-6 16,-1 2 1-16,5-2 2 15,2 1 6-15,1 2 4 0,4-1 9 16,-3 0-16-16,5 2-3 0,2 0-12 16,-5-1-10-16,3 3 13 0,-7-1-16 15,1 2-2-15,-7 0 23 0,-2-1 26 16,0 1 118-16,1 2 13 0,-7 0-11 16,0 3-24-16,0 5-52 15,0 1-33-15,-7 5-19 0,-1 0-24 0,2 2-3 16,-4 3-11-16,-1 1-14 0,1-3 10 15,2-1 0-15,-3-1-10 16,1-1-1-16,4-5-1 0,0-1 0 0,-1-2-2 16,1-5-28-16,2-1-19 15,2-4-26-15,0-2-50 0,2-3-75 16,0 1-92-16,2-1-127 0,4 0-55 16,5-1-117-16,-3-6-133 0,0-1-476 15</inkml:trace>
  <inkml:trace contextRef="#ctx0" brushRef="#br0" timeOffset="-113807.91">1757 11003 2353 0,'0'0'1364'0,"0"0"-1017"16,0 0-254-16,0 0-68 0,0 0-23 16,0 0 51-16,0 0 72 0,0 0 2 0,0 0-22 15,0 0-25-15,46 4-31 16,-34-4-24-16,9 0-7 0,-5 0-16 16,5-4 10-16,2 1-12 0,-5-1-61 15,3-1-68-15,-5 1-82 0,1 1-62 16,-9 3-143-16,0 0-192 0,-3 0-491 15,-7 9-504-15</inkml:trace>
  <inkml:trace contextRef="#ctx0" brushRef="#br0" timeOffset="-113482.68">1732 11214 1688 0,'0'0'1809'0,"0"0"-1277"16,0 0-265-16,0 0-146 0,0 0-81 15,0 0-39-15,0 0 51 0,0 0 32 16,0 0 2-16,0 0-9 0,54-10-19 16,-35 7-15-16,-1 0-15 15,1 1-7-15,4 2-5 0,-7 0-13 16,5 0 12-16,-5 0-12 0,3 2 9 16,-7 1-10-16,3 3 11 0,-7-3-11 15,0 4 10-15,-1-2 6 0,-5-1 10 16,-2 2 24-16,0 1 76 0,0 2 36 15,-2 5-52-15,-7 2-48 16,3 1-31-16,-11 3-21 0,5-1 0 16,0 0-12-16,-5 0 0 0,5-2-60 15,-3-5-31-15,5 2-49 0,4-4-61 16,-3-3-46-16,3-3-95 0,4-3-141 16,2-1-485-16,0 0-727 0</inkml:trace>
  <inkml:trace contextRef="#ctx0" brushRef="#br0" timeOffset="-113067.68">2185 11118 1168 0,'0'0'2280'0,"0"0"-1664"15,0 0-299-15,0 0-317 0,0 0-59 16,0 0 59-16,0 0 62 0,0 0-3 16,0 0 0-16,0 0-19 0,52-25-18 15,-38 19 6-15,3 2-13 16,-3-1-13-16,9 1 1 0,-5 0-3 16,1 2 1-16,4 1 0 0,-7 1 0 15,3 0 1-15,-5 0-1 0,5 0 1 16,-13 2 0-16,2 2 1 0,1-2 12 15,-7 1 25-15,-2 1 68 0,0 1 176 16,-6 6 6-16,-1 5-111 0,-3 4-109 16,-2 3-25-16,-7 2-21 0,5 0-21 15,-5 3-3-15,0-3-1 0,3-1-2 16,-3-4 0-16,5 1-54 0,-3-6-19 16,5-1 3-16,4 1-33 0,-5-5-34 15,5 0-49-15,2-2-96 0,6-4-207 16,0-2-469-16,0 0-506 0</inkml:trace>
  <inkml:trace contextRef="#ctx0" brushRef="#br0" timeOffset="-112865.79">2369 11287 464 0,'0'0'2660'0,"0"0"-1902"0,0 0-254 15,0 0-270-15,0 0-234 0,0 0 0 0,0 0-15 16,0 0 15-16,0 0 48 15,0 0 11-15,6 16-22 0,0-7-25 16,3-3-12-16,1 2 0 0,-4 0-58 16,4 1-56-16,7-2-97 0,-7 0-59 15,7-2-187-15,-5 1-312 0,1-3-587 16</inkml:trace>
  <inkml:trace contextRef="#ctx0" brushRef="#br0" timeOffset="-110448.25">2712 11758 57 0,'0'0'446'0,"0"0"724"15,0 0-52-15,0 0-676 0,0 0-57 16,0 0-117-16,0 0-69 0,0 0-106 16,0 0 38-16,-47 31-60 0,38-28 13 15,1-1-10-15,0 1 0 0,2 0 13 16,-5 0 8-16,-1 0 0 0,-1-1 9 15,-5 1-9-15,3-2-4 0,-3-1 4 16,3 2-16-16,-5-2-16 0,-1 0-14 16,0 0-6-16,-2 0-19 0,3 0-3 15,-3 0 3-15,-2 0 10 0,5-2-4 16,-5-2-18 0,-4 3 3-16,0-3-3 0,-2 2 0 0,0 1 0 0,-2 0 4 15,-4-1-16-15,1 1 0 16,-1-2-11-16,4-1 9 0,-4 1 1 15,-2-1-14-15,-1-2 13 0,1 2-10 16,0-1 1-16,2-2 10 0,2 4-1 16,-5-4 1-16,3 3-1 0,0-2 2 15,0 0-12-15,1 3 10 0,-1 0 1 16,0 0 1-16,2 0 12 0,2 2-12 16,0 1 0-16,0 0 0 0,0 0 0 15,2 0 1-15,6 0 0 0,4 0 2 16,-2 0 0-16,5-1 9 0,3-1-12 15,7 2 1-15,-2-2-1 0,1 1-3 16,5 0-18-16,0 1 3 16,2-2 6-16,0 0 9 0,-2 2-13 15,-2-1-2-15,4 0 15 0,-2 0-15 16,-3-2 17-16,1 2-2 0,2-1 0 16,-2 1 2-16,0-1-1 0,-1 1 2 15,1 0 12-15,2 0-11 0,2 1 2 16,-2-1 0-16,2 1 9 0,0 0-12 15,-2-1-1-15,2 1 0 0,-1 0 0 16,-1 0-1-16,2-3 0 0,0 2 0 16,-2 1 2-16,2 0 0 0,2 0 3 15,-4 0 0-15,0 0 9 0,2-2-10 16,-5 2 1-16,5-2-2 0,-2 2 0 16,2 0 0-16,0 0 0 0,-2 0-1 15,2 0 1-15,2-1 0 0,-4 1 3 16,0-1-1-16,2 0 9 0,-5 1-11 15,3 0 1-15,2 0-2 0,-2-1 1 16,0 1-1-16,2 0 1 16,0-2 1-16,0 2 0 0,-2-1-2 15,1 1 1-15,-3-2-1 0,2 2 0 16,0 0-1-16,2 0-1 0,-2 0 0 16,2 0 1-16,0-1 1 0,0 1 0 15,-3-2 2-15,3 1 13 0,-2 1-13 16,4-1 0-16,0 1 0 0,0-1-2 15,-2 0 0-15,2 0 0 0,-2 1-2 16,2-3-1-16,-2 2-15 0,0-1 0 16,0-2 2-16,-2 0-5 0,2 0-3 15,0-5 3-15,2-1 0 0,-4-2-4 16,1-1 10-16,1-4 0 0,0-1 3 16,2-4 9-16,0-3-12 0,0-2-1 15,0-1 13-15,0-2-12 0,0 2-3 16,2-4-16-16,0 4 7 15,3 0 12-15,-3 1-6 0,0 2 2 0,0-2 1 16,0 5 6-16,0 1 0 16,0 4-1-16,0 0 10 0,0 1 0 15,-2 5-9-15,2-1 10 0,0 2 1 16,-2-1 0-16,0 3-1 0,0-1 0 16,4 0-1-16,-2-3-12 0,1 1-3 15,-1 0-10-15,0-2-2 0,2 0-1 16,-2 0 3-16,0 1-5 0,2 0-1 15,0 2 10-15,-2 4 2 0,0-3 19 16,2 6-12-16,-1-2 14 0,-1 1 1 16,0 0 0-16,0 0 1 15,0 2 1-15,-2-3 0 0,2 1-2 16,0-2 1-16,0 3-1 0,2-1-1 16,-2-1-1-16,4 1 0 0,-1-2 1 15,1 2 1-15,-2-1 2 0,-2 1 13 16,2-1-12-16,0 2 13 0,2-1 5 15,3 1 0-15,-3-1-5 0,-2 0-13 16,6-3 15-16,1 3-17 0,-1 0 2 16,2-2-2-16,5 0 0 0,-3-2 12 15,7 3-10-15,-4-1 0 0,1 2 0 16,5-1 0-16,-2-1 12 0,1 2-12 16,3-1 9-16,0 1-9 0,2-2 16 15,-2 2-1-15,8 0 0 0,-4 0-16 16,0 1 17-16,4 1-1 0,0 0 3 15,0-1-20-15,2 2 14 0,0-1 10 16,0 0-22-16,0 2 12 16,-1-1 6-16,1 0-20 0,2 1 18 15,0 0 9-15,0 0-28 0,3 0-3 16,-5 0 2-16,2 0 1 0,0 0 1 16,-2-2 1-16,0 2 16 0,3 0-17 15,-1 0 1-15,0 0 11 0,6 0-13 16,-3 0 0-16,-1 0 2 0,0 0-1 15,5 0 0-15,-5 0 0 0,0 0-1 16,-2 0 2-16,1 0-1 0,-1 0 0 16,-4 0-1-16,0 0 2 0,-2 0-1 15,-4 2 11-15,0-1-12 0,-5 0 1 16,-3 1 0-16,2 1 2 0,-5 0 0 16,-1-1 12-16,-5 0-13 0,-2 0 0 15,-1 1 1-15,1-2-1 0,-2 0 10 16,-2 1-12-16,2 1-1 0,3 0-1 15,-1-1-1-15,0 2 2 16,0-1 1-16,-1-2 0 0,1 1 1 16,0 2-1-16,-4-3 1 0,-2 1 1 15,3 1 0-15,-3-2 0 0,0 1-1 16,-2 0 2-16,2-1 10 0,0 2-10 16,2 0 9-16,-2 0 0 0,2 1-9 15,-2 0 12-15,0 3-12 0,2 0 15 16,-4 0-5-16,2 3-1 0,3 1-9 15,-1 0 9-15,-2 4 0 0,0 0 6 16,2-1-6-16,-4 5 0 0,0-2-9 16,0 3 0-16,0-3 10 0,0 3-11 15,0 0 0-15,0-1 0 0,0 3-1 16,0-2 0-16,-4 1 1 0,4-2 10 16,-2 3-9-16,2-2 0 0,-2 1 12 15,0 0-14-15,2-1-1 16,-2 0 2-16,2 0-1 0,-2-1 0 0,-1 0 0 15,3-1 1-15,0 2-1 16,0-2-1-16,-2 1-3 0,2-1-9 16,0 0 0-16,-2 0 9 0,2 3-12 15,0-3-1-15,0 3-2 0,0-4 3 16,0 2-27-16,0 0 2 0,0-2 4 16,0-2-7-16,0 1 7 0,0-4 15 15,0 2 8-15,0 0 1 0,0 0 9 16,-2-4-15-16,0 1 3 0,0-2 4 15,-2 1 11-15,2-2 12 0,-2-1-9 16,0 1 9-16,2-2-10 0,0 0 1 16,-3 0-1-16,3-2 0 0,2 1-2 15,-2-3 0-15,0 2-12 0,0-4 11 16,0 4 1-16,-2-1 12 0,2 0 6 16,-4-2 1-16,2 2 2 0,-3-1-6 15,5 1 3-15,-2-2-6 16,-4 2-9-16,0-1-1 0,1-2-2 15,1 3 0-15,-2-2-1 0,-7 0-11 16,5-1 10-16,-2 2-1 0,-7-2 0 16,5 0-9-16,-7 0 12 0,-2 0 1 15,5 0 11-15,-7 0 3 0,2-2-15 16,2 0-1-16,-1-1-2 0,1 3-18 16,4 0-9-16,-1-2-49 0,5-1-98 15,1 2-37-15,0 1-131 0,3-1-306 16,3-1-682-16,-4 0-1056 0</inkml:trace>
  <inkml:trace contextRef="#ctx0" brushRef="#br0" timeOffset="-106638.82">3223 12187 174 0,'0'0'150'0,"0"0"-3"0,0 0 195 0,0 0 884 16,0 0-834-16,0 0-124 15,0 0-46-15,0 0-36 0,0 0-20 16,0 0-10-16,0 0 6 0,-4 0-4 16,1 2-26-16,-1-2-19 0,2 0-9 15,-2 2-20-15,2-2-6 0,-2 4-6 16,0-3-10-16,0 0-16 0,-5 1 4 15,1-1-16-15,0 0 6 0,0 0-3 16,-5 0-3-16,1-1-6 0,3 3 6 16,-7-2-7-16,1 1-11 0,-1-2 5 15,1 3 7-15,-5-1-7 0,5-1-21 16,-5 0 16-16,3-1-15 16,-6 0-1-16,7 0 0 0,-7 0 1 0,-2 0 29 15,3 0-5-15,-1 0-22 0,-4 0 0 16,-4-1 18-16,0-2-19 0,-2 0-2 15,0 1-2-15,-2-2 2 16,0 1 0-16,-1 0 19 0,-3 0-19 16,2 0-3-16,-4-1-16 0,-1 0 19 15,5 1-1-15,-2-2-1 0,-5 2 1 16,5 0-1-16,-2-1-1 0,3 1-9 16,-1-1-9-16,-4 2 20 0,6-1-10 15,-7 1 11-15,7 0-2 0,-9 0-9 16,5 2 11-16,0 0 1 15,-3 0-1-15,1 0 0 0,0 0 0 16,1 2 0-16,-1-1-1 0,-1 1 0 16,5-1 1-16,-2-1-1 0,-3 0-1 15,3 0 0-15,4 2 1 0,0-2-1 0,1 0-1 16,-1 0 3-16,4 0 1 16,2 1 1-16,0 1 13 0,0 1-13 15,4-2-1-15,0 1 11 0,7 0-12 16,-5-2-2-16,4 0-13 0,5 0-7 15,-5 0-5-15,7 0-10 0,-3 0 0 16,7 0 13-16,-5 0-1 0,7 0 13 16,0-1 10-16,4 0-11 0,-3 1 12 15,1-2-17-15,2 2 5 0,-2-3-11 16,0 2-13-16,2 0 6 0,-3-1-37 16,-5 0 46-16,4 0 20 0,-1-2-14 15,-1 2-22-15,-2 1 38 0,1-2 2 16,-3 3-1-16,1-2 12 0,-3 2 2 15,6-2 10-15,-1 2 15 16,-1 0 34-16,6-1-21 0,-1 1 12 0,3-2-16 16,4 2-48-16,-2-1-1 15,2 1-31-15,0 0-15 0,0 0 9 16,0 0 12-16,0 0 25 0,0 0 0 16,0 0 22-16,0-2 18 0,0 2 2 15,-2-3-41-15,-2 3 1 0,2-2 23 16,0-2-7-16,-2 3 7 0,2-4-13 15,0 3 0-15,0 0-11 0,-1-2 15 16,1-1-15-16,0-1 0 0,0 0 0 16,0-1-1-16,2-2-1 0,-2-2-2 15,2-2 1-15,-2-1 1 0,0-1 0 16,0-1 0-16,0 1 1 0,0-1 1 16,-2 0 0-16,4 1 0 0,-2-3 2 15,0 1-1-15,2-1 1 0,0-1 12 16,-3 3-15-16,3-1 2 0,0-3 17 15,-2 2 5-15,0-3-2 0,0 1 2 16,0 0 10-16,0-2-10 16,0-1 10-16,-2-1 6 0,-2 0 3 15,0-1-10-15,1 1-6 0,-1-1-11 16,2 1-15-16,2-1 2 0,2 2 0 16,-2-2-2-16,2 0 2 0,0 2 0 15,0 1-3-15,0-1-1 0,0 4 1 16,0-2 0-16,0 3 1 0,0-3 0 15,2 4 2-15,-2-2 12 0,0-2-3 16,0 2-9-16,0-2 16 0,0 3-1 16,-2-2-16-16,2-2 1 0,-2 1-2 15,2-2 0-15,0 2-1 16,0-3 0-16,0 1 0 0,0 0 0 0,0 0 0 16,2 0-2-16,0 2 1 0,-2-2 1 15,0 1 0-15,2 0 2 16,-2-2 10-16,0 1-10 0,2 1-1 15,-2-1 1-15,0-1 0 0,0-4 0 16,0 1 0-16,0-4 0 0,0 1-2 16,2-2-4-16,0 2-17 0,-2 4 9 15,2 1 9-15,2 3-9 0,-1-1 10 16,-1 0 2-16,2 1 0 0,0 0 2 16,-2-2 1-16,0 6 15 0,0 0 3 15,-2 0-5-15,2 1-13 0,-2-1 0 16,0 3-1-16,2-2 0 0,0-1-2 15,2 0-1-15,-2-2-1 0,3-1-1 16,1 0 0-16,0-1-13 0,-2 2 15 16,0 2-1-16,2 1 1 0,1 0 1 15,-5 0 0-15,6 0 0 0,-4 1 0 16,-2 0 0-16,0 3 0 0,0 0 0 16,2-1-1-16,-1 0-2 15,-1 1 1-15,2 1-10 0,-2-1 0 16,2 0 9-16,0 1-9 0,-2 0 9 15,2-2 1-15,-2 1 1 0,0 0-2 16,3 1 1-16,-3-3-10 0,2 4 11 16,0-1 1-16,0 0 2 0,0-1 14 15,0 0-14-15,-2 1-2 0,3-2 0 16,-1 0-3-16,0 0-13 0,2 0 13 16,0-3 0-16,0 2 0 0,-4-1 0 15,3-1 0-15,1 1 0 0,-2 1-9 16,0 0 11-16,0 1-1 0,0 0 1 15,-2 3-1-15,3 0-10 0,-5 3 9 16,2-1-30-16,0 1 15 16,2 0 5-16,-2 2 1 0,2 0 9 0,-2 0-8 15,0 0 11-15,2 3 12 0,-4-1-12 16,2 0 0-16,0 2 0 16,-2-1 0-16,0 0 1 0,2 1-1 0,-2 1 0 15,0-1 0-15,0 1 1 0,3 1 1 16,-3-1-2-16,0-1-3 15,0 2-12-15,2 0 12 0,-2 0 0 16,0-3 0-16,0 3 0 0,2-2 0 16,0 0 0-16,0 0 2 0,2 1 1 15,0-1 1-15,0-1 2 0,2 1 9 16,3 0-10-16,-5-1 1 0,6 0 0 16,3 0 12-16,-3-1-2 0,4-1-11 15,3-1 10-15,-1 1-9 0,3-1 12 16,4 0-3-16,-3-1-9 0,3 1 0 15,4 0-2-15,-2 0 1 16,-2-2 11-16,-1 1-10 0,5 0 15 0,-4 3-18 16,2-2 2-16,0 1 10 15,3 0 3-15,-1 0-13 0,-2 2-1 16,4-2 10-16,-2 1-11 0,2 1 0 16,4 0 0-16,-2 1 0 0,-2 0 1 15,2 1-1-15,0-1 1 0,-4 0 0 16,4 1 11-16,-2-1 0 0,0-1 3 15,0 2-15-15,2-1 0 0,-4 1-1 16,-5-1 1-16,5 2 0 0,-4 0 0 16,4 0 1-16,-5-1 2 0,5 1-1 15,2 0 0-15,0 0 0 0,4 0 0 16,5 1 0-16,-1 1-2 0,2 0 3 16,4 0 0-16,-1 1 8 0,1 0-11 15,3-1-2-15,-3 2 0 0,-2-1 0 16,-1 1 0-16,-1 1 2 0,-2 1 3 15,-2-3-3-15,-4 2 0 0,-2-1 0 16,-4 1 2-16,0-2-1 16,2 1 0-16,-5-2 0 0,1 3 2 15,0-2-1-15,-2 0 13 0,-3-1-14 16,5 1-1-16,-9 0 1 0,7 2 1 16,-6-4 1-16,3 3-3 0,-5-2-1 15,3 1 1-15,-6 1-1 0,5-1 1 16,-3 0 0-16,-1 1 0 0,5 0-1 15,-1 0-1-15,1 1 2 0,-3 0 1 16,5 2-1-16,-3-1 0 0,-3-1-2 16,3-1 2-16,-9 0 0 0,2-2 1 15,0 2 0-15,-4-2 1 0,1 0 10 16,-3 0-10-16,0-1 0 0,0 0 1 16,0 2-1-16,-2-1-2 15,4-1 1-15,0 3 0 0,-2-1 0 0,4-1 0 16,-4 1 0-16,3 0 1 15,-1 0 14-15,-2 0-14 0,2 1 1 0,-4 0 9 16,6 1-9-16,-4 1 0 16,6 1 0-16,-3 0 12 0,1 3-12 0,-2 0 15 15,2 1-2-15,0 3-4 16,3-1-11-16,1 3-1 0,-2-1 15 16,0 3 3-16,5-1-17 0,-5 0 0 15,0 0 0-15,1 0 1 0,-1 3 1 16,-2-1 18-16,-4 0-5 0,4 1-4 15,-4 2 12-15,1 2-6 0,3-1 0 16,-4 2-16-16,2 0 13 16,-2 3-15-16,0-1-1 0,2 0-2 0,-2 2 1 15,0-2 1-15,2 2 1 16,1-3 1-16,-3 1 15 0,4 1-14 16,-6-2 1-16,4-1 15 0,-2 1-3 15,-2 2-3-15,2 0 3 0,-2 2 5 16,0-3-20-16,0-1 0 0,0 2 1 15,2-2 11-15,-2 4-8 0,0-3 14 16,0 6-3-16,0-2-3 0,0-2 3 16,-2 5-12-16,2 0 15 0,-2-2-6 15,2-1 3-15,-2 0-14 0,2-3-1 16,0 3-18-16,-2-3 6 0,2-2-3 16,0 2 13-16,-2-3-10 0,2 3 0 15,0-3 9-15,0 1 0 0,0-1-9 16,0-1 10-16,0 0 0 0,0 0-10 15,0-1 10-15,0 1-2 0,0-1 1 16,0 2-9-16,0-4 10 0,4 1 1 16,-2-2-1-16,0-2-1 15,2 2 0-15,-2-2 0 0,2-2-9 16,1 2 10-16,-3-2 0 0,0 1-1 16,4 1 2-16,-6 0-2 0,2 0 0 15,0 0 3-15,0 6-1 0,0-4-2 16,0 2-12-16,0-3 12 0,0 1 1 15,-2-2-13-15,2 1-19 0,1-2 19 16,-1-2 3-16,0 1 11 0,-2-1-11 16,0-2 11-16,0-1 0 0,0 1-1 15,0-1 1-15,0 1 0 0,0-1 0 16,0 0 0-16,0 1 0 0,0-1-2 16,0 3-9-16,0-2 0 0,0 1-4 15,-2 0 1-15,2 1 0 0,0-3-3 16,0 1 3-16,0 1 2 0,-2 1 1 15,2 1 0-15,0-3 9 16,0 5-15-16,0-4 3 0,0 0-3 16,0 1 2-16,0-4 13 0,0-1-18 15,2 1 18-15,-2-3-12 0,0 2 14 16,0-2 1-16,0 1 2 0,0-1-1 16,0-1 0-16,0 0-1 0,0 2-2 15,-2-1-17-15,2 0-5 0,0-1-3 16,-3 1 5-16,1-1 10 0,2 1 11 15,0-2-1-15,0 0 0 0,-2 1 1 16,0 0 1-16,2-1 1 0,-2 0 1 16,2 1-1-16,-2-2-1 0,2-1 0 15,-2 2 1-15,2-4 1 0,-2 0 10 16,0 2-9-16,0 1 10 0,-2-2-10 16,2 0 0-16,2-1 0 15,-2 2 0-15,0-2 0 0,-1-1 9 16,-1 0-9-16,4 3 12 0,-2-2-2 15,-2 0-11-15,2-1 0 0,-4 2 13 16,0 1-14-16,2-2 2 0,-5 1-1 16,7-1 1-16,-4 0 9 0,-6 3-10 15,5-2-2-15,1 0 2 0,0-2 0 16,-2 3 10-16,-3-2-12 0,3 1-1 16,2-1 0-16,-4 0 0 0,-1-2-11 15,1 4 9-15,0-3-12 0,-1 0-6 16,3 1-16-16,0-2-33 0,-5 0 12 15,3 0 9-15,2 0 0 0,-3 0-9 16,-1 0-15-16,4 0-44 0,-3-3-133 16,1 0-217-16,2 0-516 0,-3-5-587 15</inkml:trace>
  <inkml:trace contextRef="#ctx0" brushRef="#br0" timeOffset="-105393.05">3638 9893 161 0,'0'0'72'0,"0"0"-10"0,0 0 697 16,0 0 22-16,0 0-369 0,0 0-128 16,0 0-4-16,0 0-20 0,0 0-33 15,0 0 9-15,0 0 39 0,-8-8-49 16,8 8 9-16,0 2-15 0,0-1-29 15,0 2-43-15,0 2-26 0,0 3-6 16,-2 9-18-16,-2 6-58 0,0 7-16 16,-3 5 3-16,-1 1-2 15,0 3 5-15,4-2 7 0,0-5-10 16,-1 2-6-16,3-5 0 0,2-2-18 16,0-2-3-16,0-4 0 0,0-1-12 15,2-3-6-15,3-1-6 0,-3-4-34 16,2-1-27-16,-2-2-22 0,4-1-6 15,-4-2-12-15,2 1-20 0,2-2-30 16,-1-1-73-16,-1-1-100 0,-2-3-207 16,2 0-169-16,-4-4-43 0,4-6-1149 0</inkml:trace>
  <inkml:trace contextRef="#ctx0" brushRef="#br0" timeOffset="-105070.63">3814 9981 165 0,'0'0'1460'0,"0"0"-451"16,0 0-671-16,0 0-120 0,0 0 27 0,0 0 15 16,0 0-36-16,0 0-26 0,0 0-8 15,0 0-10-15,2 38-29 16,-2-17-53-16,0 1-30 0,-2 6-16 15,0 3 0-15,-2 1-12 0,0 2-22 16,1-2-5-16,3-2-10 0,0-3-3 16,0-4-3-16,0-2-10 0,3-3-2 15,5-3-15-15,0 0-1 0,0-5 3 16,-1-1-2-16,5-2-26 0,-4-4-36 16,3 1-22-16,1-4-10 0,0 0-21 15,-3-5-30-15,5-4-83 0,-6-2-194 16,1 3-262-16,-3-6-728 0</inkml:trace>
  <inkml:trace contextRef="#ctx0" brushRef="#br0" timeOffset="-104586.38">3994 9841 265 0,'0'0'2197'0,"0"0"-1547"16,0 0-248-16,0 0-127 0,0 0-109 16,0 0-112-16,0 0-54 15,0 0 0-15,-25 60 2 0,25-39 13 16,0 1-2-16,0-2-1 0,0-1 2 0,4-2-2 15,2-4 1-15,0 0-1 16,1-5 4-16,-1 1-16 0,2-3-10 16,4-4-15-16,-1 0-11 0,-1-2 8 15,5-2-25-15,-1-4 28 0,1-2 25 16,-3-3 18-16,-2 0 4 0,3 1 10 16,-9-2 9-16,0 0 19 0,-2-1 77 15,-2 2 77-15,0-2-16 16,-4 1-42-16,0-2-45 0,-4 3-1 0,-3 3-25 15,5-1-21-15,-2 3-18 0,-7 1-12 16,5 2-10-16,-3 3-6 0,-1 0-18 16,4 0 0-16,-1 0-27 0,-1 3-10 15,6 1-12-15,0 0-21 16,1 0-18-16,1 0-38 0,2 1-76 0,2-1-116 16,4 2-73-16,3 0-78 0,3 0-125 15,-4-2-122-15,11 2-399 0</inkml:trace>
  <inkml:trace contextRef="#ctx0" brushRef="#br0" timeOffset="-104154.87">4080 10175 47 0,'0'0'2300'0,"0"0"-1540"16,0 0-280-16,0 0-142 0,0 0-162 15,0 0-110-15,0 0-44 0,0 0 12 16,0 0-3-16,0 0 19 0,-8 54 6 16,8-42-7-16,0 0-8 0,0-1-22 15,0-1-19-15,0-2-18 16,0-1-7-16,0 0-22 0,4-2-96 0,0-1-86 15,3-2-107-15,-3-1-195 16,0-1-200-16,2 0-587 0</inkml:trace>
  <inkml:trace contextRef="#ctx0" brushRef="#br0" timeOffset="-103970.81">4178 10197 444 0,'0'0'414'0,"0"0"1168"0,0 0-1080 15,0 0-342-15,0 0-80 0,0 0 10 16,0 0 12-16,0 0 117 0,0 0 2 16,0 0-80-16,-2 54-62 0,-3-40-35 15,3-1-44-15,0-3-11 0,2-1-43 16,0 0-97-16,0-3-127 0,0-2-254 16,2-1-235-16,9-3-879 0</inkml:trace>
  <inkml:trace contextRef="#ctx0" brushRef="#br0" timeOffset="-103758.8">4302 10218 1023 0,'0'0'697'0,"0"0"514"0,0 0-652 16,0 0-268-16,0 0-96 16,0 0-65-16,0 0-6 0,-27 61 41 15,16-45 5-15,3 3-28 0,-4 0-44 16,-3 1-40-16,3-1-33 0,-5-3-25 15,7-3 0-15,-2-2-18 0,3-4-84 16,5-2-120-16,2-4-94 0,2-1-269 16,0 0-939-16,6-7-146 0</inkml:trace>
  <inkml:trace contextRef="#ctx0" brushRef="#br0" timeOffset="-103236.65">4492 9931 727 0,'0'0'2441'0,"0"0"-1702"0,0 0-251 15,0 0-158-15,0 0-91 0,0 0-58 16,0 0-32-16,0 0 3 0,0 0-16 16,0 0-30-16,-25 31-106 0,13-12 0 15,-5 1-1-15,1 4 1 16,-5-4 0-16,6 0 0 0,1-1-15 16,2-7-30-16,3-1-25 0,3-5-39 15,4-1-58-15,2-2-68 0,0 0-192 16,4-3-47-16,2 0-4 0,3 0 52 15,3-3 154-15,-2-1 73 0,-1-2 80 16,-3 2 64-16,2 0 55 0,-4 0 15 16,-2 4 27-16,0 0 135 0,0 0 67 15,-2 0-5-15,0 0-51 0,0 0-71 16,0 0-31-16,3 0-11 0,-3 0 7 16,2 0 3-16,0 0 12 0,0 0 57 15,2 0-11-15,4 0-53 0,2 0-22 16,1 0-22-16,-3 0-18 0,9 0-25 15,-3 0 10-15,7 0-13 0,1 0-40 16,-1 0-71-16,4 0-53 16,-2 0-65-16,-3 0-54 0,1 0-68 0,-9 0-58 15,1 0-19-15,-7 2-28 16,-2-2-38-16,-4 0 52 0,0 2 217 16,-2-1-472-16</inkml:trace>
  <inkml:trace contextRef="#ctx0" brushRef="#br0" timeOffset="-102986.73">4515 10124 2187 0,'0'0'1044'0,"0"0"-504"16,0 0-69-16,0 0-146 0,0 0-79 16,0 0-53-16,0 0-43 0,0 0-28 15,0 0-13-15,0 0-3 0,-21 42-6 16,19-26-12-16,-2 3-21 0,-2 4-31 15,-1 2-21-15,-1 1-15 0,2 0 0 16,2 2-15-16,-2-2-36 0,1-1-31 16,1-2-30-16,2-2-31 0,2-5-30 15,0-1-44 1,0-5-114-16,0 0-199 0,4-3-247 0,0-3-269 16,3-3-338-16</inkml:trace>
  <inkml:trace contextRef="#ctx0" brushRef="#br0" timeOffset="-102451.32">4665 10332 1824 0,'0'0'1719'0,"0"0"-1158"16,0 0-39-16,0 0-279 0,0 0-149 15,0 0-29-15,0 0-4 0,0 0 0 16,0 0-6-16,0 0-10 0,-2 5 7 16,4-3 6-16,3 1 9 0,-1-1-28 15,4 1-21-15,-2 1-18 0,2 1-1 16,7 1-38-16,-3-1-68 0,5-2-48 16,2 1-59-16,-1-2-55 0,-1 0-102 15,1-2-216-15,-7 0-497 0,3-4-510 0</inkml:trace>
  <inkml:trace contextRef="#ctx0" brushRef="#br0" timeOffset="-102160.22">4856 10149 1858 0,'0'0'1627'0,"0"0"-934"0,0 0-169 16,0 0-196-16,0 0-213 0,0 0-115 15,0 0-64-15,0 0 51 0,0 0 13 16,0 0 52-16,22 17-21 0,-11-11-7 16,1 0-12-16,1-1-11 15,-1 1-1-15,0-1 0 0,1 1 0 16,-3-2-45-16,0 1-41 0,-1-2-64 0,-3 3-43 15,-2-4-51-15,-2 0-126 0,0 0-290 16,0-1-448-16,-2 0-584 0</inkml:trace>
  <inkml:trace contextRef="#ctx0" brushRef="#br0" timeOffset="-101950.32">4864 10282 2149 0,'0'0'1357'0,"0"0"-831"0,0 0-58 15,0 0-289-15,0 0-179 0,0 0-74 16,0 0 74-16,0 0 42 0,0 0-14 16,0 0-26-16,39 17 15 0,-26-15-17 15,-1 3-3-15,2-3-55 0,-1 2-35 16,3 0-43-16,-5-1-19 0,-3 0-23 16,2 1-77-16,-6 2-122 0,-4 0-124 15,0 3 60-15,0 1-113 16,-4-2-433-16,-6 6 31 0</inkml:trace>
  <inkml:trace contextRef="#ctx0" brushRef="#br0" timeOffset="-101633.31">4920 10465 654 0,'0'0'1064'0,"0"0"-503"15,0 0-122-15,0 0-98 0,0 0-70 16,0 0-14-16,0 0-35 0,0 0-25 16,0 0-5-16,0 0-15 0,-2 21-31 15,2-20-29-15,2 0-34 0,0-1-18 16,0 2-19-16,0-1-22 0,2-1-8 15,2 1-13-15,0 1 11 0,1-2-14 16,-1 3 0-16,0-3-1 0,0 2 1 16,-2-2 0-16,3 0 1 0,-3 0 2 15,-2 0 0-15,2 0 15 0,-4 0-2 16,2 0-13-16,0 0 15 0,0 0 0 16,0 0-2-16,4 0-14 0,1 0 0 15,-3 0 1-15,4-5 9 0,-4 2-12 16,7 0 0-16,-1-3-23 15,-4 0-48-15,0 1-21 0,5-1-18 16,-5 0-23-16,0-3-28 0,0 2-47 16,-2-2-99-16,-2 0-152 0,5-1-135 15,-5 6-470-15,-2-6-575 0</inkml:trace>
  <inkml:trace contextRef="#ctx0" brushRef="#br0" timeOffset="-101251.86">5166 10082 909 0,'0'0'284'0,"0"0"1000"0,0 0-188 16,0 0-721-16,0 0-124 0,0 0-52 15,0 0-69-15,0 0-65 0,0 0-19 16,0 0-6-16,-13 56-18 0,13-41-19 15,-4-5-3-15,2 5-2 0,0-5-78 16,2 1-41-16,0-3-40 0,0-1-44 16,0 0-110-16,0-3-265 15,0-3-499-15,2-1-522 0</inkml:trace>
  <inkml:trace contextRef="#ctx0" brushRef="#br0" timeOffset="-101072.6">5242 10110 415 0,'0'0'2128'0,"0"0"-1370"16,0 0-311-16,0 0-187 0,0 0-90 15,0 0-36-15,0 0-10 0,0 0-6 16,0 0 11-16,0 0 22 0,0 28-72 16,-2-16-51-16,-2 1-28 0,0 2-51 15,-2 1-106-15,2 0-117 0,-3 0-194 16,3-5-817-16,-4 1-1251 0</inkml:trace>
  <inkml:trace contextRef="#ctx0" brushRef="#br0" timeOffset="-94361.98">943 6906 265 0,'0'0'59'0,"0"0"-59"16,0 0 714-16,0 0-174 0,0 0-212 15,0 0-101-15,0-2-23 0,0 2-36 16,0 0-10-16,0 0 19 0,0 0 22 16,0 0 3-16,0 0-30 0,0 0-39 15,0 0-19-15,0 0-6 0,0 0-8 16,0 0-18-16,0 0-26 0,0 0-21 15,0 0-3-15,0 0-13 0,0 0-7 16,0 0 7-16,0 0 3 0,0 0 3 16,0 0 3-16,0 0 9 0,0 0 19 15,0 0 19-15,0 5 9 16,0 3-38-16,2 6 0 0,-2 0-9 16,0 7 0-16,2 4 3 0,0 1-3 15,2 4-3-15,2-1 9 0,-2 1-3 16,5 0-3-16,-3 0 0 0,-2 1-4 15,4-1 7-15,-2-2-6 0,5 1-4 16,-7-2 1-16,2-4 0 0,0 0-10 16,0-3-3-16,1-2 1 0,-3 0-1 15,0-1-15-15,-4-3 18 16,2 2-3-16,0-4 4 0,-2 1-1 0,2-1-6 16,0-2 13-16,-2 0-7 0,2 1-3 15,0-3-2-15,0-1-14 16,-2 0 1-16,2-1 0 0,-2 1 0 15,2-3 9-15,-2 1-9 0,0 1-2 16,5-2 2-16,-5 2-2 0,0-2 0 16,0 1-2-16,0 0 2 0,0-3-2 15,2 0 1-15,-2-1 0 0,0 1 1 16,0-1 2-16,0-1 15 0,2 0-15 16,-2 0 15-16,0 0 1 0,0 0-7 15,0 0 0-15,0 0-9 0,0 0 9 16,0 0-9-16,0 0-1 0,0 0-1 15,0 0 0-15,0 0 1 0,0 0-1 16,0 0 1-16,0 0 0 0,0 0-2 16,0 0 0-16,0 0-3 0,0 0 0 15,0 0-12-15,0 0 0 0,0 0 12 16,0 0-15-16,0 0-1 16,2 0-5-16,0 0-3 0,2 0 27 0,2 0 2 15,0 0-1-15,3 0 1 16,-1 0 1-16,0 1 15 0,3-1 6 15,3 0-11-15,-2 0-1 0,5 0-10 16,0 0 1-16,5 0-1 0,-3 0 1 16,6-4 12-16,-1 2-12 0,5-1 9 15,-2 0-11-15,-2-2-1 0,0 3 0 16,2 1-1-16,-4 0 1 0,-5-1 1 16,3 2 1-16,-3 0 1 0,1 0 0 15,-2-2 0-15,-1 2 12 0,1 0-15 16,3-1 2-16,1-2 11 0,-2 1-1 15,3 0-10-15,1-1 1 0,-2 2 9 16,1-2-10-16,5 3 22 0,0-3-9 16,0 3-14-16,2-1 21 0,4-1-19 15,0 2 9-15,4-2-11 0,-2 0 0 16,3 0 2-16,-1 2-3 0,-2 0 3 16,0 0-1-16,-2 0-1 15,-4 0 1-15,0 4-1 0,-4-2-1 16,0 1 1-16,2 0-1 0,-9-2 18 15,1 1-15-15,-1-2-3 0,-3 0-1 16,-5 0 1-16,1 0 2 0,-3 0 1 16,-4 0 9-16,-2-3-9 0,4 3 0 15,-4-3 0-15,2 2-1 0,3 1-2 16,-3-2-1-16,2 0 0 0,-2 0-2 16,4 2 1-16,1-2-10 0,-1 0 11 15,-2 1-2-15,0-1-9 16,-2 2 0-16,1-1 12 0,1 1 0 0,-6 0 3 15,2 0 15-15,-2 0 0 16,0 0-16-16,2 0 9 0,-2 0-11 16,0-3-3-16,0 3-9 0,2 0 9 15,0 0 1-15,-2-1-1 0,2-1 0 16,0 2 0-16,0-3 1 0,2 1 1 16,1 2-1-16,-3-2-1 0,4 0-9 15,-4 2 10-15,2-2 0 0,-2 2 1 16,0-2 1-16,0 2 3 0,-2 0 0 15,0 0 9-15,0 0-10 0,2-2-2 16,-2 2-1-16,2 0-2 0,2-2 0 16,1 0-9-16,-1-1 10 0,4 0-1 15,-2-2-25-15,0 3-5 0,1-2-6 16,-3 0 5-16,4 2 13 0,-6 1 18 16,0 0 2-16,0 1 1 15,-2 0 21-15,0-2 7 0,0 2 2 0,0 0-12 16,0 0-3-16,0 0-14 0,0 0 2 15,0-2-3-15,2 2 0 0,-2-2 0 16,0-1 1-16,0 1 21 16,0-2-1-16,0-2-6 0,2 2 12 15,-2-2-6-15,0 1-6 0,0-4-2 16,0 0 5-16,0-1-6 0,0 0-9 16,-2-3 12-16,2 0-13 0,-2-2 1 15,0-1 11-15,0-3-14 0,0 0-18 16,2 2 0-16,-2-3 3 0,2 1 15 15,-4-1-1-15,2 2-1 0,0 0-1 16,2 0 1-16,-2 0 0 0,0 3 0 16,-3-3 0-16,3 1 1 0,2 1 1 15,-2 2 0-15,0 0 0 0,0 0-2 16,-2 0 1-16,2 3-2 0,-4 0-12 16,4 3 15-16,0 1 13 0,0 0-1 15,-3 3 0-15,3-1 0 0,0 3-10 16,2-1 1-16,-2 1-2 0,2 0 2 15,-2 1 0-15,2 0 9 16,0 0-11-16,-2 1 1 0,0 0 10 0,2 0 3 16,-4-2-14-16,2 2 1 15,-4 0 0-15,1 0 22 0,1 0 19 16,0-1-4-16,0 0-3 0,-2 1-12 16,-2-1-5-16,1-1-18 0,-1 2 2 15,2-1-1-15,-6 0 10 0,1 1-9 16,3-2 12-16,-7 0-13 0,3 1 1 15,2 0-2-15,-7-1-1 16,3 1-1-16,-5-1-2 0,5-1 1 16,-5 1 0-16,5 2 0 0,-5-3 0 15,4 1 2-15,-1 0-1 0,1 1 1 16,-1-1 0-16,1 1 0 0,-3-1 0 16,3 2-12-16,-3-1 11 0,-1 1-1 15,-4 0-13-15,1 0-4 0,3-1 16 16,-8 1 1-16,5 0 1 0,-1 0 0 15,-2 0 2-15,2-2-1 0,0 1 1 16,1 1 0-16,-5-2 1 0,2 1-1 16,4 1 2-16,-3 0 0 0,-1 0-3 15,0 0 0-15,2 0-1 0,-2 0 0 16,3 0 1-16,1 1 1 0,-2 1-1 16,3-1 1-16,1 1 2 0,-2-1 0 15,3 0-3-15,-3 1 16 0,7-2-15 16,-7 1 1-16,4-1 22 0,3 1-23 15,2-1 1-15,-3 0 13 0,5 0-13 16,-7 0-1-16,5 0-1 0,1 0 1 16,-1 0-1-16,0 0 0 15,-1 0 0-15,-3 0 0 0,5 1 0 16,-5-1 0-16,3 1 0 0,-1-1 1 16,2 0 1-16,1 0 1 0,-5 0 9 15,5 0-9-15,3 0 0 0,-4 0 0 16,1 0-3-16,3 0 0 0,-4 0-2 15,1 0 1-15,5 0-1 0,-4 0 0 16,-1 2-1-16,3-2-9 0,2 0 11 16,-2 1-11-16,-1-1 11 0,1 0-1 15,2 0-1-15,0 1 1 0,-5 0-1 16,1-1 2-16,2 2-1 0,-5-2-1 16,1 1-12-16,4 2 13 0,-5-2 0 15,1-1-10-15,6 2 10 16,-3-1-1-16,3-1-22 0,2 0-2 15,2 0-30-15,0 0-13 0,2 0-5 16,0 0-1-16,0 0 6 0,0 0-5 16,-2 0-13-16,2 0-10 0,0 0-39 15,0 0-79-15,-2 0-106 0,2 3-159 16,0 1-263-16,0 1-482 0,0 5-490 0</inkml:trace>
  <inkml:trace contextRef="#ctx0" brushRef="#br0" timeOffset="-93512.06">924 7752 141 0,'0'0'140'16,"0"0"-94"-16,0 0 300 0,0 0 93 15,0 0-45-15,0 0 55 0,0 0-31 16,0 0-50-16,0 0-41 0,0 0-36 16,0 0-40-16,12 5-40 0,-12-5-54 15,0 1-40-15,2-1-33 0,-2 2-12 16,0 1-10-16,0 2-9 0,0 5 15 16,3 3 9-16,-3 2 22 0,0 4 3 15,0 3-7-15,0 3-12 16,0 0-7-16,0 3-2 0,0 3-7 15,0 1-15-15,-3 1 0 0,1 0-7 16,2 2-11-16,0 0-31 0,0-4 9 16,5 0-11-16,-1 0 1 0,2-4-1 15,0 1-1-15,4-3-1 0,-3 0 1 16,-1-4 2-16,0-2 0 0,0-3 1 16,-2-1-1-16,5-4-1 0,-5 3-1 15,-2-4-1-15,0-1-17 0,0-3-12 16,2 1-4-16,-2-1-6 0,0-2-11 15,-2-1-16-15,2-2-31 16,0 1-65-16,-2-2-67 0,2 0-55 16,3 0-97-16,-3-4-162 0,2-7-10 15,-2 5-24-15,-2-11-837 0</inkml:trace>
  <inkml:trace contextRef="#ctx0" brushRef="#br0" timeOffset="-91126.97">897 7824 386 0,'0'0'1364'15,"0"0"-884"-15,0 0-305 0,0 0-120 16,0 0 3-16,0 0 10 0,0 0 13 16,0 0 31-16,0 0 30 0,0 0-8 15,0 0-31-15,0 0-26 0,6 0 15 16,1 0 35-16,-3 0-9 0,8 0-27 15,3 0-5-15,-1 0-11 0,9 0-9 16,-1 0-6-16,-1-2-16 0,4-1 12 16,6 1 11-16,-4-2-11 0,2 2-3 15,0-2 3-15,0 1-16 16,0-1 4-16,2 1-1 0,-2-1-21 0,2-1 0 16,2-1 3-16,0 2-4 0,0-2-5 15,-2 0 14-15,0 3-14 0,0-2 5 16,-2 1 20-16,-2 1-17 0,4 1 7 15,-5-2-12-15,-1 2 5 0,4 0-2 16,-4 0-7-16,-2 1-3 16,2-2-9-16,-1 3 0 0,-1 0 10 15,2-2-10-15,0 2 15 0,0-1-2 16,-3 1-14-16,3-3 10 0,0 3-11 16,-2-2 2-16,-3 0 0 0,5 1 12 15,-2-2-2-15,-5 2-1 0,5 0-11 16,-6 0 1-16,1 1-2 0,-3 0 2 15,3-2-1-15,-5 2 1 0,3 0 1 16,-3-1-3-16,1 1 18 16,-1-1-18-16,-1 1 3 0,5-1-3 0,-7 1 1 15,6-2-1-15,-3 2 3 16,3 0 9-16,-1 0-12 0,6 0 2 16,-3 0 1-16,3 0 0 0,-7 0-1 0,5 0-1 15,-7 0-1-15,3 0 2 16,-5-1 0-16,-2 1 0 0,1-2-1 15,-1 2-1-15,-2 0 0 0,-2 0-2 16,-2 0-10-16,4 0 9 0,-1 0-12 16,3 0 13-16,-2 0-11 0,0 0 11 15,0 0 1-15,3 0 0 0,1 0 0 16,-4 0 1-16,0 0-3 0,1 0-21 16,3 2 8-16,-6-1 13 0,0-1 0 15,0 0 0-15,-2 0 1 0,-2 2 0 16,5-2 0-16,-3 1 2 0,2 0-1 15,2 0-1-15,0 1 1 16,-2-1 1-16,1 0 1 0,-1 0 0 16,2-1-1-16,-2 3 0 0,2-3 0 0,0 2 0 15,-1-1-1-15,-3 0 1 16,0 0 2-16,0-1-2 0,0 0 1 16,0 0 0-16,0 2 1 0,-2-1-1 15,0-1-1-15,2 0-1 0,0 1 0 16,2-1-1-16,-2 2 0 0,0-2 2 15,0 3 2-15,0-2 13 0,1-1 10 16,-3 2 2-16,0-2 4 0,0 2 18 16,0-2 18-16,2 1 9 0,-2-1-12 15,0 1-21-15,0 1-19 0,2 0-22 16,-2-1 2-16,2 1 8 0,0 0-11 16,2 2 0-16,-2 1 1 0,-2-2 0 15,4 3 0-15,0 0-1 0,-2-2 1 16,-2 3 10-16,4 1-11 15,-1-2 11-15,-1 2-9 0,0 0 9 0,0 1-11 16,-2 1 1-16,0-1 1 16,2 1 0-16,0 1-3 0,0-1-4 15,0 0 1-15,0 1-9 0,-2 1 11 16,0-1 0-16,0 3 0 0,2-1 0 16,-2 1 1-16,0 1 2 0,2-3-1 15,-2 1 0-15,0-1-1 0,0 1-3 16,0 0-9-16,0 0 10 0,-2-1-10 15,0 3 12-15,2-3-2 0,-2-1 0 16,-2 1-13-16,2 0 2 0,0-2 10 16,2 1-12-16,-4 0 12 0,2 1 1 15,-1-3 2-15,-1 3-1 0,4-2-11 16,-2 3-22-16,-2-3-14 0,2 2-4 16,0-1 0-16,2-1 0 15,0 2-9-15,-2-2 12 0,2 0 12 16,-2-2 6-16,0 0 16 0,0 1 14 15,0-1-1-15,2-3 0 0,0 1 0 16,-2 0 1-16,2-1-1 0,-2-1-2 16,2-1-8-16,0 0 10 0,0 1-1 15,0-2 2-15,0-1 1 0,0 2 0 16,0-1 0-16,0-1 0 0,0-1 1 16,0 2 0-16,0-1 0 0,0-1-1 15,0 2 0-15,0-1 1 0,0-1 1 16,0 0 10-16,0 0 4 0,0 0-1 15,0 0 1-15,0 0 2 0,0 1 3 16,0-1 10-16,-3 0 6 0,3 0 3 16,0 0 5-16,-2 0-14 0,-2 2-19 15,4-2 7-15,-6 1 5 0,4 1 10 16,0-2 5-16,-2 1 1 16,0 0-16-16,2 0-3 0,-3-1-8 15,1 1-1-15,-2-1 0 0,-2 2 3 16,2-2-3-16,-1 0 7 0,1 0 8 15,-8 1-9-15,5-1 9 0,1 0-14 16,-6 1 5-16,1-1 3 0,3 1-20 16,-2-1 2-16,-1 1 0 0,3 1-1 15,-3-2 13-15,3 1-13 0,0 0 1 16,-1-1-1-16,1 1 14 0,2-1-16 16,-7 1 0-16,5 1 1 0,0-2 1 15,-5 0-2-15,5 1 0 0,-7-1 0 16,3 1-2-16,-1 1 2 0,-1 2 1 15,4-2 2-15,-5 1 9 0,5-2 0 16,-3 1 0-16,3 1-11 0,-3-2 2 16,1 1 15-16,3 1-17 0,-3-3 14 15,2 2-12-15,1-2 10 0,-1 2 2 16,1-1 3-16,3 1-6 16,-4-1 3-16,-1-1 3 0,5 1 0 0,-4 1 1 15,-1 0 2-15,5-1 3 0,-4 0-21 16,-1 1 21-16,3 0-6 15,-2-1-6-15,-1 0 0 0,1 0-9 16,-3-1 13-16,5 1-4 0,-5-1 0 16,1 0-11-16,2 2 14 0,-5-2-12 15,5 0-1-15,-7 1 10 0,5 0-9 16,-5 2 0-16,2-3-1 0,-5 3-1 16,3 0-1-16,0 0-1 0,-5 0 1 15,3-1-2-15,0 2 0 0,-1-2 1 16,5-1 1-16,-6 0 3 0,7 1 12 15,1-2-12-15,5 0 9 0,-5 0 0 16,5 0 3-16,-6 0 1 16,5 0-15-16,3 0 1 0,-6 0 0 15,1 0 1-15,5 0 0 0,-7 0 0 16,1 1 0-16,4-1-1 0,-7 0-1 16,7 2 0-16,-5-2 2 0,1 1-1 15,3-1 0-15,-3 0 0 0,6 1 10 16,-3-1-10-16,-1 0 0 0,2 2 10 15,1-2-10-15,-3 0-2 0,0 0 0 16,1 2 1-16,-1-1 0 0,-1-1-1 16,-1 1 0-16,2 1-1 0,1 0-2 15,-5-1 2-15,3 0 1 0,5-1 2 16,-4 2 10-16,3-2-9 0,5 0-1 16,-2 0-2-16,-2 0 2 0,6 0 0 15,-2 0-1-15,-1 0-1 0,1 0-2 16,0 0-13-16,2 0 12 15,-2 0 0-15,-4 0 0 0,1 0-15 16,1 0 16-16,2 0-10 0,0 0 10 16,-2 2 0-16,0-2 1 0,1 0-1 15,1 0-13-15,0 0 12 0,2 0-10 16,0 0 1-16,0 0 0 0,0 0 9 16,-2 0-18-16,0 0 18 0,-3 0-18 15,5 0-3-15,-2 2-3 0,0-2-1 16,2 0-5-16,0 0 0 0,0 2-6 15,2-2-16-15,0 0-9 0,0 0-23 16,0 0-23-16,0 0-17 0,0 0-50 16,0 0-135-16,2 0-195 0,2 2-140 15,2 0 61-15,5 1-422 0,-3 0-945 16</inkml:trace>
  <inkml:trace contextRef="#ctx0" brushRef="#br0" timeOffset="-86523.25">4351 8451 158 0,'0'0'84'0,"0"0"-35"16,0 0-23-16,0 0 1008 0,0 0-637 15,0 0-183-15,0 0-48 0,-8 0-27 16,8 0-61-16,-2 0-46 0,2 0-6 16,-2 0-7-16,-2 0-19 0,2 0 17 15,0 0 28-15,0 0 42 0,-1 0 13 16,3 0-10-16,-4 0 3 0,0 0-22 16,2 0-10-16,-4 0-23 0,2 0-12 15,-2 0-26-15,-1 0-1 0,1 0 0 16,-2 0-1-16,2 0 2 0,-5 0-1 15,3 0 0-15,-2 0 1 0,-1 0 13 16,3 0 9-16,0 0 4 16,-7 0 15-16,7 0-6 0,-2 3-16 15,-5-3-19-15,7 2 0 0,-4-1-14 16,-3 0-6-16,3 1 18 0,-7-2-11 16,7 0 11-16,-7 0-36 0,3 0 9 15,-5 0 29-15,2 0-6 0,-1 0 6 16,-3 0-13-16,2-3 11 0,-3 3-1 15,-1-1 2-15,2 1-2 0,-2 0 3 16,-2 0-18-16,5 0 18 0,1 0 19 16,-4 1-15-16,0-1 15 15,5 0 3-15,-1 1 26 0,-2-1-46 16,5 0 40-16,-3 0-1 0,4 0-25 16,-1 0 0-16,3 0-16 0,-3 0 0 15,7 0-1-15,-5 0 1 0,3-1-1 16,-1 1 1-16,2-1 0 0,1-1 2 15,-3 2-2-15,5-3 0 0,-1 3 1 16,-4 0 21-16,5 0 3 0,1 0 1 16,-4 0-7-16,1 0-16 0,5 0 0 15,-4 0 13-15,0 0-14 0,1 0 1 16,5 0 23-16,0 0-13 0,-4 0-13 16,2 0-16-16,1 0-3 0,1 0 15 15,2 0-18-15,-2 0 20 0,2-1 0 16,0 1 2-16,0 0 1 0,-2-1 2 15,4 1-1-15,0 0-1 0,0 0 2 16,0 0 17-16,0 0-5 0,0 0-12 16,0 0 0-16,0 0 9 15,0 0-9-15,0 0-1 0,0-2 10 16,0 2 4-16,0 0 13 0,0 0 12 16,0-1 13-16,0 1 3 0,-2-2-3 15,-2 1-51-15,1-2-2 0,1 0 1 16,-2-2-2-16,0 1 0 0,2 0-13 15,0-2 1-15,-2 0-1 0,2-2 11 16,-2 3-11-16,2-4 10 0,-3 0-25 16,5-1 9-16,-2-1 3 0,2-2-3 15,0 3 3-15,0-2 3 0,0 2 1 16,0-1 9-16,0 1-13 0,0 2 3 16,0-2 10-16,0 5 0 0,0-1-1 15,0-2 1-15,0 2-9 0,0 2 8 16,0 0-8-16,0-1-4 0,0 1-10 15,0-1-9-15,0 1 0 0,2 1 7 16,-2-1 5-16,0 2 4 0,0-1 17 16,0 1 2-16,0 2 16 15,0 0 13-15,0 0 15 0,0 0 14 16,0 0 8-16,0 0 10 0,0 0 0 16,0 0-57-16,-2-1-19 0,0-1-3 15,0 0-8-15,-2 0 11 0,2-1 2 16,-2 1 0-16,0 0 14 0,-2-2-15 15,-3 2 11-15,3-1 6 0,0 0-18 16,-6 0-3-16,-1 0-13 0,1-1-3 16,-7 1 18-16,5 0-30 0,-9 1-1 15,4-1 30-15,-1 2 2 0,-3-1 13 16,4 2 2-16,-3-1 11 0,1-1-26 16,2 1-1-16,-1 1 0 15,3-1-2-15,-6-1 3 0,9 1-3 0,-5-1 3 16,9 1 0-16,-5 0 1 15,5 1 1-15,6 0-2 0,-4 0-14 16,6 0 12-16,-5 0-11 0,7 0-12 16,0 0-10-16,-2 0-16 0,2 0 3 15,0 0-6-15,0 0 16 0,0 0 23 16,0 0 15-16,0 0 1 0,0 0-1 16,-2 0-31-16,2 0-14 0,0 0-9 15,-2 0-7-15,0 0-10 0,0 0-2 16,2 0-4-16,0 0 3 0,0 0 26 15,0 0 19-15,-2 0 0 0,2-2-36 16,0 2-106-16,0-2-191 0,0 1-298 16,0 0-150-16,8 7 138 0</inkml:trace>
  <inkml:trace contextRef="#ctx0" brushRef="#br0" timeOffset="-85947.25">2913 7949 278 0,'0'0'69'15,"0"0"1697"-15,0 0-1339 0,0 0-176 16,0 0-58-16,0 0 15 0,0 0-29 16,0 0-27-16,0 0-22 0,0 0-7 15,2 0-7-15,-2 0-15 0,0 1-6 16,0 1 8-16,0-1 12 0,0 1-10 16,0 0-21-16,-2 2 2 15,-3 1-45-15,-1 1-41 0,0 3-19 0,-2 1 0 16,-5 2 18-16,5-1-2 15,-4 3 3-15,1-1 2 0,1 0-2 16,2 1-3-16,-5 0-12 0,5-2 13 16,2 0-14-16,2-2 14 0,-2 0-10 15,3-1-6-15,-1-3-4 0,2 0 0 16,2-2 4-16,0 2-4 0,0-2 0 16,0 2 1-16,2-1 8 0,2-2 11 15,-1 0 2-15,1 1 1 0,-2-1 0 16,0 0 12-16,0 2 2 0,0-1 13 15,2-1-3-15,2 2-4 0,3 1 4 16,-1 2-3-16,-2 1-10 16,6 1 13-16,3-1-23 0,-3 1-2 15,3 4 0-15,-1-4 0 0,3 0-21 16,-3 0-37-16,-1 1 11 0,1-2 4 16,-4-1-19-16,1-1-41 0,3 1-43 15,-8-1-34-15,5 2-142 0,1-3-229 16,-6-1-473-16,3-1-355 0</inkml:trace>
  <inkml:trace contextRef="#ctx0" brushRef="#br0" timeOffset="-84058.94">3983 8626 272 0,'0'0'32'0,"0"0"1010"0,0 0-314 16,0 0-356-16,0 0-98 0,0 0-20 15,0 0-33-15,0 0-74 0,0 0-45 16,0 0-20-16,-14 4-12 0,14-4-4 16,0 0-2-16,2 1-1 0,-2 0-7 15,2 3-12-15,2 1 22 0,0 3 67 16,2 0-2-16,3 3-32 0,-3 3-15 16,6 3-25-16,1-1-25 15,-3 1-9-15,7 2-10 0,-5 0 10 16,7 0-25-16,-5-1 2 0,5 0-2 15,-5 0 0-15,5-4 0 0,-7 0-3 16,3 0-13-16,-3-4 13 0,-4 0-18 16,3-2-4-16,-5-1 0 0,-2-1 4 15,0-1-14-15,0 1-5 0,-4-2 0 16,2-1-19-16,0 0-25 0,-2 0-29 16,2-2-16-16,-2 1-44 0,3-1-64 15,-3-1-78-15,0 0-63 16,0 0-38-16,2 0-90 0,-2-3-62 0,0-1 128 15,-5-4-235-15</inkml:trace>
  <inkml:trace contextRef="#ctx0" brushRef="#br0" timeOffset="-83714.56">4233 8671 57 0,'0'0'645'0,"0"0"941"16,0 0-1125-16,0 0-223 0,0 0-81 16,0 0-16-16,0 0-21 0,0 0-2 15,0 0-1-15,0 0-6 0,-33 17 12 16,23-8-4-16,-2 1-37 0,-5 4-63 15,1-1-16-15,-1 3 28 16,-2-2-10-16,1 1-21 0,-5 0-2 16,9-1-29-16,-7 2-45 0,6-2-3 15,-1-1 1-15,6-2-20 0,-3-2 23 16,5-1-23-16,4 0 0 0,0-2-42 16,4 0-116-16,0 0-145 0,0 0-129 15,0-3-214-15,6 1-350 0</inkml:trace>
  <inkml:trace contextRef="#ctx0" brushRef="#br0" timeOffset="-81911.28">2716 7078 135 0,'0'0'619'0,"0"0"835"16,0 0-1131-16,0 0-229 0,0 0-46 16,0 0 23-16,0 0 6 15,0 0 0-15,0 0 0 0,0 0 0 16,0 8 22-16,0-6 52 0,0-1 43 15,-4 2-36-15,0 2-111 0,-2-1-47 16,2 4-21-16,-7 3-23 0,-3 3 6 16,1-1-3-16,-1 3-13 0,2 2 3 15,-1-2 10-15,-1-2 12 0,5 2 13 16,1-5 16-16,-2-2 0 0,6-1 0 16,-1-2-12-16,3 0-4 15,2-1 3-15,0 1-13 0,0-2-5 0,0 0 5 16,0 2 13-16,0 1 11 0,0-2 2 15,2 2 32-15,1-2 10 0,1 1 8 16,0 0-15-16,4-1-12 0,-2 2-7 16,1 0 3-16,-1-1-16 15,2 1 10-15,4-1 6 0,-3-1 22 16,3 0 19-16,3 0-9 0,-5-1-48 16,2-1-3-16,-1 0-3 0,-3 0-19 15,0 0-23-15,2-3-31 0,-3 2-26 16,-3-1-31-16,0-1-18 0,0 0-38 15,-2 0-26-15,2 0-66 0,0 0-66 16,-4-1-172-16,2-1-61 0,-2-3-241 0</inkml:trace>
  <inkml:trace contextRef="#ctx0" brushRef="#br0" timeOffset="-80730.5">2611 7266 53 0,'0'0'193'0,"0"0"1042"0,0 0-828 15,0 0-190-15,0 0-113 0,0 0-39 16,0 0-46-16,0 0-16 0,0 0-2 15,0 0 0-15,0 0 25 0,2 0 58 16,0 0 7-16,4 0 9 0,-4 0-3 16,4 0-7-16,-1 0-16 0,1 0-7 15,2 0-3-15,4 0 0 0,-1 0 1 16,7 0-18-16,-3-3-2 16,8 3 13-16,-5-2-26 0,7-1-1 0,4 0 20 15,2 0 32-15,0-2-7 16,0 0-16-16,2-1-31 0,2 1-7 15,0 1-6-15,0-2-14 0,1 1 0 0,-1-1-2 16,-2 1 0-16,0 3-1 16,0-2 1-16,0 2-1 0,0 1 1 15,0-2 1-15,0 2 0 0,-2 0 2 16,-2-2-3-16,0 1 1 0,-6 2 0 16,2-2-1-16,-3 2 0 0,-7-2 0 15,3 1-12-15,-7 1-1 0,-3-1-3 16,2 1 14-16,-1 0 0 0,-5 0 2 15,2 0-2-15,2 0 0 0,-2 0-2 16,-1 0 1-16,-1 0 0 0,-2 0-13 16,-2 0 13-16,2 0 1 15,-2 0 2-15,0 0 25 0,0 0 10 16,0 0-6-16,0 0-17 0,0 0-12 16,0 0-3-16,0 0-13 0,0 0 1 15,0 0-8-15,0 0 4 0,0 0 7 16,0 0 9-16,0 0-1 0,0 0 2 15,0 0 2-15,0 0 2 0,0 0 14 16,0 0-3-16,0 0 0 0,0 0-10 16,0 0 0-16,0 0 0 0,0 0-3 15,0 0-2-15,0 0-30 0,0 0 16 16,0 0-6-16,0 0 6 0,0 0-3 16,0-1-9-16,0-3 12 0,0 0-12 15,-2-4-4-15,2 0 3 0,0 0 4 16,0-1 2-16,0-1 1 15,0-2 0-15,0-1-10 0,0-1 6 0,0 0 14 16,0-2 8-16,0 1-8 0,0 0 10 16,0-1-2-16,0 0-12 15,0 1-12-15,0-1 2 0,0 2 4 16,0 0-7-16,0 1 3 0,0-1 7 16,0 5 0-16,0-2-10 0,0 2 10 15,0 0 16-15,0 3 3 0,-2 2 23 16,2 2 16-16,-2 2 12 0,2-1-10 15,-2 1-9-15,2 0-9 0,0 0-7 16,0 0-15-16,0 0 2 0,0 0 13 16,0 0 6-16,0 0 1 0,0 0 9 15,0 0-4-15,0 0 1 0,0-1-1 16,0 1-5-16,0 0-11 0,0 0 1 16,0 0 0-16,0 0 6 0,0 0 0 15,0 0-6-15,0 0-11 0,0 0 1 16,0 0-2-16,0 0-1 0,0 0-13 15,0 0-9-15,0 0-10 0,0 0-6 16,0 0 0-16,2 0 22 0,2 0 16 16,4 0 16-16,2 1 6 15,1 0-3-15,-3-1-6 0,6 2 0 16,1 0-1-16,4 0 1 0,1 0 3 16,3 0 6-16,-2-2 7 0,1 0-4 15,5 0-6-15,-2 0 3 0,0 0-19 16,-2 0 13-16,1-2-13 0,-3 0 10 15,-2 0-10-15,-1 2-1 0,-5 0-2 16,-5-2 0-16,0 2 0 0,-4 0 0 16,-2 0 0-16,-2 0 0 0,0 0 18 15,0 0-18-15,0 2-72 0,-2 0-74 16,-2 3-119-16,-2 1-75 0,2 1-464 16,-2 2-757-16</inkml:trace>
  <inkml:trace contextRef="#ctx0" brushRef="#br0" timeOffset="-79867.32">4219 6753 14 0,'0'0'206'0,"0"0"1002"0,0 0-811 16,0 0-63-16,0 0-17 0,0 0-49 15,0 0-88-15,0 0-49 0,0 0-28 16,0 0-30-16,-50 0-6 0,48 0-25 16,0 1-14-16,0 2 30 0,0 0-20 15,0 1-38-15,-2 2-26 0,0 2-21 16,-2 2 2-16,-1 2 26 0,3 1 19 16,0 1 0-16,2 0 2 0,2-2 11 15,0 0-10-15,0 1 16 16,0 0 0-16,4-1-3 0,7 2-13 15,-1 0 23-15,-2-3-7 0,7 0 3 16,-1-1 0-16,-2-1-22 0,7 0 1 16,-4-4-1-16,3 1 4 0,-3-3 11 15,3-1-13-15,-5-2 1 0,5 0 7 16,-5 0-10-16,1-2-2 16,-2-2-11-16,3-1 11 0,-3 0-1 0,-3-2-25 15,3-2-1-15,0 0 4 16,-3 0-1-16,-1-2 4 0,4 0 21 0,-5-1-1 15,-1 3 2-15,-4 1 19 16,0-2 6-16,0 1 13 0,-2-1 42 16,0 0 2-16,0 0-38 0,0-1-12 15,-2-1-4-15,-2 1-9 0,0 1 10 16,-3-1-14-16,-1-2 7 0,-2 2-3 16,2 2 3-16,-5-1-3 0,1 0-6 15,-1 0-11-15,-5 3 11 0,3-1 9 16,-3 3-19-16,3 0-3 0,-3 4-1 15,3-2-21-15,-3 3-7 0,3 0-2 16,-1 0-1-16,3 0-21 0,1 3-7 16,-1-1-19-16,5 2-7 0,2-2-31 15,0 1-36-15,-1 0-113 0,5 2-126 16,2-3-343-16,-2 3-614 0</inkml:trace>
  <inkml:trace contextRef="#ctx0" brushRef="#br0" timeOffset="-79122.56">4531 6609 203 0,'0'0'39'0,"0"0"669"0,0 0-292 15,0 0-178-15,0 0-53 0,0 0-19 16,0 0-30-16,0 0-6 0,0 0 22 16,0 0 25-16,13-5 14 0,-11 5 8 15,-2 0-29-15,0 0-42 0,0 2-42 16,0 1-35-16,0 2-32 0,2 4 19 16,0 6 98-16,0 4-44 0,0 4-66 15,0 6-11-15,0 0-12 0,-2 5-1 16,2-1 10-16,-2 0-10 0,2-2-2 15,-2 0-18-15,2-4-10 16,-2-1-13-16,2-5-22 0,2 0-14 0,-2-3-27 16,1-3-24-16,1-2-44 0,-2-4-69 15,0-2-97-15,2-4-232 16,0-2-201-16,0-1-398 0</inkml:trace>
  <inkml:trace contextRef="#ctx0" brushRef="#br0" timeOffset="-78718.41">4740 6807 435 0,'0'0'84'0,"0"0"187"15,0 0 1284-15,0 0-1171 0,0 0-172 16,0 0 22-16,0 0-65 0,0 0-55 15,0 0-40-15,0 0-11 0,-19-3-25 16,15 3-19-16,-2 0 6 0,-6 0-3 16,3 2 26-16,-1 3-39 15,-7 1-9-15,7 0-22 0,-6 2 6 0,1 2-10 16,1-2 24-16,-3 2-12 16,9-4 11-16,-5 1 3 0,1-1 0 15,6 1 2-15,2-4 14 0,-3 1-3 16,7-2-12-16,-2 0 2 0,2-1-3 15,0 0-57-15,2 3 3 0,5-2 54 16,-1 3 73-16,0-3-13 0,4 3-16 16,1-2-19-16,-1 0-12 0,-2 3-11 15,7 0-2-15,-5-2-19 0,-4 2-25 16,7 0-26-16,-5 1-82 0,-2 2-92 16,2 3-160-16,1 0-134 15,-3-2-478-15</inkml:trace>
  <inkml:trace contextRef="#ctx0" brushRef="#br0" timeOffset="-72182">3208 11192 37 0,'0'0'55'0,"0"0"-9"16,0 0-13-16,0 0 355 0,0 0-167 15,0 0-35-15,0 0 16 16,0 0 26-16,8-12 51 0,-8 12-15 0,0 0-31 15,0 0-45-15,0 1-43 16,0 0-9-16,0-1-7 0,0 0-10 16,0 0-4-16,0 0 1 0,0 2-8 15,0-1-6-15,0-1-6 0,0 2-52 16,-4-2 1-16,0 3-26 0,2 1 0 16,-4 1-19-16,2 3-13 0,-5 2 13 15,-1-1 1-15,0 4 22 0,4-1-23 16,-3 3-1-16,-3 0 0 0,4-3 1 15,-3 2-1-15,1 0 0 0,0-3-17 16,6 0 16-16,-3-3-13 0,1 1 15 16,0-4 0-16,2 2-3 0,2-3 3 15,-2-1 11-15,4-1 0 0,0-1-11 16,0 0-2-16,0-1-11 16,0 2-6-16,0 0-12 0,0-2 5 0,0 2 23 15,0 0 3-15,2 3 18 0,2 0 1 16,-2 2-17-16,2-1 19 0,2 2-21 15,0 1 0-15,1 2-1 16,-5-2 1-16,6 4 13 0,2-1-11 16,-1-1 23-16,-3-1-2 0,2 2 8 15,2-2-9-15,-1-1-21 0,-3-1-1 16,2-1-12-16,2 0-4 0,-1-1 13 16,-3 0-19-16,-2 0-4 0,2-2-5 15,0 0-4-15,1 3-19 0,-3-4-51 16,-2 0-39-16,2 0-115 0,-2-2-108 15,2-1-294-15,-2 0-475 0</inkml:trace>
  <inkml:trace contextRef="#ctx0" brushRef="#br0" timeOffset="-70203.1">3047 11401 2 0,'0'0'3'0,"0"0"20"0,0 0 3 16,0 0 13-16,0 0 17 0,0 0-4 16,0 0 476-16,0 0-225 0,0 0-182 15,0 0-96-15,-4 0-25 0,4 0 0 16,0 0 18-16,0 0 73 0,0 0 78 16,0 0 59-16,0 0-39 0,0 0-50 15,0 0-9-15,0 0-4 0,0 2-22 16,0-2-36-16,0 0-23 0,0 0-3 15,0 2 16-15,0-2 6 0,0 1-9 16,0-1 22-16,2 2 14 0,0-2-18 16,4 0 1-16,-2 0-3 15,0 0-23-15,3 0 12 0,-1 3-5 0,0-3-1 16,6 0-13-16,-3 0-6 0,-1 0 0 16,4 0-9-16,1-3-4 15,-3 3-9-15,5-3-10 0,-3-1-2 16,4 3 1-16,-3-2 11 0,3 2-10 15,1-1 16-15,0-1-3 0,-1 1 0 16,3-2 3-16,-5 1-4 0,5-1-12 16,-3 0 12-16,5-1-15 0,-5 2 1 15,3-1-1-15,-7 1 0 0,7-2-1 16,-4 4-1-16,3-1 2 0,-5-1 1 16,3 2 2-16,-1 0-1 0,-5-1 0 15,6 1-1-15,-7 1 2 0,1 0 0 16,0 0 0-16,-1 0 0 0,-7-3 13 15,6 3-14-15,0 0 0 0,-2 0-2 16,-1 0 1-16,1 0 0 0,-4 0-1 16,4 0 0-16,-4-1-1 0,4 1 1 15,-4 0 0-15,3 0 1 0,-3 0 1 16,0 0-1-16,0 0 1 16,2 0 0-16,-4 0-1 0,2 0-1 15,2-2 0-15,-2 2-1 0,2 0 1 0,2 0-2 16,-1 0 1-16,-1 0 0 15,0-2-2-15,-2 2 2 0,6-1 0 16,-4-1 1-16,7 2 1 0,-5-3-1 16,-2 2-1-16,4 1 1 0,3-2-1 15,-5 1 0-15,0-1 0 0,-4 1 1 16,4 1 0-16,-2-1 1 0,3 1 1 16,-5 0 0-16,2-1 1 0,-2 1 0 15,0 0-1-15,-2 0-1 16,2-2 0-16,-2 2 1 0,2 0-1 0,-2 0 12 15,2 0-12-15,-2 0 1 16,0 0 1-16,0 0 10 0,0 0-11 16,0 0 11-16,0 0-10 0,0 0 19 15,0 0 16-15,0 0 9 0,0 0 13 16,0 0 34-16,0 0-25 0,0 0-18 16,0 0-20-16,0 0-15 0,0 0-4 15,0 0-11-15,0 0-1 0,0 0 0 16,0 0 2-16,0 0 14 0,0 2-1 15,0-1 1-15,0 0 0 0,0 3 8 16,0 2-2-16,0 1-20 0,0 1 11 16,0 5-12-16,0 1 0 0,0-1-1 15,2 1 1-15,0 4-1 0,0-3 0 16,0 0 0-16,0 0-1 0,-2-1-1 16,3-2-11-16,1 1-8 0,-4-1 8 15,2-2 1-15,-2 1-1 16,0-1 10-16,0-1 1 0,0 0-1 15,2-5 1-15,-2 1 1 0,0-2 0 16,2 1-2-16,-2-3 3 0,0 1 0 0,0-2 1 16,0 0 0-16,0 0 0 15,0 0 2-15,0 0 12 0,0 0 1 16,0 0-14-16,0 0-2 0,0 0 0 16,0 0-2-16,0 0 0 0,0 0-11 15,0 0 11-15,0 0-13 0,0 0-7 16,0 0-6-16,0 0-3 0,2 0 29 15,2 0 2-15,0 0 2 0,2 0-1 16,1 0 0-16,3 0 0 0,-2 0-1 16,1 0 15-16,3-2-12 0,2 2 0 15,-1 0 7-15,1 0-10 0,-1-1-2 16,3 1 2-16,-3 0 1 0,3 0-1 16,-1 0-1-16,-3 0-2 15,2 0 0-15,1 0-10 0,-1 0 12 0,-1 0-1 16,1 0-13-16,-1 0 2 15,-5 0 10-15,4 0 2 0,-3 0 1 0,-3 0 0 16,-2 0 2-16,2 0 0 16,-2 0-1-16,3 0 1 0,-3 0 0 15,0 0 0-15,-4 0 0 0,4 1-1 16,-2-1-1-16,0 0-2 0,-2 2-45 16,2-2-63-16,-2 0-47 0,2 0-99 15,-2 0-165-15,0 0-261 0,0-4-690 0</inkml:trace>
  <inkml:trace contextRef="#ctx0" brushRef="#br0" timeOffset="-69200.53">4455 11394 11 0,'0'0'94'0,"0"0"14"0,0 0 1006 15,0 0-545-15,0 0-189 0,0 0-83 16,0 0-52-16,0 0-91 16,0 0-29-16,0 0-16 0,-27 0-7 15,27 0-7-15,-2 0 17 0,2 0 5 16,-2 0 15-16,-2 2 4 0,1-1-36 15,-1 1-14-15,0 0-24 0,0 5-18 16,-4 0-21-16,4 3-23 0,-5 2-22 16,1 6 9-16,0 2-15 0,0 2 3 15,3 2 7-15,1 1-7 0,0-3 22 16,0 1-1-16,4-3 1 0,0-3 1 16,0-1 0-16,4-1-1 0,2-3-20 15,1-4 7-15,1 0-31 16,6-1-3-16,-3-5 16 0,5 0 8 15,-1-2 4-15,1 0 19 0,3-3-47 16,1-5 6-16,-5 0 19 0,6-1-1 16,-7-1-12-16,5 0 7 0,-7-3 5 15,0 2 24-15,-1 0 2 0,-3-1 16 16,-4 0 0-16,0 0 6 0,0 1 13 16,-1-1 31-16,-1-1-3 0,-2 1-6 15,0-1-13-15,0 1-19 0,0-1 0 16,-2 2-3-16,-5-1 9 0,3 1-9 15,0-1 7-15,-4 2 6 0,-3 1-7 16,-1 0 3-16,2 2-6 0,-1-2 12 16,-3 3-21-16,2 0-16 0,-3 2 0 15,5-2-13-15,-3 1-8 0,3 4-4 16,4-2-3-16,2 3 0 0,0 0-22 16,-1-1-70-16,5 1-104 15,0 0-153-15,2 0-244 0,1 1-65 16,5 3-433-16</inkml:trace>
  <inkml:trace contextRef="#ctx0" brushRef="#br0" timeOffset="-68741.01">4740 11235 177 0,'0'0'20'16,"0"0"1097"-16,0 0-405 15,0 0-294-15,0 0-131 0,0 0-33 16,0 0-59-16,0 0-61 0,0 0-26 16,0 0-9-16,-15-12-4 0,15 12-13 15,0 0-9-15,0 0-10 0,0 3-3 16,0 3-4-16,0 5 13 0,0 5-12 16,3 7-13-16,-3 7-31 0,0 1 2 15,0 5 1-15,-3 4-4 0,3-1-9 16,-2-2-3-16,-2 0-1 0,4-2-36 15,-2-5-4-15,2-2-25 16,0-3-28-16,0-4-39 0,0-2-24 16,2-3 8-16,0-4-13 0,0-2-20 15,3-3-26-15,-3-1-53 0,6-4-133 16,-6-2-177-16,2 0-233 0</inkml:trace>
  <inkml:trace contextRef="#ctx0" brushRef="#br0" timeOffset="-68283.53">4901 11457 821 0,'0'0'391'0,"0"0"-163"0,0 0 292 0,0 0-189 15,0 0-153-15,0 0 35 0,0 0 2 16,0 0-16-16,0 0-23 0,0 0-14 16,4-20-25-16,-6 20-11 15,-4-1-34-15,0-1-17 0,2 2-18 16,-5 0-20-16,-5 2-8 0,4 1-29 16,-5 2-15-16,1 0-7 0,-1 3-3 15,-1-1 9-15,3-1 13 0,3 0 3 16,0 1 39-16,3-1-11 0,1-1 10 15,2-2-23-15,0 3 21 0,2-2-14 16,2-2 3-16,-2 3-10 0,2-2-14 16,0 1 2-16,0 0 13 0,0-1-4 15,2 3 10-15,0-1 9 0,2 0 13 16,0 1-7-16,0 0-2 0,3-1-8 16,-3 0-5-16,4 0-3 0,0 0-18 15,0 0 0-15,1 0 0 0,5 0-1 16,-1-2-1-16,-1 3-39 0,2-2-57 15,-1 0-46-15,5-4-71 16,-5 0-76-16,3 0-156 0,-5-2-306 16,-3-4-541-16</inkml:trace>
  <inkml:trace contextRef="#ctx0" brushRef="#br0" timeOffset="-66681.3">3066 9806 22 0,'0'0'94'0,"0"0"-9"16,0 0-10-16,0 0 482 0,0 0-179 15,0 0 0-15,0 0-34 0,0 0-68 16,0 0-53-16,0 0-23 0,4-2-10 16,-4 2-10-16,0 0-23 0,0 0-39 15,0 0-29-15,0 0-12 16,0 0 2-16,0 0-3 0,0 2 3 16,0-2-9-16,-2 1-29 0,2 1-41 15,-5 0-19-15,-1 3-3 0,0 0 0 0,-4 2-16 16,1 2-4-16,-1 0 23 0,-4 1 19 15,3 0 0-15,-1 0-2 16,0 1-10-16,1 1 10 0,1-4 2 16,-3 0 19-16,7-1-13 0,-2-1 13 15,4-1-10-15,-4-1 4 0,6 0-13 16,-1-1-32-16,1 0 17 0,-2-1 12 16,4-1 0-16,0 0 1 0,0-1-1 15,0 0-16-15,0 0-13 0,0 0-2 16,0 2 34-16,4 0 26 15,1 0 21-15,-1 2-21 0,4 1-1 0,0 1 7 16,-2 2-7-16,3-1-3 16,3 2-6-16,-4 0-15 0,3 1 15 15,-1 1-13-15,2-3-1 0,-3 3 1 16,3-2-3-16,-4-4-25 0,-1 4-7 16,-1-3-2-16,0-4-23 0,2 4-38 15,-2-4-17-15,-4 1-50 0,3-3-30 16,-1 0-36-16,0 0-91 0,-2 0-176 15,4-3-282-15,-4-5-444 0</inkml:trace>
  <inkml:trace contextRef="#ctx0" brushRef="#br0" timeOffset="-65263.96">2929 9983 63 0,'0'0'98'15,"0"0"-66"-15,0 0-9 0,0 0-10 16,0 0 4-16,0 0-1 0,0 0 131 15,0 0 159-15,0 0-3 0,0 0 23 16,-4-12 5-16,4 12-97 0,0 0-71 16,-2 0-50-16,2 0-6 0,-2 0-4 15,2 0-19-15,0 0-16 0,0 0 16 16,0 0 6-16,0 0-6 0,0 0-7 16,0 0-19-16,0 0-13 0,0 0-10 15,0 0-9-15,0 0 6 0,0 0 3 16,0 0-6-16,0 0-7 15,4 0-3-15,0 0 23 0,-2 0 22 16,2 0-13-16,3 0-4 0,-1 0-2 16,4 0 6-16,-2 0-7 0,1 0 1 15,1 0 12-15,0-2-23 0,1-1-2 16,3 0 19-16,1-1-20 0,-3 1 4 16,4-2-13-16,-3 3-20 0,5-2 0 15,-5 2 0-15,1-2-1 0,-1 2-1 16,-1 0-1-16,3 0 1 0,-5 1 10 15,4 0-7-15,-3-4-3 0,-1 3 15 16,3-1 4-16,-1 0 0 0,-4-2-6 16,5 1-10-16,-3 1 9 15,-2-2-11-15,5 3 11 0,-5-3-12 0,0 0 0 16,0 1 0-16,3 0 1 16,-3-1-1-16,-2 3 0 0,2-2 1 15,1 2 1-15,-3-2-2 0,0 2 1 16,-2-1-1-16,2 1-1 0,-1 1 0 15,3 1 0-15,-2-2 1 0,-2 1-2 16,0-1 1-16,3 1 0 0,-3 0-1 16,4 1 1-16,-4-2 1 0,0 1-1 15,0 0 0-15,-2 0-1 0,0 1 0 16,3-1 2-16,-3 1 1 0,-2 0 0 16,2-2-1-16,4 2-1 0,-4-1 1 15,-2 1-1-15,4-1 0 0,-2 1 1 16,0 0-1-16,-2-1 0 0,2 0 1 15,0 1-1-15,0 0 0 0,-2 0 0 16,0-2 1-16,0 0 0 0,0 1 0 16,0 0 0-16,3 1 1 15,-3-3 0-15,2 1-1 0,-2 1-1 16,2-2 0-16,-2 3 1 0,2-3 2 16,-2 3-1-16,0-2 2 0,0 0 10 15,0-1-11-15,0 1 1 0,0-1 10 16,0-1-1-16,2 1-9 0,-2-3 0 15,0-1 10-15,0-2-13 0,0 0 1 16,0 0-1-16,-2-2 0 0,2-6-1 16,-2 3-1-16,0 0-1 0,2-4-10 15,-2 0 1-15,-1-3 9 0,3 0-16 16,0 1 16-16,0-1-19 0,0 1 20 16,0 2-1-16,0 2-1 0,0 3 4 15,-2-1 1-15,0 3 2 0,0 3 12 16,0 1 7-16,0 3 0 0,0-1-3 15,0 4-4-15,2-1 26 0,-2 0-5 16,2 1-34-16,-4 1 0 16,4 0-1-16,0 0 0 0,0 0 1 0,0 0 14 15,0 0-13-15,0 0 15 0,0 0 7 16,0 0 10-16,0 0-1 16,0 0-6-16,0 0-3 0,0 0-3 15,0 0-10-15,0 0-12 0,0 0 0 16,0 0-3-16,0 0-12 0,0 0-1 15,0 0-6-15,0 0-3 0,0 0 7 16,0 0-4-16,0 0-6 16,4 0 28-16,2 0 2 0,2 0 26 0,1 0-6 15,3 0-1-15,1 0-5 0,1 0-13 16,7 0 16-16,-3 0-16 0,1-1 9 16,4-1 4-16,1 0 18 0,-1 0-22 15,2 0 1-15,2-1-12 0,-4 2 0 16,-1-2 1-16,1 2-1 15,0-1 0-15,-3 1 2 0,1-1-2 16,-4 1 1-16,1-1-2 0,-5 2-1 16,-1 0 1-16,-6 0-2 0,0 0 0 15,-3 0 1-15,-3 0 0 0,0 0 1 16,2 0 2-16,-2 0 1 0,0 0 13 16,0 0-4-16,0 0-12 0,0 0-1 15,0 0-11-15,0 0 9 0,0 0-10 16,0 0 11-16,0 0-10 0,0 0-1 15,0 0-30-15,2 0-19 0,-2 0-29 16,2 0-69-16,-2 0-63 0,2 0-88 16,0 2-196-16,-2-1-500 0,4 0-832 15,-16-5 1736-15</inkml:trace>
  <inkml:trace contextRef="#ctx0" brushRef="#br0" timeOffset="-64517.64">4070 9328 99 0,'0'0'39'15,"0"0"1962"-15,0 0-1675 16,0 0 7-16,0 0-16 0,0 0-77 16,0 0-107-16,0 0-76 0,0 0-22 15,0 0 6-15,-10 4 10 0,10-4 6 16,0 2 9-16,0-2 13 0,0 0 8 15,0 1-2-15,0-1-24 0,0 2-30 16,0-1-31-16,2 4 2 0,4 2-2 16,2 5 28-16,3 0-6 0,-1 4-7 15,7 0-12-15,-3 0 19 16,3 0-9-16,-1 2-1 0,1-5-12 0,-3 1-12 16,3-2 10-16,-5 0-11 0,-2-3-9 15,1 0-9-15,-1-2 6 0,-4-2-3 16,-2 1-31-16,1-3-17 0,-3 2-9 15,4-2-6-15,-4-1-10 16,0-1-23-16,0 0-41 0,0 1-80 16,0-2-72-16,-2 0-128 0,2 0-243 15,-2-3-421-15</inkml:trace>
  <inkml:trace contextRef="#ctx0" brushRef="#br0" timeOffset="-64170.57">4306 9346 145 0,'0'0'81'16,"0"0"10"-16,0 0 1019 0,0 0-651 15,0 0-119-15,0 0-42 0,0 0 159 16,0 0-300-16,0 0 66 0,0 0 6 15,-6-6-65-15,1 9 3 16,1 0-22-16,-2 2-45 0,-4 3-4 16,-3 1-27-16,3 3-13 0,-6 1-19 0,3 5-37 15,-5 0-6-15,3 0-7 16,1 3 10-16,-1-5 0 0,3 3-28 16,-1-4-47-16,5-2 22 0,2-3-3 15,2-1-22-15,-2-3-30 0,3-2-36 16,3-2-49-16,0 0-108 0,0 0-144 15,5-2-133-15,-1 2-126 16,2-2-719-16</inkml:trace>
  <inkml:trace contextRef="#ctx0" brushRef="#br0" timeOffset="-57635.73">3210 8004 112 0,'0'0'303'0,"0"0"-81"16,0 0-43-16,0 0 20 0,0 0 3 15,0 0-82-15,0 0-52 0,0 0 30 16,-4 0 6-16,2 0-3 0,2 0 233 15,0 0 0-15,0 0-147 0,0 0-61 16,0 0-20-16,0 0-6 0,0 0 19 16,0 0 28-16,0 0 32 0,0 0 5 15,0 0-41-15,0 0-61 0,0 2-22 16,0 0-41-16,2 0-19 0,0 1-34 16,0 1-10-16,7 1 43 0,-3 4 1 15,0-1 0-15,0 2 1 0,2-2-1 16,3 3 0-16,-3-3-1 0,-2-1 0 15,2 1 1-15,1-3-15 0,-3 0 14 16,0-2 1-16,-4 0-2 16,2-2-11-16,0 1 1 0,-1-2 9 15,1 0 1-15,-2 0-13 0,-2 0 12 16,2 0 0-16,0-3 2 0,2 2 1 16,0-4 1-16,-2 3-1 0,6-3-3 15,-3 0-13-15,5-1 15 0,-2-1-1 16,-4 1 2-16,5-1 0 0,-1 0 3 15,0 1 10-15,-2-1-11 0,-2 0-2 16,3 3-2-16,-1 1 0 0,0 2-11 16,-2-1 11-16,0 2 0 0,-2 0-11 15,3 0 13-15,-1 3 22 0,0 1 38 16,2-1-12-16,0 2-46 0,0 1 20 16,-1 1-19-16,3-1 0 0,2 2 0 15,-2 2-1-15,3-2 2 0,-1 1 14 16,0 0 1-16,-1-2-19 0,-1 0-37 15,2-1-4-15,-3-4 15 16,-1 0 8-16,-2-1 2 0,0-1 0 16,-2 0 15-16,4 0-15 0,-2-3-3 15,1 1 19-15,-1-2 15 0,0 0-15 16,4-1-2-16,0 1 1 0,1-2 0 16,-1 1-3-16,-2-2 3 0,4 0-2 15,-1 1-9-15,-1-2 11 0,-2 3-3 16,4 1-11-16,-3 2-1 0,-1 2 3 15,-2 0-3-15,2 0 16 0,0 4 1 16,3 3 21-16,-3 1-6 0,0-1 16 16,0 3-16-16,0 0 3 15,3 0-17-15,-3-1-1 0,0 0-1 16,0-2-2-16,1-2-1 0,-1-1-23 16,2 0 7-16,-4-2 16 0,-2-1-10 15,4-1 10-15,1 0-12 0,-1 0 15 16,2-1 0-16,-2-2 12 0,1 0-9 15,-1-3 13-15,4 1-14 0,0-1-1 16,-1 0 12-16,1-2-10 0,0 0-2 16,-1 1 0-16,3 1-1 0,-2 2 0 15,-1-2-2-15,-3 4-17 0,4 1 16 16,-2 1-19-16,-1 0 20 0,-3 0 1 16,0 0 1-16,0 1 2 0,2 1 14 15,-2 1-1-15,0 0-2 0,1 0 9 16,-1 0 7-16,0 0-4 0,2 0-12 15,2 1-10-15,-1-1 16 0,1 1-19 16,-2 0 0-16,2 0 0 16,1-1 1-16,-3 0-1 0,0 0-1 15,2-2-15-15,3 2-13 0,-1-3 7 16,-2 1 20-16,5 1-48 0,-3-2 2 16,0 0 17-16,1 0 15 0,1-2 14 15,-4 1 1-15,3-3 1 0,-3 1 3 16,0 0 22-16,-2 0 0 0,-2-1-3 15,3 2-9-15,-5-1-11 0,0 1 1 16,0 1 16-16,0 1 4 0,0-2 8 16,2 1-2-16,0-2-7 0,0 2-4 15,7-1-2-15,-1 0-3 0,2 0 28 16,5 1-13-16,-3 1-12 0,5 0-16 16,-2 3 3-16,1 1 16 0,-3 0-17 15,3 2 14-15,-7-1 12 0,-3 1-9 16,2-2 2-16,-4 0 31 0,-1-1 4 15,-1 0-31-15,-2-2-25 0,2 1-3 16,2 0-92-16,-2 0-96 0,2 2-128 16,1-2-243-16,-3 1-523 0,-2 0-617 15</inkml:trace>
  <inkml:trace contextRef="#ctx0" brushRef="#br0" timeOffset="-54821.24">3522 10547 373 0,'0'0'137'0,"0"0"-111"0,0 0-26 16,0 0-39-16,0 0-43 0,0 0 23 16,0 0 50-16,0 0 9 0,0 0 49 15,0 0 22-15,-8 0 21 0,8 0 2 16,0 0-12-16,0 0-37 0,0 0-45 15,0 0-3-15,0 0-26 0,0 0 9 16,0 0 17-16,0 0 1 0,0 0 2 16,0 0 32-16,0 0 69 0,0 0 43 15,0 0-17-15,0 0 3 16,0 0-130-16,0 0-36 0,0 0 0 16,0 0 36-16,0 0 3 0,0 0 33 15,0 0 10-15,0 0-10 0,0 0-7 16,0 0 33-16,0 0 6 0,0 0 140 15,0 0-32-15,0 0-43 0,0 0-23 16,0 0-22-16,0 0-14 0,0 0-19 16,0 0-16-16,0 0-16 0,0 0-20 15,0 0 16-15,0 0 7 0,0 0 3 16,0 0 13-16,0 0 0 0,0 0 13 16,0 0 16-16,0 0 19 0,0 0 23 15,0 0-7-15,0 3 12 0,4 3-70 16,2 6-25-16,1-2-4 0,1 5-3 15,2 5-14-15,1-1 0 16,-1-1-2-16,2-3-1 0,-3 0-18 0,-1-2 3 16,2-3 14-16,1-1 0 0,-3-1-14 15,-2-2 15-15,0-1-2 16,2-3-16-16,-1-1 16 0,-3-1-16 16,0 0 17-16,0 0 2 0,0-2 2 15,0-2 11-15,3 1-12 0,-3-2 2 16,0-1 19-16,2-1-2 0,-2 0-5 15,0-4 5-15,7 2-18 0,-5-3-2 16,2 1-1-16,-2-1 1 0,5-1 0 16,-3 2-1-16,0 0 1 0,0 2-1 15,3-1-3-15,-3 3 4 0,-2 1 1 16,3 4 19-16,-1 0-4 0,-2 2 12 16,-2 0-8-16,0 0-1 0,-2 0 9 15,5 4 26-15,-3-1 45 0,4 3 25 16,-2 0-55-16,0 0-37 15,-2 1-19-15,3-1-11 0,1 1 1 0,0-1-3 16,0 0-2-16,-1 0-1 0,3-2-1 16,0 2-8-16,-1-2 12 15,-1-1-13-15,4 0 11 0,-1-1-1 16,-3 1 0-16,2-3-10 0,1 0 0 0,-3 0-21 16,4 0 8-16,-1 0 7 15,-3 0 17-15,0-2 0 0,4-1 1 16,-3-1 1-16,-3 2 1 0,2-2 1 15,3 0 20-15,-5 0-21 0,0 0 1 16,0 1 1-16,2-1 12 0,1 0-12 16,-3 1 0-16,-2 0-2 0,0-1 1 15,0 3 14-15,3 0-15 16,-5 1 2-16,2 0 0 0,0 0 10 0,-2 0-11 16,4 0 0-16,-4 3 11 15,4 1 2-15,3 2 17 0,1 1 31 16,-2-1 0-16,7 3-38 0,-5-2-25 15,0 1-13-15,5-2 0 0,-3 0 10 16,-1-2 3-16,5 0-1 0,-8 0-2 16,7-3-1-16,-5 0 2 0,1-1-10 15,1 0 12-15,-2 0 2 0,-1-1 0 16,-1-2-1-16,0 1 1 0,0 0 11 16,-4-2-11-16,1 2 1 0,-1-1 0 15,-2 1 10-15,0 1-10 0,2-1 13 16,-2 1-15-16,0 0 1 0,-2 0-2 15,2 0 0-15,0 1-2 0,2 0 1 16,-1-2-12-16,3 2 12 0,-2 0-2 16,4 0 0-16,0 0-10 0,3 2 13 15,-3 1 13-15,6 3-13 16,-1 1 2-16,1 1-2 0,-1-1 2 16,-1 0-2-16,3-2-1 0,-5-1 1 15,-2-1-2-15,3-2 1 0,-3 0 0 16,-2-1 0-16,-2 0 1 0,2 0 12 15,1 0 4-15,-1-1-14 0,-2-1 11 16,4-1-11-16,-4 0 0 0,0-1 1 16,5 2 9-16,-3-2-8 0,-2-1-2 15,2 2 0-15,0 2 0 0,3-3 1 16,1 2-2-16,-2 0 1 0,1 0 11 16,7 2-11-16,-6 0 15 0,5-1-17 15,-3 1-1-15,-1 0 0 0,3 0 1 16,-6 0-2-16,1 1 1 0,1 1 1 15,-4-2-1-15,-2 3 0 0,3-3 1 16,-5 1 0-16,0-1 2 0,0 0-1 16,0 0 0-16,0 0-1 0,4 0-1 15,-4 0 1-15,4 0 3 0,1-2 0 16,-1-2-1-16,0 2 0 0,6-3-1 16,-1 1 2-16,-3 1-3 15,2-2-1-15,-1 1-21 0,-1 2 0 16,-4 1 6-16,4 1 16 0,-4 0 0 15,3 0 2-15,-5 0 17 0,2 0-17 16,-2 0 17-16,0 0 16 0,-2 0 2 16,2 1-1-16,2 1 39 0,-2 1 21 15,4 0-55-15,1 0-16 0,-3 1-13 16,2 0-10-16,0 1 1 0,2-2-3 16,-4 1 0-16,5 0-14 0,-1-2-70 15,-4 0-69-15,7 1-84 0,-1-3-183 16,-6 0-304-16,4-3-840 0</inkml:trace>
  <inkml:trace contextRef="#ctx0" brushRef="#br0" timeOffset="-53167.67">258 13328 1259 0,'0'0'397'15,"0"0"-239"-15,0 0-157 0,0 0 1 0,0 0 102 16,0 0 65-16,0 0-14 0,0 0 259 16,0 0-211-16,0 0-88 0,11-7 10 15,1 4-25-15,-4 0-33 0,9-3-20 16,-1 2 11-16,7 0-11 16,-4 2 4-16,4 0-25 0,1 2-14 15,-7 0-8-15,4 0 8 0,-11 3 4 16,2 0 38-16,-3 1 6 0,-7 1 44 15,0 1 69-15,0 0-46 0,-2 2-49 16,0 3-32-16,-2 4-21 0,0 0-25 16,-5 2-15-16,-3 1 15 0,2-4 1 15,0 1 2-15,-1-2 0 16,-1 1 12-16,0-5-15 0,3 1-1 0,-1-3-12 16,0 0 11-16,0 0 0 15,-1-2 0-15,5 0 2 0,-4-3 12 16,6 0-11-16,-2-1 1 0,4-1-2 15,0 0-21-15,-2 0-45 0,2 0-44 16,0 0-9-16,0-1 18 0,0 1 19 16,0 0 6-16,0-2 16 0,2 2 9 15,0 0 33-15,2-1 18 0,4 0 3 16,-2-1 51-16,5 1-6 0,5 0 2 16,-3 1 10-16,7 0-9 0,-3 0-1 15,6 1-3-15,-9 2-18 0,3 2 2 16,-7 1 29-16,0 1 10 0,-1 1 51 15,-5 3 60-15,-2 2-42 0,-2 0-52 16,0 4-26-16,-4 3-15 0,-3-1 4 16,-3 1-17-16,2-3-5 0,0-1 0 15,-5 0 2-15,1-4-14 16,1-2-4-16,-5 0-10 0,3-1 11 16,-5-4-13-16,3 0-30 0,-1-2-16 15,-1 0 6-15,1-2-28 0,-1-1-27 16,5 0-29-16,-3-1-40 0,7-4-98 15,-4-3-138-15,3-2-166 0,3 1-525 16,2-6-390-16</inkml:trace>
  <inkml:trace contextRef="#ctx0" brushRef="#br0" timeOffset="-52137.73">203 13191 1072 0,'0'0'371'0,"0"0"-68"16,0 0-79-16,0 0-81 0,0 0-14 16,0 0 36-16,0 0-3 0,0 0-4 15,0 0 9-15,0 0-32 0,-52 18-10 16,48-13 15-16,0 1 6 0,-3 0-25 15,-1 1-4-15,2 0-57 16,0 2-35-16,2 1-25 0,-5 5-2 16,3 0-10-16,-2 2-4 0,4 2 15 15,0 2 1-15,-1 1 15 0,-1 1 3 16,6 2 8-16,0 0-1 0,0 2-23 16,0-1 20-16,0 1-9 0,9-1-13 15,-5-1 1-15,0 2 14 0,2-2 4 16,0 0 0-16,2 0 6 0,1 0 13 15,-3-2-10-15,2 1-3 0,5-2-3 16,-5 1-2-16,6-4-4 0,1-1 5 16,-1-2-5-16,5-1 0 0,-3-2 8 15,5-2-8-15,2 0 3 0,-2-2 3 16,5-1 40-16,1-1-9 0,2-3 6 16,0 0-16-16,-2-3-15 15,2 0-3-15,0-1-4 0,-2 0 4 0,0-1-3 16,0-4-4-16,-7 1-2 15,3-2 2-15,-4-2 4 0,-1 1-4 16,1-1-5-16,-7-4-11 0,1 0 13 16,1 1 0-16,-6 1-2 0,3-1 8 0,-1 0 4 15,-2-1-1-15,-6-1 7 16,4-1-6-16,-1-3 8 0,-1-1 4 16,2-3-19-16,-4 1 4 0,0-3-19 15,0 1 9-15,0-1 3 0,-2 0-13 16,0 1 0-16,0 0 19 0,0 1-6 15,0-1-3-15,-4 3 4 0,0-1 5 16,-4 2 4-16,4 2 2 0,-5 0 1 16,7 1 8-16,-6 1-5 0,0 0-4 15,-1 2-6-15,3-2-9 0,0 3 1 16,-4-3-10-16,3 4 0 0,1-1 0 16,2 1-1-16,0-2-1 0,-2 4 2 15,-2-1-1-15,-1-1 10 0,3 0-11 16,0 1 1-16,-4-1-1 15,-1 2 0-15,3-1 0 0,-2 1 0 0,-5 0-1 16,7-1 1-16,-7 1 0 16,1 2-1-16,2-1 0 0,-5 1-2 15,5 0 0-15,-7 0-13 0,5 2-3 16,-7 0 2-16,6 0 1 0,-5 2-12 16,5 0-10-16,-3-1-5 0,1 3 5 15,-4-1 13-15,5 1 5 0,-1 0-21 16,1 0-11-16,-1 2-8 0,5 2-8 15,-5-1 9-15,9 1 5 0,-4 1-42 16,1 0-22-16,5-2-41 0,2 2-82 16,0-2-137-16,2 0-170 0,2 0-501 15,0 0-901-15</inkml:trace>
  <inkml:trace contextRef="#ctx0" brushRef="#br0" timeOffset="-48077.37">1468 13927 239 0,'0'0'23'0,"0"0"62"0,0 0 16 16,0 0 1092-16,0 0-752 0,0 0-178 15,0 0-69-15,-4 1 44 0,4 1 42 16,0 0-3-16,0-1 3 0,0-1-6 16,0 1-13-16,0 0-68 0,0 0-38 15,0 0 12-15,-5 2-8 0,5 2-54 16,-2 2-35-16,-2 5-27 0,-2 4-3 16,2 5-1-16,0 6-11 15,-5 6 5-15,1 2-8 0,0 2 8 0,2-1-9 16,-3-1-2-16,3 0-19 0,2-8-3 15,0 2 0-15,2-6-2 0,2 0-10 16,0-2-1-16,0-1 10 0,0-2-9 16,0 0-6-16,0-2-10 0,0-3-8 15,0 0-16-15,2-5-24 16,-2-1-13-16,2-3-30 0,0 0-47 16,2-4-97-16,2 0-143 0,1-2-118 15,-3-7-164-15,2 2-494 0,2-12-392 0</inkml:trace>
  <inkml:trace contextRef="#ctx0" brushRef="#br0" timeOffset="-47743.43">1788 13957 1213 0,'0'0'1975'0,"0"0"-1303"0,0 0-252 15,0 0-126-15,0 0-66 0,0 0-75 16,0 0-61-16,0 0-25 0,-4 52-36 16,4-30-28-16,6 2-1 0,0 4 10 15,1 0 6-15,-3 2-3 0,2 1 7 16,2-1 14-16,0-2-2 0,-1 0-19 15,-3-3-13-15,0-3-1 0,4 0-1 16,0-5-30-16,-1 0-56 16,-1-6-57-16,4-1-44 0,3-5-43 0,-3-5-73 15,4 0-152-15,1-7-169 0,-5-8-89 16,-2 2-479-16</inkml:trace>
  <inkml:trace contextRef="#ctx0" brushRef="#br0" timeOffset="-47363.21">1978 13966 619 0,'0'0'131'15,"0"0"1302"-15,0 0-981 0,0 0-133 16,0 0-25-16,0 0-1 0,0 0-28 16,0 0-42-16,0 0-59 0,0 0-55 15,-10 23-50-15,10-12-22 0,4 3 6 16,-2 0-2-16,2 1-7 0,5 0-22 15,1-2-12-15,-2-1-33 0,2-4-4 16,3-1 6-16,-3-2 3 0,1-2 0 16,3-3 3-16,-6 0-3 0,7-1 13 15,-5-5 15-15,-2-2 1 16,-1 2 14-16,-1-2-12 0,-4-1 13 0,0 2 9 16,-2-2 3-16,0 0 3 15,0-1 9-15,0-3-9 0,-4 2-6 16,0-1 2-16,-3 4 10 0,3-1 10 15,-2 3 2-15,-6 2 3 0,-1 0-21 16,3 2-31-16,-7 2-1 0,5 0-42 16,-7 0-19-16,7 0-46 0,-5 1-59 15,5 0-72-15,4-1-158 0,-1 0-248 16,3 0-602-16,2 0-566 0</inkml:trace>
  <inkml:trace contextRef="#ctx0" brushRef="#br0" timeOffset="-46927.01">2125 14154 262 0,'0'0'645'0,"0"0"1237"0,0 0-1242 15,0 0-175-15,0 0-158 0,0 0-114 16,0 0-76-16,0 0-24 0,6 54 27 16,0-35 12-16,-4 1-37 15,5-1-43-15,-3 0-21 0,0-5-29 16,2 1-2-16,-2-5-16 0,2-1-8 16,-3-3-40-16,1 0-111 0,2-2-19 15,2-2-23-15,-2-2-117 0,3 0-139 16,-3-4-211-16,-2-2-71 0,6-5-475 0</inkml:trace>
  <inkml:trace contextRef="#ctx0" brushRef="#br0" timeOffset="-46742.57">2239 14264 268 0,'0'0'343'0,"0"0"1469"0,0 0-1261 16,0 0-148-16,0 0-58 0,0 0-131 16,0 0-94-16,0 0-48 0,0 0 6 15,0 0 19-15,-7 0 18 0,7 2 5 16,0-2-21-16,3 6-22 0,-1-1-13 15,-2 3-30-15,2-2-34 16,4 2-43-16,0 1-46 0,2-1-50 16,1-2-65-16,-3-2-106 0,2-2-127 15,2-2-108-15,1 0-80 0,-5-1-397 16,4-10-35-16</inkml:trace>
  <inkml:trace contextRef="#ctx0" brushRef="#br0" timeOffset="-46560.27">2385 14183 203 0,'0'0'447'0,"0"0"-131"0,0 0 1591 16,0 0-1104-16,0 0-325 0,0 0-111 16,0 0-115-16,0 0-71 0,-18 56-31 15,10-38-25-15,-1 2-40 16,3 0-27-16,0 3-28 0,2-3-19 16,-4 1-11-16,-1-4-12 0,7-1-18 15,-2-1-58-15,0-2-74 0,2-3-55 16,2-2-81-16,0-1-152 0,0-2-307 15,0-2-496-15,6-3-584 0</inkml:trace>
  <inkml:trace contextRef="#ctx0" brushRef="#br0" timeOffset="-45544.92">2532 13879 622 0,'0'0'55'0,"0"0"1400"0,0 0-996 16,0 0-137-16,0 0-21 0,0 0 11 15,0 0-9-15,0 0-10 0,0 0-25 16,0 0-18-16,-16 0-16 0,16 0-29 15,-2 0-38-15,2 0-15 0,0 0-33 16,-5 4-22-16,1-1-34 0,0 4-20 16,0 3-43-16,-2 8-39 0,-2 8-21 15,1 5 20-15,1 3 13 16,2 2-3-16,0-3-22 0,0-4-36 16,2-5 27-16,2-5-27 0,0-3-31 15,0-4-46-15,0-3-65 0,4-3-63 16,0-1-100-16,0-4-124 0,0-1-45 15,2 0-5-15,-1-5-36 0,1-1 112 16,-4-2 175-16,-2 2 156 0,2-2 160 16,-2 3 10-16,0-1 192 0,0 2 163 15,-2 2 106-15,0-2-49 0,-2 3-48 16,2-2-14-16,2 3-15 16,0 0-31-16,0 0-87 0,0 0-53 15,0 0-31-15,0 0-28 0,0 0-28 16,0 0-31-16,0 0-56 0,2 0-10 15,2 0-52-15,4 0 62 0,-2 0 20 16,7-3 2-16,3 2-4 0,1 0-5 16,5-4 11-16,5 4-5 0,-2-1 55 15,2-1-25-15,0 2-18 0,-2-2-3 16,0 1-10-16,-7 2-16 0,3-3 1 16,-9 2 13-16,1-1-14 0,-5 2 10 15,-6 0 0-15,0 0-11 0,0-1 1 16,-2 1-2-16,0 0 0 0,0 0-12 15,0 0-19-15,0 0-15 0,0 0-21 16,0 0-32-16,0-1-22 0,-2 1 13 16,2-2 30-16,-2 0 28 0,0 0 15 15,-4-1-91-15,-5 0 32 0,3 1 50 16,0 0 44-16,-5 2 0 0,3 0 60 16,2 0 40-16,0 0 1 0,1 0 27 15,-1 1-7-15,6 2-9 16,0-3-1-16,0 2-6 0,0-1 8 15,2 2 22-15,0 3-19 0,0 2-39 16,0 3-41-16,0 0 7 0,0 7 15 16,0 1-4-16,0 4-5 0,4 0-3 15,-2-1-19-15,-2 3-9 0,2-2-3 16,-2 1-12-16,2-2 9 0,0-1-12 16,2-1-3-16,-2-3-33 0,-2-2-22 15,5-2-30-15,-3-2-43 0,0-3-40 16,2 0-52-16,-2-4-91 0,2 0-161 15,0-4-159-15,0-2-158 0,2-2-548 16</inkml:trace>
  <inkml:trace contextRef="#ctx0" brushRef="#br0" timeOffset="-45299.95">2811 14286 1031 0,'0'0'745'0,"0"0"909"15,0 0-1180-15,0 0-263 16,0 0-34-16,0 0 16 0,0 0-45 16,0 0-56-16,0 0-30 0,0 0 8 15,23 3 4-15,-15-1-19 0,3-2-22 16,-1 3-8-16,0-2-22 0,3 1-3 16,-3-2 0-16,-4 0-1 0,5 2-11 15,3-2-65-15,-6 0-42 0,3 0-72 16,3-5-68-16,-6-3-101 0,5-1-265 15,-3 2-514-15,-2-5-880 0</inkml:trace>
  <inkml:trace contextRef="#ctx0" brushRef="#br0" timeOffset="-44835.29">2995 14009 2334 0,'0'0'721'16,"0"0"-331"-16,0 0-197 0,0 0-22 15,0 0 17-15,0 0-21 0,0 0-18 16,0 0 62-16,0 0-11 0,0 0-71 15,35 7-49-15,-24-5-28 0,3-1-6 16,-1 1-16-16,5 1-14 0,-3 0-1 16,1-2-12-16,1 2-2 0,-5-2-1 15,5 0-13-15,-5 0-79 0,7-1-34 16,-9 0-70-16,2 0-48 0,-3 2-64 16,-3-2-206-16,-4 1-245 15,-2 1-518-15</inkml:trace>
  <inkml:trace contextRef="#ctx0" brushRef="#br0" timeOffset="-44622.71">3072 14136 704 0,'0'0'1749'0,"0"0"-978"0,0 0-558 16,0 0-143-16,0 0 73 15,0 0-14-15,0 0 3 0,0 0 26 16,56 5-14-16,-46-5-48 0,4 0-37 15,-1 0-31-15,-3 0-16 0,7 0-12 16,-9 0 0-16,2 0 0 16,3 0-39-16,-5 0-67 0,-2 0-43 15,-2 0-71-15,5 0-83 0,-7 3-127 16,-2-3-181-16,0 9-452 0</inkml:trace>
  <inkml:trace contextRef="#ctx0" brushRef="#br0" timeOffset="-44382.4">3134 14364 697 0,'0'0'1891'0,"0"0"-1217"0,0 0-429 15,0 0 2-15,0 0 65 0,0 0-47 16,0 0-61-16,0 0-53 0,0 0-40 16,0 0-13-16,56 8-31 0,-46-8-33 15,-2 0-32-15,9 0-1 0,-9-3 0 16,11-2-1-16,-7-4-18 0,2 1-43 15,1-2-53-15,-3 0 4 16,1-1-35-16,-5-3-41 0,-2 3-13 0,2-3-119 16,-3-3-169-16,1 2-157 15,-4 3-444-15</inkml:trace>
  <inkml:trace contextRef="#ctx0" brushRef="#br0" timeOffset="-44142.69">3365 13934 467 0,'0'0'2431'0,"0"0"-1650"15,0 0-435-15,0 0-182 0,0 0-24 16,0 0 9-16,0 0-32 0,0 0-19 16,0 0 53-16,11 52-16 0,-5-35-77 15,-4 2-40-15,2-1-18 0,-2-2-2 16,0-1-68-16,0-2-34 0,0-4-34 15,0 0-38-15,0-3-47 0,3-2-90 16,-3-2-210-16,2-2-190 0,0 0-397 16,2-5-113-16</inkml:trace>
  <inkml:trace contextRef="#ctx0" brushRef="#br0" timeOffset="-43957.11">3493 13939 753 0,'0'0'498'0,"0"0"790"15,0 0-665-15,0 0-196 0,0 0-87 16,0 0-45-16,0 0-53 0,0 0-23 16,0 0-16-16,0 0-35 0,7 16-9 15,-5-5-44-15,0 7-60 0,0 1-31 16,0 2-24-16,0 1-18 0,2-3-85 16,-2 1-74-16,2-3-68 0,-2-3-96 15,0-2-252-15,3-4-490 0,-3 0-619 16</inkml:trace>
  <inkml:trace contextRef="#ctx0" brushRef="#br0" timeOffset="-41443.96">3661 14662 268 0,'0'0'476'0,"0"0"-290"15,0 0 1420-15,0 0-1174 0,0 0-96 16,0 0-79-16,0 0-96 0,0 0-35 16,0 0-3-16,0 0 25 0,-23 14-30 15,23-13 16-15,-4-1 12 0,0 3-4 16,2-1-10-16,-4 0 3 0,-1 0-10 15,-3-1-15-15,2 1-22 0,2-1-15 16,-3 0-6-16,-1 2-24 0,2-2-10 16,-3-1 13-16,-1 2-13 0,2-2-3 15,-3 0 3-15,-1 0 4 0,3 0-10 16,-5 2 6-16,3-2 1 16,-1 0-4-16,0 2 0 0,-1-2-3 0,-1 0 4 15,1 1-7-15,-1-1-21 16,1 0 24-16,-4 0 6 0,7 0-15 15,-4 0 9-15,1 0-11 0,1 0 5 16,-3 0-6-16,1-1 0 0,-3-1-12 16,0 2-1-16,1-2-2 0,-3 2 2 15,4 0-2-15,-5-2 0 0,-1 2 0 16,0 0 0-16,-2-1-1 0,-3 1 0 16,-3 0-9-16,0 0 8 0,0 0 4 15,-3 0-2-15,-1 1 10 0,-2 1-10 16,2-2-3-16,-2 2 2 0,-5 1 1 15,3-1-1-15,0-1 0 16,0 1-1-16,-1-2 2 0,3 1 1 16,-2-1 2-16,-3 0-3 0,3 0 0 15,2 0-1-15,0-1-1 0,-5-1-10 16,3-1-2-16,2 0 14 0,0 1 12 16,2 2-10-16,-1-2-2 0,1 2-2 15,0 0 2-15,2 0 0 0,0 0 1 16,-2 0-2-16,0 0 1 0,0 2-12 15,-1 0 12-15,1 1-15 0,-4-1 3 16,2-1-4-16,2 1 13 0,-3 0-9 16,1 0-3-16,2 1 13 0,2-3 0 15,0 0-10-15,0 2-6 0,0-2-6 16,4 0 6-16,2 0-13 0,0 0 10 16,9-2 0-16,-3-1 9 0,4 1 12 15,5 0 0-15,2 0 1 0,5 2-1 16,3-1-2-16,0 1-10 15,2 0-6-15,0 0 0 0,0 0 17 16,-2 0 0-16,0 0 1 0,0-2-18 16,-4 2-10-16,0-1 1 0,0-1-6 15,1 2 15-15,-1-2 18 0,0 2-1 16,0-2 1-16,0 1 0 0,1 1-3 16,1-3 2-16,4 3-1 0,-2 0-1 15,0-1-9-15,0 0 10 0,2 1-1 16,-2 0 0-16,0 0-9 0,0 0 12 15,-2-2 1-15,2 1 1 0,0-1 1 16,0 1 9-16,0 0-11 0,-1-1 2 16,1 2 0-16,2 0-2 0,-2-3-1 15,2 2-15-15,0-3 3 0,-2-2-3 16,2 0-3-16,-2-2 15 0,2-4-12 16,-2 1 13-16,-2-3-1 0,0 0 2 15,0-3 1-15,-2-1 1 0,-1-2-1 16,1-4 0-16,2-2-1 0,-6-2 0 15,6-4-2-15,-3-3 1 0,1-1 2 16,4-2 1-16,0 0 11 16,0 1 0-16,0 1-9 0,0-2 9 15,0 1-9-15,-2-1 12 0,4 0-13 16,-2 3-1-16,-3-1 0 0,3 3-1 16,2 0-2-16,-2 4-10 0,0 3-3 15,2 4-18-15,0-1 11 0,-2 7 20 16,2 1-1-16,0 1-9 15,0 0 12-15,0 5-1 0,0 1-1 16,0 2 0-16,0 0-10 0,0 1 10 0,0 3 0 16,0 0-1-16,0 1 3 0,2 0 1 15,-2 1 2-15,0 0 0 16,0 0 0-16,0 0 0 0,0 0 9 16,0 0-12-16,0 0-2 0,0 0-10 15,2 0-9-15,0 0-13 0,0 0 33 16,5-1 1-16,1 0 1 0,-2-1 1 15,4 1 0-15,5 0 10 0,-3-1-9 16,7 2-1-16,-5-2 10 0,9-1-9 16,-2 3 0-16,1-1 15 0,7 0 6 15,-2-1-9-15,2-1 4 0,-2 2 2 16,4-1-9-16,2 0-9 0,-2 0 0 16,2 2 9-16,0-3-11 0,0 1 2 15,0 1 0-15,1 1 9 0,-1 0-9 16,2 0 9-16,0 0 25 0,4 0-10 15,0 0-12-15,1 0-12 0,3 0 0 16,3 0 0-16,-3 0-2 0,5 0 1 16,-1-3 10-16,-3 0-10 0,11 0-2 15,-11 0 1-15,7 1 0 16,-7 0 0-16,-3-1-1 0,7 1 1 16,-5-1 0-16,1 2 0 0,3 0-1 15,-6 0 0-15,3 1 0 0,-1 0 2 16,-1 0-2-16,-5 0 1 15,2 0 0-15,-2 0 1 0,0 2-1 16,-3-1 0-16,-1-1-1 16,0 2-3-16,-4-1 3 0,2 0-2 0,-4 0 2 15,4 0 0-15,-3-1 2 0,-1 3 0 0,-2-2 1 16,2 1-2-16,0 0 2 0,0-1 0 16,-2 2-1-16,-3 0-1 0,3 0 2 15,-2-2 0-15,-2 2-1 0,1 1 0 16,1-1-1-16,-2 1 1 0,1 0-1 15,1 0 1-15,-2 1 1 0,2 0-2 16,6 0 2-16,-3 1 27 0,3-2 34 16,4 1-40-16,-2-2-21 15,-4-1-3-15,0-1-25 0,-2 0-9 0,-4-1 22 16,-5 0 11-16,-3 2 1 0,-1-1 1 16,-6 0 11-16,-4-1-9 15,-2 1 37-15,0-1 14 0,0 1 0 16,0-1-11-16,0 0-7 0,0 2-12 15,0-2-21-15,0 0-3 0,0 0-2 16,0 0-16-16,0 0 6 0,0 0 0 16,0 0 11-16,0 0 0 0,0 0 1 15,0 0 2-15,0 0-1 0,0 2 2 16,0 3 9-16,0 1-10 16,0 6 0-16,0-3 16 0,0 1 0 0,0 0-15 15,0-1-3-15,0 3-3 16,2 1-9-16,0 0 10 0,0 5-10 15,1-4 10-15,-1 4-10 0,4 0 0 16,-4 0 10-16,2-1-19 0,0 2 9 16,-2 0 9-16,0-1-16 0,0 2 17 15,-2 0-10-15,4 1 10 0,-1-2-10 16,-1 1 9-16,0 0-15 0,0 0 6 16,2 0 10-16,-2-2 1 0,-2 1-1 15,0-1 1-15,2 0 0 0,0-3-1 16,-2 2 0-16,0-4 1 0,0 1-1 15,0 0 1-15,2 0 0 0,-2 0-1 16,0 0-10-16,0-2 0 0,0 0 11 16,0 1-11-16,0-4 0 0,0 2 9 15,0-1-1-15,0-2 2 0,-2 3 1 16,2-4 0-16,-4-1 1 0,4 2 0 16,0-2 0-16,-2 0-2 15,2 0 0-15,-4 0-13 0,4 0 12 16,-2 0-15-16,2 0-3 0,0 0 0 15,-2 0-6-15,2 0 12 0,0-2 11 16,0 2 3-16,0-3 1 0,0 1 0 16,-2-1 3-16,2-1 10 0,0 1-10 15,0-1-1-15,-3 0 0 0,3 1 0 16,0-2 0-16,-2 1-2 0,0 1-1 16,2-1 0-16,0-2 0 0,0 3 1 15,0-2 1-15,0 0 1 0,-2 0 19 16,2 0-9-16,0 2 0 0,-2-3-9 15,2 1 9-15,-2 0-11 0,2-1 0 16,0 0-1-16,-2 2 0 0,0-2-1 16,-2 4 1-16,2-3-1 0,-4 2-2 15,1 0 1-15,-1-2-10 0,2 4 10 16,-2-1-1-16,-4-2-24 16,1 0-6-16,1 1-46 0,-2-2-45 15,-1 0-53-15,1-1-94 0,-2 0-229 0,-5-1-224 16,9 0-606-16,-13-2-1049 0</inkml:trace>
  <inkml:trace contextRef="#ctx0" brushRef="#br0" timeOffset="-40533.24">1139 15156 197 0,'0'0'104'0,"0"0"95"0,0 0 1145 15,0 0-964-15,0 0-121 0,0 0-17 16,0 0-49-16,0 0-36 0,0 0-33 16,0 0-44-16,0 0 16 15,-6 2 44-15,6-2 72 0,0 0 42 16,0 1 0-16,0 1 7 0,0 2-14 16,0 4-51-16,2 5-86 0,0 6-79 15,2 9-1-15,-2 4 7 16,0 2-13-16,4 6-3 0,-1 1 4 0,-1 2 2 15,-2-1 10-15,2 1 2 0,-2-3-5 16,2-2-10-16,-2-2-24 0,0-4-2 16,0-5-1-16,2-2-18 15,3-2 5-15,-3-4-14 0,4-4-19 16,-4-2 7-16,0-2 2 0,0 0-3 16,1-5 1-16,-1 1-4 0,0-4 3 15,-2 1-9-15,-2-2 0 0,4-1-15 16,-4 1-22-16,2-2-44 0,0 0-83 15,0 0-125-15,2-2-71 0,-2-6-97 16,3-3-121-16,-1 0-389 0,0-12-410 16</inkml:trace>
  <inkml:trace contextRef="#ctx0" brushRef="#br0" timeOffset="-38706.15">1166 15112 30 0,'0'0'1619'0,"0"0"-1060"15,0 0-129-15,0 0-128 0,0 0-20 16,0 0-151-16,0 0-93 0,0 0-19 15,0 0 38-15,0 0 89 0,4 12 24 16,2-12-41-16,2 0-22 0,1 0-6 16,3 0-11-16,-2 0-9 0,3 0-12 15,3 0-14-15,1 0-2 0,2 0 0 16,3-2-4-16,-1 2 10 0,2 0-1 16,6-3-2-16,-2 2-10 0,1 1 0 15,-1-3-12-15,4 3 14 0,0-3 1 16,2 3-6-16,0-3-12 0,1 3 6 15,1-1-10-15,2 1 3 0,4-1 108 16,1-1-53-16,-1 2-58 16,15-3-15-16,6 0-10 0,8 0-2 15,-2-3 1-15,0 0 1 0,-3 1 13 16,-6-3-12-16,-3-1 0 0,4 2 1 16,0-1 11-16,0 2 3 0,-4-2 0 15,-2 4-3-15,2-3 10 0,-9 1-22 16,7 1 9-16,-11 2-9 0,-6-1 0 15,-6 2 15-15,-2-1-6 0,4 0-11 16,7-2 11-16,7 0 0 0,-5 2 0 16,-1-1-11-16,0 1 3 0,-1-1-3 15,-5 2 0-15,-2 0 14 0,-2 0-15 16,-2 0-1-16,-2 0 0 0,-1 2-14 16,1-1 13-16,-4 0 1 0,-2 1 0 15,1 0-2-15,-1 0 3 16,-4 0-2-16,3 0 0 0,-7 0 0 15,5 0-1-15,-5 0 1 0,3 0-1 16,-1 1 0-16,-3 0 0 0,5-1-9 16,-5 2 12-16,5-1-1 0,-7 0-1 15,7-1 0-15,-3 0 0 0,-2 0-1 16,5 0 3-16,-5 0-2 0,5 0 0 16,-9 0-13-16,5 0-9 0,-3 0 5 15,-4 0 7-15,-2 0 11 0,0 0 1 16,-2 0 0-16,1 2 1 0,-1-2-1 15,-2 0 1-15,2 0 0 16,-2 0 1-16,4 2-1 0,-4-1-1 0,2-1 1 16,-2 1 1-16,4-1-1 0,-2 0 0 15,-2 1 2-15,2 0 0 16,-2 1 1-16,2-1 14 0,-2-1-16 16,2 2 13-16,-2-2-12 0,2 1 12 15,-2 1-12-15,0-1 9 0,0 1-9 16,2-1 0-16,0 2-1 0,1-1 10 15,-1 0 0-15,0 2 1 0,-2 0 2 16,2 2 3-16,2-2 24 0,-2 6 43 16,2 1-31-16,-2-2-26 0,0 5-13 15,0 0-14-15,0 3 1 0,2 2 1 16,-4 3-2-16,3 0-1 0,-1 1 1 16,0 1-1-16,0 1 0 0,0-2-3 15,-2 1-12-15,0-1 14 0,0 1-1 16,0-2-10-16,0 0-1 0,0-1 13 15,0 1 0-15,0-1-2 0,0-1 0 16,0 2-10-16,0 0 12 0,0-1-2 16,0 0 0-16,-2 0-1 0,2-2-12 15,0 0-3-15,-2 2-21 0,2-3 8 16,0 1 7-16,-2-3 21 16,2-1-15-16,-2-1 16 0,2-1 1 15,0-3 1-15,0-2 0 0,0-1 2 0,-3-1 10 16,3 0 0-16,0 0-10 15,0-2 10-15,0 0-11 0,-2-1 0 16,2 0 1-16,0-3 0 0,-2 2 1 16,2-1 1-16,-2 0 11 0,0 0 0 15,2 1-13-15,-2 0 1 0,-2 0 0 16,2 0 0-16,-6 0-3 0,4-1 0 16,-3 1-3-16,3-1 0 0,-4 0 1 15,-2 1-10-15,-1-2 10 0,5 0 0 16,-8 0-10-16,1 0 12 0,5 0 0 15,-9 0 12-15,7 0 3 0,-4 0-3 16,-3 0-11-16,5 0 11 0,-3 0-12 16,5 0 1-16,-3 1 2 15,-1-1 0-15,6 0-1 0,-7 0-1 16,3 0 0-16,-3 0-1 0,-1 0-3 16,-1 0 3-16,-3 0 2 0,-5 0 0 15,2 0 1-15,-4 0 0 0,-2 3 18 16,-4 0-19-16,0 1 10 0,-2 0-12 15,-2 2 1-15,-5-1 2 0,5 2-3 16,-2 1 1-16,4-1 0 0,-5 0-1 16,5 0 0-16,0-1-1 0,-2-1 1 15,4 1 0-15,0 0 12 0,0-1-10 16,2-1 1-16,-2-2 15 0,2 2-6 16,0-3-11-16,-2 1 0 15,2-1 2-15,-2-1-2 0,2 0 2 16,0 0-1-16,-3 0 0 0,1 0 10 15,0 0-11-15,0 0 0 0,-2 0-1 16,-2 0 1-16,2 0-1 0,-2 1 1 16,-3 1 2-16,5 0 9 0,0-1 0 15,2 2 0-15,-2-3-9 0,2 2 0 16,0-1 12-16,0 2-13 0,-1-3 1 16,1 2-1-16,0-1 0 0,0 0-1 15,-2-1 1-15,2 2-2 0,0-1-1 16,0 0 0-16,2 0-2 0,-2 0 1 15,0-1 1-15,0 1-2 0,2-1 1 16,-2 0 0-16,-3 2-1 0,3-2-9 16,-2 0 10-16,2 1 2 0,2 0 0 15,0 0 1-15,6 2 0 0,-2-1-1 16,1 0 1-16,7 0-1 0,2 1 0 16,-1-2 0-16,3 2-2 15,5-2 1-15,2-1 1 0,4 1-1 0,-1-1-1 16,5 1-16-16,0-1-3 0,0 0-6 15,0 0-13-15,0 0 13 16,0 0 6-16,0 0 3 0,0 0 18 0,0 0 11 16,0 0 1-16,0 0 3 15,0 1-13-15,0-1-2 0,0 0-1 16,0 0-35-16,-2 0-43 0,2 0-69 16,0 0-58-16,0-4-111 0,2-3-317 15,3-3 52-15,1 2-216 0,6-7-678 0,-35 58-61 16</inkml:trace>
  <inkml:trace contextRef="#ctx0" brushRef="#br0" timeOffset="-38220.2">1509 15427 285 0,'0'0'228'0,"0"0"1461"15,0 0-1024-15,0 0-233 0,0 0-73 16,0 0-38-16,0 0-54 0,0 0-10 16,0 0-1-16,0 0-26 0,-8 7-29 15,6-2-45-15,0 4-62 0,-5 2-34 16,5 6-26-16,-4 1-13 0,4 9-3 15,-2 1-15-15,4 2 7 0,-2 0-10 16,-2-2-39-16,0-1 37 0,2-4-13 16,-3 0 12-16,3-6-25 0,0-1-26 15,2-5-4-15,0-4-42 0,0-2-68 16,0-3-79-16,4-2-147 0,7 0-128 16,-5-7-177-16,4 0-69 0,5-12-531 15</inkml:trace>
  <inkml:trace contextRef="#ctx0" brushRef="#br0" timeOffset="-37963">1608 15480 291 0,'0'0'818'16,"0"0"659"-16,0 0-995 0,0 0-131 15,0 0-53-15,0 0-56 0,0 0-40 16,0 0-28-16,0 0-94 0,0 0-11 15,11 61-1-15,-7-39-4 0,2 2-17 16,-2 0-35-16,0-1 0 0,0-1-12 16,-2-1-3-16,2-3-9 0,3-4-10 15,-3-1-52-15,4-4-31 0,-2 1-28 16,-2-4-19-16,5-2-56 16,-3-4-72-16,6 0-136 0,-5-5-135 15,-1-1-170-15,2-8-498 0</inkml:trace>
  <inkml:trace contextRef="#ctx0" brushRef="#br0" timeOffset="-37565.21">1741 15377 233 0,'0'0'1812'16,"0"0"-1050"-16,0 0-339 0,0 0-168 15,0 0-106-15,0 0-35 0,0 0 12 16,6 61-4-16,0-42-18 0,-2-3-38 16,4 1-26-16,-1-3-12 0,-3-3-13 15,4-3-15-15,-2-1-3 0,2-4-25 16,1 1 0-16,-7-4-16 0,6 0 4 16,-2 0 11-16,0-4 11 15,1-2 14-15,-3-3 4 0,-2-2 13 16,2-3 6-16,0 1 0 0,-2 1-7 15,-2 1 10-15,0-1 3 0,0 3 37 16,-4-1 44-16,-2 0 43 0,4 3-7 16,-7 0-10-16,1 2-18 0,0 1-38 15,0 0-39-15,4 2-13 0,-3 2-2 16,-1 0-22-16,4 0-18 0,0 0-25 16,2 2-54-16,0 0-36 0,2 0 1 15,-2 2-63-15,2 0-94 0,0 3-177 16,2-1-142-16,0-2-130 0,0 5-650 15</inkml:trace>
  <inkml:trace contextRef="#ctx0" brushRef="#br0" timeOffset="-37263.44">1889 15527 1122 0,'0'0'33'0,"0"0"117"0,0 0 1193 15,0 0-918-15,0 0-78 0,0 0-2 16,0 0-81-16,0 0-57 16,0 0-26-16,0 0-18 0,-6 50-52 15,6-36-34-15,0 1-28 0,0 0-15 0,0-2-12 16,0 0-22-16,2-4-12 15,2 0-9-15,-4-2-28 0,7-2-77 16,-5-2-72-16,2 0-32 0,0-3-77 16,0 0-195-16,2-3-183 0,0-1-114 15,3-7-477-15</inkml:trace>
  <inkml:trace contextRef="#ctx0" brushRef="#br0" timeOffset="-37042.75">1972 15537 1072 0,'0'0'570'0,"0"0"635"0,0 0-719 16,0 0-133-16,0 0-95 0,0 0-63 16,0 0-39-16,0 0-1 0,0 0-41 15,0 0-22-15,2 47 1 0,-2-29-13 16,0-2-16-16,0 1 0 0,0 0-30 16,-2-3-24-16,2-1-10 15,0-5-30-15,-2 1-62 0,2-6-77 16,0-1-69-16,0-2-66 0,0 0-307 15,0-4-413-15,2-2 240 0,0-6-329 0</inkml:trace>
  <inkml:trace contextRef="#ctx0" brushRef="#br0" timeOffset="-36850.86">2034 15562 1224 0,'0'0'1149'0,"0"0"-624"0,0 0-64 16,0 0-150-16,0 0-94 0,0 0-34 15,0 0-11-15,0 61-2 0,0-48-9 16,0 3-22-16,-4 0-35 0,0-1-30 16,-4 3-34-16,1-3-19 0,1 0-21 15,0-1-3-15,-4-4-46 0,1 0-89 16,3-5-124-16,2-1-92 0,0-2-365 16,-7-2-1046-16</inkml:trace>
  <inkml:trace contextRef="#ctx0" brushRef="#br0" timeOffset="-35997.11">2243 15351 405 0,'0'0'636'0,"0"0"612"0,0 0-719 16,0 0-49-16,0 0-80 0,0 0-63 16,0 0-50-16,0 0-20 0,0 0-49 15,0 0-10-15,-25 3-12 0,25-3-29 16,0 0-30-16,0 1-10 0,0 3 0 16,-2-1 3-16,-2 5-70 15,0 4-60-15,-3 3-18 0,-1 4 3 0,-2 3-12 16,2 1-34-16,1-2-23 15,-1-3 2-15,0 0-3 0,6-7-6 16,-2-3-30-16,4-4-34 0,0-4-86 16,0 0-248-16,0-1-488 0,4-6 421 15,4-3 215-15,-2-2-160 0,3-1 76 16,-3 1 181-16,0 1 183 0,0 1 61 16,-2 6 124-16,-2 0 188 0,0 1 28 15,-2 3 126-15,0 0 128 0,0 0-143 16,0 0-130-16,0 0-111 0,2 0-70 15,1 0-53-15,-1 0-81 0,0 0 16 16,6 3-4-16,4-2 53 0,1 2-9 16,7-1-6-16,-1 0-29 0,4 1 1 15,-3 2-13-15,1-4-14 0,2 0 3 16,-7 0 7-16,3-1-11 0,-7 0-3 16,5 0-46-16,-9 0-41 0,0-2-18 15,-3 1-44-15,-1-2-3 0,-2 1-18 16,-2-1-15-16,0 3-17 0,0-3 5 15,0 0 57-15,-6 1 5 0,1-4-19 16,-3 4 16-16,4 1 41 16,-6-2 100-16,-3 3 13 0,5 0 74 15,-2 0 73-15,-1 0 55 0,1 4 40 16,6 1 42-16,-2-1-20 0,2 1-24 16,-3 0-39-16,5 3-20 0,0 0-47 15,2 4-24-15,0 4-10 0,0 5-6 16,0 0-1-16,0 4-9 0,0 1-42 15,0-2-13-15,0 1-8 0,0-5-34 16,0-1 0-16,0-3-18 0,2-3-52 16,0-4-58-16,5 0-97 0,-3-6-81 15,2-3-207-15,-2 0-466 0,4-6-121 16,1-7-567-16</inkml:trace>
  <inkml:trace contextRef="#ctx0" brushRef="#br0" timeOffset="-35592.82">2698 15523 190 0,'0'0'2183'0,"0"0"-1417"16,0 0-182-16,0 0-106 16,0 0-75-16,0 0-68 0,0 0-57 15,0 0-90-15,0 0-72 0,0 0-59 16,-11 11-30-16,13-9-27 0,0-1-23 15,5 2 5-15,-3 0 18 0,4 2-2 16,4-1-10-16,-1-1-12 0,-3-2-1 16,6 2 7-16,-1-3-15 0,-1 0-64 15,5 0-16-15,-5 0 9 0,5-5-67 16,-7-3-114-16,7-1-164 0,-7-1-211 16,-4 1-416-16,2-4-703 0</inkml:trace>
  <inkml:trace contextRef="#ctx0" brushRef="#br0" timeOffset="-35193.84">3109 15295 745 0,'0'0'391'0,"0"0"1424"0,0 0-1200 16,0 0-271-16,0 0-80 0,0 0-15 15,0 0-76-15,0 0-108 0,0 0-25 16,0 0 43-16,33 20-25 0,-19-17-6 16,-3 2-15-16,7-1-16 0,-3-1-19 15,4 0 1-15,-5-3-3 0,-2 0-1 16,3 0-48-16,-9 0-61 0,0 0-56 16,-4 1-38-16,0-1-39 0,-2 0-102 15,0 1-117-15,0-1-47 0,-2 1-302 16,-6 0-1236-16</inkml:trace>
  <inkml:trace contextRef="#ctx0" brushRef="#br0" timeOffset="-35004.7">3144 15387 660 0,'0'0'75'0,"0"0"1730"0,0 0-1092 16,0 0-165-16,0 0-143 0,0 0-172 16,0 0-103-16,0 0-16 0,0 0 15 15,0 0-15-15,17 36-56 16,-11-32-43-16,6-2-15 0,3-1-1 15,-5 1-23-15,5-1-7 0,-1-1-85 16,-4 0-57-16,5 0-43 0,-7-3-23 16,0 2-106-16,1-1-140 0,-5 2-97 15,0 0-136-15,-4 0-564 0</inkml:trace>
  <inkml:trace contextRef="#ctx0" brushRef="#br0" timeOffset="-34730.85">3187 15580 774 0,'0'0'101'16,"0"0"1677"-16,0 0-1111 0,0 0-183 16,0 0-135-16,0 0-146 0,0 0-64 15,0 0 0-15,0 0-7 0,0 0-18 16,19 34-50-16,-9-32-27 0,1 0-7 16,-3 1-11-16,2-1-4 15,5-2-3-15,-7 1 0 0,7 0 4 16,-5-1-13-16,-4 0-2 0,7 0-1 15,-1-3-2-15,-4-3-14 0,5-2-2 16,1-2 0-16,-2-3-34 0,1 0-37 16,-1-1-28-16,-1-3 7 0,-1 5-29 15,0-2-25-15,-6-1-42 0,3 2-48 16,-5 0-109-16,-2 0-160 0,0 1-170 16,0-3-661-16</inkml:trace>
  <inkml:trace contextRef="#ctx0" brushRef="#br0" timeOffset="-34492.82">3431 15233 461 0,'0'0'2678'0,"0"0"-1990"15,0 0-320-15,0 0-182 0,0 0-89 16,0 0-30-16,0 0-20 0,0 0-16 15,0 0-7-15,7 65-2 0,-7-45-19 16,0 1-3-16,0-1-39 0,0-2-54 16,0-2-68-16,0-1-7 0,2-5-51 15,-2-4-112-15,2-3-193 0,0-3-477 16,4 0-441-16</inkml:trace>
  <inkml:trace contextRef="#ctx0" brushRef="#br0" timeOffset="-34302.8">3527 15258 1417 0,'0'0'1241'0,"0"0"-7"0,0 0-848 15,0 0-126-15,0 0-13 16,0 0-15-16,0 0-94 0,0 0-56 16,0 0-21-16,4 56-9 0,0-43-25 15,-4 1-26-15,2-1-1 0,0-2-61 16,-2-2-125-16,0-1-153 0,0-4-224 15,0-3-907-15</inkml:trace>
  <inkml:trace contextRef="#ctx0" brushRef="#br0" timeOffset="-31246.24">4049 16306 50 0,'0'0'127'0,"0"0"-65"0,0 0-13 16,0 0 10-16,0 0 478 15,0 0-165-15,0 0-99 0,0 0-88 16,0 0-185-16,0 0-55 0,0 0-117 16,-4 13 84-16,4-13 88 0,0 0 6 15,0 0 63-15,0 0-11 0,0 2-22 16,0-2 6-16,0 0 40 0,0 0 35 16,0 0 9-16,0 0 7 0,0 0 10 15,0 0-17-15,0 0-13 0,0 0 0 16,0 0-22-16,0 0-27 0,0 0-9 15,0 0 6-15,0 0-6 0,0 0-23 16,0 0-16-16,0 0-15 0,0 0 21 16,0 0 26-16,0 0 33 0,0 0 21 15,0 0 13-15,0 0-17 0,0 0-31 16,0 0-38-16,0 0-13 0,0 0 19 16,0 0-4-16,0 0-12 0,0 0-17 15,0 0 1-15,0 0 16 0,0 1 26 16,0 1 15-16,0 0 12 15,-2 2 10-15,2-3-4 0,-4 2-2 0,4-1-6 16,-2 1-11-16,0-1-3 0,2 0 3 16,-2 1-12-16,0-1-1 15,0-1 4-15,0 1-29 0,0 1 4 16,-2-2 15-16,1 0-18 0,-1 3 3 16,2-2 6-16,-4 0-1 0,2 0-5 15,2 0 0-15,-2 0-4 0,0 0-19 16,-1-1 17-16,1 0-18 0,-2 1 14 15,0 1 7-15,2-2 2 0,0 0-21 16,0-1 19-16,-3 3-10 0,1-2 4 16,0 1 5-16,2-2 19 0,-2 3-13 15,4-2-5-15,-3 1 2 0,1-2-8 16,0 2-13-16,0-2 15 0,-4 1-15 16,4 0-2-16,-1-1 1 0,-1 1-1 15,-2-1-1-15,-2 1 0 16,3 1-2-16,-1-2 2 0,-2 0 0 0,0 0 0 15,-1 1 0-15,-1 1 2 0,-5-2-1 16,7 2 11-16,-9 0-10 16,5-1-1-16,-7 0 0 0,5 0-1 15,-3 0 3-15,-2 1 0 0,5-1-2 0,-5 0 0 16,3 0 14-16,-5 0-14 16,0 1 1-16,4 0 10 0,-5-1-9 15,-1 0 13-15,6 1-1 16,-4-1 3-16,-1 1-15 0,1 0 22 0,0-2-23 15,-2 2-1-15,1-1-1 0,3 0 0 16,-4 1-2-16,0-2 0 0,3 3-1 16,-3-2 2-16,-2 0-1 0,2 0 0 15,2 2 2-15,1-1-1 0,-5-1 1 16,0 1 0-16,4-1-1 16,-2 2-3-16,-4 0 4 0,3-1 28 15,-1 0-26-15,2 2-2 0,0-2 0 16,-2 1 2-16,2-1-2 0,3-1 15 15,-3 1-14-15,2-2-1 0,2 0-12 16,1 0 10-16,-1 0-13 0,2 0 12 16,-1 0-10-16,3 0 10 0,-3-2 1 15,-3 1-16-15,4-1 17 0,-6 1-2 16,1-1 1-16,-3 2 0 0,0 0 2 16,-2 0-1-16,0 0-11 0,-4 0 12 15,0 0-3-15,2 0 2 0,-2 0 1 16,0 0-2-16,0 0 2 0,2 0 0 15,-2 0-3-15,-3 0-21 0,5 0 24 16,-2 0 2-16,2 0 13 16,-2 0-15-16,0 0-1 0,0 0 0 15,-4 0-14-15,4-1 14 0,0 1 0 16,-4 0-14-16,1 0-13 0,-1 0 1 16,2 0 8-16,-2 0-8 0,0 0 11 15,-1 0 1-15,-1 0 13 0,4-2-10 16,0-1 0-16,0 2-4 0,-2-2 16 15,3 0-1-15,1 0 0 0,2 0 1 16,2 1 1-16,3 0-1 0,-1-1 0 16,6 1-1-16,-2 1 1 0,7-1-1 15,-3 2 1-15,9-1 0 0,-3 1 1 16,5-1 1-16,6 1 1 0,0 0-3 16,2 0-30-16,0 0-19 0,0 0 15 15,0 0 15-15,0 0 17 0,0 0 1 16,-2-1 1-16,2 1 19 0,-2 0 2 15,2 0-15-15,-4 0-6 0,0 0-2 16,2 0 2-16,-1-1 1 0,-1 1 1 16,2 0 0-16,0 0-1 0,2 0-1 15,-2 0 2-15,2 0-1 16,-2 0 0-16,2 0-1 0,0 0 0 16,0 0-3-16,0 0 0 0,0 0 2 15,0 0 1-15,0 0 2 0,0 0 1 16,0 0 10-16,0 0-11 0,0 0 10 15,0 0 0-15,0 0 4 0,0 0-13 16,0 0-1-16,0 0-1 0,0 0-1 16,0 0 0-16,0 0 0 15,0 0 0-15,0 0-1 0,0 0 0 0,0 0-2 16,0 0 0-16,0 0 2 16,0 0 1-16,0 0 3 0,0 0 0 15,0 0-2-15,0 0-1 0,0 0-2 16,0 0-17-16,0 0-2 0,0 0-1 15,0 0 4-15,0 0-10 0,0 0-2 16,0 0-17-16,0 0-5 0,0 0-38 16,0 0-40-16,0-3-62 0,0-1-132 15,0-4-195-15,0-2 29 0,0 0-188 16,0-3-524-16,0 61 228 0</inkml:trace>
  <inkml:trace contextRef="#ctx0" brushRef="#br0" timeOffset="-25385.89">1089 16346 86 0,'0'0'114'0,"0"0"-78"0,0 0 58 16,0 0 20-16,0 0 681 16,0 0-196-16,0 0-165 0,0 0-198 15,0 0-42-15,0 0-20 0,0 1-23 16,0-1-30-16,0 0-22 0,0 0-6 16,0 0-23-16,0 0-23 0,0 0-15 15,0 0-16-15,0-1-3 0,0 1 9 16,0-2 10-16,0 1 25 0,0 1 22 15,0 0 15-15,0 0 7 0,0-1-7 16,0 1-2-16,-2-1 1 16,0-1-8-16,0-1-8 0,0-2-24 0,0 0-28 15,0 1-10-15,0-3-2 16,-2-2-11-16,2 3 1 0,-5-1 15 16,3 0-2-16,0-2 5 0,0-1-2 15,2-2-1-15,-2 0 16 0,2 0-3 16,-2 0-31-16,0-1-1 0,-3 3 1 15,3 0 16-15,0-2 5 0,0-1-18 16,2 0 10-16,0-2-13 0,0-1 0 16,-2 0-1-16,2-1 0 0,-5 0 1 15,5 1 0-15,-2-1 15 0,2 0 3 16,-2 2 1-16,0-1-1 0,2-1 13 16,-4 2-9-16,1-1 5 0,-1-1 1 15,2 1-1-15,-2-1-2 0,2 2-13 16,2-2-9-16,0 4-2 0,0-1 0 15,-1-1 0-15,1 2 0 0,0 0-1 16,2 1 1-16,-4 0 2 0,4 0 13 16,-2 1-4-16,0-1-9 0,2 1 0 15,-2 1 9-15,0 0 1 16,2-2-11-16,-2 2-1 0,2-2 1 16,-2 0 1-16,2 0 0 0,-2-1 9 15,2 2-10-15,-2-1 0 0,2-1-1 16,0 1 2-16,-2 1-1 0,2-2 10 15,0-1-9-15,0 2 10 0,-2-1-11 16,2 1 0-16,-3-2-2 0,1 3 0 16,2-3 0-16,-2 0 0 0,0 2 1 15,-2 0 0-15,4-1 1 0,-2 1 0 16,0-1 0-16,0 3 0 0,0-1 0 16,2 0 1-16,-2 1-1 0,2 0 1 15,0 0 9-15,0 1-11 0,-2-1 3 16,2 0-1-16,-2-1 0 0,2-1 9 15,-2 1-12-15,2-3 1 0,-2 1 1 16,2-1 10-16,0 0-12 0,-3 1 0 16,3 0 2-16,0-2-1 0,-2 2 2 15,2-1 0-15,0 3 0 0,-2-4 12 16,2 4-12-16,-2-3-1 16,2 3 10-16,0-6-10 0,-2 4-1 15,2 0 2-15,-4-1-1 0,4 2 10 16,0-1-11-16,-2 0 1 0,2-3-1 15,0 2 2-15,-2-1-2 0,2-2 0 16,0 1-1-16,0-2 0 0,0-2 0 16,0-2 15-16,0-3 0 0,0 4-15 15,0 1-19-15,0 2 19 0,0 2 3 16,0 1 19-16,0 0-19 16,-2 1 12-16,0 1-14 0,0 0 1 15,0 1 10-15,0 0 31 0,0 1 18 16,-1-1-22-16,3 1-24 0,-2-2-12 15,0-2-3-15,0 2-1 0,0-3-2 16,0 0 0-16,2-1 0 0,-4 1 0 16,4-2 3-16,0 3 0 0,0 0 2 15,0-2-1-15,0 4 0 0,-2 0 11 16,2 1 1-16,-2 0-10 0,2 1 0 16,-2-1 12-16,2-1-13 0,0-1-1 15,-2 0 0-15,2-1-1 0,0-1-1 16,0 3-2-16,0-2 0 0,0-1 1 15,-2 2 2-15,2-1 1 0,0 2 1 16,0-1 0-16,0 1 10 0,0-1-11 16,0 3 2-16,-2-3-1 0,2 3 0 15,0-1 1-15,-2-3-1 0,2 2-2 16,0 1 0-16,0-2 0 16,0 0-1-16,0 2-2 0,0-1 1 15,0 1 2-15,0-1 2 0,0 0 1 16,0 0 0-16,0-1 9 0,0 3-10 15,0-2 13-15,0 1-11 0,0-1-3 16,0-2 2-16,0 1-3 0,0-3-19 16,0 1 17-16,0-3-10 0,0-1 0 15,0 3 10-15,2 0-13 0,2 3 13 16,-2-1 2-16,0 2 0 0,0 0 3 16,0-1 0-16,-2 5 9 0,4-2 0 15,-2 1-9-15,-2 0 9 0,2-1 1 16,-2 1-11-16,0-1-2 0,0-1 1 15,2 1 0-15,-2 1-1 0,0 0 0 16,2-2 0-16,-2 1-1 0,2 1-2 16,-2 0-10-16,0-2 1 0,3 1 9 15,-3 2 1-15,2-1 1 0,-2 3-2 16,2 1 0-16,0 0 0 16,-2 3 3-16,0-1 2 0,0 0 10 15,0 1-9-15,0-2-1 0,0 0 1 16,0 1-1-16,2-3-2 0,-2 3-2 15,0-4 1-15,0 2-2 0,0 2 0 16,0 1 2-16,0-1-1 0,0-2-10 16,0 1 9-16,0 1 0 0,0-2 0 15,0 4-9-15,0-2 10 0,0 1-1 16,0 0-9-16,0 0 11 0,0 2 0 16,0-1-1-16,0-1-11 0,0 1 10 15,0-2-9-15,0 0 9 0,0 0-9 16,0-2 10-16,0 3-1 0,0-1-15 15,0-1 3-15,0 0-1 0,0 3 13 16,0-2-15-16,0 2 16 16,0-1-1-16,0 0 1 0,0 0 1 15,0 0 1-15,0 1 0 0,0 0 0 16,0 0 1-16,0-1 1 0,0 1-2 16,0 0 0-16,0 0-3 0,0 1 0 15,0-1 0-15,0 1-15 0,0 1 2 16,0-1 4-16,0-1 0 0,0-1-3 15,0 3-7-15,0 0 10 0,0 0 0 16,0 0-3-16,0 0-6 0,0 0 5 16,0 0-2-16,0 0 3 0,0 0 3 15,0 0-1-15,0 0 1 0,0 0-9 16,0 0-10-16,0 0-6 0,0 0 1 16,0 0-10-16,0 0 0 0,0 0 3 15,0 0 0-15,0 0 0 0,0 0 9 16,0 0 9-16,0 0 4 0,0 0 18 15,0 0-10-15,0 0 1 16,0 0 12-16,0 0 1 0,0 0 0 16,0 0 1-16,0 0 13 0,0 0-12 15,0 0-1-15,0 0-1 0,0 0 0 16,0 0-1-16,0 0 1 0,0 0 2 16,0 0 12-16,0 0 4 0,0 0-16 15,0 0 9-15,0 0-10 0,0 0 1 16,0 0 0-16,0 0-1 0,0 0 1 15,0 0 10-15,0 0-1 0,0 0-10 16,0 0 13-16,0 0-2 0,0 0-10 16,0 0 0-16,0 0-3 0,0 0-1 15,0 0-2-15,0 0-15 0,0 0 18 16,4-2 31-16,0 0-13 0,6-1-2 16,-5 0 2-16,-1 1-15 0,4-1 16 15,2 0-16-15,-1 1 12 0,-3-1-12 16,2 0 0-16,4 0 10 0,-3 0-11 15,1 0 1-15,2 1 9 16,1-1-10-16,-3 0 0 0,5 1 13 16,-7-1-13-16,6 0 11 0,1 0-1 15,-5 0 0-15,7 0 3 0,-7 0 7 16,5 0-10-16,-1 1-10 0,-2 0-1 16,3 0 11-16,-5 1-11 0,3-1-1 15,-1 2 0-15,-4-1 0 0,1 1 0 16,3 0 3-16,-2 0 10 0,-1 0-13 15,1 0 1-15,4 0-1 0,-5 0 0 16,1 0 1-16,4 0-1 0,-5 1 0 16,1-1 1-16,4 0 1 0,-3 0 0 15,1 0 10-15,1 0-12 16,-5 0 1-16,4 0 2 0,-1 0 0 16,-5 0 0-16,2 0-1 0,2 0-2 15,-1 0 0-15,-3 0 1 0,2 0 0 16,5 0 1-16,-5 0 0 0,4 0 1 15,5 2 10-15,-5-2-12 0,7 0-1 16,-5 1 1-16,9 1 11 0,-4-2 9 16,1 0-18-16,7 0 0 0,-8 0 25 15,3 0-25-15,5 0 9 0,-4 0 0 16,-2 0-9-16,2 1 12 0,1-1 4 16,-3 1 5-16,2-1-24 0,6 0 0 15,-5 2 0-15,-1-1 1 0,4-1-1 16,0 0 0-16,-2 0 2 0,-2 0-2 15,1 0-2-15,1 0 2 0,-8-1 3 16,3-1 0-16,3 1 9 0,-6 0-10 16,3 1 14-16,-5-2-15 0,5 2-1 15,-5-1 1-15,1 1 1 0,-1-2-2 16,3 1 3-16,-3 1-3 16,6 0 0-16,-7 0 0 0,7 0 1 15,-7 0 1-15,7 0 0 0,0 1-2 16,-3 1-1-16,5-1 1 0,-4 1 0 15,1 0 0-15,7-2 0 0,-8 3 0 16,5-2 0-16,1 1 0 0,-2 0 2 16,0 1-1-16,2-2-1 0,1 1 0 15,-3 1 0-15,2-2 0 0,-2 1 0 16,4 1-1-16,-3-1-1 0,1-2 2 16,0 3-2-16,4-2 1 0,-2 0 1 15,0 0-1-15,-5 1 0 0,5-1 0 16,0-1 1-16,-4 1-2 0,-2 0 1 15,1 0 1-15,-3-1-1 0,2 3 0 16,-3-2 1-16,1 1 2 0,1 0-1 16,-5-1-1-16,4 1-3 15,-5 0 1-15,7 1-1 0,-7-1 0 16,5 1 2-16,-5-1-2 0,5-1 2 0,-5 0-2 16,5 1 2-16,-5-1-1 15,7 0 2-15,-6-1 0 0,3 2 0 16,-3-2 0-16,3 0-1 0,-5 3 0 15,3-3 1-15,-3 0 0 0,1 2 0 16,0-1 0-16,-3-1 0 0,5 0 1 16,-3 1 2-16,3-1-2 0,-3 2 0 15,3-2-1-15,-1 1 2 16,1 1-1-16,-3-2 2 0,1 0-2 16,3 2-1-16,-7-1 3 0,4 1-3 0,-1 0 2 15,-3-2 19-15,7 3-21 16,-7-2-11-16,7 1-1 0,-5 0 9 15,-2 2 2-15,7-3 1 0,-5 1-1 16,3 1-2-16,-1-3 2 0,-3 2 1 16,1 0 0-16,-2 0 1 0,-3-1 0 15,-1 1 0-15,2-1 0 0,-2 1 0 16,0-1 0-16,-1 0 1 0,-1 0-1 16,4-1-1-16,0 3 0 0,-4-2 0 15,3 0-3-15,-1 1 3 0,-2-2 0 16,2 3 2-16,0-3-1 0,-4 0-1 15,2 2 1-15,-1-1 0 0,-1 0 0 16,2 1-1-16,0-1 0 0,4 0-2 16,0 1 2-16,-1 0 0 0,-3-2 0 15,2 0 2-15,2 2 1 16,-4-1 9-16,0-1-12 0,-1 3 1 16,-1-3 2-16,0 0 0 0,-2 0 9 0,2 0-9 15,-2 0 0-15,0 0-3 16,2 1-11-16,0-1 10 0,0 0-1 0,2 1-10 15,2-1 9-15,0 2 1 16,1-1-10-16,-3-1 11 0,2 2 1 16,-2-1-2-16,2-1 2 0,1 0 0 15,-5 0 3-15,2 3-3 0,0-3 0 16,-4 0 0-16,0 0 1 0,2 2 1 16,-2-2 13-16,0 0-3 0,0 0 3 15,0 0 3-15,0 0-5 0,0 0-11 16,0 0 0-16,0 0 0 0,0 0 10 15,0 0 0-15,0 1 0 0,0-1-9 16,0 0 15-16,0 0 1 0,0 0-4 16,0 1 3-16,0-1-6 0,0 2 6 15,0 0-16-15,2-2-1 0,0 3 2 16,0 1 16-16,0 3-7 16,2-1-11-16,0 2 0 0,1 0-1 0,-1 2 1 15,0 1 0-15,-2 0 1 16,4-1 0-16,-2 2-1 0,3 4 0 15,-1-3-1-15,-2 1 0 0,0 0-2 16,0 1-10-16,0-2 10 0,0 1 0 16,3 0 0-16,-3 0 0 0,0 0 1 15,0 0 1-15,-2-1 1 0,0 1 1 16,0 0-1-16,0 1 1 0,0 0-1 16,0 2 0-16,0 2-1 0,5-1-1 15,-7 4 0-15,4-1-1 0,-2 1-1 16,0 0 1-16,0 2 1 0,0-2 0 15,2 1 1-15,-2-2 0 0,0 1 0 16,0 0-1-16,0-1-12 16,5 2 10-16,-5-1 0 0,2 0-15 15,-2 0 16-15,0 2-1 0,2-1-9 16,-2 2 11-16,0 2-1 0,0 0 2 16,0 2 0-16,0-2 1 0,1 4-1 15,-1-1 1-15,2 0-1 0,-2 0 0 16,-2-3 0-16,4 0-1 0,-2-2 1 15,0 2-1-15,0-2 0 0,0 0 0 16,0 0 1-16,0 3 0 0,0-2-1 16,0 1 2-16,1 3-1 0,-3-3 1 15,2 1-1-15,-2 2 0 0,4-4-18 16,-4 2 2-16,0-2 1 0,0 2 3 16,2-3 0-16,-2 1 12 0,2-2-1 15,-2 1-2-15,2-1-12 0,0-2 13 16,2 0-1-16,-4 2-13 0,2-4 15 15,0 5-1-15,0-4 0 0,-2 3 0 16,0-4 2-16,0 4-1 16,0-4-1-16,0 3 0 0,0-3 0 15,0-1-13-15,0 2 13 0,0-4-13 16,0 1-6-16,0-2 2 0,2 0-39 16,-2 0 46-16,0-2 0 0,0-1-12 15,2 0 2-15,-2 0 20 0,0-1 2 16,0 0 1-16,3 0 0 0,-3 1 1 15,0-1 1-15,2 1 0 0,-2 0 0 16,0 0 0-16,2 2-3 0,-2-2-4 16,4 1-29-16,-2-3 30 0,-2 1 3 15,2-2 0-15,-2 2 12 0,0-1-12 16,0 0 1-16,2-2 11 0,-2 1-11 16,2 1 0-16,-2-2 0 0,0 1-1 15,0-1 3-15,2 2-3 0,-2-2 0 16,0 1 0-16,0 1-2 15,0-1 0-15,0 1-1 0,0 2 0 0,0-1 2 16,0 1-2-16,0 0 1 16,0-1-1-16,0 1-9 0,0-1 10 15,0 1 0-15,0-1 0 0,0-3-1 16,0 3-9-16,2 0 11 0,-2-1 1 16,0-3-1-16,0 3-1 0,2-1 0 15,-2-1-10-15,0 1 9 0,2-2-15 16,-2 2 16-16,2-1-23 0,0-1 24 15,-2 1 1-15,0 0 16 0,0 0-13 16,0 1 9-16,0 1-11 0,3-1 1 16,-3 0 10-16,0 1-11 0,0 0-1 15,0-1-1-15,0-1-2 0,0 0 1 16,0 0 0-16,0-3-10 16,0 3 10-16,-3-3 0 0,3-2 0 15,0 0 1-15,0 1 0 0,0-1 0 16,0-1-2-16,0 2 1 0,0-4-1 15,0 2 0-15,-2 0 2 0,2-2 1 16,0 2 0-16,0-1 2 0,0-1-2 16,-2 2 2-16,2-1 1 0,0-2 12 15,0 3-13-15,-2 0 10 0,2-2-11 16,0 2 0-16,-2 0-1 0,2-1-2 16,0 3-1-16,0-2 0 0,-2 2 0 15,0 0 0-15,2-1-12 0,-2 1 11 16,2-1 3-16,-2 0 0 0,2 0 1 15,0-1 1-15,0 0 3 0,-2-1-1 16,2 0 18-16,0 2-19 16,-2-2 10-16,-2 1-12 0,4-1-2 0,-2 1-10 15,2 0 10-15,0-2-1 16,0 0 3-16,0 1 1 0,0-1 0 16,0 0 2-16,-2-1 12 0,2 2 4 15,0-2 5-15,0 1 16 0,0 2-10 16,-3-2-12-16,3 0-15 0,-2 0 16 15,2 1-17-15,0-1-1 0,-2 0 2 16,2-1 9-16,-2 0 3 0,0 1-12 16,0-1 13-16,2 2-16 0,-2-1 2 15,0 1 1-15,-2-1 0 0,2 0-1 16,-4 1-1-16,4 0-1 0,-1-1-2 16,-1 0-11-16,2 2 12 0,-2-1-2 15,0-1 0-15,0 2-9 0,0-1 10 16,-5-1-10-16,5 1 10 0,-2-1 1 15,2 1-2-15,-4-1 1 0,-1 0 2 16,3-1 0-16,0 4 12 0,0-2 0 16,-2 0 0-16,-3 0-12 0,5 0-18 15,-2 2 18-15,0-2-1 16,-3 1 1-16,7 0-15 0,-2-2 3 0,2 2 11 16,0-2 0-16,-1 0-12 15,-1-1-2-15,2 0-12 0,0 0-1 16,2 0 1-16,-2 0-4 0,-2 0-11 15,-5-1 2-15,5-1 3 0,0-1 7 16,-5-1-32-16,-1 1-67 0,4-2-90 16,-7-1-128-16,1 0-147 0,4 1-175 15,-1 2-137-15,-3-1-605 0</inkml:trace>
  <inkml:trace contextRef="#ctx0" brushRef="#br0" timeOffset="-23464.51">4558 14416 427 0,'0'0'232'15,"0"0"286"-15,0 0-27 0,0 0-79 16,0 0-33-16,0 0-60 0,0 0-17 16,0 0-31-16,0 0 9 0,0 0-47 15,0 0-57-15,-37 20-41 0,37-20-13 16,0 0-17-16,0 0-3 0,0 0-22 16,0 0-33-16,2 1-31 0,0-1-14 15,4 3 27-15,7-2 8 0,-1 1 6 16,2 1-18-16,3-2-7 0,4 1 3 15,-3-1 4-15,5 1 6 16,-9-2-30-16,7 0 2 0,-6 0-1 0,3 0 1 16,-7 2-2-16,1-2-1 0,-4 0-58 15,0 0-16-15,-3 0-28 16,-3 0-36-16,4 0-39 0,-4 0-50 0,0-2-110 16,-2 0-196-16,0 0-154 15,0 0-418-15,-8 0-345 0</inkml:trace>
  <inkml:trace contextRef="#ctx0" brushRef="#br0" timeOffset="-23121.51">4506 14641 966 0,'0'0'280'0,"0"0"909"0,0 0-792 0,0 0-224 15,0 0-109-15,0 0 7 16,0 0 171-16,0 0 31 0,0 0-59 16,0 0-32-16,44 21-46 0,-32-18-12 15,3-2 44-15,-1-1-20 0,3 4-44 16,-1-4-8-16,3 2-29 0,-3-2-21 16,3 0 27-16,-3 0-42 0,3 0-19 15,-4 0-11-15,3 0-1 0,-5 0 2 16,1 0 29-16,0 0-31 0,-5-2-11 15,1 0-41-15,-4 0-34 0,-2 2-9 16,-2 0-16-16,-2 0-18 0,0 0-7 16,0-1-19-16,0 0-50 0,0-4-126 15,-4-2-199-15,2 2-529 0,-6-5-759 16</inkml:trace>
  <inkml:trace contextRef="#ctx0" brushRef="#br0" timeOffset="-22619.58">4690 14425 356 0,'0'0'128'0,"0"0"1773"0,0 0-1219 16,0 0-277-16,0 0-133 0,0 0-51 15,0 0-14-15,0 0-14 0,0 0-106 16,0 0-50-16,0 65 15 0,0-40 13 16,-2 1-22-16,-2 4-18 0,2 1 3 15,-2 0 12-15,0 1-22 0,2-2-17 16,-5-3 14-16,5 0-1 16,2-5-14-16,0-2-22 0,0-2 4 15,0-3 2-15,0 1 4 0,2-2 10 16,3-3 1-16,-1-2 1 0,0 1 1 15,0-3-1-15,2-1 2 0,-2 1 0 16,3-3 14-16,5 0-1 0,-2 0 3 16,-1 0 4-16,5-2 5 0,-2 2-5 15,1-3 6-15,1 1 11 0,-1-2 4 16,3 0-6-16,-3 0-7 0,1-2 10 16,-4-1-9-16,1-1-16 0,1-1 6 15,1-2 4-15,-5 1-24 0,4-2-1 16,-3 2 2-16,-1-3 0 0,-2 1-2 15,2 0-16-15,-2 0-52 16,-1 2-39-16,-3 0-37 0,0 1 3 16,0 0-19-16,-2-1-20 0,0 0-53 15,0-3-126-15,0 1-258 0,-2 0-501 16,-2-2-743-16</inkml:trace>
  <inkml:trace contextRef="#ctx0" brushRef="#br0" timeOffset="-22284.29">5023 14464 1452 0,'0'0'1466'0,"0"0"-825"0,0 0-156 16,0 0-188-16,0 0-160 0,0 0-60 15,0 0-34-15,0 0-31 0,0 0 7 16,0 0 39-16,17 15-18 0,-9-13-15 16,0 0-13-16,3 0-11 0,-1-1-1 15,0 0-1-15,-4-1-1 0,7 0-10 16,-3 0-59-16,-4 0-65 0,5 0-68 15,-3 0-45-15,-4-2-113 0,0 2-252 16,0 0-353-16,-4 0-418 0</inkml:trace>
  <inkml:trace contextRef="#ctx0" brushRef="#br0" timeOffset="-22066.29">5011 14616 386 0,'0'0'2109'0,"0"0"-1534"0,0 0-208 0,0 0-224 16,0 0-141-16,0 0 147 0,0 0 15 16,0 0-45-16,0 0-34 15,0 0-13-15,58 17-10 0,-46-17-18 16,-2 0-16-16,3 0-3 0,-3 0-24 16,0 0-1-16,3 0 0 0,-5 0-69 15,0 0-62-15,-4 0-95 0,5-3-86 16,-3 2-153-16,-2-1-210 15,-2 2-651-15</inkml:trace>
  <inkml:trace contextRef="#ctx0" brushRef="#br0" timeOffset="-21788.37">5071 14838 712 0,'0'0'2007'16,"0"0"-1395"-16,0 0-380 0,0 0-118 15,0 0 59-15,0 0 54 0,0 0-46 16,0 0-47-16,0 0-38 0,0 0-38 16,53 23-11-16,-40-22-13 0,-3-1-7 15,0 0-11-15,3 0-16 0,-5-3 0 16,2-2-3-16,3-1 0 0,-3-1 0 16,1-1-25-16,-1-3-9 0,0 1-16 15,-4-2-11-15,3 1-23 0,-1-3-9 16,-4 3-32-16,4-3-39 0,-6-2-62 15,3 2-85-15,-5-1-190 0,2-1 63 16,-2 4-246-16,0-3-403 0</inkml:trace>
  <inkml:trace contextRef="#ctx0" brushRef="#br0" timeOffset="-21496.89">5346 14391 833 0,'0'0'2179'0,"0"0"-1482"16,0 0-291-16,0 0-148 0,0 0-51 16,0 0-40-16,0 0-75 0,0 0-3 15,2 64-16-15,-2-44-21 0,0 1-24 16,0-1-16-16,0-2-12 0,0-2-10 15,0-2-67-15,0-4-42 0,0-1-35 16,0-3-43-16,2-4-72 16,0-2-180-16,2 0-170 0,0-4-55 0,4-1-101 15,1-9-456-15</inkml:trace>
  <inkml:trace contextRef="#ctx0" brushRef="#br0" timeOffset="-21306.72">5453 14409 1023 0,'0'0'1105'0,"0"0"-398"0,0 0-150 16,0 0-161-16,0 0-60 0,0 0-53 16,0 0-54-16,0 0-45 0,0 0-15 15,0 0-7-15,4 25-68 0,-4-12-33 16,0 2-18-16,2-2-32 16,-2 1-11-16,0-3-22 0,4 3-51 0,-2-5-73 15,1 1-59-15,-1-3-56 0,2 0-138 16,0-2-321-16,-2-3-659 0,0 0-776 15</inkml:trace>
  <inkml:trace contextRef="#ctx0" brushRef="#br0" timeOffset="-20812.7">5449 14750 1156 0,'0'0'413'16,"0"0"593"-16,0 0-639 0,0 0-79 16,0 0-230-16,0 0-58 0,0 0-90 15,0 0 80-15,0 0 10 16,0 0 25-16,-2-16 42 0,4 16 35 15,0 0 32-15,-2 0 18 0,2 0-17 16,-2 0-37-16,4-2-1 0,2 2-21 16,3-3-23-16,-1 1-31 0,0-1-19 15,5-1 10-15,1 0-12 0,-4 0 0 16,7 1 11-16,-5-1-10 0,5 3 1 16,-7-1 13-16,-2 2-13 0,3-1 13 15,-3 1-4-15,-2 0 4 0,-4 0 3 16,2 0 9-16,-4 3 21 0,0 1 91 15,0 2 57-15,0 4-56 0,0 0-39 16,0 7-20-16,-2 0-27 0,0-1-24 16,-2 4-29-16,0-5 0 0,4 1-1 15,-4-3 2-15,2-2-3 0,0-1 0 16,0-2-12-16,2 0-7 0,0-3 1 16,0-2-37-16,0 1-49 0,0-4-50 15,0 1-61-15,0-1-61 16,2 0-164-16,2-4-178 0,-2 1-125 15,0-7-549-15</inkml:trace>
  <inkml:trace contextRef="#ctx0" brushRef="#br0" timeOffset="-20534.64">5476 14858 246 0,'0'0'518'0,"0"0"1541"0,0 0-1343 15,0 0-199-15,0 0-152 0,0 0-146 16,0 0-68-16,0 0-44 16,0 0-37-16,0 0 13 0,8 16 18 0,-4-13-25 15,7-1-33-15,-1 2-19 16,0-1-9-16,3-1-14 0,-1 0 1 16,2-1-2-16,3 1-3 0,-5 1-24 15,5-2-31-15,-5-1-21 0,3 1-34 16,-1-1-25-16,-3 0-15 0,5-1-32 15,-5-5-85-15,3-4-150 0,-2-2-239 16,-1 3-466-16,1-8-846 0</inkml:trace>
  <inkml:trace contextRef="#ctx0" brushRef="#br0" timeOffset="-19832.59">5926 14694 105 0,'0'0'1479'0,"0"0"-820"15,0 0-161-15,0 0-4 16,0 0-75-16,0 0-104 0,0 0-105 0,0 0-32 16,0 0 17-16,0 0-1 15,-12 8-32-15,12-8-27 0,0 0-22 16,4 3-34-16,-2-1 3 0,7 0-15 16,1 3-12-16,0 1-16 0,5-2-2 15,1 3 2-15,1-4-18 0,-1 3 3 16,3-2-5-16,-1-1-17 0,1 0 1 15,-4 1 12-15,1-3-13 0,-4 2-1 16,3-2 2-16,-5 1 0 0,-1-1 6 16,-5-1-9-16,0 2-39 0,0-1-16 15,-2-1 1-15,0 0-16 0,-2 0-24 16,2 0-43-16,0 0-31 0,0 0-40 16,2-6-76-16,1-2-91 0,1-4-185 15,-2 2-445-15,4-8-684 0</inkml:trace>
  <inkml:trace contextRef="#ctx0" brushRef="#br0" timeOffset="-19423.86">6369 14484 151 0,'0'0'557'0,"0"0"1646"16,0 0-1495-16,0 0-263 0,0 0-115 16,0 0-132-16,0 0-78 0,0 0-53 15,0 0-20-15,0 0 20 0,-4 53 22 16,4-35 51-16,-4 4 16 0,1 3-44 15,-5 3-27-15,6 7-12 16,-4-1 0-16,-2 1-4 0,-1 3-17 16,1-2-11-16,0-4-41 0,2-4-1 15,-3-3-2-15,1-4 0 0,6-2-12 16,0-5 0-16,0-3-12 0,0-4-22 16,2-1-45-16,0-4-33 0,0 1-56 15,0-2-39-15,4-1-57 0,-2 0-94 16,4-6-43-16,-2-4-206 0,3-2-55 15,-5 3-575-15</inkml:trace>
  <inkml:trace contextRef="#ctx0" brushRef="#br0" timeOffset="-19020.35">6493 14614 811 0,'0'0'277'16,"0"0"849"-16,0 0-683 0,0 0-61 16,0 0-2-16,0 0-94 0,0 0-63 15,0 0-22-15,0 0 2 0,0 0 4 16,8 2-16-16,-6 4-37 0,-2 2-35 16,0 7-15-16,0 2-43 0,0 4-15 15,0 4-13-15,0 1-11 0,-2-1-7 16,2 0 2-16,-2-1-17 0,2-3 0 15,-2 0 1-15,2-3 1 16,0 0 13-16,0-5 0 0,0-1-2 0,2-3-1 16,0-2-10-16,0-1 1 0,2-2 0 15,-2-1-2-15,2-2-1 0,-1 1-1 16,-1-2 0-16,4 2 1 0,0-2 2 16,-2 0 10-16,2 0 3 0,3-2-14 15,-3-1 1-15,2-1-1 0,2-3-1 16,-1-2 0-16,1-2-2 15,0-2-10-15,1-4-52 0,-1 1-73 16,0 0-76-16,1-2-39 0,-1 1-103 16,0 1-244-16,-5 2-585 0,1-3-1198 0</inkml:trace>
  <inkml:trace contextRef="#ctx0" brushRef="#br0" timeOffset="-11346.84">3760 14552 8 0,'0'0'22'0,"0"0"-18"0,0 0-4 15,0 0 1-15,0 0 2 0,0 0 7 16,0 0-10-16,0 0 0 0,-4-3 1 16,4 3 2-16,0 0 10 0,0-2 4 15,-2 2-14-15,2 0-1 0,-2 0-2 16,2 0-2-16,-2 0-11 0,0 0-7 16,2 0-16-16,0 0 20 0</inkml:trace>
  <inkml:trace contextRef="#ctx0" brushRef="#br0" timeOffset="-10093.44">3890 15018 70 0,'0'0'48'16,"0"0"-46"-16,0 0-2 0,0 0-49 15,0 0 45-15,0 0 3 0,0 0-22 16,7 9-20-16,-3-9 43 0</inkml:trace>
  <inkml:trace contextRef="#ctx0" brushRef="#br0" timeOffset="-9834.79">3890 15018 51 0,'23'14'42'0,"-23"-14"11"0,0 1-31 15,0-1-22-15,-2 3-1 16,-2-3 0-16,2 2 1 0,0 0 2 16,2-1 1-16,-2 1-3 0,0 2-40 15,0-4-91-15</inkml:trace>
  <inkml:trace contextRef="#ctx0" brushRef="#br0" timeOffset="-8718.67">3919 15588 21 0,'0'0'22'0,"0"0"-18"16,0 0 12-16,0 0 10 0,0 0-6 15,0 0-7-15,0 0 0 0,0 0 0 16,0 0-11-16,-2 2-2 0,2-2-12 16,0 0-14-16,0 0-86 0</inkml:trace>
  <inkml:trace contextRef="#ctx0" brushRef="#br0" timeOffset="-8057.87">3725 14659 11 0,'0'0'72'0,"0"0"-20"0,0 0 313 16,0 0-251-16,0 0-33 15,0 0-35-15,0 0 6 0,0 0-16 16,0 0-23-16,0 0-12 0,-29 7-1 16,29-7-52-16,0 0-10 0,0 0 3 15,0 2 14-15,0 2 45 0,0-2 0 16,4 1-33-16,0 0-201 0,-2 1-44 15</inkml:trace>
  <inkml:trace contextRef="#ctx0" brushRef="#br0" timeOffset="-7793.91">3847 14954 4 0,'0'0'88'0,"0"0"-85"15,0 0 68-15,0 0-6 0,0 0 98 16,0 0-146-16,0 0-17 0,0 0-56 15,0 0-6-15,0 0-19 0,-19 29-76 16</inkml:trace>
  <inkml:trace contextRef="#ctx0" brushRef="#br0" timeOffset="-7459.27">3772 14533 102 0,'0'0'535'16,"0"0"-382"-16,0 0-107 16,0 0-27-16,0 0-19 0,-43 51-42 15,39-44-141-15,4-3-188 0</inkml:trace>
  <inkml:trace contextRef="#ctx0" brushRef="#br0" timeOffset="-5853.9">3454 14198 11 0,'0'0'68'0,"0"0"-35"16,0 0-33-16,0 0 3 16,0 0 0-16,0 0-1 0,0 0-2 15,0 0-2-15,0 0 0 0,0 0-1 16,0 0-17-16,-21 32-19 0,21-30 7 16,0-2 10-16</inkml:trace>
  <inkml:trace contextRef="#ctx0" brushRef="#br0" timeOffset="15041.96">3996 13955 14 0,'0'0'117'0,"0"0"-42"15,0 0-48-15,0 0 38 0,0 0 394 0,0 0-169 16,0 0-94-16,-2-8-37 16,2 8-9-16,0 0-17 0,0 0-22 15,0 0 22-15,0 0 35 0,0 0 11 16,0 0-1-16,0 0-1 0,0 0 3 16,0 0-6-16,0 0-33 0,0 0-36 15,0 0-38-15,0 0-12 0,0 0-14 16,0 0 7-16,0 0-10 0,0 0 3 15,0 0 0-15,0 0-9 0,-2 0 6 16,-3 2 6-16,1 2-12 0,-2 2-7 16,0 0-6-16,2 0-7 15,0 1 1-15,0 1 6 0,-3-1-19 16,1 2-2-16,-2 0-14 0,4-1 15 16,0 1-18-16,-1 0-3 0,-1 0 21 15,0 0-18-15,0-2 3 0,2 2-12 16,0-2 15-16,2 0 11 0,-1-2-17 15,1-1-3-15,0 0-3 0,2 0 9 16,-2-2-16-16,2-1-9 0,0 2-4 16,0-1 23-16,0 2 22 0,0-2 18 15,2 1 20-15,-2 1 10 0,2 0 3 16,0 2-13-16,-2 0-7 0,3-1-2 16,-3-1-13-16,2 2-16 0,2-1 0 15,-2 1-16-15,4 0 14 0,0-2 1 16,0 2 1-16,1-1 1 0,1 0 2 15,4 1-2-15,-3-1-1 0,-1 1 0 16,2-2-1-16,-2 2-1 0,-1-3-2 16,-3-1-8-16,0 2 9 15,0-1-35-15,2 0-3 0,-4-1-7 16,2 0-38-16,-2 0-25 0,1-1-45 16,1 0-65-16,0-1-101 0,-2 0-130 15,2 0-61-15,-2-1-158 0,0-2-75 16</inkml:trace>
  <inkml:trace contextRef="#ctx0" brushRef="#br0" timeOffset="16449.79">3911 14090 109 0,'0'0'26'0,"0"0"-10"0,0 0 79 15,0 0 671-15,0 0-203 0,0 0-300 16,0 0-59-16,0 0-38 0,0 0-30 16,0 0-30-16,-12 15-2 0,12-14-4 15,0 1-46-15,0-1-41 16,0 0-9-16,4 1 25 0,-2 0 41 15,4-1 8-15,0 0 18 0,-2-1-16 16,3 0-7-16,-3 2-9 0,2-2-19 16,4 1-13-16,-2-1-6 0,-1 0-4 15,1 0-9-15,2 0 6 0,1 0 19 16,-1 0-6-16,6 0 15 0,-3-3 20 16,3 1-55-16,-1-2-12 0,1-1 3 15,1 0-2-15,4-1 1 0,-7 2 0 16,7-2-1-16,-5 0 0 0,5 1-1 15,0-2-1-15,-3 3-1 0,3-2 1 16,-2 1-12-16,3 0 13 0,-1 0 1 16,-2 1-1-16,3-1 0 0,-1 0 0 15,-2-2 2-15,-1 1 1 0,1 0 0 16,-1 0-2-16,1 0 0 0,0 0 1 16,-5 0-2-16,3 2 0 15,-7-2 0-15,2 3 0 0,-1 1 0 16,-5-1-2-16,-2 3-11 0,0 0 11 15,-2 0-14-15,0 0 13 0,2 0-13 16,-4 0-3-16,2 0 16 0,-2 0-13 16,0 0 0-16,3 0-6 0,-3 0-4 15,0 0-2-15,2 0-1 0,0 0-3 16,0 0 7-16,0 2-4 0,0-2 13 16,0 0-3-16,0 0 6 0,-2 0 10 15,0 0 3-15,2 0 0 0,-2 0 32 16,0 0 32-16,0 0 15 0,0 0-2 15,0 0-27-15,0 0-24 0,0 0-7 16,0 0-7-16,0 0-12 0,0 0-12 16,0 0-7-16,0 0 3 0,0 0 13 15,0 0 1-15,0-2 2 16,-2-2 0-16,0-1-24 0,0-3 8 16,0-2 1-16,0-2 12 0,-2-1-9 0,2 0-7 15,-1-5 6-15,1 0-3 16,-2 0-6-16,4-5 0 0,-2 2-13 15,2-4-16-15,0 3-7 0,-2-3 13 16,2 1 1-16,-2 0 12 0,2 0 3 16,-2-1 0-16,2 2 0 0,0-1 3 15,0 2 7-15,0 0 3 0,-2 1 13 16,2 1-13-16,-2 1-7 0,2 1 4 16,-2 3 16-16,0 4 0 0,2 0 3 15,-2 4 23-15,2 0 9 0,-2 3 13 16,0 2 10-16,-1-3-4 15,3 2-6-15,-2 3-16 0,2 0-7 0,-2 0-6 16,2 0-3-16,0 0 0 16,-4 0-10-16,4 0 0 0,0 0 10 15,0 0-10-15,0 0 10 0,0 0-11 16,0 0-2-16,0 0-3 0,0 0-17 16,0 0-8-16,0 0-14 0,0 0-9 15,0 0-10-15,0 0-3 0,0 0 13 16,0 0 51-16,0 0 28 0,6 0-10 15,1 0-17-15,-1 0-1 0,0 0 3 16,0 0 26-16,7 0 0 0,-1 0 0 16,-2 0 9-16,7 0-9 0,-1 0 3 15,5 0-7-15,0 0-22 0,-3 0 1 16,7 0 12-16,-2 0-14 0,0-3-2 16,6 3 0-16,0-1 1 0,-3-1 14 15,3 2-12-15,0-3-1 0,0 3 11 16,0-2 0-16,2-1-13 0,-2 2 0 15,2-1 16-15,-2-1-14 0,0 0 0 16,-4 0 11-16,-2 0 2 16,-3 3-11-16,-1-3 8 0,-3 3-8 15,-5 0 8-15,-1-2-10 0,-2 2 14 16,-4 0-15-16,1 0 2 0,-5 0 0 16,0 0 19-16,0 0 3 0,0 0 13 15,0 0-6-15,0 0-25 0,0 0-7 16,0 0-74-16,0 0-53 0,0 0-68 15,0 2-158-15,0 1-355 0,0 1-609 0</inkml:trace>
  <inkml:trace contextRef="#ctx0" brushRef="#br0" timeOffset="17863.29">5567 13274 4 0,'0'0'108'0,"0"0"68"0,0 0 893 16,0 0-786-16,0 0-59 0,0 0 0 15,0 0-49-15,0 0-56 16,0 0-28-16,0 0 6 0,-17-4-4 15,17 4 4-15,-2 0-23 0,-2 0-3 16,2 0-14-16,0 0-12 0,-4 2-9 16,2 2-4-16,-3 2-3 0,1 1-1 15,0 1-25-15,-2 4-1 0,-3 4 17 16,5 0-17-16,0 4-1 0,0 2-1 16,0 1-2-16,1 1-17 0,-1 0 3 15,6 1-4-15,0-2-2 0,0-2-7 16,8-3-6-16,1 1-4 0,-1-3 11 15,0-2 8-15,9-1-2 16,-5-2-1-16,9-3-6 0,-5-2 27 16,5-2-11-16,0-4-6 0,1 0 19 15,-1-4 0-15,0-2 0 0,0-4 2 16,-3 0 1-16,-1-5 36 0,1 2-4 16,-5-3-15-16,-1-2-4 0,0 0-3 15,-5-1 28-15,-1-1-5 0,-4 1-4 16,0-1 9-16,-2-2-12 0,0 4 13 15,-2-1-4-15,-4 2 0 0,0-1-3 16,-5 2-3-16,1 1 13 0,2 1-10 16,-7 0 3-16,3 6-6 0,-3-3-29 15,-1 4 19-15,1 0-19 0,-3 2-3 16,3 1-1-16,-3 1 1 0,3 2 1 16,-4 0-1-16,7 1 2 0,0 0 0 15,-1 0 1-15,3 0-3 0,0 1-2 16,1 0-24-16,5 0-2 0,2-1-7 15,0 2-10-15,2-2-63 0,-2 0-52 16,2 0-106-16,0 0-141 0,2-2-53 16,2 0-63-16,0-2-184 0,-2 2-24 15</inkml:trace>
  <inkml:trace contextRef="#ctx0" brushRef="#br0" timeOffset="18397.63">5945 13008 213 0,'0'0'1206'0,"0"0"-693"0,0 0-92 16,0 0-104-16,0 0-57 0,0 0-23 16,0 0-32-16,0 0-43 0,0 0-45 15,0 0-13-15,2 61-22 0,-2-33-16 16,0 5-22-16,2 5-19 0,0 1-25 16,-2 3-13-16,0 0 11 15,2 4 0-15,-2 0-10 0,0-4 9 16,0 2-10-16,0-4-3 0,0-3 13 15,0-5 1-15,0-3 0 0,0-6-11 16,0-3-31-16,0-4-28 0,7-4-10 16,-3-1-26-16,-2-4-50 0,4-1-21 15,-2-3-45-15,0-1-81 0,0-2-98 16,0 0-123-16,3-3-105 0,-5-3-174 16,2 1 451-16</inkml:trace>
  <inkml:trace contextRef="#ctx0" brushRef="#br0" timeOffset="18818.11">6174 13355 92 0,'0'0'701'0,"0"0"544"15,0 0-876-15,0 0-133 0,0 0-56 16,0 0-10-16,0 0 0 0,0 0-32 16,0 0-8-16,0 0-13 15,-8-19-22-15,4 19 0 0,0 0-7 16,-2 0-6-16,0 0-16 0,-5 1-32 16,-3 5-34-16,1 1-10 0,-1 5-9 15,-5 1 7-15,-3 3-7 0,3 3 0 16,-2-2 0-16,3 0 4 15,-1 1 15-15,3-2 9 0,3-3-6 0,3 0 0 16,2-2 10-16,-1-3-11 0,9 1-2 16,0-2-17-16,0 1-17 15,6-1 15-15,5 1 19 0,-1-1 12 0,5-1 7 16,1-1 3-16,1-1 3 16,-1 1-12-16,1-3-12 0,-1 1-1 15,1-2-2-15,-3 1-58 0,-3-2-85 16,5 2-60-16,-6 0-101 0,3-1-94 15,-3 2-330-15,1 1-599 0</inkml:trace>
  <inkml:trace contextRef="#ctx0" brushRef="#br0" timeOffset="19836.3">4163 15076 246 0,'0'0'1413'0,"0"0"-1052"16,0 0-89-16,0 0-33 0,0 0-55 16,0 0-42-16,0 0-14 0,0 0-6 15,0 0-10-15,0 0-7 0,-12 26-7 16,10-19-9-16,-2-1-16 0,-3 5-9 15,1 0-17-15,0 0-9 0,-2 3-7 16,-5 3-15-16,3-3-16 0,2 4-3 16,-7 0 1-16,5-3-23 0,0 2 25 15,-5-1 0-15,7-2 0 16,0-1-13-16,-1-2 1 0,1-2 10 16,4 0-1-16,0-3-16 0,4 0 0 15,-4-2 7-15,2 1 9 0,2 0-16 16,0-2 3-16,-3 3-10 0,3 0 7 15,0 0 17-15,0 3 0 0,0 0 2 16,0 1 2-16,0 0 0 0,0 1 11 16,0-1-13-16,3 1-2 0,-1 1-1 15,2 1 0-15,-2-1-16 0,2 0 0 16,6 2 6-16,-4 0-6 0,5-3 3 16,-5 3-9-16,6-4-29 0,-1-1-13 15,-3-1-22-15,4-3-26 0,-3-2-33 16,-1 1 1-16,-2-2-24 0,2-2-84 15,1 0-62-15,-5 0-111 0,0-3-96 16,-2 0-128-16</inkml:trace>
  <inkml:trace contextRef="#ctx0" brushRef="#br0" timeOffset="21004.73">3985 15409 187 0,'0'0'1156'0,"0"0"-561"0,0 0-300 0,0 0-143 16,0 0-46-16,0 0-2 0,0 0-11 15,0 0-6-15,0 0-3 0,0 0-7 16,-2 5-10-16,2-5-9 0,0 0-10 16,0 0-7-16,0 0 7 0,2 0-3 15,0 0 9-15,3 2 35 16,-1-2 13-16,2 2-64 0,2 0-22 16,3-1 0-16,-1 1 0 0,4-1 31 15,-1 2-34-15,-1-1-11 0,7-1 0 16,-5 2 11-16,9 0-12 0,-4-1 15 15,1 0-16-15,5-1 19 16,2 1-19-16,-2 0 1 0,2-1 0 0,4-1 0 16,-2 0-1-16,2 0 0 0,2 0-2 15,-2 0 0-15,-2 0 1 0,2 0-2 16,-7 0 2-16,1-3 1 0,0 3 0 16,-2-2-1-16,-7 2-1 15,3-1 2-15,-5-1 1 0,-1 1-1 0,-5 0 1 16,-2 1 2-16,0 0 10 15,-4 0-12-15,3 0 0 0,-3 0 2 16,-2 0 16-16,0 0 7 0,0 0-1 16,0 0-3-16,0 0-6 0,0 0-4 15,0 0-10-15,0 0-2 0,0 0-1 16,0 0-18-16,0 0-3 0,0 0-3 16,0 0 9-16,0 0 13 0,0 0 3 15,0 0 0-15,0 0 19 0,0 0 6 16,0 0-3-16,0 0 3 0,0 0 4 15,0 0-1-15,0 0-3 0,0 0 0 16,0 0 0-16,0 0 7 0,0 0 2 16,0 0-1-16,0 4-5 0,0 4-28 15,2 2-3-15,-2 3 1 0,4 3 2 16,-2 2-1-16,0 0 1 0,0 3-3 16,2 1-19-16,-2 0-7 0,-2 1 10 15,2-3-9-15,-2 0 25 0,2-3-19 16,-2-4 19-16,2 4-9 0,-2-5 9 15,3-1 1-15,1-2-10 16,0-2-1-16,-2 3-9 0,0-3 0 16,2 0 6-16,-4-2-6 0,2-1 4 15,0 2 5-15,0-2 10 0,-2-1 3 16,0-2 0-16,0 4 12 0,2-3 4 16,-2 1 0-16,0-2 3 0,0 2-3 15,0-3-4-15,0 0-10 0,0 0-2 16,0 0-2-16,0 0-20 0,0 0 6 15,0 0 4-15,0 0 9 16,0 0-1-16,0 0-8 0,0 0-4 0,0 0-6 16,0 0 3-16,0 0-3 0,0 0 3 15,2 0-2-15,1 0 21 0,-1 0 13 16,4 1-13-16,-2 1 0 16,4 1-1-16,-2-2 0 0,3-1-12 15,1 1 10-15,2 1 2 0,1-2 1 16,5 3 2-16,1-3-1 0,2 0 0 15,1 0 11-15,3 0-12 0,0 0-20 16,2 0 4-16,4 0 16 0,0 0 12 16,2-2-8-16,0-2-3 0,2 1-1 15,0-1 3-15,-2 0-1 0,3-1-1 16,-5-1 1-16,-3 2-2 0,-1-1-2 16,-8 1-14-16,0 2-3 0,-7 0-12 15,-4 2 8-15,-2-1 23 0,-3 1 0 16,-3 0 73-16,0 0 25 15,0 0-7-15,0 0-28 0,0 0-22 16,0 0-7-16,-3 1-34 0,-1 1-44 16,0 0-18-16,0 0-11 0,2-1-27 15,-2 0-74-15,4-1-100 0,0 0-197 16,0-2-590-16,-2-4-608 0,25 5 1592 0</inkml:trace>
  <inkml:trace contextRef="#ctx0" brushRef="#br0" timeOffset="21849.82">5623 15493 30 0,'0'0'43'0,"0"0"-42"15,0 0 35-15,0 0-4 0,0 0 4 16,0 0 7-16,0 0-4 0,0 0 104 16,0 0 405-16,0 0-171 0,0-6-185 15,0 6-94-15,0 0-17 0,0 0 1 16,0 0-82-16,0 0 0 0,0 0-46 16,0 0-16-16,0 0-16 0,0 0-19 15,0 0 25-15,0 0 36 0,0 0 7 16,0 0-43-16,0 1-12 0,0 4 6 15,0-4-59-15,0 1-111 0,0-2-143 16,0 0 40-16,0-9 351 16</inkml:trace>
  <inkml:trace contextRef="#ctx0" brushRef="#br0" timeOffset="22159.32">5623 15493 206 0</inkml:trace>
  <inkml:trace contextRef="#ctx0" brushRef="#br0" timeOffset="22430.21">5623 15493 206 0,'-48'-66'30'15,"40"66"566"-15,-1 0 46 0,3 0 351 0,2 2-613 0,4-2-236 16,0 0 10-16,0 0-39 0,0 1-29 16,0-1-19-16,2 3-23 0,0 0 26 15,4 0 32-15,7 4-11 0,-3 1-12 16,5 3-13-16,-1 3-6 16,5 0-19-16,1 6-23 0,3 0 7 0,-4 3-22 15,6 0-1-15,-1 2-2 0,-7-2-2 16,6 2 2-16,-5 0 0 15,-1 0 3-15,-1-3-1 0,1 1 10 16,-3-4-12-16,-1-1-11 0,-3 0-11 16,2-4-3-16,-1 1-16 0,-1-2-3 15,-6-2 0-15,5-1-9 0,-1-1-10 16,-4-2-4-16,0-1-6 0,0-1-6 16,-4-3-35-16,0 0-49 0,0-2-70 15,0 0-108-15,0-3-99 0,0-4-85 16,0-4-149-16</inkml:trace>
  <inkml:trace contextRef="#ctx0" brushRef="#br0" timeOffset="23100.99">5920 15451 164 0,'0'0'69'0,"0"0"-7"16,0 0 933-16,0 0-604 16,0 0-196-16,0 0-46 0,0 0-9 0,0 0 5 15,0 0-12-15,-2-1-33 0,2 1-71 16,0 0-29-16,-2 0-54 0,0 0-94 15,2 0-40-15,-2 0-10 0,0 0 6 16,2 0 85-16,-2 0 36 16,2 0 9-16,-2 0-6 0,2 0-56 15,0 0-23-15,-2 0 37 0,2 0 19 16,0 1 61-16,-2-1-2 0,2 0-21 16,0 0 21-16,-2 3 29 0,2-3 3 15,-3 2 50-15,3 0 103 0,0-2 58 16,0 1 20-16,0 1-61 0,0-2-47 15,0 0-16-15,0 0 10 0,0 0 26 16,0 0-4-16,0 0 61 0,0 0-32 16,0 0-52-16,-2 1-19 0,2 0-37 15,0 0-18-15,-2 0-23 0,2-1-18 16,0 1 3-16,-4 1 15 0,2-2 0 16,0 5 4-16,-2-2-7 0,0 1 16 15,0 3 0-15,-5 2-13 0,1 3 10 16,0 3 6-16,-2 0 16 15,-5 3 0-15,5 3-7 0,-7 1 17 16,3 1-33-16,-3 1-2 0,1-2-10 16,-1 3-1-16,1-3 4 0,-1-2 0 15,5 0 13-15,-1-5-13 0,5-2-2 16,-2 0-16-16,3-4-2 0,3-3-11 16,0-1 10-16,2 2-36 0,-2-5-3 15,2 2-16-15,2-3-7 0,0 0-12 16,0-1-26-16,0 0-51 0,0 0-27 15,0 0-19-15,0 0-43 0,0 0-79 16,0 0-71-16,0 0-145 0,0 0-203 16,0-1 261-16</inkml:trace>
  <inkml:trace contextRef="#ctx0" brushRef="#br0" timeOffset="50389.82">1209 5036 52 0,'0'0'75'0,"0"0"0"16,0 0 7-16,0 0 306 15,0 0 169-15,0 0-76 0,0 0-111 16,0-13-56-16,0 13-84 0,0 0-5 16,-2 0-13-16,2 0-14 0,0-1-7 15,0 1-10-15,0-1-11 0,0 1-22 16,0 0-25-16,0 0-35 0,0 0-17 16,0 0 7-16,0 0 18 0,0 0 34 15,0 0 49-15,0 0 2 0,-2 1-4 16,2 1 9-16,-4 0-52 15,-2 1-15-15,0 2 5 0,-3-1-12 16,3 4-67-16,-6 0-24 0,-1 5-3 0,5 5-18 16,-6 8 0-16,1 8-24 15,5 13 9-15,-7 17 12 0,7-4 0 16,2-8 2-16,2-9 1 0,2-9 1 16,0 2 2-16,0 3 9 0,2-2 0 15,0-6 0-15,0-2-11 0,2-1-1 16,2-3 1-16,0-3 1 0,2-3-2 15,2-1-12-15,3-1-24 0,-3-4-3 16,2-1-31-16,-1-2 13 0,5 0 2 16,-4-1-6-16,3-3-27 0,-3-1-15 15,1 0-49-15,3-4-129 0,-2-1-163 16,3 0-75-16,-1-2-689 0,-1-10-773 16</inkml:trace>
  <inkml:trace contextRef="#ctx0" brushRef="#br0" timeOffset="51069.96">1410 5181 1707 0,'0'0'2018'0,"0"0"-1482"16,0 0-72-16,0 0-194 0,0 0-270 15,0 0-40-15,0 0-75 0,0 0 115 16,0 0 24-16,68-6-2 15,-37 3-10-15,-2-3-10 0,0 1 10 16,0 0 4-16,-4 0-15 0,-5 1 1 0,3-1 1 16,-13 5-3-16,1-1-2 15,-5 1-17-15,0 0 1 0,-4 0-6 16,-2 0-4-16,0 0 6 0,0 0-21 16,0 0-9-16,0 0-19 0,-4 0 4 15,0 0-82-15,-2 0-3 0,-5 0 40 16,5 0 31-16,-4 0 30 0,-1 0 51 15,5 1 17-15,0-1 107 16,2 3 23-16,-2 0-2 0,6 2-30 16,0 2-66-16,0 6-49 0,6 5 15 0,2 2 22 15,-4 7 22-15,5 2-10 0,3 2 3 16,-4 1 22-16,-4 2 8 16,3 0 37-16,-3-2 3 0,0-1-37 15,-4-1 0-15,0-2-3 0,0-3-3 16,0 0-15-16,-2-3-22 0,-2 1-21 15,-2-2-8-15,1-3-1 0,1-3 6 16,-4-3 0-16,-2 0 0 0,1-6 0 16,3 1-18-16,-2-3-22 0,-5-2 4 15,3-2 0-15,-4 0-13 0,-3 0 1 16,1-6-21-16,-1-2-7 0,1-3-33 16,-1-2-15-16,0 1 0 0,1-1-10 15,4 0 0-15,1 3-16 0,3 1-70 16,6 2-110-16,2-1-207 0,0-2-570 15,4 3-216-15</inkml:trace>
  <inkml:trace contextRef="#ctx0" brushRef="#br0" timeOffset="51724.92">2042 5511 928 0,'0'0'511'0,"0"0"917"0,0 0-996 16,0 0-98-16,0 0-76 0,0 0-132 15,0 0-62-15,0 0 10 0,0 0 17 16,0 0 18-16,4-29 18 0,-6 25-22 16,0-2-10-16,-2-2-12 0,4-2 15 15,-4-2-12-15,0 0-16 0,-4-1-27 16,4-5-9-16,-3 1-13 0,1 0-19 15,2 0-1-15,-4 3 0 16,2 3 30-16,1 4-7 0,-1 0-23 16,2 4 0-16,2 1-1 0,-4 2-15 15,-3 0-13-15,1 7-17 0,0 5-38 0,-2 7-5 16,-3 11 5-16,1 2 37 16,-3 5 25-16,5 3 21 0,4-5 19 15,-2-3 5-15,-1-2 13 0,7-4 6 16,2-4-9-16,0-3-31 0,2-5-3 15,7-1-31-15,-1-5 7 0,-4 0-1 16,8-1 4-16,1-4-7 0,-3-1 3 16,0 1 1-16,5-3 21 0,-5-5 0 15,3-1 0-15,-1-6 3 0,-4 0 0 16,1-3 12-16,1-3 3 0,-4-1 7 16,-2 0-1-16,-2-1 4 0,2 2-7 15,-4-1 7-15,0 4-4 16,0 3 4-16,0 2 2 0,0 4 4 15,0 1-7-15,0 3 10 0,0 0 6 16,0 2-4-16,0 0-11 0,0 0-25 16,0 0-16-16,0 0-5 0,0 0-9 15,0 2 2-15,3 0 7 0,-1 3 21 16,4 4 52-16,0 0 24 0,0 3 30 16,0 0-5-16,1 3-37 0,1-1-31 15,0 0-21-15,-4-2-12 0,5 3-1 16,-3-5-2-16,4 2-36 0,-2-2-53 15,-1 0-20-15,1-2-50 0,2-1-46 16,-2-3-87-16,-3-1-149 0,1-2-200 16,-2-1-355-16,2 0-544 0</inkml:trace>
  <inkml:trace contextRef="#ctx0" brushRef="#br0" timeOffset="52103.98">2142 5427 2149 0,'0'0'1608'16,"0"0"-1037"-16,0 0-32 0,0 0-178 15,0 0-227-15,0 0-113 0,0 0-21 16,0 0-36-16,0 0-25 0,0 0 3 16,8 40 58-16,2-15 33 0,0 6-8 15,-3 0 2-15,3-3 0 0,2 0-11 16,-5-6-1-16,1-4-3 0,-2-4-10 15,2-4 10-15,1-2 3 0,-5-4-12 16,2 2-3-16,0-6 0 0,2 0 0 16,-1 0 2-16,-3 0 14 0,-2-6 2 15,4 0 9-15,-4-2 7 16,6-5 5-16,-3-1 18 0,1-8-8 0,-2-2-19 16,-2-3-18-16,2-3-12 15,0 1-14-15,0-2-49 0,3 2-31 16,-3 0-13-16,0 6-17 0,-2 2-34 15,0 4-23-15,-2 3-49 0,0 6-69 16,0 2-56-16,0 5-118 0,0 1-132 16,0 0-375-16,0 8-622 0</inkml:trace>
  <inkml:trace contextRef="#ctx0" brushRef="#br0" timeOffset="52769.67">2567 5601 833 0,'0'0'746'0,"0"0"-320"0,0 0-9 16,0 0 35-16,0 0-215 0,0 0-14 16,0 0-22-16,0 0-43 0,0 0-48 15,0 0-22-15,36-35-19 0,-34 28-6 16,2-2 4-16,0-1 17 0,-4 2 50 15,2-2 30-15,0-1 9 0,-2-3-19 16,0 1-25-16,0-1-19 0,0 0-16 16,0-2 4-16,-4 0-28 0,2 2-15 15,-2-3-22-15,0 3-6 0,-1 1 4 16,1 0 2-16,-6 2-15 0,4 3-2 16,-1 2-1-16,1 2-3 0,0 3 6 15,-2 1 15-15,2 0-10 0,-3 5-23 16,3 3-49-16,-2 7-33 15,-2 4 9-15,1 3 22 0,3 3 17 0,-2-2 19 16,0 2 13-16,3-4 2 16,1 2-1-16,2-4-2 0,2-3-9 15,0 0-9-15,0-3-1 0,4-1 1 16,3-3-10-16,-3 1 4 0,4-3 6 16,-2-2-4-16,0-1 1 0,1 0-10 15,-1-2-5-15,4-2-7 0,-4 0 9 16,-2 0 9-16,7-1 10 0,-1-6 17 15,0-1 1-15,-3-3 15 0,5-3 1 16,-4-1-4-16,-1 1 6 0,-1-2 4 16,-2 3 2-16,0 3 1 0,0 3 20 15,-2 3 10-15,-2 1-3 0,0 3 3 16,0 0-3-16,0 0-10 0,2 0-20 16,-2 0-21-16,0 3 0 0,2 0 1 15,0-1 19-15,0 4 28 0,3 2 11 16,-3 1-8-16,2-1-13 0,0 3-2 15,0-1-19-15,2-1-15 16,-2 0 0-16,1 1-2 0,-1-1-1 0,0 0-3 16,2-2-55-16,-2 1-21 15,2-1-33-15,3-2-55 0,-5 1-53 16,2-1-130-16,-2-4-177 0,4-1-478 16,-1 0-472-16</inkml:trace>
  <inkml:trace contextRef="#ctx0" brushRef="#br0" timeOffset="53629.33">2886 5096 566 0,'0'0'157'0,"0"0"1409"16,0 0-1069-16,0 0-45 0,0 0-125 15,0 0-121-15,0 0-99 0,0 0-19 16,0 0 7-16,0 0 11 0,-11-32 15 16,11 32 10-16,0 0 2 0,0 0 5 15,0 0-21-15,0 0-25 0,0 0-6 16,0 0-1-16,0 1-11 0,2-1-7 15,-2 2-16-15,0-2-29 0,2 2-20 16,5 0-2-16,-1 2 54 16,0 2-5-16,2 2 18 0,5 1 33 15,-1 4-3-15,-1 4-21 0,3 2-16 16,-4 1-18-16,3 4-5 0,3-2-16 16,-7 1-9-16,5 1 6 0,-4 0-16 15,-3-3 1-15,1 2 12 0,0-2-12 16,-2 1 15-16,-2-3-15 0,-2 0 0 15,3-1 9-15,-5 2 0 0,0 0 1 16,0 4-1-16,0 1-9 0,0 1 9 16,0 0-11-16,-5-3 0 0,1-3-1 15,0 0 0-15,0-3-2 16,-4-2 1-16,6-3 0 0,-4-1 0 0,3 0-1 16,-1-3-1-16,0 0 0 15,0-1-12-15,-4-2 2 0,4 0-2 16,-3 1 12-16,5-1-12 0,-2-1-6 15,-2-2 0-15,2 0-3 0,-2 2-12 16,2-3 2-16,-3 1-11 0,5 1-6 16,0-3-22-16,-2 2-27 0,2 1-67 15,-2-1-119-15,-2 2-180 0,4-2-74 16,-5 6-1796-16</inkml:trace>
  <inkml:trace contextRef="#ctx0" brushRef="#br0" timeOffset="71689.44">4541 15091 177 0,'0'0'29'0,"0"0"-29"16,0 0 600-16,0 0-310 0,0 0-290 15,0 0-29-15,0 0-111 0,0 4 36 16,0-4 48-16,3 0 56 0,-3 0 59 16,2 0 12-16,-2 0-2 0,2 0-4 15,0 0-6-15,-2 1 6 16,2-1-20-16,-2 0-15 0,2 1-11 16,0-1-6-16,0 0-11 0,0 0 1 15,2 0-3-15,-2 0 1 0,7 0-2 16,-5 2 1-16,2 0 0 0,0-1 13 15,0 2 35-15,5-3-8 0,-3 4-11 16,0-4 13-16,0 3 4 0,5 0-1 16,-3 0-3-16,-2 0 11 0,5 0-5 15,-1 0 11-15,-1 0-23 0,5 0-1 16,-3-2-6-16,5 2 7 0,-3-2 0 16,3 1 0-16,-1-1-14 0,3-1-5 15,1 0 12-15,-2 0 0 0,3 0-27 16,1 0 14-16,-2 0 7 0,4 0-4 15,-3 0 1-15,1 0-19 0,4 0 12 16,0 0-10-16,-2 0 0 0,-3-3 14 16,7 2-14-16,-2-3 13 0,2 0-16 15,-4 1 1-15,4-1 1 0,-4 0-1 16,4 1 1-16,0 0-4 16,0 0 2-16,-5 2 0 0,7 0 13 15,-4-1 4-15,4 2 12 0,2-1-3 16,0 1 9-16,0-2-6 0,3 2-6 15,1 0-7-15,0-3 7 0,2 1-7 16,1 2 0-16,-3-1 4 0,2 0-4 16,2-1-14-16,1-1-1 0,-3 3 2 15,2-3 0-15,-3 3 1 0,3 0-1 16,-2 0 13-16,-2 0-3 0,1 2 0 16,-3 0-12-16,-2 3 12 0,2-2-12 15,-4 3 18-15,4-2-17 0,-2-1 21 16,2 0 0-16,0 0-7 0,-2-3 0 15,1 0 3-15,1 0 0 0,2 0-18 16,-4 0 14-16,0 0-15 0,-4-3 0 16,2 0 0-16,2 0-2 0,-6 1-1 15,0-1 0-15,0 1 1 0,-9-1 0 16,7 1 0-16,-6 2 1 16,-3 0-1-16,-1 0-1 0,-5-1 1 15,-2 1 0-15,-1 0 1 16,-1 0-15-16,-4 0-4 0,-2 0 20 0,0 0 36 15,0 0 25-15,0 0 7 0,0 0-43 16,-2 0-22-16,-4 0-1 0,1 0-2 16,-1 1 2-16,0-1 0 0,-2 0-2 15,-1 4 0-15,-1-3 1 0,0 1-1 16,-3-1 1-16,5 1-1 16,-2 0 0-16,-3-2-1 0,5 3-1 15,-2-3-11-15,-5 3 10 0,7-3-20 16,-2 0 7-16,-5 0-38 0,7 0-37 15,-2 0 4-15,-7-3 29 0,5 0 13 16,-7 2 3-16,3-5-16 0,-3 1-20 16,-4 3-16-16,0-3 10 0,-3 2 12 15,-1 0 7-15,-4 2 13 0,4 1 30 16,-4 0 9-16,-4 0 13 0,2 0 16 16,-7 0 3-16,5 0-15 0,2 0 15 15,-2 0-17-15,-2 0 15 0,0 0-17 16,-1 0-3-16,-3-3 3 0,0 3-1 15,3-1-6-15,-3-2 7 0,0 3 2 16,-1-1 1-16,1-2 13 0,0 2-14 16,-1-2 33-16,1 0 14 0,-2 0-1 15,1-1-2-15,-1 0-17 0,-1-1-29 16,5 1 2-16,-2 0-2 16,0-1-1-16,-3 2-22 0,1 2 7 0,-1 1-16 15,-1 0 29-15,1 1-1 16,-1 4 4-16,-3 2-22 0,5 0-4 15,-2 3 13-15,-1 0 0 0,3 1 11 16,-5-1 0-16,9-1 2 0,-3 1 17 16,5 0-15-16,-2-3 43 0,4-2 10 15,2 1-6-15,2-2 3 0,4 0-52 16,0-3 0-16,2 2-13 0,5-1 10 16,1-2-30-16,2 0-19 0,1 0-29 15,1-2-6-15,5-1-85 0,2 0-157 16,2 0-55-16,1-2-46 0,1 4-66 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09:30.869"/>
    </inkml:context>
    <inkml:brush xml:id="br0">
      <inkml:brushProperty name="width" value="0.05292" units="cm"/>
      <inkml:brushProperty name="height" value="0.05292" units="cm"/>
      <inkml:brushProperty name="color" value="#FF0000"/>
    </inkml:brush>
  </inkml:definitions>
  <inkml:trace contextRef="#ctx0" brushRef="#br0">12764 7353 184 0,'0'0'117'16,"0"0"1205"-16,0 0-990 0,0 0-108 15,0 0-17-15,0 0-30 0,0 0-41 16,-14 7-62-16,12-7-32 0,2 0 0 16,-4 0 12-16,2 0 20 0,-7 0 9 15,7-2 4-15,-4 1 2 0,0 0-3 16,2-2-6-16,-4 1-17 0,-5 0-18 16,3 0 2-16,2-3-9 0,-9-1 13 15,5 1 3-15,-5-4-10 0,3 0 3 16,-1-2-9-16,-1-1-10 0,1 0 1 15,3-3-27-15,3 2 16 0,-5 1-5 16,6-1-12-16,-1 1 1 16,5-1-2-16,-2-1 0 0,0 0-1 15,2-1-2-15,2-1-13 0,2-1 14 16,0-2 1-16,0 0 1 0,4-3 19 16,-2 1-7-16,8 0 4 0,-6-2 12 15,5-1-3-15,1 2-3 0,2 0 4 16,-3-2 9-16,3 2-13 0,5 0 12 15,-3 1-22-15,5 0 10 0,-3 1-20 16,5 1 2-16,4 1 8 0,-5 3-10 16,5 2 14-16,-2 2-16 0,4 5-13 15,-4 4 11-15,-1 2 1 0,5 0 1 16,-8 5 0-16,1 2 1 0,3 6-2 16,-6 1 0-16,1 4 1 0,-3 5 0 15,1 3 12-15,-5 4-8 0,1 3 11 16,0 0-2-16,-7 4-11 0,1-3-1 15,-4 1 17-15,0-1-5 16,-2-1-1-16,0-1-12 0,0-1-1 16,-4-1-2-16,-2-2-15 0,4-3 14 15,-5 0 2-15,-1-6-16 0,2-1 15 16,0-4-26-16,2-3-5 0,1-4-25 16,-1-3-36-16,2-1-24 0,0-2-29 15,0-1-61-15,-2 0-96 0,4-6-221 16,-2 3-555-16,-6-8-249 0</inkml:trace>
  <inkml:trace contextRef="#ctx0" brushRef="#br0" timeOffset="645.87">12760 7332 262 0,'0'0'1512'0,"0"0"-1058"15,0 0-227-15,0 0-53 0,0 0 35 16,0 0-32-16,0 0-30 0,0 0-48 16,0 0-16-16,0 0 31 0,0-3 80 15,-2 5 64-15,-2 3-91 0,0 6-114 16,-2 8-53-16,-5 4-28 0,5 8 27 15,-4 4 1-15,4 2 3 0,-7 1 10 16,-1-1-1-16,6-1 4 16,-7-3 3-16,3-1-4 0,-1-6 3 0,3 0-17 15,2-3 0-15,2-6 0 16,-5 2-1-16,5-5 0 0,2-1 0 16,0-5 2-16,2 0-2 0,2-2-22 15,0-3-12-15,0 2-19 0,0-3-14 16,4 2 30-16,2-2 12 0,0 1 3 15,7-1 3-15,-3 2 18 0,6-1-1 16,-1 2 2-16,10-2 0 0,-5 2-3 16,5 0 0-16,4-1 1 0,2 0 2 15,0-2-2-15,4-1 5 0,0-1-3 16,1 0 22-16,-1-3-22 0,-2-5 1 16,0 2-1-16,-2-3 2 0,-4 0 2 15,0 0 27-15,-9-2-30 0,1 3 24 16,-9-1 6-16,-2 1 2 0,3 2 26 15,-7 0 13-15,-4 1 12 0,0-4 31 16,0 0 15-16,-4-3-56 0,-7-2-49 16,5-3-4-16,-4-3-21 0,2-3 0 15,-7-2-2-15,3-3-13 16,-3 0 12-16,-1-4-1 0,5 3-11 16,-5 2-10-16,6 0-2 0,-5 5-4 15,5 1-19-15,1 4-21 0,-3 2-44 16,6 1-31-16,0 1-56 0,2 2-65 15,4 2-213-15,0 1-527 0,0-1-488 16</inkml:trace>
  <inkml:trace contextRef="#ctx0" brushRef="#br0" timeOffset="1411.02">13395 7610 226 0,'0'0'1444'0,"0"0"-831"0,0 0-341 16,0 0-47-16,0 0 26 0,0 0-62 15,0 0-43-15,0 0-15 16,0 0 2-16,0 0 21 0,-21-33-6 16,15 17-15-16,-2-3-8 0,0-1-10 15,1-10-31-15,-3-1-50 0,-2-6-16 16,1-12-18-16,1-13-12 0,-7-9 9 16,7 7-22-16,-2 14-15 0,8 15 9 15,-1 10 0-15,1-1 15 0,0-2 4 16,0 0 10-16,0 7 2 0,0 6 16 15,0 4 3-15,2 3-1 0,-1 2 1 16,1 3 3-16,0 2-1 0,2-1 4 16,0 2-25-16,0 0-9 0,0 0-25 15,0-2-6-15,0 2-7 0,4 0 38 16,1 0 9-16,7-1 18 16,-6-2-15-16,7 3-2 0,3 0-1 15,-3 0 0-15,3 3 4 0,-1 2 17 16,3 1-2-16,-1 2 6 0,1 1-13 15,-5 0-9-15,3-1-3 0,-8 2 0 16,7 1 13-16,-5-1 5 0,-1 2 7 16,-9 1 0-16,2 2 6 0,-2 2 21 15,-2 0 1-15,-3 5-16 0,-7-1 9 16,0-2-3-16,1-2-18 0,-5 1-4 16,3-2-20-16,-3-3-1 0,1-2-61 15,3-3-41-15,0-1-25 0,3-1 16 16,-1-2-17-16,2-1-15 0,1 0-55 15,5-2-67-15,2-1-133 0,0 0-334 16,0 0-613-16</inkml:trace>
  <inkml:trace contextRef="#ctx0" brushRef="#br0" timeOffset="1877.91">13575 6975 200 0,'0'0'1899'15,"0"0"-1356"-15,0 0-247 0,0 0-37 16,0 0-23-16,0 0-74 0,0 0-51 15,0 0-74-15,0 0 23 16,0 0 22-16,2 25 40 0,2 1 20 16,2 7-48-16,0 7-32 0,5 3-37 15,-5 7 3-15,-6-4-10 0,4 1-15 16,0-4 22-16,-2-4-9 0,2-5 5 16,-2-5-18-16,3-5 16 0,-1-6 6 15,-2-5-8-15,2-6-17 0,-2 0-15 16,-2-3 3-16,6-2 10 0,-4-2 0 15,2 0 2-15,1 0 1 0,1-2 21 16,0-2 9-16,-2-1 15 0,0-1 7 16,4 1 14-16,1 0 1 0,-1-3-31 15,0 1-19-15,5-1 1 0,1 0-18 16,-1-1-1-16,3 3-1 0,-4-1-15 16,5 1-39-16,-7 0-52 0,7 3-51 15,-1 0-34-15,-3 3-102 0,-1 0-211 16,-3 0-542-16,-3 6-663 0</inkml:trace>
  <inkml:trace contextRef="#ctx0" brushRef="#br0" timeOffset="3323.65">13647 9337 34 0,'0'0'247'16,"0"0"-204"-16,0 0-11 0,0 0 464 15,0 0-43-15,0 0-213 0,0 0 4 16,0 0 9-16,0 0-78 0,0 0-13 16,-12 45 13-16,8-42-14 0,-1 0 0 15,3 0-23-15,-2-1-26 16,2 1-23-16,-4 0-12 0,4-2-23 16,-4 2-9-16,-5-2-20 0,5 2-3 0,-4-3-3 15,4 0-15-15,-7 0 15 16,1-4-16-16,2-2 16 0,-5 0-3 15,3-3-13-15,-3-2-1 0,-1-1-2 16,5-4 2-16,-5 1-2 0,3-4-1 16,-3-2-15-16,5 0 14 0,-5-5-23 15,6 1 2-15,3-3 22 0,1-3 1 16,2 2 26-16,-2 1 9 0,6-1-7 16,0 2 26-16,6 0 16 0,2 3 12 15,1-1 12-15,5 2-15 0,-2 2 2 16,13 0-11-16,-4 4-1 0,4-1-25 15,4 6-16-15,4 1-16 0,0 4 7 16,2 1 9-16,0 5-6 0,0 1-7 16,-2 4 1-16,-2 4-15 0,-2 4 11 15,-2 2-9-15,-8 5 16 0,1 5-4 16,-7 5 13-16,-1 1-3 16,-6 5 3-16,-3 1-3 0,-3 0-10 15,0-4-12-15,-5 1 13 0,-1-2-13 16,-2-6 8-16,0 0-11 0,1-6-2 15,5-2-23-15,-2-2-30 0,0-3-23 16,4-3-15-16,-2-2-19 0,2-1-61 16,0-3-60-16,2 0-45 0,2-1-108 15,2-2-170-15,-6 0-218 0,0 0-488 16</inkml:trace>
  <inkml:trace contextRef="#ctx0" brushRef="#br0" timeOffset="3974.07">13624 9412 846 0,'0'0'105'0,"0"0"1171"16,0 0-898-16,0 0-40 0,0 0-24 15,0 0-126-15,0 0-58 0,-31 50-23 16,27-30 1-16,2 6-4 0,-2 4-7 16,2 6 4-16,-2 0 2 0,2 0-13 15,-2 0-22-15,-3-3-12 0,1 1-9 16,2-7-13-16,2 0-9 0,-2-6-10 16,0-2-15-16,4-6-12 0,0-1-1 15,0-5-11-15,0-3-1 16,0 1-6-16,0-2 0 0,4-2 9 15,-2 0 10-15,2-1-1 0,-2 0 12 16,2 0 1-16,0 0 2 0,3 0-1 16,-3-1 2-16,0-2 19 0,6-1 15 15,5-1-3-15,-5 0 13 0,9 0-10 16,-1 1 9-16,7-2-15 0,6 1-12 16,0 3-4-16,6-2-12 0,-4 2 13 15,7-2-14-15,-1 2 10 0,-2-3-10 16,2 1 20-16,-1 1-4 0,-5 0-6 15,-2-1 4-15,-7 1 2 0,1 1-15 16,-4-1 16-16,-7 2 8 0,-1 0-2 16,-5 0 12-16,-4 1 12 0,-4-1 61 15,0 1 73-15,0 0 5 0,0-3-60 16,-2 0-62-16,-2-3-41 0,-8-3-25 16,5-2-3-16,-3-2-22 0,2-2 4 15,-7-3 6-15,1 0 12 16,-3-4-12-16,1 1 0 0,-7-4-10 15,0 0-5-15,5-2-19 0,-9 1-5 0,6 1-1 16,3 1 3-16,-5 2 1 16,6 1-10-16,1 3-3 0,5 2-1 15,3 3-14-15,0 1-28 0,6 2-41 16,2 3-93-16,0 1-164 0,4 1-163 16,2 1-84-16,5 1-967 0</inkml:trace>
  <inkml:trace contextRef="#ctx0" brushRef="#br0" timeOffset="4944.9">14375 9553 34 0,'0'0'212'15,"0"0"-53"-15,0 0 1057 0,0 0-797 16,0 0-140-16,0 0 28 0,0 0-66 15,0 0-77-15,0 0-23 16,0 0-7-16,-25 44 3 0,23-42 15 0,0-2-13 16,0 0-10-16,0 2 3 15,0-2 13-15,0 0-17 0,-1 0-17 16,-1-2-15-16,-6-7-15 0,4-2-17 16,-2-5-30-16,1-4-34 0,-5-8-12 15,6-6-3-15,-3-4 2 0,-1-13 1 16,-2 2-3-16,1-1-32 0,3 0 1 15,-4 7 9-15,1-3 6 0,3 5 9 16,-4 6 19-16,3 4 2 0,3 6 1 16,0 7 2-16,0 5 0 0,0 3 17 15,2 3-4-15,1 4 10 0,1 0-13 16,0 3 10-16,2 0 18 16,0 0-13-16,0 0-27 0,0 0-40 15,0 0 3-15,4 1 36 0,3 1-2 16,1-2 1-16,0 3 2 0,3-2 1 15,1 2 11-15,0-2 0 0,3 1-12 16,3-1-1-16,-3 2 1 0,6 0 0 16,-1 1 0-16,-1 0 22 0,1 1-10 15,-5 3 1-15,4 1-1 0,-9 1 3 16,-4 2-12-16,2 2 28 0,-8 6 16 16,0 0-7-16,-8 4-13 0,0-1-2 15,-3 0-1-15,-5 0 1 0,4-6-22 16,-5 1 9-16,5-4-12 0,3-3 0 15,-5-1-43-15,6-3-49 0,-1-1-28 16,3-1-16-16,-2-4-32 0,6 2-45 16,0-2-38-16,2-1-88 0,2 0-310 15,6 0-16-15,-4-1-138 16,4-2-534-16</inkml:trace>
  <inkml:trace contextRef="#ctx0" brushRef="#br0" timeOffset="5516.23">14563 9449 180 0,'0'0'1331'0,"0"0"-581"0,0 0-327 16,0 0-60-16,0 0-28 0,0 0-119 15,0 0-58-15,0 0-23 0,0 0-56 16,0 0-17-16,-17-19 2 0,15 2-14 15,0-2-13-15,0-1-5 0,0-5-7 16,2-4-4-16,-2-3-2 0,-2-5-3 16,2-4-13-16,-4-1-1 0,-1-2 10 15,3-1-10 1,0 6 11-16,0 4 5 0,2 10 13 0,0 6-12 16,0 9-4-16,2 5-15 0,0 4 0 0,0 2-24 15,2 10 5-15,2 8 19 16,4 10 37-16,5 8 0 0,-3 5-21 15,-2 2-16-15,1 2-2 0,5-4 1 16,-8-7 0-16,5-1 1 0,1-6 0 16,-4-4 0-16,5-6-13 0,-1-2 11 15,-4-5-13-15,3-5-10 0,1-1-28 16,-4-5-6-16,-4-1-15 0,3-6 17 16,-1-4 39-16,0-4 18 0,-4-4 3 15,0-1 16-15,0-3-4 0,-2 0 1 16,0-4 6-16,0 0-10 0,-2-2 0 15,2 0-9-15,0 4 0 16,0 0 18-16,0 5 7 0,0 7 3 0,0 3-3 16,2 8-9-16,0 2-16 15,0 0 16-15,0 9 18 0,7 3 9 16,-3 4-5-16,6 6-4 0,-5 3-10 16,3 5-14-16,2-1-10 0,-3 1 0 15,-3-1-3-15,4-1-12 0,2-1-81 16,-5-2-65-16,3 0-72 0,0-5-205 15,-3-2-285-15,-1 1-996 0</inkml:trace>
  <inkml:trace contextRef="#ctx0" brushRef="#br0" timeOffset="8647.77">14089 10241 86 0,'0'0'182'0,"0"0"1346"0,0 0-1048 15,0 0-260-15,0 0-127 0,0 0 117 16,0 0 91-16,0 0 15 0,0 0-43 15,54-6-25-15,-31 0 4 0,-4-2-47 16,7-3-44-16,3 1-38 0,0-2-52 16,4-1-25-16,-2-1-22 0,0 3-11 15,-2-3-13-15,-4 4 3 16,0 0-3-16,-2 3-3 0,-9 1-53 16,3 2-51-16,-7 4-32 0,-2 0-7 15,-4 0-43-15,5 0-34 0,-7 2-79 16,-2 3-70-16,0-1-8 0,-11 2-353 15,5-1-435-15</inkml:trace>
  <inkml:trace contextRef="#ctx0" brushRef="#br0" timeOffset="8837.17">14278 10026 229 0,'0'0'1959'0,"0"0"-1393"0,0 0-111 16,0 0-64-16,0 0-85 0,0 0-126 15,0 0-121-15,0 0-58 0,0 0 58 16,0 0 32-16,20 68-26 0,-11-41-40 16,1 2-23-16,2 2-2 0,-3 0-52 15,-3-3-82-15,2 2-117 0,0-3-146 16,-4-6-219-16,-2 5-694 0</inkml:trace>
  <inkml:trace contextRef="#ctx0" brushRef="#br0" timeOffset="9541.1">14472 10996 141 0,'0'0'105'16,"0"0"-66"-16,0 0-13 0,0 0-10 15,0 0 20-15,0 0 166 0,0 0 472 16,0 0-342-16,0 0-78 0,0 0-24 15,0 18-22-15,-2-17-8 0,-2 2 0 16,-2-3-6-16,-1 2 4 0,3-1-22 16,-2 2-16-16,2-3-17 0,-2 2-14 15,-1-2-15-15,-1 2-35 16,0-2-23-16,2 0 4 0,-3 0-29 0,-3-2 4 16,2 0-15-16,-1-4-5 15,-5-2-14-15,1-1-1 0,-1-1-3 16,-1-3-9-16,-1-3 11 0,-1 3-2 15,0-5-13-15,5-1 0 0,-3 1 13 16,7-4-13-16,-4 4 13 0,5-1-19 16,5-2 3-16,0 0 16 0,2 0-12 15,0 0 11-15,2 2 4 0,2 1 4 16,4 0 33-16,3 0-2 0,3 0 2 16,0 2-14-16,3 0-23 0,5 2-1 15,5 1-18-15,0 1 3 0,2 4 16 16,0 1 13-16,2-3-11 15,2 5 10-15,-4-1 4 0,0 4-4 16,-5 1 7-16,1 1-1 0,2 0 7 16,-7 0 7-16,3 3-11 0,-6 3 17 15,1 3-7-15,-1-1 0 0,-1 4 12 16,-6 3-2-16,3-2 2 0,-1 2-9 16,-4 1-6-16,-2-1-25 0,-2-2 9 15,0 0-12-15,0 0 2 0,1-2-2 16,-3 1-44-16,0-4-24 0,0 3-31 15,0-3-51-15,0 0-67 0,0 1-98 16,-3 1-156-16,-1-4-491 0,-2 6-522 0</inkml:trace>
  <inkml:trace contextRef="#ctx0" brushRef="#br0" timeOffset="10119.14">14484 10918 951 0,'0'0'410'15,"0"0"790"-15,0 0-900 0,0 0-69 16,0 0-33-16,0 0-45 0,0 0-4 16,0 0-13-16,0 0-23 0,0 0-34 15,-14 44-48-15,10-23-6 0,-2 3 16 16,-3 4-7-16,1 1 2 0,2 0 1 15,-5-1-3-15,-1-2-5 0,4 0-14 16,-1-3-2-16,-3-1-10 0,6-4 0 16,0-1 9-16,4-4-11 15,-3-4 1-15,3-2-2 0,2-2 0 0,0-1-49 16,0-2-4-16,5 0 28 0,-1 0 23 16,0-1 2-16,4 1 15 0,2 1 10 15,-1-3 3-15,1 1 0 0,4 2-3 16,-3-3 13-16,10 0 11 0,-7 0-5 15,9 0-1-15,-3 0 4 16,5-7-4-16,2 3-12 0,2-3-13 0,-2-4 4 16,0 4-19-16,4-5 9 15,-2 0 1-15,0 1-12 0,0-1 14 16,0 2-3-16,-11 0 1 0,5 2-1 16,-5 1 0-16,-7 0 13 0,-3 4 6 15,-4 0 12-15,-2 3 12 0,-2-1 132 16,0 0 60-16,-2 0-110 0,-2-3-94 15,-4-1-43-15,2-3-10 0,-7-1-11 16,1-2-3-16,1-4 6 0,-7-1-13 16,3-2-30-16,-5-5 7 0,1 2-10 15,-2-4 0-15,1 0-1 16,1 0-33-16,-2 2 10 0,5 0-8 16,-1 7-11-16,5-1-23 0,0 0-44 15,-1 5-69-15,9-1-182 0,-2 2-248 16,2 1-621-16</inkml:trace>
  <inkml:trace contextRef="#ctx0" brushRef="#br0" timeOffset="10691.44">15034 10587 366 0,'0'0'59'0,"0"0"1490"16,0 0-1047-16,0 0-173 0,0 0-21 15,-18-53-97-15,13 41-52 0,-1-1-10 16,2 1 5-16,-4 0 10 0,-5 2-10 16,3 3-26-16,0 0-22 0,-9 3-32 15,7 2-27-15,-7 2-32 0,3 2-15 16,-5 6-15-16,4 3-19 0,1 3 3 16,3 1 6-16,-1 4 3 0,6-5-6 15,4 6 7-15,-1-4-1 0,5-1 6 16,0 0-9-16,0-3-6 0,5 0 3 15,1-3 0-15,4 3 3 0,5-4 25 16,-5-1 2-16,6 0 42 0,-1 0 12 16,4-2 3-16,-7 1 16 15,4 1-10-15,-1-2-6 0,-3 1 9 16,1 0 3-16,-5 0-4 0,0 0-2 16,-4 2 5-16,3 2-8 0,-5 2-7 15,-2 1-18-15,0 3-13 0,-9 0-24 16,-3-1-10-16,4 1-21 0,-11-1-24 15,5-4-28-15,-5 0-12 0,5-4-31 16,-7-3-47-16,4-3-54 0,-1-1-99 16,3-4-101-16,-1-4-193 0,5-3-182 15,3 3-553-15,2-10 683 0</inkml:trace>
  <inkml:trace contextRef="#ctx0" brushRef="#br0" timeOffset="11115.81">14962 10526 783 0,'0'0'1658'0,"0"0"-1076"16,0 0-374-16,0 0-17 0,0 0 6 15,0 0-89-15,47-25-17 0,-28 21 7 16,-2 1-8-16,3-3-10 0,1 2-12 16,0 0-15-16,3-1-25 0,-7 1-9 15,6 1-16-15,-3-3 16 0,-3 6-16 16,-1-2-2-16,-5 2-1 0,-1-1 0 15,2 1-37-15,-5 0-32 0,-3 0-31 16,2 0-20-16,-4 0-6 0,-2 2-34 16,0-1-37-16,0 2-16 0,-4 0-21 15,-2 1-145-15,-3 0-103 0,-7 4-11 16,3-2 44-16,-7-2-30 16,1 3 111-16,-1-1 368 0,-1-1 124 0,4 0 312 15,-1 0 46-15,3-1-56 16,-1 1 12-16,7 1-31 0,3-1-66 15,4 0-35-15,0 1-58 0,2 4-36 16,0 1-33-16,0 4-37 0,2 6-11 16,-2 1 2-16,2 4-21 0,0 0-23 15,-2 2-39-15,2-3-22 0,0 0-28 16,3-1-13-16,-3-3-18 0,6-3-64 16,-2-1-69-16,0-5-57 0,-2-2-125 15,3-5-242-15,-5-2-607 0,-2-3-598 0</inkml:trace>
  <inkml:trace contextRef="#ctx0" brushRef="#br0" timeOffset="11309.85">15065 10717 89 0,'0'0'277'16,"0"0"1990"-16,0 0-1759 0,0 0-221 0,0 0-43 15,0 0-83-15,0 0-36 16,62-42-23-16,-47 36-43 0,3 1-37 15,-3 0-19-15,3 2-3 0,-5 0-32 16,3 1-123-16,-5 2-43 0,-5 0-39 16,0 6-69-16,-4 2-110 0,-2-1-185 15,-2 8-605-15</inkml:trace>
  <inkml:trace contextRef="#ctx0" brushRef="#br0" timeOffset="11539.62">15057 10945 1805 0,'0'0'1653'15,"0"0"-1194"-15,0 0-267 0,0 0-33 16,0 0-10-16,0 0-16 0,58-27-47 16,-38 17-43-16,1 2-15 0,-4 1-25 15,3 1-3-15,-3 4-26 0,1 2-91 16,-3 0-47-16,1 4-47 0,-3 4-44 15,1 1-69-15,-3 4-166 0,-3 1-183 16,-2-3-402-16,2 3-275 0</inkml:trace>
  <inkml:trace contextRef="#ctx0" brushRef="#br0" timeOffset="14205.27">15572 12340 171 0,'0'0'104'0,"0"0"-75"0,0 0 714 0,0 0-173 16,0 0-219-16,0 0-40 0,0 0-56 15,0 0-68-15,0 0-29 0,0 0-4 16,0 0 32-16,-46 38-52 0,38-41-58 15,-2-3-22-15,1-1-26 0,-1-5-9 16,-2 1-3-16,-1-3-14 16,1-3-1-16,-3 0-1 0,5-3 0 15,-5-2-19-15,5-1 7 0,0-3-7 16,-3-2 17-16,7-3-2 0,0 2 4 16,4-1 29-16,2-1 12 0,0 0-3 15,4 2-9-15,6 0 2 0,5 2 1 16,-3 2 0-16,7 2 15 0,-1 2 0 15,3 6-3-15,4 3-6 0,-2 1 31 16,4 5 3-16,1 6 13 0,1 0-7 16,-2 4-3-16,2 9 3 15,-6 1-10-15,0 8 15 0,-1 4-5 16,-5 4-26-16,2 3-6 0,-11 3-12 16,2 1-9-16,-2-3-4 0,-5 1 4 15,-3-2-4-15,0-3-2 0,-3-4-7 16,-3-5-9-16,4 0-2 0,-2-6-1 15,2-3-22-15,0-4-36 0,0-1-34 16,0-3-35-16,0-1-6 0,0 0-19 16,-2-3-38-16,-1 1-40 0,-3-1-92 15,2 1-76-15,0-1-113 0,0 0-117 16,-1 0-359-16,-5 5-9 0</inkml:trace>
  <inkml:trace contextRef="#ctx0" brushRef="#br0" timeOffset="14771.45">15607 12323 304 0,'0'0'62'0,"0"0"417"16,0 0 322-16,0 0-408 0,0 0-95 15,0 0-30-15,0 0-20 0,0 0-33 16,0 0 9-16,0 0-14 16,-37 21-20-16,32-12-14 0,1 4-41 15,0 4-59-15,-4 3-44 0,0 6-20 16,-1 4 7-16,1 2 0 0,-4-1-7 15,1 5 7-15,3-4-4 0,-6-1 7 16,5 0-6-16,3-4-1 0,-4-2-14 16,2-4 2-16,3-2 16 0,-1-5-19 15,4-3 1-15,2-3-1 0,-2-3-12 16,2-2-19-16,0 1-4 0,2-3-5 16,0 0 40-16,2-1 16 0,3 0-3 15,1 0-11-15,0 0 14 0,0 0-1 16,5 0 1-16,-1 0 6 0,3-1 12 15,3-2-3-15,-1-1 3 0,5 2 6 16,5-2-3-16,2-1 4 16,2 1-4-16,-2-3-16 0,4 2 4 15,-2-4-7-15,-2 1 1 0,4 0-7 16,-2-2-9-16,-4 1 22 0,2 1-6 16,-6 0 2-16,-5 1 7 0,-1 1-4 15,-7 0 16-15,-3 2 13 0,-5 2 32 16,0 0 47-16,-2-1 27 0,0 1 2 15,-4-3-85-15,-3-2-59 0,1-1-17 16,0-2 0-16,-6-3-3 0,3 1-9 16,1-3 9-16,-6-1-16 0,3-3 4 15,-1-1-15-15,-5-3-13 0,3-2-17 16,-7 0-10-16,7-1 12 0,-7 0-6 16,7 2-4-16,-3 2-11 0,7 1 2 15,-5 3-39-15,7 3-63 16,2-1-100-16,2 4-176 0,-1 1-246 15,3 4-637-15,2-2-451 0</inkml:trace>
  <inkml:trace contextRef="#ctx0" brushRef="#br0" timeOffset="16218.96">14916 9042 1095 0,'0'0'163'0,"0"0"614"0,0 0-421 16,0 0-91-16,0 0-114 0,0 0-119 15,0 0 113-15,0 0 66 0,0 0-20 16,0 0-44-16,52-63-37 0,-40 44-40 16,1 2-13-16,-5 2-4 15,2 3-12-15,-5 2-9 0,3 3 5 16,-4 1 10-16,-2 2 10 0,-2 3 16 16,0 1 36-16,0 0 49 0,0 0-31 15,-2 5-59-15,-2 2-46 0,2 5-10 16,-4 7-12-16,6 7 0 0,0 7 22 15,0 3 5-15,0 4 4 0,0-2-28 16,0-1 0-16,0-3 13 0,0-5-14 16,4-1 1-16,-2-5 12 0,0-2-14 15,2-4-1-15,-2-6-15 0,2 3-16 16,2-7-46-16,1-2-127 0,3-3-110 16,-4 0-362-16,0-4-808 0</inkml:trace>
  <inkml:trace contextRef="#ctx0" brushRef="#br0" timeOffset="17295.26">16305 12547 386 0,'0'0'58'0,"0"0"1335"0,0 0-897 16,0 0-96-16,0 0-21 0,0 0-38 16,0 0-40-16,0 0-37 0,0 0-54 15,0 0-33-15,-43 14-50 0,39-14-28 16,2-3-25-16,-4-3-25 16,-5-5-25-16,5-3-24 0,-2-5-3 15,-3-6-21-15,1-6 5 0,-2-11 17 16,-1-12-16-16,-1 0-7 0,4 7-15 15,-5 4 0-15,9 11 9 0,-2-3-9 16,-3-2 22-16,1 7 18 0,4 5 0 16,2 7 1-16,-1 5 0 0,5 5-1 15,0 2-12-15,0 2 0 0,0 3-13 16,0 1 3-16,3 0 22 0,1 0 37 16,2 3-3-16,2 1-7 0,2 0-2 15,-1 1-9-15,1-1-13 0,7 2-1 16,-7-2 1-16,6 0 0 0,-1-2 0 15,6 0 12-15,-5 0 7 0,5-1-7 16,-5 1 1-16,3-1-4 0,-5 2-9 16,3-1 10-16,-9 4 8 15,-2 0 4-15,-3 1-4 0,3 3 13 0,-6 0 40 16,-2 5-19-16,-7 1-34 0,3 2-3 16,-4 0-16-16,-7 4-2 0,5-1-1 15,-5-1-26-15,7-1-1 16,0-1-8-16,-3-4-23 0,7-3-17 15,2-5-41-15,0-4-44 0,4-2-69 16,0 0-222-16,4-8-167 0,4-4-59 16,0 2-553-16</inkml:trace>
  <inkml:trace contextRef="#ctx0" brushRef="#br0" timeOffset="18085.44">16502 12289 21 0,'0'0'257'16,"0"0"-143"-16,0 0 1254 0,0 0-1031 16,2 59-52-16,4-47-52 0,-4-3-94 15,2 0-33-15,0-3 3 0,-2-1 0 16,-2-1 9-16,5-2-25 15,-5-1-1-15,0-1 26 0,0 0 53 16,0-2 27-16,0-2-91 0,-5-3-66 16,3-4-10-16,-4-1 14 0,2-4 2 15,-4-3-4-15,4-4-8 0,0 0-7 0,-1-4-13 16,3-4-15-16,-2-1-13 16,0 0 11-16,-4-1-1 0,4 0 1 15,0 2 2-15,1 8 2 0,3 2 19 16,-4 8 11-16,4 4 2 0,0 5-13 15,0 4-2-15,0 0-4 0,0 4 1 16,4 6-15-16,3 7 52 0,3 6 9 16,-2 5-32-16,1 3-17 0,1 2-10 15,4-3 9-15,-5-2-10 0,-1-4 1 16,4-2-3-16,-3-5-1 0,3-3-11 16,-2-5 0-16,-1-3-4 0,-3-2-5 15,-2-4-1-15,0 0-12 0,-2-1-6 16,4-5 39-16,-4-4 1 15,0-2 0-15,-2-3-11 0,3 0-7 0,-3-2-10 16,0-1 0-16,0 0 9 16,0-2 18-16,0 1 1 0,0 2 2 15,-3-1 11-15,3 5-1 0,0 4 25 16,0 0 16-16,0 4 0 0,0 3 5 16,3 2 1-16,-1 0-7 0,2 2-8 15,0 6-5-15,4 3 8 0,7 5 2 16,-7 5 3-16,2 2-9 0,1 2-19 15,-3 2-12-15,0-2-10 0,-2 0-1 16,5-2-1-16,-3-4-18 16,-2-2-28-16,0-4-70 0,5-3-63 15,-3-5-59-15,-2-1-26 0,2-3-140 16,-4-1-158-16,7-2-165 0,-7-3-308 16,-2-7-212-16</inkml:trace>
  <inkml:trace contextRef="#ctx0" brushRef="#br0" timeOffset="18491.79">16760 12016 360 0,'0'0'124'15,"0"0"1750"-15,0 0-1317 0,0 0-122 16,0 0-124-16,0 0-134 0,0 0-33 16,0 0 95-16,0 0 12 0,0 0-32 15,42-7-56-15,-24 7-65 0,-3 0-49 16,3 0-24-16,-3 3-23 0,3 3 0 15,-3 2 10-15,-1 3 0 0,-5 5-10 16,-5 4-2-16,-2 3-28 16,-2 3-27-16,-2 2-31 0,-5 2 0 15,-1-1 6-15,-6 1 0 0,-1-3 0 16,-1-2 18-16,1-4 3 0,3-4-12 16,-3-2 9-16,5-5 6 0,-4 0 28 15,7-6 28-15,5-3 15 0,-2 1 32 16,2-2 18-16,2 0-27 0,0 0-14 15,0 0 54-15,4-2 24 0,-2-1 15 16,4 1 9-16,3 0-10 0,1-1-46 16,0 0-30-16,5 1-6 0,-1 1-16 15,3-2-6-15,-1 3-12 0,1-2-11 16,0 2-29-16,-7-1-88 0,8 1-59 16,-5 0-35-16,-1 0-63 0,-3 0-129 15,-3 3-271-15,-2 0-512 0,-4 8-433 16</inkml:trace>
  <inkml:trace contextRef="#ctx0" brushRef="#br0" timeOffset="18895.81">16219 12911 2524 0,'0'0'1075'0,"0"0"-716"0,0 0-226 16,0 0-36-16,0 0-16 0,0 0 27 15,49-12 50-15,-28 9 15 0,-5 0-60 16,7-1-42-16,0 1-34 0,-4-2-23 16,5 0-14-16,-3 1-15 0,-7 0-93 15,5 0-82-15,-9 1-45 0,-1 1-20 16,-5 0-101-16,4-3-192 0,-6 0-156 15,-2 2-454-15,-10-5-188 0</inkml:trace>
  <inkml:trace contextRef="#ctx0" brushRef="#br0" timeOffset="19050.77">16336 12731 242 0,'0'0'202'0,"0"0"1677"16,0 0-1340-16,0 0-94 15,0 0-105-15,0 0-186 0,0 0-122 16,0 0 18-16,0 0 79 0,-4 62-19 15,11-35-51-15,1 2-35 0,-4-1-24 16,0-2-12-16,2 1-72 0,-4-6-96 16,2-3-126-16,-1-4-248 0,-1-3-784 0</inkml:trace>
  <inkml:trace contextRef="#ctx0" brushRef="#br0" timeOffset="20153.12">15832 13677 125 0,'0'0'215'0,"0"0"-88"0,0 0 1150 15,0 0-936-15,0 0-86 0,0 0-19 16,0 0-36-16,0 0-30 15,-58-44 0-15,48 35-13 0,0-1-17 16,-3-2-38-16,1-1-42 0,-1-4-35 16,-3-2-23-16,5-2 1 0,-5-3-2 15,6 0-1-15,-3-1 0 0,1 1-2 16,1 1 2-16,5 4 16 0,2 0-3 16,-2 4-11-16,6-1-2 15,0 1-2-15,8 2 2 0,0-3 1 0,5 1-1 16,5 0 2-16,1-1-1 0,8 4-1 15,6 3 0-15,2 2 0 16,6 1 53-16,1 1 26 0,-3 3-10 16,-2 1 0-16,-4 1-22 0,-6 5 10 15,-2 4 3-15,-10 5 9 0,-5 4 68 16,4 7 6-16,-10 2-69 0,-4 4-40 16,0 0-20-16,0-2-14 0,0 0-12 15,-2-4-25-15,0-3-53 0,-2-4-22 16,2-2-37-16,-2-4-49 0,-2-1-86 15,2-3-97-15,0 1-70 0,-3-5-221 16,1 0-577-16</inkml:trace>
  <inkml:trace contextRef="#ctx0" brushRef="#br0" timeOffset="20685.92">15830 13678 190 0,'0'0'1876'0,"0"0"-1371"0,0 0-161 16,0 0-106-16,0 0-53 15,0 0-30-15,0 0-9 0,0 0-23 16,0 0-16-16,0 0-16 0,-33 63-34 16,29-45-9-16,-2 1-7 0,-5 3 2 15,5 0 4-15,0 2-13 0,0-4-6 16,-1 3 6-16,-3-7-6 0,6 1-12 15,-2-4-4-15,4-3 1 0,2-3-13 16,0-4-14-16,0 0-51 0,2-2-28 16,6-1 58-16,0 0 14 0,5 0 17 15,-5 0 2-15,9 0 0 0,-1 0 2 16,5 0 0-16,-3-1 16 0,7 1-15 16,4-1 11-16,2-1 1 0,-2-1 18 15,2-2-12-15,0-2 21 16,0-1-6-16,2-3 1 0,-6-1 11 0,0 0-15 15,2 2 9-15,-6-3-24 0,-7 4 12 16,1 1 6-16,-7 0 3 0,-2 2 6 16,-6 3 12-16,-2 2 10 15,0-1 43-15,0-2 39 0,-2-1-34 16,-4 1-71-16,-2-4-41 0,-3-2-1 16,1-3-12-16,0-2 10 0,-3 1-13 15,1-2 3-15,2-3 0 0,-7-1-13 16,3 1-33-16,-1-1-25 0,1 3 1 15,-1 0-20-15,-3 2-2 0,7 2-23 16,-3 2-22-16,6 1-72 0,1 0-191 16,1 1-176-16,2-1-386 0,4 4-461 15</inkml:trace>
  <inkml:trace contextRef="#ctx0" brushRef="#br0" timeOffset="21412.34">16529 13286 86 0,'0'0'85'0,"0"0"78"0,0 0 550 16,0 0 19-16,0 0-281 0,0 0-134 15,0 0-81-15,0 0-60 0,0 0-9 16,0 0 5-16,-35-47 0 0,28 42-10 16,1 1-36-16,-4-1-38 0,2 1-18 15,-1 1-14-15,-1-1-28 0,-2 4-15 16,1-2-11-16,-5 2-2 0,5 0-1 15,-5 2-40-15,1 3-6 0,3 2 0 16,-3 3 0-16,7-1 6 0,2 3 9 16,0 0 4-16,2 0 3 0,-3-2-7 15,7 1 3-15,0 1 1 16,5-2-4-16,1 0 4 0,0-1 12 16,0 0-3-16,2 0 19 0,9-2 19 0,-5 0 19 15,7 1 0-15,0-5-3 16,1 4 12-16,1-3-9 0,-2 3 3 15,5 3 9-15,-9-2 17 0,5 4-8 16,-5 1 1-16,-1-1-12 0,-5 2-8 16,-1 3 20-16,-6 1 42 0,2 1 10 15,-4 1-47-15,-4 1-6 0,-2 0-34 16,-4-2-10-16,-7 0 16 0,2 0-19 16,-5-1-8-16,3-4-2 0,-5 1 0 15,5-5-2-15,-2-2-25 0,3-4-58 16,-1-4-26-16,3 0-31 15,1-6-22-15,5-6-65 0,4-4-178 0,2-3-128 16,2-4-291-16,0 6-679 16,4-12 923-16</inkml:trace>
  <inkml:trace contextRef="#ctx0" brushRef="#br0" timeOffset="21695.74">16603 13240 249 0,'0'0'2084'0,"0"0"-1337"16,0 0-291-16,0 0-270 0,0 0-91 16,0 0 18-16,0 0 13 0,0 0-22 15,0 0-11-15,56-31-3 0,-37 27-15 16,-1-1-23-16,7 0-24 0,0-1-27 16,-5 0 0-16,5 0-1 0,-2 0 0 15,-4 1 0-15,-1 3-1 16,-5 0-33-16,-1 2-53 0,-4 0 4 15,1 0 11-15,-7 0 6 0,2 0-27 0,-2 2-49 16,-2-2-66-16,0 0-99 16,0 0-102-16,-2 0-32 0,-4 0-558 15,-5 0-305-15,-3 0 1050 0</inkml:trace>
  <inkml:trace contextRef="#ctx0" brushRef="#br0" timeOffset="21877.83">16729 13189 454 0,'0'0'26'16,"0"0"1717"-16,0 0-1220 0,0 0-99 15,0 0-71-15,-14 51-119 0,16-36-117 16,0 2-26-16,4 5 22 0,0 5 37 16,3 0-13-16,-1 4-16 0,-4 0-32 15,4-1-49-15,-4 1-24 0,0 0-16 16,5-3-12-16,-1 0-12 0,-2-3-29 16,0-5-61-16,5-2-69 0,-1-6-68 15,-4-4-168-15,-2-2-206 0,1-6-435 16,-3 0-388-16,-2-6 1006 0</inkml:trace>
  <inkml:trace contextRef="#ctx0" brushRef="#br0" timeOffset="22085.83">16680 13450 920 0,'0'0'1070'0,"0"0"-294"16,0 0-247-16,0 0-214 0,0 0-314 15,0 0 24-15,0 0 60 0,0 0 57 16,0 0 9-16,51-29-3 0,-30 23-58 15,-5-1-50-15,9-1-21 16,0-1-18-16,-4 1 0 0,-1-1-1 0,-1 1-18 16,-4 2-98-16,3-1-50 15,-8 3-45-15,-1 1-114 0,-5 3-174 16,2 0-197-16,-6 6-540 0</inkml:trace>
  <inkml:trace contextRef="#ctx0" brushRef="#br0" timeOffset="22326.84">16795 13614 369 0,'0'0'2245'0,"0"0"-1558"0,0 0-237 16,0 0-261-16,0 0-136 0,0 0 57 16,0 0 81-16,0 0 22 0,0 0-40 15,62 6-62-15,-51-6-47 0,7 0-33 16,-3 0-29-16,3 0 0 0,-5 0-2 15,5-1-1-15,-5 0 0 16,5-1-14-16,-3 2-47 0,1-2-55 16,-3 2-65-16,3-3-25 0,-1 1-2 0,-1 1-99 15,-1-2-133-15,-5 1-122 16,-2 1-226-16,2 1-628 0</inkml:trace>
  <inkml:trace contextRef="#ctx0" brushRef="#br0" timeOffset="23524.91">16996 14527 21 0,'0'0'75'16,"0"0"-48"-16,0 0-27 0,0 0-11 15,0 0 11-15,0 0 68 0,0 0 4 16,0 0-36-16,0 0 62 0,0 0-56 15,33 25 1019-15,-35-19-726 0,0-2-50 16,-6 2-38-16,1 2-8 0,-5-2-11 16,4 1-22-16,-5-3-11 0,1 2-10 15,-1-1-55-15,3-1-57 0,-6-3-26 16,1 1-12-16,-3-2-13 0,-1 0 0 16,-2 0-19-16,1-2 29 15,3-3-1-15,-4 0 1 0,5-3-4 16,-1-1-28-16,5-3-6 15,-5-4-19-15,9-3-10 0,0-2-6 0,0-3 10 16,-1-1-1-16,9-1 7 0,0-1-4 16,0 1 1-16,2-1 2 0,7 1 24 15,1 2 1-15,0 1-15 0,7 3 14 16,-3 1 2-16,7 1 18 0,-2 3 46 16,5 2 11-16,1 2 4 0,0 2-25 15,0 6-10-15,2 3 22 0,0 0-1 16,-3 8 12-16,-1 2 10 0,0 4-3 15,-5 5 15-15,-1 0-9 16,-1 4-22-16,-3 0-15 0,-5 1-26 16,2 2-11-16,-3 0 2 0,-5 0-15 15,-2 2 0-15,0-3 10 0,0 1-1 16,-4-4 3-16,-1-3-15 0,-1-4-18 16,2-5-37-16,2 1-29 0,0-5-30 15,0-4-32-15,2-1-38 0,0-1-58 16,0 0-106-16,-2 0-50 0,0 0-30 15,-2 0-244-15,0-1-497 0,-1 1 373 16</inkml:trace>
  <inkml:trace contextRef="#ctx0" brushRef="#br0" timeOffset="23567.89">16996 14527 125 0</inkml:trace>
  <inkml:trace contextRef="#ctx0" brushRef="#br0" timeOffset="24021">16996 14527 125 0,'6'74'205'0,"-14"-70"1042"0,4 2-724 0,0-1 444 0,-3 1-711 15,5-2-24-15,0 0-39 0,0 3-39 16,0 3-38-16,-4 1-3 0,4 1-7 15,-2 5-22-15,-3 3-22 16,3 2 0-16,-4 3 0 0,0-2-18 16,0 4-23-16,-3-4-2 0,-3 2-7 15,5-2 0-15,-1-1-9 0,-2-3 25 16,6-2-12-16,1-5-4 0,1-3 3 16,2-3-15-16,0-1-2 0,2-2-32 15,0-1-40-15,4-1 19 0,2 0 39 16,1 0 13-16,5-1 3 0,-2 1 3 15,3-1 13-15,5 0 8 0,-3 0 7 16,8-1 0-16,-1-1-3 0,1-3-13 16,0 1 22-16,2 0-6 0,-3-2 3 15,1 1-6-15,4-2 8 0,-4 0-5 16,2-3-9-16,-3 3-10 0,3 0 0 16,-4 0-12-16,-3 2 3 0,-1-1 0 15,-7 3 9-15,-2 0-9 0,1 1 16 16,-9 2-7-16,2-2 19 0,-2 2 39 15,0-1 137-15,-6 0-73 0,-1 1-85 16,1-2-34-16,0-3-15 16,-4 1-1-16,-1-1-2 0,1-2-15 15,-2-2-1-15,-1-2 4 0,1-4-3 16,-3-1 0-16,1-5-10 0,-5-1-8 16,3-3-34-16,-5-1-25 0,4-1-33 15,1 4-10-15,1 3 3 0,1 3 6 16,8 5-44-16,2-1-94 0,2 1-145 15,2 2-240-15,0-1-542 0,2 3-660 16</inkml:trace>
  <inkml:trace contextRef="#ctx0" brushRef="#br0" timeOffset="24586.38">17318 14180 112 0,'0'0'346'0,"0"0"912"0,0 0-843 16,0 0-62-16,0 0-41 0,0 0 0 15,0 0-57-15,0 0-1 0,0 0-30 16,-29-3-26-16,29 6-10 0,0 6-8 16,0 0-31-16,0 12-44 0,7 12-38 15,3 17-18-15,2 23-6 0,3 8-12 16,-1 0 0-16,-5-7-10 0,1-11-18 15,-2-11 0-15,-2-13 10 16,-4-8-13-16,5-9-1 0,-1 3-55 0,6-2-33 16,-1-1-37-16,-3-6-37 15,2-9-61-15,0-4-108 0,-1-3-164 16,-5-6-169-16,-2-4-450 0,-2-9-466 0</inkml:trace>
  <inkml:trace contextRef="#ctx0" brushRef="#br0" timeOffset="24892.41">17271 14286 913 0,'0'0'1448'0,"0"0"-945"0,0 0-163 16,0 0-16-16,0 0-64 0,0 0-116 15,43-53-34-15,-30 44 0 16,3 6-10-16,-1 2-25 0,5 1-29 15,-3 1-15-15,3 7-9 0,-1 4-7 16,0 5 1-16,-5 2-1 0,-1 3 13 16,-5 5-6-16,-2 0 12 0,-6 3 9 15,0 1 3-15,-6-1 7 16,-7 1-17-16,-1-2 1 0,2-4-12 0,-5-2-14 16,5-5-11-16,1-5-15 0,-3-5-68 15,8-4-65-15,-3-2-66 0,1-2-75 16,2-7-178-16,-2-1-210 0,6-1-303 15,-7-4-520-15</inkml:trace>
  <inkml:trace contextRef="#ctx0" brushRef="#br0" timeOffset="25465.84">17738 14351 440 0,'0'0'232'0,"0"0"808"0,0 0-375 16,0 0-146-16,0 0-68 0,0 0-96 15,0 0-112-15,0 0-67 0,0 0-39 16,0 0-31-16,-50-40-32 16,42 36-12-16,2-1-12 0,-4 4-7 0,1 1 0 15,1 0-9-15,0 1-3 16,-1 6-13-16,1 6-18 0,0 4-14 15,2 8-8-15,-3 2-2 0,1 9 8 16,2 3 14-16,0 1 0 0,0 0 2 16,1-2 1-16,1-1 30 15,0-3 0-15,2-5-7 0,2-1 10 0,0-6 0 16,2-1-7-16,4-7-20 16,3-3-7-16,-1-2-22 0,0-5-6 15,7-1 13-15,-3-3 4 0,0 0 11 16,3-2 15-16,-1-3-3 0,5-3 1 15,-7-1-10-15,5-1 0 0,-3-2 0 16,-1-4 0-16,-1 2-3 0,1-1-77 16,-1-1-40-16,-4-1-34 0,1 3-26 15,-1-1-44-15,-4 5-66 0,-2 0-109 16,-2 5-100-16,0 1-23 0,-4 1-39 16,-2 2-141-16,-5 1-396 0</inkml:trace>
  <inkml:trace contextRef="#ctx0" brushRef="#br0" timeOffset="25766.15">17659 14636 272 0,'0'0'316'0,"0"0"293"16,0 0 377-16,0 0-598 0,0 0-44 16,0 0-148-16,0 0-30 0,0 0 76 15,0 0 58-15,0 0-23 0,11 0-53 16,-3-2-59-16,-2-2-79 0,2 3-43 16,1-1-18-16,1 2-10 15,-2-3-13-15,-1 3 1 0,1-1-1 0,-2 1 0 16,0 0 0-16,0 0-1 0,-1 0 0 15,-3 3 1-15,4 0 1 16,-2 1 9-16,0 2-9 0,0 0 13 0,-2 4 2 16,-2-1 4-16,4 4-1 15,-1 1 10-15,-1 4 15 0,-2 2 0 16,2 2 3-16,0-1-9 0,2 0-28 16,0-2-12-16,-2-2-3 0,2 0-25 15,0-5-36-15,-2-2-16 0,0-3-36 16,3-2-51-16,-3-4-125 0,-2-1-238 15,2-1-555-15,-2-8-875 0</inkml:trace>
  <inkml:trace contextRef="#ctx0" brushRef="#br0" timeOffset="48459.13">10327 5436 3 0,'0'0'39'0,"0"0"10"0,0 0-48 15,0 0-1-15,0 0-3 0,0 0-20 16,0 0-43-16</inkml:trace>
  <inkml:trace contextRef="#ctx0" brushRef="#br0" timeOffset="50112.18">11040 6935 3 0,'0'0'23'0,"0"0"-3"0,0 0-4 0,0 0 4 16,0 0 6-16,0 0-4 0,0 0-5 15,0 0-14-15,0 0 12 16,0 0-15-16,0 0-3 0,0 0 3 15,0 0 0-15,0 0 16 0,0 0 5 16,0 0-21-16,-2 0 0 0,0 0 0 16,0 0 13-16,0 0-13 0,2 0-2 15,0 0-34-15,0 0 16 0,0 0 18 16,0 1-1-16,2-1 0 0,0 0-10 16,-2 0 11-16,2 0 0 0,-2 0 2 15,2 2 0-15,-2-2 1 0,0 0 2 16,0 0 10-16,0 1 0 0,0-1 13 15,0 0-7-15,0 0 4 0,0 0-20 16,0 0 0-16,0 0-3 0,0 0-2 16,0 0-11-16,0 0-3 0,0 0 14 15,0 0-1-15,0 0-10 0,0 0-4 16,0 0 14-16,0 0-20 0,0 0-6 16,0 0-49-16</inkml:trace>
  <inkml:trace contextRef="#ctx0" brushRef="#br0" timeOffset="55621.54">12583 7969 1 0,'0'0'2'15,"0"0"-1"-15,0 0 22 0,0 0 13 16,0 0 13-16,0 0-20 16,0 0-29-16,0 0-19 0,0 0 17 0,0 0 2 15,0 0 0-15,24 27 26 0,-24-26 29 16,0 1-55-16,0-1 0 16,0 0 0-16,-4 1 1 0,2 1 12 15,2-2-12-15,-2 2 1 0,2-2 1 16,-2 1 0-16,2-1-3 0,-2 0 0 15,2-1-13-15,0 0-3 0,0 0 12 16,0 0-15-16,0 0-1 0,0 0-16 16,0 0 4-16,0 0 12 0,0 0 18 15,0 0 0-15,0 0-15 0,0 0-2 16,2 0 17-16,0-1-12 16,0-2 14-16,-2 3 16 0,2-2 7 0,2 1-23 15,-2 1-17-15</inkml:trace>
  <inkml:trace contextRef="#ctx0" brushRef="#br0" timeOffset="154484.22">12944 6785 79 0,'0'0'59'0,"0"0"-17"15,0 0-39-15,0 0-2 0,0 0-1 16,0 0-3-16,0 0-13 0,0 0 14 16,-35 45-1-16,31-39 3 0,-2-4 0 15,6 2 62-15,-2-3-50 0,2 0-11 16,0-1-1-16,0 2 1 0,0-2-1 16,0 0-15-16,0 0-25 0,0 0 18 15,0 0 22-15,0 0 0 0,0 0 26 16,0 1 59-16,0-1-69 0,0 2-15 15,-2 1 25-15,2-1 258 0,-2-1-134 16,2 1-59-16,0-2-29 0,0 2-62 16,0-2-36-16,0 0-29 0,0 0 42 15,4 0 20-15,-2 0-17 16,-2 1 17-16,6-1-23 0,-4 0 25 0,2 0 1 16,-2 0 0-16,-2 0 0 15,0 0 3-15,0 0 13 0,0 0-3 16,2-1-11-16,-2 1 2 0,0-2-1 15,0 1-3-15,5 0-25 0,-3 0-44 16,-2 0-15-16,2 0-11 0,-2-1 20 16,2 1 20-16,0 0 29 0,-2 0 25 15,2 1 1-15,-2 0 1 0,0-1 0 16,2-1 0-16,-2 1-1 0,6 0-33 16,-2-1-126-16,-2 0 14 15</inkml:trace>
  <inkml:trace contextRef="#ctx0" brushRef="#br0" timeOffset="154923.09">13041 6759 25 0,'0'0'2'0,"0"0"14"16,0 0 1-16,0 0-16 0,0 0 0 15,0 0-1-15,0 0-13 0,0 0 10 16,0 0-1-16,0 0-38 0</inkml:trace>
  <inkml:trace contextRef="#ctx0" brushRef="#br0" timeOffset="155295.19">13041 6759 38 0,'-43'38'101'0,"37"-32"-68"0,0 0 42 0,2-2-13 16,-1 1 423-16,-1-1-224 15,-2 2-72-15,2-4 3 0,2 2-23 16,-1-2-16-16,3-2-23 0,2 0-7 0,0 0-52 15,0 0-71-15,0 0-22 16,0 0-40-16,0 0 17 0,0 0 45 16,0 0 15-16,2 0 14 0,3 0 10 15,1-5-3-15,0 1 22 0,8-5-6 16,-1 0 3-16,3-3 13 0,1-5 6 16,4-2 26-16,3-3-19 0,3-1 16 15,0-7-23-15,6 0 10 0,4-6-10 16,-1-5 3-16,11-2 9 0,3-11 1 15,12-8-27-15,10-5-18 0,5-1-23 16,-9 6-17-16,-8 11 0 16,-17 13 11-16,-4 7-13 0,-10 9 3 15,2 1 9-15,-2-1-12 0,6 0-1 16,-1-2-28-16,-8 5-6 0,-5 6-10 16,-4 3-6-16,-9 4 10 0,-4 3 41 15,-4 3 60-15,0 0 87 0,-8 0-131 16,6 2-16-16,-7 2-57 0,1-1-45 15,0 1-55-15,2-1-52 0,4 0-72 16,-5 0-156-16,3-2-242 0,0 1-344 16</inkml:trace>
  <inkml:trace contextRef="#ctx0" brushRef="#br0" timeOffset="155641.74">13808 5825 882 0,'0'0'420'16,"0"0"175"-16,0 0-387 0,0 0-39 16,0 0-30-16,0 0-139 0,0 0-175 15,0 0 165-15,0 0 10 0,0 0 58 16,60 3-22-16,-33-11-13 0,2-1 19 15,4 0-26-15,-2-1-16 0,2 0 16 16,-4 3-15-16,-4 3 2 0,-2 1-3 16,-7 3 0-16,-1 4 0 0,-9 8 19 15,-6 7 120-15,0 16 218 0,-15 18-142 16,1 12-120-16,-5-4-34 0,5-11-26 16,8-15-13-16,-5-9-21 0,5-1-1 15,-4 3-19-15,6-5-22 0,-2-4-39 16,-1-7-64-16,7-8-145 0,0-1-373 15,0-9-716-15</inkml:trace>
  <inkml:trace contextRef="#ctx0" brushRef="#br0" timeOffset="156389.85">12748 5381 311 0,'0'0'101'16,"0"0"1261"-16,0 0-1028 0,0 0-84 15,0 0-50-15,0 0-200 0,0 0-39 16,0 0 39-16,0 0 85 0,0 0 63 16,37-11 52-16,-12-3-53 0,2-1-48 15,2-3-19-15,2-4-22 16,2 2-27-16,0-1-27 0,0 0-3 0,0 5-1 16,-6-1 0-16,-2 3-24 0,0 6-129 15,-11 1-26-15,-4 3-59 16,1 4-58-16,-9 6-93 0,-2 6-59 15,-4 1-144-15</inkml:trace>
  <inkml:trace contextRef="#ctx0" brushRef="#br0" timeOffset="156639.14">12723 5589 304 0,'0'0'1785'0,"0"0"-1740"0,0 0 82 15,0 0 125-15,58-22-33 16,-39 8-52-16,7-4-26 0,3-4-41 16,0 0-40-16,2-2-21 0,2-1-20 15,-2 5-17-15,0-1 11 0,-2 1-13 16,-4 3-1-16,2 1 0 0,-4 4 1 16,-7 4-45-16,1 3-73 0,-7 2-10 15,-4 3-46-15,1 3-29 0,-7 5-26 16,-7 8-14-16,3-2-355 0,-14 13-420 0</inkml:trace>
  <inkml:trace contextRef="#ctx0" brushRef="#br0" timeOffset="156878.85">12707 5825 1153 0,'0'0'696'16,"0"0"-220"-16,0 0-450 0,0 0 216 15,0 0 103-15,68-41-73 0,-45 22-109 16,3-4-52-16,7-2-54 0,3 0-16 16,1-1-19-16,-2 1-9 0,8 1-12 15,-5 1-1-15,-3 4-2 0,2 1-1 16,-8 2-32-16,2 3-47 0,-4 1-46 16,-11 2-57-16,3 2-32 0,-13 4-50 15,0 1-117-15,-6 0-161 0,0 3 14 16,-10-2-632-16</inkml:trace>
  <inkml:trace contextRef="#ctx0" brushRef="#br0" timeOffset="157120.02">12897 5260 1122 0,'0'0'752'0,"0"0"-253"15,0 0-128-15,0 0-60 0,0 0-80 16,0 0-160-16,0 0-69 15,0 0 59-15,8 66 32 0,2-38-21 16,7 7-21-16,-3 4-10 0,3 12-12 16,-1-2-26-16,-3 1-2 0,5-2-1 15,-7-7-25-15,5 1-48 0,-1-5-86 16,3-9-61-16,-3-5-36 0,6-9-49 16,-3-5-109-16,3-8-85 0,2-5-61 15,-3-9 10-15,-3 1-47 0</inkml:trace>
  <inkml:trace contextRef="#ctx0" brushRef="#br0" timeOffset="157756.28">13378 5402 60 0,'0'0'225'0,"9"-51"508"15,-7 20-238-15,2-4-170 0,-2 3-33 0,-2 4-7 16,6 6-62-16,-4 7-53 16,-2 5-38-16,2 5-17 0,-2 5 7 15,0 0 44-15,-2 3 18 0,-6 6-165 16,2 4-19-16,-5 9-57 0,3 3 10 15,-4 4 27-15,-1 0 5 0,7 0-1 16,-4-2-10-16,4-4-6 16,1-3 7-16,-1-5-7 0,6-4-3 0,0-3-10 15,0-2-25-15,2-2-10 0,5-3 16 16,-1-1 25-16,2-2 39 0,2-7 16 16,-1-3 52-16,5-1 44 0,-4-6-10 15,3 1-35-15,-1-2-19 0,-4 2-10 16,3 5-16-16,-5 4 7 0,2 1 12 15,-4 5-6-15,-4 3-7 0,2 0 7 16,-2 0 13-16,0 3-14 16,0 5-34-16,0 1 0 0,0 4 3 15,0 0 13-15,0 2-16 0,0-3-2 16,0-2-13-16,0-1 13 0,0-1-1 16,3-2 0-16,-3-1-25 0,0-2-17 15,4 2 7-15,2-3-6 0,0 1 9 16,2 0 13-16,1 1 19 0,-3-3-20 15,2 0-40-15,0-1-65 0,1 2-22 16,-7-2 25-16,2 1-7 0,-2-1-3 16,-2 0 0-16,0 0 128 0,0 0-22 15,-6 0-13-15,2 0-39 0,-9-1 33 16,5-1 22-16,0 0 26 0,-3 0 0 16,-1 0 26-16,2 0 48 0,3 2 30 15,-3 0 67-15,2 0-1 0,4 6 0 16,-1 0 13-16,5 2-72 0,0 5-47 15,0 4 9-15,0 0-3 0,3 5-7 16,3 2-6-16,2-2-19 0,0 0-37 16,-2-2-1-16,-1-3-16 15,3 0-9-15,-2-1-26 0,4 1-50 16,-3-3-39-16,-3 0-19 0,0-1-14 16,0-4-26-16,-4-1-49 0,0-2-14 15,0 0-7-15,-4-3-133 0,-4-3-122 16,-1 0-60-16,-1-3 63 0</inkml:trace>
  <inkml:trace contextRef="#ctx0" brushRef="#br0" timeOffset="157920.31">13374 5678 35 0,'0'0'427'0,"0"0"329"16,0 0-190-16,0 0-170 0,0 0-28 15,0 0-55-15,0 0-37 16,0 0-63-16,0 0-190 0,0 0-23 0,-37-28-74 16,45 26 74-16,-1-1 35 0,3-3 0 15,6-1-19-15,1-2-12 16,4-3-2-16,3 1-2 0,-3-5-2 15,4-1-62-15,0 0-86 0,4-2-65 16,-9-1-32-16,5 0-102 0,0-1-108 16,-11 5-281-16</inkml:trace>
  <inkml:trace contextRef="#ctx0" brushRef="#br0" timeOffset="158282.01">13478 5231 712 0,'0'0'1812'0,"0"0"-1429"0,0 0-367 15,0 0 119-15,0 0 85 16,0 0-89-16,66-55-52 0,-46 32-41 16,1 1-16-16,4-2-18 0,-9 2-2 15,3 2 10-15,-4 4-12 0,-1 3-10 16,-10 6-22-16,2 4 19 0,-6 1 13 15,0 2 133-15,-2 0-63 0,-4 4-70 16,4 3-82-16,-4 1-7 0,-2 8 7 16,3 3 24-16,1 4 20 0,2 2 22 15,2-3 4-15,0 2-4 0,0-4 0 16,4-2-3-16,3-3-17 0,-1-4 8 16,0-2 15-16,-2-1-9 0,0-2-33 15,0-2-57-15,0 0-51 0,-4-1-11 16,0 1-10-16,0 3-30 0,-4 0-116 15,-4 0-151-15,4 1 54 0,-8-2-149 16,3 1 105-16</inkml:trace>
  <inkml:trace contextRef="#ctx0" brushRef="#br0" timeOffset="158572.15">13618 5322 334 0,'0'0'586'15,"0"0"-71"-15,0 0-109 0,0 0-114 16,0 0-85-16,0 0-35 0,0 0 15 16,0 0-26-16,0 0-55 15,8-38-45-15,7 28-7 0,-5 0-15 0,7-1-27 16,-5-3-11-16,7 4 0 15,-9 0 3-15,5 1-4 0,-3 2-106 16,-6 2-93-16,-2 4-27 0,-2 1-58 16,-2 3-27-16,-2 6 90 0,-2 2-198 15,-6 3 5-15,-5 1 115 0,3 0 126 16,-5 2 173-16,5-1 45 0,-4 0 122 16,3-1 110-16,7 0 29 15,-2 2 100-15,1 1-100 0,3-1-63 0,4 3-59 16,0-1-74-16,0 1-39 15,4-2-19-15,5-4-28 0,-1 3-24 16,-2-6-19-16,2 0-10 0,1-4-19 16,-3 0-62-16,-2-2-55 0,0 1-65 15,0-3-91-15,-4-2-102 0,0 1 87 16,0-2-218-16</inkml:trace>
  <inkml:trace contextRef="#ctx0" brushRef="#br0" timeOffset="158824.83">13643 5436 317 0,'0'0'258'15,"0"0"-46"-15,0 0 345 0,0 0-294 16,27-64-58-16,-21 45 12 0,9 2-64 16,1 1-30-16,-1-1 0 0,3 0-62 15,-3 3-22-15,5 1 3 0,-5 2-41 16,1 2 1-16,-3 4 46 16,-1 0-34-16,-4 4-12 0,-6 1-2 15,5 1 25-15,-5 8 49 0,0 4 39 0,-2 4-62 16,0 4-31-16,0 1-20 15,-4 1-17-15,0-2-57 0,1 1-36 16,3-6-19-16,-2 1-16 0,0-3-1 16,-2-2-16-16,-4-1-84 0,6-1-82 15,-6-1-76-15,1-2-91 0,1 2-79 0</inkml:trace>
  <inkml:trace contextRef="#ctx0" brushRef="#br0" timeOffset="159222.32">13713 5466 164 0,'0'0'163'0,"0"0"-36"15,0 0-35-15,0 0-18 0,17-63 366 16,-13 51-212-16,0 0 10 0,0 3 6 16,-4 0-27-16,0 4-45 0,2 3-20 15,-2 2-19-15,0 6 74 0,0 7 27 16,-2 6-175-16,0 9-59 0,-4 2-19 16,-2 5 18-16,4-3-15 15,-3-1-13-15,5-4-26 0,-2-4-15 0,4-5-17 16,0-8-23-16,0-1-10 15,0-5 27-15,0-4-21 0,0 0 30 16,6-5 84-16,1-7 43 0,-3-3-18 16,8-4-25-16,-4-2-42 0,3-1-16 15,1 0-7-15,-6 2 16 0,7-2 30 16,-3 5 16-16,-2 1 3 0,-2 2 18 16,1 4-18-16,-1 3 0 0,4 1 6 15,-6 6 43-15,-2 0-20 0,3 0 20 16,1 8 77-16,-2 1-9 0,2 5-27 15,0 3-25-15,1-1-33 0,-3 0-16 16,2 2 7-16,0-5 9 16,6-1 13-16,-7-4-5 0,5 0-40 15,2-4-23-15,-1-2 7 0,3-2 16 16,5-8-16-16,-3-5-90 0,5-3-153 16,6-6-146-16,-11 6-386 0,9-11 107 0</inkml:trace>
  <inkml:trace contextRef="#ctx0" brushRef="#br0" timeOffset="159523.56">13965 5147 1737 0,'0'0'1102'0,"0"0"-771"0,0 0-80 15,0 0-95-15,0 0-137 0,0 0-19 16,0 0 28-16,36-52-24 0,-16 35-4 16,3 0-2-16,4 5 0 0,-2 1-32 15,-1 1-65-15,-1 2-56 0,2 3-63 16,-10 4-54-16,1 1-105 0,-10 7-184 15,-4 1-141-15,-6 14-504 0</inkml:trace>
  <inkml:trace contextRef="#ctx0" brushRef="#br0" timeOffset="159707.94">14007 5279 897 0,'0'0'115'16,"0"0"1392"-16,0 0-1062 0,0 0-276 15,0 0-140-15,0 0 77 0,0 0 97 16,0 0 0-16,58-1-36 0,-40-7-57 15,5 2-54-15,6-5-27 0,-8-3-26 16,8 3 13-16,-5-3-15 0,-1 3-1 16,-6 2-82-16,-1 3-100 0,-5 3-24 15,-5 2-76-15,-4 1-80 16,-2 1-105-16,0 2-106 0,-8 3-609 0</inkml:trace>
  <inkml:trace contextRef="#ctx0" brushRef="#br0" timeOffset="159922.65">14044 5022 928 0,'0'0'1233'0,"0"0"-580"15,0 0-246-15,0 0-118 0,0 0-124 16,0 0-159-16,0 0 10 16,0 0 0-16,0 0 6 0,0 0-6 15,35 14-4-15,-25 2-8 0,7 3 18 16,-7 4-22-16,3 3-42 0,-3 0-60 15,-4 1-30-15,1-2-53 0,-3 1-99 16,2-5-160-16,-4-3-236 0,-2 0-565 0</inkml:trace>
  <inkml:trace contextRef="#ctx0" brushRef="#br0" timeOffset="160128.9">14067 5382 1414 0,'0'0'1117'0,"0"0"-551"15,0 0-148-15,0 0-77 0,0 0-260 16,0 0-81-16,0 0-106 0,0 0 106 16,0 0 32-16,0 0-16 0,43 46 15 15,-24-39-3-15,-1-3-24 0,5-2 11 16,-4-2-12-16,6 0-1 16,-1-7 14-16,1-3-16 0,-2 1-2 0,0-5-67 15,3-3-155-15,-11 4-230 16,8-11-685-16</inkml:trace>
  <inkml:trace contextRef="#ctx0" brushRef="#br0" timeOffset="160585.13">14302 4901 1896 0,'0'0'1015'0,"0"0"-775"15,0 0-10-15,0 0-30 0,0 0-200 16,0 0-6-16,0 0 6 0,50-16 44 15,-17 1-12-15,0-2-10 16,2-1-20-16,5-4 0 0,-3 5-2 16,-4-2-15-16,-2 3-86 0,-6 6-74 15,-3 3-64-15,-3 5-78 0,-11 2-128 16,-6 5-262-16,0 1 26 0</inkml:trace>
  <inkml:trace contextRef="#ctx0" brushRef="#br0" timeOffset="160805.5">14331 4993 383 0,'0'0'2007'0,"0"0"-1530"0,0 0-144 15,0 0-20-15,0 0-136 0,0 0-108 16,0 0-3-16,0 0-18 0,40 50-33 16,-24-45 1-16,9-5 15 0,0 0 1 15,4-6-10-15,-9 0 0 0,9-4-21 16,-4-1 1-16,0 0-2 15,-6 0-25-15,1 2-76 0,-1-2-88 16,-5 2-64-16,-3 4-172 0,-3-1-122 16,-2 1-156-16,-4 2-429 0</inkml:trace>
  <inkml:trace contextRef="#ctx0" brushRef="#br0" timeOffset="161031.95">14412 4859 17 0,'0'0'2089'0,"0"0"-1659"16,0 0-127-16,0 0 8 0,0 0-103 15,0 0-119-15,0 0-89 0,0 0 0 16,-8 65 35-16,14-40-10 0,2 0-25 16,2 2-3-16,-1-4-13 15,1-4-12-15,3-1-7 0,-3-2-35 0,-2-3-52 16,0-3-82-16,7-4-192 15,-9-3-21-15,0-3-193 0,0 0-175 16</inkml:trace>
  <inkml:trace contextRef="#ctx0" brushRef="#br0" timeOffset="161240.17">14528 4810 943 0,'0'0'797'0,"0"0"220"16,0 0-619-16,0 0-108 15,0 0-125-15,0 0-165 0,0 0 3 0,-19 74 19 16,21-44 19-16,0 4-16 0,2 0-25 16,-2-5 0-16,7 0-3 15,-3-4-16-15,-2-4-6 0,0-1-19 16,4-5-74-16,3-5-66 0,-3-5-110 16,2-3-147-16,3-2-125 0,-5-3-205 15</inkml:trace>
  <inkml:trace contextRef="#ctx0" brushRef="#br0" timeOffset="161452.35">14710 4757 821 0,'0'0'1916'0,"0"0"-1527"16,0 0-108-16,0 0-94 0,-9 58-95 15,9-34-29-15,0 3-16 0,0 1-12 16,2 0-13-16,-2-1-22 0,5 2-18 15,-1-6-4-15,-2 0-29 0,0-5-56 16,4-1-45-16,-2-7-29 0,2-1-46 16,-1-3-117-16,1-5-159 15,0-1-150-15,0-6-339 0</inkml:trace>
  <inkml:trace contextRef="#ctx0" brushRef="#br0" timeOffset="161616.7">14782 4828 723 0,'0'0'107'0,"0"0"1327"0,0 0-940 16,0 0-221-16,0 0-215 0,0 0-58 16,0 0 0-16,0 0 12 0,0 0 43 15,0 0-20-15,35 69-22 0,-25-48-13 16,-5 3-1-16,-1 1-121 0,-4 1-80 16,0 1-88-16,0-1-62 0,-4-1-151 15,-1-6-161-15,-9 4-405 0</inkml:trace>
  <inkml:trace contextRef="#ctx0" brushRef="#br0" timeOffset="161932.86">14540 5253 631 0,'0'0'1840'0,"0"0"-1431"16,0 0-390-16,0 0-19 0,0 0-16 15,0 0 16-15,0 0 2 0,66-44 15 16,-39 27-5-16,-2 0 4 0,-2-2-16 16,-1 3-70-16,-1 3-20 0,-8 1 19 15,-3 4 16-15,-2 4 23 0,-6 4 32 16,-2 0 175-16,-6 0 69 16,2 6-193-16,-6 1-51 0,1 5-9 15,-3 2 9-15,-1 1 48 0,7 4 3 16,-2-3-10-16,2 2-21 0,4-3-20 15,2-1-31-15,0-3-8 0,2-1-9 16,0-2-6-16,6-2-46 0,0-1-131 16,-6 1-88-16,0-2-64 0,3-1-241 15,-5 6-574-15</inkml:trace>
  <inkml:trace contextRef="#ctx0" brushRef="#br0" timeOffset="162131.31">14602 5356 783 0,'0'0'1612'0,"0"0"-903"0,0 0-429 0,0 0-238 16,0 0-30-16,0 0 49 0,0 0 5 15,56-7-2-15,-35 1-7 0,5-1-32 16,3 0-13-16,2-2-12 16,0 0-2-16,0 1-80 0,-2-2-60 15,-2 5-62-15,-2 1-45 0,-2-1-28 16,-9 2-71-16,1 1-109 0,-7 2-326 0</inkml:trace>
  <inkml:trace contextRef="#ctx0" brushRef="#br0" timeOffset="164767.29">14949 10099 24 0,'0'0'62'16,"0"0"-46"-16,0 0 49 0,0 0 14 15,0 0-27-15,0 0 140 16,0 0 121-16,0 0-147 0,13 0-71 15,-13 0-7-15,2 0 35 0,0 0 7 16,-2 0 1-16,2 0-24 0,2 0 3 16,4-3-15-16,1-3 2 0,1-2-22 15,-2 0-10-15,7-7 6 0,-1 0 3 16,5-4 4-16,-3-6-13 0,9-3 6 16,-6-4 6-16,10-5-9 0,-2-4-3 15,2-2-27-15,4-4 4 0,0 0-10 16,4-9-29-16,6-6-3 0,13-8 0 15,2 1 0-15,-13 11-2 0,-7 13-14 16,-11 12 14-16,-1 4 1 0,5-6-21 16,5-3-11-16,1-4-12 0,-2 4-10 15,-4 6-9-15,-2 2-10 0,-4 7-17 16,-7 5 30-16,-1 5-36 0,-11 3 6 16,0 4-3-16,-4 4 65 0,-2 2 29 15,0 0 19-15,0 0-19 16,-4 1-117-16,0 1-100 0,2 0-190 15,-6 1-173-15,-1-2-23 0</inkml:trace>
  <inkml:trace contextRef="#ctx0" brushRef="#br0" timeOffset="165081.71">15648 8956 1034 0,'0'0'189'16,"0"0"413"-16,0 0-557 0,0 0-15 16,0 0-30-16,0 0 61 0,0 0-22 15,60 1 3-15,-37-7-12 0,0 0-1 16,-5-1-16-16,3 1 9 16,-1 0-9-16,-3 2 13 0,2 1 0 15,-7 2 13-15,0 1-26 0,1 0 0 0,-7 6 10 16,0 2 41-16,-2 9 91 15,-2 3 62-15,0 10-76 0,-2 3-61 16,-2 4-25-16,-2 3-52 0,0 1 0 16,0-2-2-16,-2-3-1 0,0-6 0 15,-1-3-35-15,7-8-109 0,0-5-133 16,0-8-157-16,0-5-378 0</inkml:trace>
  <inkml:trace contextRef="#ctx0" brushRef="#br0" timeOffset="166149.91">16250 8740 536 0,'0'0'1102'0,"0"0"-771"16,0 0-39-16,0 0-40 0,0 0-91 15,0 0-129-15,-11 59-28 0,24-7 44 16,-3 27 7-16,7 9 22 0,-7 0-10 16,-2-7-25-16,0-19-23 15,-1-12-19-15,-3-9-1 0,-2-10-1 16,2-6-24-16,-2 4-80 0,2-1-71 15,0 0-113-15,0-3-206 0,-4-11-304 16,0-5-320-16</inkml:trace>
  <inkml:trace contextRef="#ctx0" brushRef="#br0" timeOffset="166859.06">16194 8804 154 0,'0'0'1634'0,"0"0"-1416"0,0 0-89 16,25-50 20-16,-7 33-22 0,7 1-43 15,4 0 45-15,4 3-36 0,4-1-3 16,-2 4-3-16,3 5 9 0,-3 3 20 16,-2 2-43-16,-4 4 1 0,-4 5-14 15,-11 7-18-15,-2 6 12 16,-7 6 22-16,-7 6-19 0,-13 5-22 15,1 3-19-15,-11 2-14 16,-2-4-2-16,4-3 0 0,-4-3-2 0,0-7-17 16,5-7-19-16,5-6-26 0,-1-6-57 15,9-6-60-15,3-2-95 0,2 0-82 16,2-6-91-16,2-3-3 0,4 0 225 16,4-1 51-16,1 3 13 0,5-2-29 15,-4 0-111-15,7 3 42 16,-3-1 39-16,-1 2 151 0,3 1 68 0,-5 3 3 15,3-1 40-15,-6 2 106 16,1 0-9-16,-3 2 140 0,2 3-26 16,-4-2-16-16,0 3 32 0,-2 2-4 15,0 0-35-15,-2 1-34 0,5 2-25 16,-5 2-36-16,4 3-40 0,0 2-35 16,4 0-3-16,-2 5 3 0,3-3 10 15,1 2-29-15,4-4-39 0,-1-2-18 16,5-4-8-16,-5-5 0 0,8-1 13 15,-9-4-9-15,7-2-62 0,-5 0-88 16,-4-2-28-16,5-5 21 0,-5 0-41 16,-2-5-138-16,7 1-49 0,-9-2-33 15,0 0 179-15,0-2 170 0,1 1 91 16,-3-1 3-16,-2 3 121 0,-2-1 166 16,0 4 10-16,0 2 52 0,0 1 35 15,-2 3-11-15,-2 3 20 16,-3 0-3-16,3 2-82 0,0 7-107 0,-4 5-118 15,2 8-54-15,-7 4-32 16,5 7-3-16,-2 4-1 0,-5 0 1 16,5 3 0-16,0-1 1 0,-3 0-11 15,3-3 11-15,4-5-14 0,-3-3-22 16,3-7-48-16,4-2-83 0,2-7-136 16,2-3-130-16,6-4-97 0,1-5-148 15,-7 0-396-15</inkml:trace>
  <inkml:trace contextRef="#ctx0" brushRef="#br0" timeOffset="167121.25">16810 9042 913 0,'0'0'599'15,"0"0"147"-15,0 0-258 0,0 0-167 0,0 0-279 16,0 0-10-16,0 0 13 0,0 0 25 15,0 0 10-15,64-49-14 0,-41 40-21 16,4-1-23-16,-3 1-20 16,-3 0 0-16,4 3 0 0,-2 0-2 15,-9 4-3-15,5-1-86 0,-9 3-73 16,2 0-27-16,-5 2-36 0,-5 1-62 16,-2 2-46-16,0-1-30 0,-2 0-190 15,-9 1-105-15,3-2 100 0</inkml:trace>
  <inkml:trace contextRef="#ctx0" brushRef="#br0" timeOffset="167291.25">16932 8931 158 0,'0'0'205'0,"0"0"1185"0,0 0-961 15,0 0-9-15,0 0-56 16,0 0-147-16,0 0-137 0,0 0-48 16,-31 60 35-16,31-33 16 0,6 6-4 15,-2 1-41-15,2-1-38 0,-4-4-2 16,3-1-23-16,-3-4-26 0,4-4-70 15,-4-2-45-15,8-5-77 0,-4-3-150 16,-4-3-160-16,5-6-244 0,-7-1-397 16</inkml:trace>
  <inkml:trace contextRef="#ctx0" brushRef="#br0" timeOffset="167950.25">17031 8690 317 0,'0'0'1282'15,"0"0"-915"-15,0 0-4 0,0-52-5 0,0 49-62 16,0 3-98-16,0 7-99 0,4 8-22 16,0 9 53-16,5 17-35 15,-3 18-38-15,0 16-22 0,-2 5-10 16,2-15 7-16,-4-16 6 0,-2-18-19 16,0-3-19-16,0 2-3 0,0 3-15 15,-2-2-5-15,0-8 11 0,2-5-1 16,0-7-21-16,0-6-61 0,6-5-58 15,1-5 13-15,1-7 89 0,-2-7 13 16,6-5 6-16,-3-2 3 0,-1-5-3 16,-2-2 7-16,5 1 13 0,-5 1 12 15,-2-1 16-15,2 4 0 0,-2 2-3 16,2 6-11-16,-3 3 68 0,1 7-3 16,-2 7-9-16,0 3-23 0,0 2 6 15,0 7 19-15,0 7 26 0,2 5-7 16,-2 7-28-16,-2 2-29 0,0 3-11 15,0 2-11-15,0-2-19 0,0-1 3 16,0-4 0-16,0-5 14 16,0-4-14-16,2-4-12 0,7-4-1 15,-1-4-22-15,0-3-57 0,0-1-6 16,7-3-4-16,-5 0-7 0,3-5 9 16,3-4 27-16,-6 0 34 0,5-3 39 15,-3-1 16-15,-1 1 3 0,-1 1-1 16,-4 4 14-16,-2 1 7 0,-2 4 9 15,-2 0 16-15,0 2 80 0,0 0 42 16,0 0-84-16,0 0-55 0,0 0-31 16,0 2-32-16,2-2-54 0,0 2 19 15,1-2 48-15,-1 2 8 16,2-2 11-16,2 0 3 0,0-2 16 0,0-2 13 16,1-4-6-16,-5 0 19 15,2-3 2-15,2 0-11 0,-6 1-5 16,0-5 1-16,0 3 0 0,-4 0 3 15,-2 1-13-15,-1-2-19 0,-3 3-3 16,-2 3-28-16,1 3-23 0,-1 2-16 16,0 2-61-16,1 0-83 0,1 6-149 15,2 1-164-15,1 7-207 0,5-4 47 16,-2 0-6-16</inkml:trace>
  <inkml:trace contextRef="#ctx0" brushRef="#br0" timeOffset="168389.58">17492 8949 745 0,'0'0'995'0,"0"0"-453"0,0 0-144 15,0 0-119-15,0 0-124 0,0 0-155 16,0 0-74-16,-19 50 50 15,19-31 24-15,2 7 3 0,1-1-1 16,-3 3-2-16,0-1 1 0,0-2 3 16,0-4-1-16,2-3 0 0,-2-2 16 15,0-4-3-15,2-4-15 0,-2-3-1 16,4-2-54-16,-2-3 12 0,2-1 10 16,2-6-26-16,0-4-9 0,1-3 18 15,-3-6 11-15,2-1 2 0,0 0 1 16,2-3 34-16,-1 2 1 15,-1-2 3-15,0 4 33 0,0 2 79 0,2 2 8 16,1 3-34-16,-5 5-12 16,2 3-19-16,-2 4-7 0,2 1 13 0,-1 5 15 15,-3 5 52-15,2 7 34 0,0 3-49 16,-4 3-56-16,2 1-25 16,-2 0-13-16,2-2-22 0,2-2-13 15,-2-3-9-15,2-4-16 0,5-5-47 0,-1-2-123 16,2-5-108-16,1-1-271 15,-1-2-518-15</inkml:trace>
  <inkml:trace contextRef="#ctx0" brushRef="#br0" timeOffset="168857.03">17897 8957 882 0,'0'0'1517'0,"0"0"-1040"16,0 0-144-16,0 0-248 0,0 0-84 15,0 0 20-15,0 0 8 16,56-19 0-16,-31 7-26 0,2 3 11 16,-1-2-14-16,-1-1-1 0,6 1-2 15,-2 2-9-15,-4-1-55 0,0 3-64 16,-7 3-68-16,1 1-93 0,-7 2-83 16,-7 1-111-16,1 0-236 0,-6 0-328 0</inkml:trace>
  <inkml:trace contextRef="#ctx0" brushRef="#br0" timeOffset="169031.08">18071 8784 426 0,'0'0'202'0,"0"0"1153"15,0 0-782-15,0 0-65 0,0 0-144 16,0 0-95-16,0 0-67 0,0 0-61 16,0 0-84-16,0 0-54 15,-37 40-3-15,43-11 25 0,0 5-22 16,0 0-3-16,2-1-3 0,5-2-22 0,-3-5-114 15,3-5-125-15,1-3-190 16,-6-7-556-16,7-6-710 0</inkml:trace>
  <inkml:trace contextRef="#ctx0" brushRef="#br0" timeOffset="169568.11">18416 8562 1148 0,'0'0'674'0,"0"0"-62"16,0 0-170-16,0 0-87 0,0 0-71 16,0 0-136-16,0 0-144 0,-14 53 15 15,18 6-7-15,2 26 42 0,0 12-10 16,4-3-6-16,-1-12-1 0,-5-26-8 15,2-13-27-15,-2-12-2 0,-2-4-22 16,6 2-13-16,-1-3-9 0,-1 0-79 16,4-9-76-16,1-8-72 0,-1-8-123 15,0-4-330-15,-6-4-403 0</inkml:trace>
  <inkml:trace contextRef="#ctx0" brushRef="#br0" timeOffset="169905.11">18416 8696 996 0,'0'0'1738'0,"0"0"-1311"15,0 0-255-15,0 0-89 0,0 0 6 16,35-56-7-16,-12 40-21 0,6-1 5 16,2-2-6-16,2 3-19 0,2 0-16 15,2 2-3-15,2 2-20 0,-1 4 1 16,-3 2 16-16,2 3-18 0,-4 3 12 15,-6 0-12-15,0 6 1 0,-6 3 11 16,-7 1-11-16,-2 6 26 0,-1 2 13 16,-7 7-4-16,2 4 2 0,-2 8-20 15,-4 5-18-15,6 3-1 0,1 0-2 16,1-1-11-16,2-1 0 16,-2-4-6-16,5-3-28 0,1-5-38 15,1-7-22-15,-1-4-35 0,1-5-51 16,-3-5-37-16,-1-4-103 0,-3-2-8 15,-2-4-80-15,-4-6-124 0,-2-5 76 16,-2 1-225-16</inkml:trace>
  <inkml:trace contextRef="#ctx0" brushRef="#br0" timeOffset="170143.11">18577 8494 220 0,'0'0'1830'0,"0"0"-1348"16,0 0-79-16,-27 63-118 0,27-36-104 16,0 5-76-16,0 2-26 15,2 0-15-15,9-1-20 0,-5 0-26 16,4-4-18-16,1-1-2 0,-1-6-17 0,0 0-10 16,-1-7-62-16,3-5-49 15,-4-3-90-15,3-7-64 0,1-2-135 16,-4-9-86-16,3-4-47 0,-9 1-411 15</inkml:trace>
  <inkml:trace contextRef="#ctx0" brushRef="#br0" timeOffset="170331.56">18647 8642 328 0,'0'0'2'0,"0"0"1444"16,0 0-859-16,0 0-171 0,0 0-175 16,0 0-106-16,0 0-24 0,-10 54-5 15,12-39-27-15,4-1-15 0,-1 1-33 16,-5-2-15-16,2-1-14 0,2 1 14 15,-4 0-16-15,0 0-44 0,-4 1-102 16,2-1-52-16,-3-1-49 16,-1 0-78-16,0-4-111 0,0-1-74 15,-5-1-72-15,5-3-109 0,-2-2 345 16</inkml:trace>
  <inkml:trace contextRef="#ctx0" brushRef="#br0" timeOffset="170483.54">18557 8876 73 0,'0'0'238'15,"0"0"476"-15,0 0-44 0,0 0-216 16,0 0-72-16,0 0-130 0,0 0-233 15,0 0 19-15,0 0-34 0,0 0 44 16,12-7-3-16,-2 2-20 0,7-1-22 16,-3-1-3-16,3 1 0 0,-1-1 0 15,1 1-26-15,-1 0-106 0,-3 5-80 16,-1 0-18-16,-6 1-19 16,-1 4-160-16,-5 6-151 0,-2-4-258 15</inkml:trace>
  <inkml:trace contextRef="#ctx0" brushRef="#br0" timeOffset="170815.55">18528 9021 434 0,'0'0'225'0,"0"0"1114"15,0 0-1167-15,0 0-43 0,0 0 153 16,0 0 17-16,0 0-90 0,55-12-82 16,-34 3-56-16,-2-1-17 0,1-2-35 15,1-1-4-15,-2 1-15 0,1 2-2 16,-5-1-2-16,1 4-97 0,-7 1-59 15,-3 4-49-15,-6-1-25 0,2 2-5 16,-2-1 38-16,0-1 58 0,-2 1-269 16,-9 0-102-16,3 1 68 0,-6-1 67 15,3 2 379-15,1 0 43 0,-2 0 354 16,1 0 30-16,5 0-30 0,0 2-30 16,-2 2-30-16,6 1-23 0,-1 2-114 15,3 5-120-15,-2 2-22 0,2 4 6 16,0 3-16-16,0 0-10 15,0 2-6-15,0-2-19 0,0-1-13 0,0-2-2 16,0-4-104-16,0-2-125 16,0-4-127-16,0-5-215 0,2-3-555 15,-2-6 401-15</inkml:trace>
  <inkml:trace contextRef="#ctx0" brushRef="#br0" timeOffset="170964.6">18676 8942 184 0,'0'0'140'0,"0"0"1535"0,0 0-1083 15,0 0-196-15,0 0-188 0,0 0-182 16,0 0-26-16,0 0 19 0,27 62-19 16,-12-48-10-16,5-2-22 0,1-2-28 15,2-4-174-15,2-3-95 0,2-3-56 16,-11 0-189-16,11-5-586 0</inkml:trace>
  <inkml:trace contextRef="#ctx0" brushRef="#br0" timeOffset="171440.8">19080 8685 666 0,'0'0'1420'0,"0"0"-1398"15,0 0 134-15,0 0 25 0,62-4-58 16,-38-2-39-16,7-1-30 0,4-1-17 15,1-3-35-15,5 0-2 0,-4-2 2 16,7 1-2-16,-7-2-119 0,-2 2-13 16,-8 1-46-16,-4 3-75 0,-5 3-42 15,-8 0-187-15,-5 4-293 16</inkml:trace>
  <inkml:trace contextRef="#ctx0" brushRef="#br0" timeOffset="171667.91">19276 8460 340 0,'0'0'1171'0,"0"0"-609"16,0 0-64-16,0 0-138 0,0 0-100 15,0 0-91-15,0 0-74 0,0 0-95 16,0 0-83-16,0 0 62 0,-13 79 21 16,24-39 0-16,-1 2 0 0,3-3-3 15,-3-2-29-15,0-6-79 0,1-5-36 16,-5-4-1-16,2-3-109 0,-4-4-105 15,0-7-115-15,0-2-173 16,-1-6-347-16</inkml:trace>
  <inkml:trace contextRef="#ctx0" brushRef="#br0" timeOffset="172011.97">19263 8597 317 0,'0'0'141'0,"0"0"1280"16,0 0-1087-16,0 0-175 0,-18 75-20 15,14-38-13-15,2 4-30 0,0 5-25 16,0-1-16-16,2 1-20 0,0-3-19 16,0-5-16-16,4-5-19 0,2-2-4 15,4-9-12-15,1-2 16 16,1-9 18-16,7-4-25 0,1-5 6 16,1-4-37-16,4-9-18 0,0-5-50 15,-3-5-31-15,-1-2-70 0,-2-1-79 16,-5 1-27-16,-2-1-6 0,-10 2 64 15,3 1 4-15,-5 2 25 0,0 2 219 16,-5 3 26-16,-3 2 163 0,0 4 104 16,0 2-26-16,-1 4 59 0,-1 2 19 15,4 8-11-15,0 2-64 0,-1 5-76 16,3 2-48-16,2 3-24 0,2 1-31 16,-2 1-33-16,2-2-6 0,0-1-7 15,0-4-19-15,0-1 0 0,0-3-38 16,0 0-191-16,-4-2-147 0,0-1-284 15,0-6-655-15</inkml:trace>
  <inkml:trace contextRef="#ctx0" brushRef="#br0" timeOffset="172193.98">19179 8916 353 0,'0'0'1739'0,"0"0"-1658"0,0 0-81 15,0 0 0-15,0 0 42 0,58-33-9 16,-38 18-14-16,3-3 0 0,8-3-19 16,-2-4-47-16,2-1-190 0,-2-1-130 15,-8 7-368-15</inkml:trace>
  <inkml:trace contextRef="#ctx0" brushRef="#br0" timeOffset="172532.16">19499 8512 337 0,'0'0'977'0,"0"0"-307"16,0 0-330-16,0 0-123 0,-21 56-62 16,19-37-56-16,-2 1-37 0,-2 2-30 15,0 0-29-15,0-1-3 16,-3 1 0-16,3-4 0 0,0-4-18 0,2 0 2 16,0-5 15-16,2-5-16 15,2 0-47-15,0-3-68 0,2-1 32 16,4-1 100-16,0-3 59 0,2-2 57 0,5-2 10 15,-1-2-56-15,1 2-41 16,-1 0 48-16,2 1 13 0,-1 4-10 16,1 0 25-16,-5 3 26 0,5 0-1 15,-8 0-19-15,3 7 2 0,-5 3 1 16,-4 4 17-16,0 6 5 0,0 5-55 16,-2 6-50-16,-7 0-16 15,-1 1-15-15,-2-1 0 0,-3 0-34 16,1-2-22-16,1-3-47 0,1-6-39 15,-1-1-59-15,7-7-78 0,0-3-174 16,2-5-272-16,-4-5-830 0</inkml:trace>
  <inkml:trace contextRef="#ctx0" brushRef="#br0" timeOffset="172720.79">19439 8797 795 0,'0'0'1853'16,"0"0"-1272"-16,0 0-218 0,0 0-221 15,0 0-140-15,0 0 42 0,35 65 0 16,-16-41-22-16,0 1-22 0,7 0-14 16,1-4-8-16,2 1-51 0,4-5-72 15,0-2-65-15,0-2-61 0,3-2-66 16,-3-3-118-16,-6-4-223 0,1-1-626 16</inkml:trace>
  <inkml:trace contextRef="#ctx0" brushRef="#br0" timeOffset="173504.24">19727 8545 871 0,'0'0'385'0,"0"0"275"0,0 0-462 16,0 0-195-16,0 0 101 0,0 0 12 16,47-16-16-16,-24 9-41 15,4-2 5-15,0-1-12 0,1 0-39 16,1-1 9-16,5 3-22 0,-6-3 13 16,-3 4-32-16,0 0 19 0,-4 2-216 15,-9 4-69-15,-6 1-102 0,-6 4-182 16,0 3-151-16</inkml:trace>
  <inkml:trace contextRef="#ctx0" brushRef="#br0" timeOffset="173704.83">19737 8688 1034 0,'0'0'713'0,"0"0"-145"0,0 0-297 15,0 0-136-15,0 0 106 0,0 0-64 16,0 0-46-16,68 18-39 0,-47-18-60 15,4 0 6-15,-1-5 0 0,-3 1-17 16,4-5-20-16,-4 3 0 0,-1 0-1 16,-3 1-31-16,-3-1-160 0,-1 1-62 15,-7 2-110-15,-4 0-145 16,-2 2-232-16,-6-1-276 0</inkml:trace>
  <inkml:trace contextRef="#ctx0" brushRef="#br0" timeOffset="173908.08">19817 8557 109 0,'0'0'1694'0,"0"0"-1337"0,0 0-127 0,0 0-27 16,0 0-54-16,0 0-104 0,0 0-45 16,-14 54-2-16,14-33 0 15,0 4-24-15,6 0 13 0,-2 0-6 16,3-1-26-16,-1-2-81 0,-2-3-84 15,4-3-4-15,-4-3-52 0,0-4-108 16,3-6-163-16,-3-2-239 0</inkml:trace>
  <inkml:trace contextRef="#ctx0" brushRef="#br0" timeOffset="174121.77">20022 8469 281 0,'0'0'1815'0,"0"0"-1316"15,0 0-142-15,0 0-76 0,0 0-147 16,0 0-86-16,-49 53-32 0,44-32 3 16,-1 5-3-16,2 2-14 0,4 1-2 15,-2 2 0-15,2-1-1 0,0-2-24 16,0-3-4-16,0-5-38 0,2-2-105 16,2-3-88-16,4-5-87 15,-3-3-135-15,1-4-181 0,-2-3-482 16</inkml:trace>
  <inkml:trace contextRef="#ctx0" brushRef="#br0" timeOffset="174321.12">20156 8481 265 0,'0'0'1774'0,"0"0"-1198"0,0 0-171 15,0 0-146-15,0 0-112 0,0 0-121 16,0 0-24-16,-20 66-2 0,20-38 1 15,0 4 0-15,0 3-1 16,0-3-16-16,0 0-6 0,0-5-32 0,0-3-35 16,0-3-36-16,0-4-73 0,2-5-101 15,0-5-164-15,-2-3-241 16,0-4-672-16</inkml:trace>
  <inkml:trace contextRef="#ctx0" brushRef="#br0" timeOffset="174521.22">20206 8562 360 0,'0'0'638'0,"0"0"652"0,0 0-829 0,0 0-152 15,0 0-181-15,0 0-93 0,0 0 16 16,-2 67-13-16,2-42-22 0,2-1-16 16,0 2-2-16,-2-2-20 0,0-1-77 15,0 0-93-15,0-1-59 0,-2-2-120 16,-4-1-118-16,0-3-168 15,-1-4-397-15</inkml:trace>
  <inkml:trace contextRef="#ctx0" brushRef="#br0" timeOffset="174858.06">19871 8913 441 0,'0'0'675'15,"0"0"368"-15,0 0-755 0,0 0-272 16,0 0 33-16,0 0 25 0,0 0-13 16,54 1 7-16,-37-10 6 0,7-3-45 15,-1-2-3-15,-4 1-13 0,3 1-13 16,-3 1-3-16,-7 3 2 0,1 2-92 16,-9 3-16-16,0 2 63 0,-4 1 46 15,-4 0 126-15,-2 1-126 0,-5 5-23 16,3 5 4-16,-4-3 3 0,3 5 16 15,-1 2 23-15,4 1 44 16,-2 0 4-16,6-1-26 0,0 2-34 16,2-3-11-16,0-3-26 0,0 1-6 15,4-2 6-15,-4-4-9 0,6-1-7 16,-2 0 0-16,0-2-48 0,-2-2-94 16,0 0-59-16,-2 0-59 0,0-1-205 15,0 0-255-15</inkml:trace>
  <inkml:trace contextRef="#ctx0" brushRef="#br0" timeOffset="175056.94">19896 9031 464 0,'0'0'1337'16,"0"0"-779"-16,0 0-487 0,0 0 110 16,0 0 115-16,0 0-30 0,58 6-62 15,-37-6-93-15,-1-1-57 0,7-1-22 16,2-2-13-16,2 0 0 0,0-1-19 15,2 2-1-15,-2 2-56 16,2 1-118-16,-4 0-71 0,-4 0-126 0,-4 2-219 16,-3 1-745-16</inkml:trace>
  <inkml:trace contextRef="#ctx0" brushRef="#br0" timeOffset="178158.05">17215 12669 43 0,'0'0'170'0,"0"0"9"16,0 0 600-16,0 0-431 0,0 0-127 15,0 0-178-15,0 0-43 16,0 0-30-16,8-9 30 0,-2-2 19 16,7-4-19-16,-1-3 23 0,1-1-7 15,5-1-16-15,3-1 0 0,2-2 0 16,1 1-2-16,3-3-1 0,4 1 2 16,-2 1 0-16,2-1-2 0,2-1 2 15,-2 3-1-15,-2-2 2 0,0 5 3 16,-2 2-3-16,-2 0-55 0,-6 5-75 15,-1 1-52-15,-3 1-92 0,-5 4-32 16,-6 0-108-16,-4 0-26 0</inkml:trace>
  <inkml:trace contextRef="#ctx0" brushRef="#br0" timeOffset="178449.13">17552 12152 1133 0,'0'0'648'0,"0"0"-282"15,0 0-87-15,0 0-92 0,0 0-161 16,0 0-26-16,0 0-33 0,0 0 30 16,0 0-14-16,0 0 17 0,45 35 14 15,-24-35-12-15,-2 0-2 0,-3 0 16 16,-1 2-16-16,-3 6 13 0,-4 2 7 15,-6 4 44-15,-2 5-16 0,0-1-9 16,-2 2-10-16,-2-2-9 0,-2 1-20 16,-2-5-64-16,2-2-71 0,-1-3-66 15,5-1-80-15,2-6-160 0,-2 0-324 16</inkml:trace>
  <inkml:trace contextRef="#ctx0" brushRef="#br0" timeOffset="179522.28">18565 11725 291 0,'0'0'649'0,"0"0"-408"0,0 0-75 15,0 0-42-15,0 0 2 0,0 0 8 16,-37-50-14-16,28 41 3 0,5-1-12 16,-4 0 12-16,-2-1-10 0,-3 1 39 15,1 4-16-15,-3 1-27 16,1 2 4-16,-1 3-39 0,-5 3-40 0,3 5-34 16,-4 9-23-16,1 6-9 15,-3 9-3-15,-2 11 16 0,-2 16-4 16,1 11 20-16,3 4 3 0,8-8 0 15,9-14 42-15,4-15 22 0,2-10-22 16,2-5-20-16,4 3 4 0,3-3-25 16,9 5 1-16,-3-6 14 0,7-7 23 15,5-5-1-15,-2-6-9 0,2-3 9 16,2-8-35-16,2-6 42 0,-4-2-45 16,0-5 14-16,-5-1-12 0,-1 0 21 15,-4 1-23-15,-5 2 4 0,-2 0-4 16,1 3-81-16,-5 0-105 0,-2 3-113 15,-2 1-153-15,-2 3-315 0,0 3-654 16</inkml:trace>
  <inkml:trace contextRef="#ctx0" brushRef="#br0" timeOffset="180641.33">18619 11793 226 0,'0'0'140'0,"0"0"705"0,0 0-617 0,0 0-199 15,0 0 111-15,0 0 39 16,0 0 22-16,64-33-3 0,-46 24-33 16,3-2-42-16,4-1-33 0,0 0-9 15,3-1-42-15,-3 0-17 0,0-1-2 16,2 2-17-16,-4 1 13 0,-3 1 3 16,-3 1-19-16,-7 6-93 15,1 1-117-15,-7 2-23 0,-4 5 22 0,-4 7-6 16,-7 2-196-16,1-3-290 15,-13 12 19-15</inkml:trace>
  <inkml:trace contextRef="#ctx0" brushRef="#br0" timeOffset="180865.03">18623 11941 314 0,'0'0'1330'0,"0"0"-934"15,0 0-221-15,0 0-55 16,0 0 77-16,0 0-10 0,49-5-13 15,-26-5-23-15,-2 2-42 0,6-2-1 16,2-2-38-16,-1-1-28 0,-1-1-17 16,0 2-24-16,0 0 0 0,0 1-1 15,-4 2 1-15,-7 2 12 0,1 3-13 16,-7-2-43-16,-4 6-104 0,-6-1-26 16,2 0-26-16,-2-2 80 15,-2 3-142-15,-2 0-273 0,-2 0-438 0</inkml:trace>
  <inkml:trace contextRef="#ctx0" brushRef="#br0" timeOffset="181168.21">18736 11612 314 0,'0'0'694'0,"0"0"-345"16,0 0-66-16,0 0-43 0,0 0-39 16,0 0-48-16,0 0-50 0,0 0-35 15,-29 52-3-15,27-23-14 0,2 13 1 16,-2 16-7-16,0 11-12 0,0-6-1 16,0-10-3-16,-2-17-13 0,4-9 6 15,-4 3-9-15,4 3-13 16,-4 2 1-16,2-5-1 0,2-5-3 0,0-3-29 15,2-6-91-15,2-5-77 0,4-2-33 16,-2-8-59-16,1-1-137 16,-1-5-79-16,-4-12-199 0</inkml:trace>
  <inkml:trace contextRef="#ctx0" brushRef="#br0" timeOffset="181462.56">18871 11528 21 0,'0'0'463'0,"0"0"172"0,0 0-296 16,0 0-92-16,0 0-52 16,0 0-14-16,0 0-28 0,0 0-11 15,0 0 7-15,0 0 15 0,10-32 13 16,-10 48 48-16,0 14-34 0,0 17-98 15,0 17-90-15,-2 6 10 0,-6 0-11 16,2-5 1-16,-5-9 10 0,5-1-11 16,-4-9 1-16,6-9-1 0,-1-6-2 15,1-6-15-15,0 4-87 0,4 0-70 16,0 2-75-16,0-7-165 0,0-9-188 16,6-5-657-16</inkml:trace>
  <inkml:trace contextRef="#ctx0" brushRef="#br0" timeOffset="182271.92">19263 12041 314 0,'0'0'378'0,"0"0"-339"0,0 0 72 16,0 0-111-16,0 0-68 0,0 0-232 15,0 0-82-15</inkml:trace>
  <inkml:trace contextRef="#ctx0" brushRef="#br0" timeOffset="183169.6">19175 11931 76 0,'0'0'16'0,"0"0"115"0,0 0 280 16,0 0-216-16,0 0-143 0,0 0 52 15,0 0 10-15,0 0 30 0,0 0 2 16,0 0-9-16,60-13-40 0,-44 6-9 16,1-3-16-16,3 2-11 0,1-2-28 15,0-2-14-15,-1 0-16 0,5 2-1 16,-4 0 10-16,-5-1-12 0,3 2-1 15,-5 4-129-15,3-1-75 0,-5 4-101 16,-3-1-36-16,-3 1-202 16</inkml:trace>
  <inkml:trace contextRef="#ctx0" brushRef="#br0" timeOffset="183431.53">19321 11707 213 0,'0'0'62'0,"0"0"661"0,0 0-312 15,0 0-67-15,0 0-45 16,0 0-59-16,0 0-53 0,-24 57-83 15,24-38-53-15,0 4-29 0,2 3-21 16,4 4 1-16,0 2-1 0,-4 0-1 16,8 0-23-16,-3-3-184 0,-3-8-172 15,-4 4-634-15</inkml:trace>
  <inkml:trace contextRef="#ctx0" brushRef="#br0" timeOffset="185060.59">19894 11517 148 0,'0'0'137'15,"0"0"632"-15,0 0-463 0,0 0-98 16,0 0-6-16,0 0-1 0,0 0 16 16,0 0 0-16,0 0-20 15,0 0-26-15,-19-8-17 0,17 11-19 0,-8 6-20 16,2 1-29-16,-7 5-31 16,1 4-8-16,-7 5 1 0,-2 2-4 15,-1 2-18-15,-3 1 6 0,2 2-29 16,-4-2-3-16,8-1-3 0,-1-2-10 15,3-5 11-15,2-6 0 0,7 0-30 16,0-9-70-16,10-2-70 0,0-4-104 16,0 0-259-16,12-8 40 0,-6-3-91 15,9-6-493-15</inkml:trace>
  <inkml:trace contextRef="#ctx0" brushRef="#br0" timeOffset="185276.59">19741 11664 99 0,'0'0'1406'16,"0"0"-938"-16,0 0-24 0,0 0-70 15,0 0-104-15,0 0-94 0,0 0-49 16,0 0-41-16,0 0-64 16,0 0-20-16,-41 67 1 0,47-42-1 0,-2 3-2 15,8 4 0-15,-3 5-1 16,1-1 1-16,2-2-3 0,-1 1-28 16,1-6-33-16,3-6-57 0,-3-2-20 15,0-8-51-15,1-5-110 0,1-4-128 16,-1-4-51-16,1-5-33 0,-4-7-7 15,3 1-69-15</inkml:trace>
  <inkml:trace contextRef="#ctx0" brushRef="#br0" timeOffset="185654.96">19925 11875 66 0,'0'0'163'0,"0"0"603"16,0 0-352-16,0 0-115 15,0 0-4-15,0 0-64 0,0 0-202 16,0 0-26-16,0 0-3 0,0 0 78 16,-8 24 28-16,18-39-28 0,0-5-23 15,1-3-29-15,-1 0-7 0,-2-1-3 16,1 1 0-16,-5-1-3 0,2-1 3 16,-2 3-3-16,0-2-11 0,-2 1-2 15,4-1 0-15,-1 3 0 16,-3 2 26-16,2 4 25 0,0 5 1 0,-2 4-4 15,0 3 0-15,-2 3 10 0,0 5 48 16,2 7 18-16,0 8-9 0,0 7-48 16,2 7-29-16,3 2-25 0,-3 3 0 15,6-3-10-15,-4-3 16 0,3-2-16 16,-1-4-1-16,4-4-1 0,-4 0-1 16,3-5-3-16,-1 0 1 15,3-4 1-15,-3-1-2 0,0-5-16 16,-2-2-10-16,1-5-60 0,-1-1-64 15,0-4-55-15,-2-6-85 0,1-6-146 16,-3 3-233-16,-2-12-620 0</inkml:trace>
  <inkml:trace contextRef="#ctx0" brushRef="#br0" timeOffset="185865.59">20167 11537 353 0,'0'0'1592'0,"0"0"-1200"16,0 0-91-16,0 0-118 0,0 0-109 16,-17 63-48-16,23-47-26 0,3-1-15 15,1 0-4-15,2-5 2 0,-1 2-47 16,3-7-139-16,-1 0-29 0,-1-1-53 16,-2-4-43-16,1 0-131 15,-3-6-156-15,-4 1-5 0</inkml:trace>
  <inkml:trace contextRef="#ctx0" brushRef="#br0" timeOffset="186012.56">20266 11494 27 0,'0'0'222'0,"0"0"436"15,0 0-280-15,0 0-43 0,0 0-88 16,0 0-68-16,0 0-59 0,-4 60-43 16,4-39-35-16,2 1-16 15,0-3-6-15,4-2-20 0,-2-4-25 0,9-3-37 16,-3-6-158-16,0-2-137 15,1-2-229-15,-3-2-495 0</inkml:trace>
  <inkml:trace contextRef="#ctx0" brushRef="#br0" timeOffset="186206.61">20411 11696 742 0,'0'0'1000'0,"0"0"-614"0,0 0-95 16,0 0-275-16,0 0-16 0,0 0 4 16,0 0-1-16,51-31-3 0,-32 24-13 15,0 3-295-15,-7 3-201 0,0 1-552 16</inkml:trace>
  <inkml:trace contextRef="#ctx0" brushRef="#br0" timeOffset="186357.91">20462 11883 396 0,'0'0'35'0,"0"0"1151"0,0 0-761 16,0 0-81-16,0 0-263 16,0 0-36-16,0 0 81 0,0 0-49 15,0 0-48-15,0 0-27 0,46-58 11 16,-32 41-13-16,1-2-84 0,-1 1-161 16,-1 2-27-16,-3-2-23 0,2 2-95 15,-1 5-131-15,-5-6-213 0</inkml:trace>
  <inkml:trace contextRef="#ctx0" brushRef="#br0" timeOffset="186616">20665 11296 37 0,'0'0'238'15,"0"0"857"-15,0 0-676 0,0 0-81 16,0 0-57-16,0 0-97 0,-19 51-48 15,13-22-27-15,4 9-19 16,-2 6-10-16,-2 3-9 0,-2 2-1 16,3 0-6-16,-3-2-26 0,4-3-2 15,0-4-20-15,2-2-16 16,0-4 0-16,2-7-4 0,0-3-21 0,2-7-97 16,4-4-67-16,2-4-74 0,3-7-109 15,1-2-88-15,-6-2-154 0,5-13-425 16</inkml:trace>
  <inkml:trace contextRef="#ctx0" brushRef="#br0" timeOffset="186796.28">20595 11675 314 0,'0'0'1573'16,"0"0"-1123"-16,0 0-75 0,0 0-83 15,0 0-132-15,0 0-115 0,0 0-45 16,0 0 0-16,0 0-19 0,0 0 18 15,68 43 0-15,-43-45-12 0,6-4-125 16,0 2-132-16,2-1-81 0,0 0-171 16,-8 2-232-16</inkml:trace>
  <inkml:trace contextRef="#ctx0" brushRef="#br0" timeOffset="188808.32">17936 14296 63 0,'0'0'147'16,"0"0"-69"-16,0 0 496 0,0 0-356 15,0 0-81-15,0 0-137 0,0 0-5 16,0 0 5-16,0 0 85 0,0 0 13 16,21-25-7-16,-9 12-7 0,1 0-19 15,-1-5-19-15,5-1-14 0,1-3-6 16,3-5-9-16,2-1-17 0,0-3 1 15,-1-1 13-15,5 4-14 0,-2-1-104 16,-2 7-65-16,-3 5-43 0,-1 6-68 16,-5 5-72-16,-1 3-23 0,-7 3 96 15</inkml:trace>
  <inkml:trace contextRef="#ctx0" brushRef="#br0" timeOffset="189132.34">18137 13864 242 0,'0'0'1338'0,"0"0"-1110"0,0 0-228 16,0 0-10-16,0 0 10 0,0 0 49 15,0 0-4-15,0 0-3 0,62 4-3 16,-48-4 7-16,-1 3-20 0,3 5 42 16,-3 4-4-16,1 5 17 0,-3 1-6 15,-5 3-33-15,2 1-3 0,-4 0 3 16,-2 1-7-16,-2 0-2 0,-2-2-8 16,-4-1 4-16,-2-2-27 15,-1-3-2-15,3-3-123 0,2-2-65 16,0-4-78-16,2-5-159 0,2-1-567 0</inkml:trace>
  <inkml:trace contextRef="#ctx0" brushRef="#br0" timeOffset="189780.14">18594 13528 981 0,'0'0'137'0,"0"0"338"16,0 0-403-16,0 0-27 0,0 0 1 16,37-62-4-16,-21 48-26 0,3 1 0 15,-2 2 1-15,3 4 5 0,-5 1 8 16,1 2 2-16,-3 3-6 0,-9 1 3 15,4 0 4-15,-4 0 28 0,-4 2 66 16,0 2 54-16,0 2-71 0,-2-3-68 16,-2 5-23-16,2-4 0 15,-4 3-19-15,6 1-21 0,-2 4-1 0,2 1 22 16,0 7 39-16,0 5-3 16,2 8-1-16,4 14-3 0,2 12-3 15,3 9 0-15,-3-4-13 0,2-13-3 16,-6-16 7-16,0-5 2 0,-1 2-19 15,-1 1 20-15,-2 5 19 0,0-4 3 16,0-3 6-16,-7-6 23 0,-3-3 22 16,0-2 3-16,-1-6 6 0,-5-1-13 15,3-6-9-15,3-1-29 0,-4-3-10 16,1-3-31-16,-3 0-12 0,3-3-1 16,5-4-16-16,-4-4-22 0,7-2-6 15,-3-4-4-15,4-4-35 0,0-4-98 16,2 0-75-16,2 0-118 0,0-1-130 15,0 3-172-15,4 8-151 0</inkml:trace>
  <inkml:trace contextRef="#ctx0" brushRef="#br0" timeOffset="190284.78">19160 14022 281 0,'0'0'1198'16,"0"0"-889"-16,0 0-85 0,0 0-3 16,0 0-47-16,-58-26-22 0,48 17-33 15,-2-2-19-15,5-1-32 0,1-3-17 16,-2 0-25-16,2-3-26 0,-1-1-1 16,-1-1 1-16,2 3 16 0,-2 1-3 15,-3 1-10-15,-1 8 16 0,2 1 10 16,-3 6-16-16,3 0-13 15,0 9-29-15,-1 6-16 0,5 5-6 16,0 5 19-16,2 4 6 0,2 2 10 16,2 0 3-16,0-1 12 0,0-2-15 15,6-3 13-15,-2-4 3 0,4-4 15 16,-2-3 1-16,5-3-14 0,-3-6-1 16,0-2-1-16,7-3-13 0,-5 0 13 15,0-8 39-15,5-3-7 0,-5-3-13 16,-1 0 16-16,3-4-12 0,-6 1-10 15,-2 2 6-15,0-2 13 0,-4 6 0 16,0-1 3-16,0 2-16 0,-6 1 4 16,4 3-4-16,0 3 3 0,2 2-2 15,-2 1 5-15,2 1-25 0,0 6-45 16,0 7 17-16,4 3 25 0,2 2-9 16,1 5-1-16,-1-4 0 0,4 0 0 15,0-4 10-15,-1-4-23 0,5-3-9 16,-1-3 3-16,1-5-58 0,-2-1-74 15,5-5-107-15,-3-6-49 0,-1-4-109 16,-1 3-221-16,-4-13-389 0</inkml:trace>
  <inkml:trace contextRef="#ctx0" brushRef="#br0" timeOffset="190551.3">19212 13814 259 0,'0'0'498'0,"0"0"303"16,0 0-336-16,0 0-122 0,0 0-68 15,0 0-101-15,0 0-46 0,-15 57-25 16,19-35-29-16,5 1-14 0,-1 0 4 16,2 0-22-16,-3-2-14 0,3-3-12 15,0-3-16-15,1-3 0 0,1-1-12 16,-2-4-4-16,1-3 12 0,-1-3-15 16,-2-1 19-16,3 0-1 0,-5-5 1 15,2-5 1-15,-4-5 18 0,7-1-6 16,-5-5 3-16,-2-2-14 0,4-4-1 15,-4-3-1-15,7-1-102 16,-1-1-48-16,2 1-59 0,-1 1-100 0,-1 5-157 16,0 6-226-16,-3 1-529 15</inkml:trace>
  <inkml:trace contextRef="#ctx0" brushRef="#br0" timeOffset="191028.94">19526 13945 200 0,'0'0'59'0,"0"0"87"0,0 0 40 16,0 0 49-16,0 0-108 0,56 10-16 15,-48-14 45-15,-2-2-3 0,1-2 6 16,-3-2 53-16,0 1 25 0,-4-4-20 16,0 2-29-16,0-4-36 0,-4 2-33 15,-5 0-10-15,5 0-22 0,-2-2-32 16,-4 4-17-16,6-1-12 0,-5 1 6 15,3 0-3-15,-4 3-16 0,4 0 6 16,-7 4-6-16,3 4 2 0,2 0-14 16,-5 6-2-16,7 6 2 0,-4 4-1 15,3 5 3-15,-3 4 13 0,4 0-14 16,0 6-1-16,2-3-1 16,-1 0 0-16,3-3-3 0,2-5-10 0,0-3-6 15,0-3-16-15,2-5-16 0,7-3 15 16,-1-2 1-16,0-4 19 0,0 0 16 15,7-4 0-15,-5-5 26 0,3-3 2 16,-1 1-24-16,0-3 8 16,-3 3-8-16,3-1-1 0,-4 3-1 15,1 2 0-15,-1 2 24 0,0 4 9 16,1 1-12-16,-1 0 9 0,0 6 16 16,0 2 6-16,1 9 0 0,-1 0-12 15,0 3-30-15,0 3-8 0,1-4-4 16,-1 2 0-16,0-5-32 0,0-3-109 15,1-3-109-15,-1-3-188 0,-4-3-317 16,4-4-899-16</inkml:trace>
  <inkml:trace contextRef="#ctx0" brushRef="#br0" timeOffset="211109.68">2020 14043 145 0,'0'0'159'0,"0"0"-146"0,0 0 13 15,0 0 300-15,0 0-257 0,0 0-68 16,0 0 18-16,0-3 37 0,0 3 74 16,0 0 36-16,0 0 33 0,0 0 16 15,0 0-27-15,0 0-29 0,0 0-19 16,0-3 35-16,0 3 10 0,-5-3-4 16,3 3-1-16,0-2-6 0,-2 1-36 15,2-2-14-15,2 3-12 0,-4-2-10 16,-2 0-22-16,0 0-4 0,-1 1-13 15,3 0-12-15,-2 0-4 0,4 1 1 16,-4-1-7-16,2 1-7 0,-3 0-15 16,3 0 6-16,2 0 13 0,0-2-4 15,2 2-8-15,0 0 5 16,0 0-6-16,0 0-9 0,0 0-16 16,0 0 0-16,0 0-13 0,0 0 11 15,0 0 2-15,0 0 0 0,0 0 0 16,0 0 0-16,0 0 15 0,0 0-3 15,0 0-9-15,0 0 14 0,0 0-4 16,0 0-12-16,0 0-1 0,0 0-29 16,0 0 16-16,0 0-6 0,0 0 3 15,0 0 13-15,2-1 3 0,2 1 1 16,5-1 13-16,-5 1-14 0,2 0-1 16,-4 0 0-16,4 0-2 0,-2 0 2 15,3 0-1-15,-1 0 2 16,0 0 0-16,-2 0-1 0,0 0 1 15,5 0 0-15,-1 0 1 0,-2 0 3 16,0 0 27-16,2 0-11 0,1 0-18 16,3 1 10-16,-6-1-11 0,7 1 1 15,-1-1 1-15,-4 0-2 0,5 0 11 16,1 2-12-16,-3-2-1 0,3 0 0 16,1 0-1-16,-3 0 2 0,7 0 0 15,-5 0 3-15,5 0-1 0,-5 0-2 16,5 0 0-16,-5-2 0 0,5 1 1 15,-5 0 1-15,7-1-1 0,0 1-1 16,-7-1 13-16,9 0-1 0,-5 0 7 16,5-1-16-16,-2 0-1 0,-3 0 11 15,3 0-11-15,-4 0-1 0,3 0-1 16,-5 2-2-16,3-1 0 0,-5 1-1 16,7 1 0-16,-7 0 3 0,5 0 0 15,-3 0-1-15,4 0 1 16,-5 0 0-16,5 0 2 0,-5 0-2 0,5 0 3 15,-5 0-1-15,7 0 10 0,-5 1-12 16,3 1-1-16,0-2 1 16,-3 1 1-16,3 1 0 0,-5-2 0 15,5 1 1-15,-5 0-1 0,5 2-1 16,-5-1-1-16,5-1-2 0,-5 3 3 16,5-2-2-16,-5 2 2 0,5-2 1 15,-4 1 1-15,7 0 0 0,-5 0 1 16,3-1-2-16,-1 0 2 0,2 2-1 15,-3-2-1-15,1 0 1 0,4-1-2 16,-7-1 1-16,7 0-1 0,-4 0 0 16,1 0 1-16,1 0 0 0,-5 0-1 15,7 0 0-15,-4 0 0 0,1 0 0 16,1-3 1-16,-2 3 2 0,1-2 13 16,1-2-16-16,-4 4 3 0,5-1-3 15,-7 0 0-15,8 0 1 0,-9 1-1 16,7 0-1-16,-3 0 1 0,-1 0 0 15,8 0 1-15,-7 0 1 0,3 0-2 16,4 0 2-16,0 0 0 16,-5 0-2-16,5 0 12 0,-2-1-12 15,0-1 1-15,1 1 2 0,1 0-3 16,0-1 0-16,-4 1 1 0,1 1 0 16,3 0 0-16,-6 0 2 0,3 0 0 15,-3 0-2-15,4 0 2 16,0 0 19-16,-7 1 6 0,7 1-25 0,-2-2-2 15,-3 2 0-15,3 0 0 16,-5 1 1-16,3 0-2 0,-3 0-1 16,3 0 1-16,-4 0 1 0,5-2 1 15,-3 2-1-15,1-1-1 0,1-1 15 16,-3 0-15-16,5 1 0 0,-4-1 0 16,3 1 0-16,-3-2 1 0,6 1 0 15,-5-1-1-15,1 1-3 0,2 0 1 16,-5 1 2-16,5 0-1 0,-1 0-1 15,-1 1 2-15,2-2 0 0,-3 2 0 16,7-1 19-16,-2-1-18 0,-3-1 2 16,5 0 0-16,0 0-3 0,0 0 2 15,-2 0 14-15,4 0 9 0,-1 0-12 16,-1 0-13-16,-2 0-3 0,4-1 3 16,0-1-2-16,0 1 2 0,-1-1 1 15,-1 0 11-15,4-2-12 0,0 1 19 16,0-1 21-16,0 1-24 0,0-1-15 15,-4-1 45-15,0 2-34 0,1 0-12 16,-3 1 0-16,-2-2 0 16,4 4 1-16,-3-1 3 0,-3-1 8 15,4 1-12-15,-3-1-11 0,1 2 11 16,0-1 1-16,-1 0 8 0,1 1-7 16,4 0-2-16,-2-2 1 0,-1 1 1 15,3-1-1-15,-2 2 11 0,-2-2-12 16,3 1-1-16,-1-2 1 0,-4 3 0 15,3-1 11-15,1 0-11 0,-4 1-2 16,4-1-1-16,-3 1 3 0,-1 0 1 16,1 0-1-16,-3 0 0 0,4 0-1 15,-3 0-1-15,1 1 2 0,-1 0 2 16,3 0-2-16,-2-1-3 0,-3 0 3 16,7 0 1-16,-2 0 1 0,-1 0 1 15,1 0-1-15,-4 0-1 16,7 0-1-16,-3 0 0 0,-2-1 0 0,5 1-1 15,-1-1 1-15,-2 0-1 0,2 0 1 16,1-1 0-16,-5 1 0 16,6-1 0-16,-2-1 1 0,-5 3 0 15,7-1-1-15,-4 1 0 0,-3 0 2 16,7 0-1-16,-2 0-1 0,-5 0 1 16,5 0-1-16,0 1 0 0,-2-1 0 15,1 0 1-15,-1 0-1 0,2 2 0 16,-3-1 2-16,1 0-1 0,-2 1 1 15,3 0-1-15,-3 0-1 0,4 0 2 16,-3 3-1-16,1-2 0 0,0 0 1 16,-3-1-1-16,1 1-1 0,0 0 3 15,1 2-1-15,-1-1 0 16,-3-1 1-16,5 0 0 0,0 0-1 16,-3 0-2-16,3 0 2 0,-4 0 0 15,1-1-1-15,-3 0-1 0,-1 2 0 16,1-2 1-16,-1 1 0 0,-2 0-1 15,3 0 1-15,1 0 0 0,-1 1 1 16,3-1 0-16,-3 0-2 0,4-1 1 16,-5 0 0-16,7 0-1 0,-7-2-2 15,7 0 2-15,-3 0 0 0,-1 0 0 16,2 0 0-16,-5 0 1 0,3 0 0 16,-3 0 0-16,-2 0 0 0,5 0 1 15,-3 0 0-15,-1 0 0 0,1 0-1 16,3 2 1-16,-3-1 0 0,3-1-1 15,-3 1 0-15,-1 1 2 0,3-2-3 16,1 0 0-16,-7 1-2 0,3 1 2 16,-3-2 0-16,-2 1 2 0,0 0-1 15,-1 1-1-15,-3 0 1 0,2-1 1 16,-2 0-1-16,0 1 0 0,2 0-1 16,-3-1 0-16,1 1 0 15,0-1 0-15,0 1 0 0,0-2 0 16,0 1-1-16,0 0 0 0,0-1 0 15,1 2-1-15,-3-2 1 0,0 1-1 16,0-1 0-16,-2 0 2 0,2 0 1 16,-2 0 12-16,0 0-1 0,0 0 7 15,0 0-4-15,0 0-3 0,0 0-9 16,0 0 10-16,0 0-11 0,0 0 1 16,0 0 9-16,0 0-9 0,0 0 15 15,0 0-2-15,0 0-13 0,-4 0-1 16,2 0-2-16,-2 0-2 0,-3-1-1 15,-1-1-13-15,0 2 4 0,0 0 10 16,-1 0-10-16,-1 0 0 0,-2 0-4 16,-1 0-2-16,1 0 5 0,-1-1 10 15,-1 1-9-15,-1 0 9 0,1 0-12 16,-1-1 12-16,-1 1-13 0,1 0 15 16,-1 0-1-16,-3 0-10 15,3 0-4-15,-1 0 13 0,1 0-12 16,-3 0 14-16,-2 0-1 0,7 0-11 15,-5 0 13-15,3 0 0 0,-3 0 0 16,3 0 1-16,-3-2 1 0,0 1 1 16,1 0 1-16,-3 1-2 0,3-1-1 15,-3 1-1-15,2 0 1 0,-3 0-1 16,-1 0-1-16,4 0 1 0,-4 0-1 16,-1 0 0-16,3 0-2 15,-4 1 1-15,2 0 1 0,-1 0-1 0,1 1 1 16,-2-2 0-16,-2 2 1 0,4-2-1 15,1 2 1-15,-3-1 0 16,-2-1 0-16,4 3 0 0,-1-2 0 16,-1 0 0-16,-2 2 2 0,6-3 1 15,-4 1 0-15,1 0-2 0,1 0-1 16,2 0 0-16,0 1 2 0,3-2 0 16,-1 0 10-16,1 0-9 0,3 0-1 15,-1 0-2-15,1-3-1 0,1 2 1 16,-3-1-2-16,3 0 2 0,1 0 0 15,-1 1-2-15,-1-2-1 0,3 3 1 16,0 0-10-16,-5-1 9 0,7 1-12 16,-3 0-13-16,-1 0 10 0,1 1-19 15,1 2-16-15,0-2-28 0,3 1-21 16,-1 0-41-16,0-1-53 0,-1-1-135 16,7 0-230-16,-12-12-683 0</inkml:trace>
  <inkml:trace contextRef="#ctx0" brushRef="#br0" timeOffset="-185867.75">8285 12389 99 0,'0'0'85'0,"0"0"-30"0,0 0 4 16,0 0 615-16,0 0-374 0,0 0-75 16,0 0-17-16,0 0-23 0,-17-8-10 15,17 8-45-15,0 0-46 0,0 0-19 16,0 0-23-16,0 0-16 0,0 0-10 15,0 0 0-15,0 0 29 0,3 2 0 16,-1-1 4-16,2 4-14 16,0-1 7-16,2 3 0 0,0 3 16 15,0 2 0-15,3 5 9 0,1 2 17 16,-2 3-23-16,3 3-3 0,-3 1-17 16,0 2 10-16,1 3-6 0,-1 3-10 15,0 3 7-15,0 13-4 0,1 10 6 16,-1 12 7-16,0 3-6 0,-2-6-1 15,-4-4-3-15,0-11-12 0,-2 2-7 16,3 1 10-16,-3-1-4 16,0 1-26-16,-3 1 1 0,1-1 16 0,-4 4 0 15,2-3-3-15,-2 3 3 0,0-1-6 16,-1-1-1-16,1-5 7 16,-4-1-3-16,4-9 6 0,-3-8 0 15,3-7 6-15,0-2 4 0,-4 4-29 16,-1 6 12-16,-1 2-11 0,0-1 8 15,-3-3 4-15,-1-2 12 0,1-3 6 16,3-4-4-16,-3-1-5 0,5-5-3 16,0 1 2-16,1-6-8 0,1-3 0 15,4-2-14-15,2-6-2 0,0 0-3 16,2-3-29-16,0-1-27 0,0 0-92 16,0 0-38-16,0 0-14 0,2 0 41 15,2-4-83-15,2-1-60 0,2-3-160 16,-3 0-291-16,-1-5-396 0</inkml:trace>
  <inkml:trace contextRef="#ctx0" brushRef="#br0" timeOffset="-185245.71">8128 13614 1031 0,'0'0'52'16,"0"0"670"-16,0 0-637 0,0 0-43 15,0 0-42-15,0 0 71 0,0 0 43 16,0 0 22-16,0 0 23 0,0 0 25 16,60 23-4-16,-44-8-29 0,-1 3-7 15,1 5-19-15,3 5-39 0,0 5 7 16,-3 6-30-16,5 11 1 0,-3 15-1 16,3 16 1-16,-8 3-7 15,-1-4-16-15,-4-6-10 0,-4-10-6 0,-2-2 4 16,0 0-7-16,-2-2-3 0,0-12-4 15,0-9 1-15,-2-10 6 16,0-2 13-16,0 2 5 0,-2 1 1 16,0 1 4-16,0-5-4 0,0-1-7 15,-2-8-12-15,3-3-21 0,1-4 2 16,0-4-3-16,2-3-18 0,-2-3-25 16,2 0-52-16,0 0-75 0,0 0-57 15,0-4-129-15,2-2-48 0,0-3-154 16,-2 2-175-16,0-8-685 0</inkml:trace>
  <inkml:trace contextRef="#ctx0" brushRef="#br0" timeOffset="-182233.43">3332 15787 216 0,'0'0'1631'0,"0"0"-1226"16,0 0-405-16,0 0 0 0,0 0 0 16,0 0 78-16,0 0 3 0,64-38 6 15,-43 20-19-15,2 1-1 0,1-4-38 16,3-1-3-16,-2-2-24 0,2-4-2 16,0 2 0-16,-2-1-41 0,0 1-172 15,-9 1-68-15,3 3-118 0,-7 4-63 16,0 1 25-16,-5 5-130 15</inkml:trace>
  <inkml:trace contextRef="#ctx0" brushRef="#br0" timeOffset="-182050.35">3605 15380 239 0,'0'0'82'0,"0"0"1096"0,0 0-710 16,0 0-83-16,0 0-68 16,-47 56-89-16,44-38-67 0,3 4-56 15,3 6-3-15,3 1 13 0,2 3 0 16,2 1-30-16,3-1-34 0,-3-1-13 15,2-3-7-15,-1-2-15 0,-3-4-16 16,-2 2-12-16,5-5-7 0,-7 0-61 16,2-2-107-16,-6 1-97 0,4 0-120 15,-4-1-165-15,0-2-421 16</inkml:trace>
  <inkml:trace contextRef="#ctx0" brushRef="#br0" timeOffset="-181833.38">3392 16076 1441 0,'0'0'992'15,"0"0"-627"-15,0 0 10 0,0 0-375 16,0 0-29-16,0 0 26 0,0 0 3 16,0 0 41-16,56 5 7 0,-35-19-3 15,8-5-13-15,2-8-10 0,4-7-9 16,6-12-13-16,9-12-1 0,-9 1-184 15,-2 7-139-15,-6 5-79 16,-4 12-93-16,2-9-56 0,-2 9-136 0,8-13-5 16</inkml:trace>
  <inkml:trace contextRef="#ctx0" brushRef="#br0" timeOffset="-181600.38">3992 15395 887 0,'0'0'586'0,"0"0"151"0,0 0-272 0,-67 46-25 16,45-26-95-16,3-1-124 15,-4 6-104-15,1 3 56 0,1 12-28 16,-6 16-83-16,-2 17-43 0,-2 6-7 16,4 1 32-16,2-4-13 0,3-8 6 15,-5 0 4-15,4-1-16 0,2-3-22 16,-1-3-3-16,-1-5-3 0,11-11-16 16,-1-10-3-16,3-10 1 0,2-8-4 15,8-1-53-15,-5-3-28 0,3-4-80 16,2-7-183-16,7-2-440 0,1-9 199 15,8-9-40-15,-7 3 6 0,7-18-51 16</inkml:trace>
  <inkml:trace contextRef="#ctx0" brushRef="#br0" timeOffset="-181100.3">3768 16011 281 0,'0'0'108'0,"0"0"589"0,0 0 584 0,0 0-996 16,0 0-131-16,0 0-154 15,0 0-55-15,0 0 39 0,0 0 16 16,0 0 97-16,46-43-10 0,-32 23-17 16,9-5-12-16,-2-2-36 0,4-1-2 15,-3 0-18-15,-3 3 19 0,2 6-21 16,-9 3-2-16,0 6-11 16,-3 4-9-16,-7 4 6 0,0 2 16 0,-2 0 144 15,-2 3 164-15,-5 4-187 0,-7 4-121 16,4 5-67-16,-7 4-44 15,-1 5-10-15,-5 2 51 0,6 2 22 16,-8 0 16-16,3-2 10 0,5 0 22 16,1-5 11-16,3-5 43 0,7-5 23 15,2-5 2-15,4-5-79 0,0 1-124 16,4-3-58-16,2 0 180 0,7 0 2 16,3 0 12-16,-1 0 4 0,5-3 4 15,1-1 5-15,0-1 17 0,1 1 15 16,1 1 4-16,-2-1-10 0,-1 3 0 15,-5 1-4-15,1 0 11 0,-5 0-5 16,-7 1-2-16,0 5 35 0,-4 2 106 16,0 3 131-16,-2 6-202 0,-2 3-68 15,-6 3-1-15,-5-1-8 0,3-1-42 16,-9-1 16-16,4-3 1 0,-7-1-19 16,5-2-22-16,-4-3-21 0,-1-4-13 15,5-3-40-15,-2-1-81 0,1-3-31 16,7 0-82-16,-1-6-155 0,1-2-156 15,9 0-546-15,0-9-130 0</inkml:trace>
  <inkml:trace contextRef="#ctx0" brushRef="#br0" timeOffset="-180618.95">4219 15451 1760 0,'0'0'994'0,"0"0"-565"0,0 0-37 16,0 0-326-16,0 0-66 0,0 0-174 15,0 0 171-15,0 0 3 16,0 0 32-16,72-49-20 0,-43 27-12 16,2 1-12-16,2-1-17 0,-2 3-130 0,-2 5-148 15,-2 3-105-15,-4 9-164 16,-7 2-126-16,-5 13-125 0</inkml:trace>
  <inkml:trace contextRef="#ctx0" brushRef="#br0" timeOffset="-180116.14">4293 15780 34 0,'0'0'1960'0,"0"0"-1439"0,0 0-508 15,0 0-13-15,0 0-3 0,0 0 3 16,0 0 122-16,0 0 20 0,67-49-20 15,-51 36-16-15,1 0-10 16,-1 1-51-16,1-1-13 0,-3 5-7 0,-1 2-9 16,-7 2-14-16,0 4 1 15,-4 0 16-15,-2 4 76 0,0 3 80 16,0 7-17-16,0 5-158 0,-2 6-2 16,-4 5-10-16,0 0 9 0,-5 2-32 15,1 0-10-15,2-1-31 0,-3-1-13 16,-1 0-12-16,4-4 18 0,-1-2 51 15,3-4 19-15,0-5 12 0,0-3-15 16,4-4-6-16,0-5-14 0,2-1-37 16,2-2-149-16,8-1 103 0,0-6 71 15,3-6 48-15,3-4 31 0,1-5-2 16,6-6-3-16,-3 0-7 0,1-1 0 16,2 2 4-16,-3 2-1 15,-3 6 11-15,-1 2 18 0,-3 6 10 0,-5 5-7 16,-2 5 17-16,-4 1 44 0,-2 0 153 15,0 4 126-15,0 3-48 0,0 8-231 16,0 2-113-16,0 3 20 0,0 2-1 16,0-4 7-16,0-3-6 15,0-1-22-15,0-4-12 0,7-2-34 0,-1-1-10 16,0-1 22-16,4-2-19 16,3-3-40-16,1-1-96 0,3-11-28 15,1-7-81-15,7-8-108 0,-2-8-79 16,-5 4-567-16</inkml:trace>
  <inkml:trace contextRef="#ctx0" brushRef="#br0" timeOffset="-179869.13">5015 14868 1854 0,'0'0'1203'16,"0"0"-694"-16,0 0-49 0,0 0-135 16,0 0-165-16,0 0-160 0,0 0-65 15,0 0-9-15,0 0 15 0,0 0 41 16,-15 13 18-16,22-10-1 0,1-1 1 16,0 0-50-16,-2 1-106 0,3 3-96 15,-3 5-131-15,-2 5-89 0,-2 0-192 16,-4 17-675-16</inkml:trace>
  <inkml:trace contextRef="#ctx0" brushRef="#br0" timeOffset="-179616.42">4756 15536 363 0,'0'0'2327'0,"0"0"-1797"0,0 0-514 15,0 0 3-15,0 0 95 0,0 0 17 16,62-24 5-16,-37 10-25 0,2-4-33 16,6-4-27-16,2-3-10 0,5-4-29 15,-1 2-1-15,0-2-11 0,-2 3-13 16,5 1-44-16,-9 5-78 0,-8 3 21 16,1 5-38-16,-9 5-42 0,-5 3-126 15,-7 4-121-15,-5 1-161 0,0 5 101 16,-11 12-796-16</inkml:trace>
  <inkml:trace contextRef="#ctx0" brushRef="#br0" timeOffset="-179383.42">5062 15487 806 0,'0'0'1453'0,"0"0"-1026"0,0 0-225 16,0 0-201-16,0 0 129 0,0 0-5 15,0 0-7-15,0 0 13 16,60 29 2-16,-43-22-44 0,-3 0-19 15,3 1-26-15,-1 3-16 0,1 1 0 16,-3 0-15-16,-5 2 0 0,3 1 15 16,-6 2-6-16,0 1-6 0,-3 4-4 15,-3-2-10-15,0 2-2 0,-3-5-22 16,-3-1-28-16,0-2-70 0,0-4-66 16,-4-6-18-16,3-3-71 0,-5-1-185 15,4-4-327-15,-7-9-494 0</inkml:trace>
  <inkml:trace contextRef="#ctx0" brushRef="#br0" timeOffset="-179175.43">5021 15393 145 0,'0'0'2016'0,"0"0"-1408"0,0 0-140 16,0 0-131-16,0 0-110 0,-31 53-92 15,29-28-78-15,2 9-29 0,0 13 26 16,0 10 27-16,4-4-3 0,-2-3-53 15,0-7-3-15,4-11-20 0,-4 4-2 16,3 0-12-16,-1-2-10 0,0-8-62 16,2-3-105-16,0-7-113 0,7-6-197 15,-1-6-228-15,-6-4-523 0</inkml:trace>
  <inkml:trace contextRef="#ctx0" brushRef="#br0" timeOffset="-178762.42">5722 15364 662 0,'0'0'453'0,"0"0"-46"15,0 0 15-15,0 0 106 0,0 0 272 16,16 52-435-16,-32-20-141 0,-1 3 56 16,-1 7-81-16,-5-1-59 0,2-1-17 15,-2-3-67-15,7-3-26 0,-1-6-30 16,1-3 0-16,-1-4-1 0,5-6-1 15,0-2-25-15,1-8-10 0,7 0-44 16,0-5-11-16,2 0-57 0,2-9-48 16,0-3-58-16,0-7 174 0,4-6 46 15,0-6 19-15,2-6-12 16,7-3-1-16,-3-1-15 0,0 0 6 0,7 1 36 16,-7 5 2-16,5 5-1 0,-3 3 1 15,1 7 1-15,1 4 1 0,-2 7 26 16,1 6-28-16,-1 3 16 15,-3 7 44-15,3 8 76 0,0 7 15 16,-1 9-44-16,1 5-22 0,-2 6-1 16,-1 3-3-16,-3-4-19 0,0 0-47 15,0-3-15-15,0-5-1 0,1-5-21 16,-1-3-6-16,4-6-34 0,3-5-87 16,-1-4-96-16,5-7-147 0,-1-3-337 15,-1-5-533-15</inkml:trace>
  <inkml:trace contextRef="#ctx0" brushRef="#br0" timeOffset="-178293.43">6439 14554 925 0,'0'0'1229'0,"0"0"-690"0,0 0-44 16,0 0-72-16,0 0-139 0,0 0-124 15,0 0-116-15,0 0-44 0,0 0-28 16,-12 60 28-16,18-19 2 0,0 13-1 16,2 13-1-16,-6 3-19 0,0-14-19 15,-2-15-116-15,0-16-124 0,-2-2-110 16,2-6-212-16,-14 14-657 0</inkml:trace>
  <inkml:trace contextRef="#ctx0" brushRef="#br0" timeOffset="-178032.42">6092 15295 692 0,'0'0'1613'0,"0"0"-1152"16,0 0-82-16,0 0-347 0,0 0 70 15,0 0 48-15,0 0 27 0,62-8-15 16,-35-6-49-16,2-5-57 0,4-2-18 15,2-4-37-15,-2-2-1 0,6 0-2 16,0 0-11-16,-1 1-49 0,-1 5-80 16,-2 2-44-16,-4 4-43 0,-2 2-113 15,-6 6-41-15,-1 3-44 0,-9 4-89 16,-3 0-128-16,-8 11-386 0</inkml:trace>
  <inkml:trace contextRef="#ctx0" brushRef="#br0" timeOffset="-177762.63">6340 15458 383 0,'0'0'1848'0,"0"0"-1376"15,0 0-167-15,0 0-224 0,0 0 113 16,0 0 29-16,0 0-65 0,52 3-38 16,-32-8-41-16,3-2-19 0,4-1-13 15,2 3-19-15,2-1-26 0,-2 3 14 16,2 0-15-16,0 3-1 0,-6 0 3 15,-5 8 0-15,-3 0 13 0,-5 6 4 16,-4 2 27-16,-6 4 21 0,-2 8-27 16,-6 2-13-16,-4 1-12 0,2 0-16 15,-7-4-40-15,3-2-38 16,-1-3-20-16,-3-5-21 0,6-6-10 0,-5-3-29 16,5-6-112-16,-3-2-181 15,3-4-275-15,-7-12-933 0</inkml:trace>
  <inkml:trace contextRef="#ctx0" brushRef="#br0" timeOffset="-177543.68">6365 15234 1244 0,'0'0'1027'0,"0"0"-472"0,0 0-42 16,0 0-117-16,0 0-88 0,0 0-51 15,0 0-71-15,0 0-97 0,-40 78-61 16,40-25 0-16,0 15 21 0,0 4-9 15,0-3-18-15,0-14-10 0,0-18-12 16,-2-7-14-16,-2-8-42 16,4 6 16-16,0-4-43 0,0 2-66 0,8-9-96 15,1-6-211-15,3-8-337 16,-2-3-374-16,9-14-387 0</inkml:trace>
  <inkml:trace contextRef="#ctx0" brushRef="#br0" timeOffset="-177081.93">7390 14691 704 0,'0'0'430'0,"0"0"813"16,0 0-730-16,0 0-88 0,-66-7-139 15,41 10-96-15,2 1-43 16,1 2-46-16,-1-1-13 0,0 2-16 15,2 0 0-15,1 3-7 0,-1-2-9 0,7 4-10 16,-5 0-21-16,7-2-6 16,-3 2 5-16,3-1-22 0,1 0-2 15,1-1-2-15,2 1-16 0,-3 2-4 16,1 0 0-16,-2 3-2 0,3 0 11 16,-1 1 13-16,-2-2 0 0,3-1 12 15,3-4-11-15,2-1 32 0,0-3-2 16,2-1-19-16,0-2-12 0,0 1 0 15,2 0 0-15,-4 4 1 0,4 0 2 16,-2 1 25-16,2 6 12 0,0-1 0 16,0 11 0-16,0 4-6 0,0 10 6 15,2 20-9-15,6 13-4 0,0 5-5 16,0-2-7-16,1-8-12 0,3-11-1 16,-4-11 0-16,-4-9-2 0,3-11-1 15,-1-4-20-15,2 1-40 0,-2-2 11 16,5-1-45-16,-3-6-63 15,0-6-78-15,3-6-119 0,-3-1-154 0,2-10-206 16,-2-1 93-16,-1-15-463 0</inkml:trace>
  <inkml:trace contextRef="#ctx0" brushRef="#br0" timeOffset="-176744">7001 15268 369 0,'0'0'1482'0,"0"0"-908"16,0 0-69-16,0 0-25 0,0 0-129 15,0 0-189-15,0 0-160 0,0 0 24 16,4-56 43-16,19 43-5 0,4 1-14 16,6-4-16-16,4 1 0 0,13-4-31 15,8 0 13-15,12-2-4 0,-6 3 7 16,-12 1 3-16,-15 9-7 0,-10 1-2 16,0 1-10-16,6 1 9 0,-2 2 1 15,-8 3-11-15,-7 3 26 16,-3 2 15-16,-9 9 99 0,-4 3 62 15,0 12-84-15,0 11-96 16,-6 17-21-16,-5 13 9 0,-1 1-12 0,4-12 3 16,3-14 10-16,-1-17-11 0,6-5 10 15,-2 4-12-15,2 1-18 0,0-2-25 16,2-3-31-16,4-7-49 0,-1-5-16 16,1-3-90-16,0-5-103 0,-2-3-106 15,2-2-136-15,-2-7 139 0,-2-4-135 16,-2 3-116-16,-6-13-355 0</inkml:trace>
  <inkml:trace contextRef="#ctx0" brushRef="#br0" timeOffset="-176448.12">7429 15354 158 0,'0'0'273'0,"0"0"-100"15,-64-33 1062-15,43 30-781 16,-5 3-21-16,3 2-16 0,4 8-38 16,3 6-82-16,-1 4-90 0,7 7-99 15,4 3-62-15,-1 1-24 0,7 2-19 16,0-1-2-16,7-1-1 0,1-6-22 15,6-4-24-15,3-5-1 0,-1-9-1 16,5-3 4-16,-4-4 13 0,5-7 18 16,-5-5 13-16,-1-7 13 0,-1-4 9 15,-5-3 22-15,1-2-15 16,-11 0-17-16,6 2 7 0,-6 1 6 0,-6 3 6 16,-1 0 3-16,-3 3-2 0,-2 1-11 15,-5 4 4-15,1 3 0 0,-3 3-6 16,0 2-19-16,3 5-21 0,-1 1-66 15,5 0-64-15,2 3-21 0,3 2-27 16,7 1-134-16,0-1-276 16,11 1-125-16,-1-4-7 0,15-2 11 0</inkml:trace>
  <inkml:trace contextRef="#ctx0" brushRef="#br0" timeOffset="-175937.31">8060 15047 356 0,'0'0'1072'0,"0"0"-643"0,0 0-72 15,-60 21-27-15,49-17 2 0,3 0-37 16,0-1-63-16,6 1-19 15,-2-3-8-15,2 4-20 0,-3 2-24 16,3 2-33-16,-2 5-32 0,-2 4-28 0,-2 7-16 16,0 4-18-16,-3 3-9 15,-3 0-24-15,3 2-1 0,-3-1-12 16,4-4-4-16,-3-4-2 16,5-6-25-16,2-5-16 0,2-7-41 0,4-7-114 15,6 0-164-15,4-9 93 0,7-9 55 16,-1-5-71-16,7-6-50 0,2-1-11 15,2-3-27-15,-1 0 28 0,3 4 169 16,-4 3 163-16,0 2 29 0,-2 6 150 16,-3 3 97-16,-3 4-7 0,-3 2-16 15,-3 5 3-15,-3 4 6 0,0 0 44 16,-1 7 85-16,-1 8 32 16,-2 4-135-16,4 7-99 0,0 2-46 15,5 5-21-15,-3-4-30 0,3 0-23 16,1-4-27-16,0-4-13 0,-3-3-25 15,1-3-9-15,1-5-29 0,-5-3-80 16,0-1-56-16,-2-4-34 0,-2-2-66 16,1-2-142-16,-3-8-85 0,0 1-161 15,-2-14-567-15</inkml:trace>
  <inkml:trace contextRef="#ctx0" brushRef="#br0" timeOffset="-175697.3">8062 14800 229 0,'0'0'1846'0,"0"0"-1225"0,0 0-102 16,0 0-42-16,0 0-111 0,0 0-129 15,-37 50-132-15,43-9-43 0,2 16-3 16,9 21-7-16,-1 5-2 16,-1 1-10-16,-7-5-6 0,-2-11-4 15,-4-4 7-15,-2-10 0 0,0-14-9 16,0-11-13-16,-2-2-15 0,-2-1-18 15,4 0-56-15,0-2-80 0,0-7-13 16,4-10-88-16,0-7-213 0,11-8-130 16,-1-15-71-16,-4 4-419 0</inkml:trace>
  <inkml:trace contextRef="#ctx0" brushRef="#br0" timeOffset="-175183.31">8469 14893 281 0,'0'0'1168'0,"0"0"-642"0,0 0 41 15,0 0 111-15,0 0 28 0,0 0-324 16,0 0-94-16,0 0-159 0,0 0-46 16,0 0-21-16,-43 69-23 0,32-40-11 15,-1-2-25-15,2 1-1 16,-3-2-2-16,3-2-12 0,-1-5-10 16,5-2-14-16,2-8-10 0,0-2-4 15,4-3-23-15,0-4-63 0,6 0 62 16,0-3 37-16,5-3 35 0,1-3 2 15,3-3 12-15,1-2-9 0,5-1 0 16,-3 1 0-16,3-1 1 0,2 5 11 16,2 1-14-16,-1 2 2 0,-1 2 9 15,-2 4-11-15,2 1 12 0,-7 0-10 16,-1 0-1-16,-5 0-2 16,-4 1-27-16,-4 2-29 0,2-3-27 0,-4 0-10 15,0 0-16-15,0 0-14 16,0 0-34-16,0 0-51 0,-2 0 8 15,-2-3-112-15,-2-3 24 0,0 0 46 16,-3-3 48-16,-1 1 91 0,0 1 103 16,-3 0 16-16,1 1 97 0,2 4 110 15,-3-1 34-15,3 3 31 0,2 1 49 16,-1 5-18-16,5 4-36 0,0 2-69 16,2 6-43-16,2 3-36 0,0 7-33 15,2 5-29-15,2 3-24 0,4 3-12 16,-1 0-12-16,1-3-22 0,0-1-3 15,-4-4-15-15,3-3-18 0,-3-4-75 16,0-5-45-16,2-3-54 0,-2-4-94 16,2-6-181-16,-2-5-260 0,-1-1-424 15,-3-6-351-15</inkml:trace>
  <inkml:trace contextRef="#ctx0" brushRef="#br0" timeOffset="-174979.34">8393 15248 887 0,'0'0'1791'0,"0"0"-1255"0,0 0-46 16,0 0-164-16,0 0-212 15,0 0-45-15,0 0-20 0,0 0-14 16,70 35-14-16,-45-35-21 0,1 0-15 16,1-6-1-16,0 1-15 0,-6 1-72 15,0 1-95-15,-9 0-53 0,-2 3-57 16,-6 2-143-16,-4 4-135 0,0-2-238 15</inkml:trace>
  <inkml:trace contextRef="#ctx0" brushRef="#br0" timeOffset="-174800.16">8378 15463 730 0,'0'0'1699'0,"0"0"-1145"0,0 0-63 0,0 0-130 0,0 0-154 15,0 0-53-15,17 50-45 0,-1-44-38 16,5-1-40-16,-1-2-20 15,5-3-11-15,4 0-22 0,0-4 0 16,2-4-34-16,-2 0-78 0,2-5-57 16,-2 2-61-16,0 1-84 0,2-4-165 15,-4 1-148-15,-2 4 10 0,8-8-379 16</inkml:trace>
  <inkml:trace contextRef="#ctx0" brushRef="#br0" timeOffset="-173965.93">8982 15196 220 0,'0'0'629'0,"0"0"9"0,0 0-222 16,0 0-69-16,0 0-43 16,0 0-47-16,0 0-147 0,0 0-110 15,0 0-7-15,0 0 7 0,-17-5 77 16,30-3 23-16,-1-3 2 0,4 0-6 15,5-1-4-15,0 1-3 0,2 3 3 16,-3 0 6-16,3 1 6 0,-2 4 10 16,-9 0-11-16,0 3-30 0,-3 3-1 15,-7 7 44-15,-2 2 92 16,0 9-85-16,-6 3-77 0,-3 1-33 16,1 2-13-16,0-3 0 0,-3-2-13 15,3-4-20-15,0-5-23 0,0-3-31 16,6-5-37-16,-3-5-28 0,3 0-53 15,0-11-166-15,2-8-296 0,0-4-36 16,0 0-386-16</inkml:trace>
  <inkml:trace contextRef="#ctx0" brushRef="#br0" timeOffset="-173719.69">9077 14775 464 0,'0'0'72'15,"0"0"1128"-15,0 0-762 0,0 0-24 16,0 0-31-16,0 0 4 0,0 0-48 15,0 0-75-15,0 0-72 0,0 0-76 16,-48 41-39-16,54-10-5 0,-1 15-14 16,3 13 4-16,-4 11-3 15,0-2-1-15,-2-15-8 0,0-15-13 0,-2-11-16 16,0 3-18-16,2 3-3 0,0-2-18 16,2-4-38-16,3-8-18 15,-1-5-30-15,0-5-54 0,4-6-45 16,3-3-48-16,-1-4-49 0,5-12-81 15,-1-3-139-15,1-8-88 0,-5 6-397 16</inkml:trace>
  <inkml:trace contextRef="#ctx0" brushRef="#br0" timeOffset="-173453.57">9269 14699 356 0,'0'0'1686'0,"0"0"-1184"16,0 0-42-16,0 0-22 0,0 0-87 15,0 0-65-15,0 0-89 0,-31 55-61 16,31-26-21-16,6 6 11 0,0 7-6 16,3 3-12-16,1 2-20 0,0-2-17 15,5-1-19-15,-5-2-19 16,3-4-5-16,-1-4-10 0,-2-2-15 16,1-6 8-16,-1-1-11 0,-2-3-18 15,3-3-13-15,-5-3-33 0,2-3-21 16,0-3-28-16,3-5-32 0,-3-1-30 15,4-4-42-15,-1 0-57 0,1-9-67 16,-2-5-87-16,1-6-200 0,-3 4-367 16,-4-16-502-16</inkml:trace>
  <inkml:trace contextRef="#ctx0" brushRef="#br0" timeOffset="-173250.56">9434 14736 761 0,'0'0'1393'0,"0"0"-866"0,0 0-65 16,0 54-188-16,0-35-156 15,4 3-52-15,5 2-18 0,1 0-46 16,0 1-2-16,1-6-19 0,-1-1-10 16,0-5-78-16,1-5-148 0,-3-2-110 15,0-6-57-15,-2 0-129 0,1 0-155 16,-3-7-118-16</inkml:trace>
  <inkml:trace contextRef="#ctx0" brushRef="#br0" timeOffset="-173028.35">9540 14759 275 0,'0'0'231'0,"0"0"838"0,0 0-712 16,0 0-30-16,0 0 42 0,0 0-38 16,0 0-81-16,0 0-59 0,0 0 0 15,0 0-5-15,-4 31-63 0,6-7-23 16,0 2-17-16,-2 0 1 15,2-1-9-15,0-3-13 0,-2-2-25 0,2-5-26 16,0-4-11-16,0-4-24 0,2-1-23 16,2-2-40-16,-1-4-22 15,3 0-11-15,2-8-12 0,1-5-39 16,3-6-105-16,3-6-300 0,-5 4-439 16,2-17-730-16</inkml:trace>
  <inkml:trace contextRef="#ctx0" brushRef="#br0" timeOffset="-172506.4">9943 14394 334 0,'0'0'1064'0,"0"0"-567"0,0 0-75 16,-52-1-6-16,38 9-82 0,-1 6-53 15,-1 5-49-15,1 7-80 0,5 5-51 16,-3 14-26-16,7 12-12 0,4-3-16 15,2-4-25-15,2-10-2 0,4-6-19 16,9-1-1-16,-1 3-3 0,7-5-33 16,0-5 5-16,4-7 6 15,1-2-4-15,5-9-8 0,-4-4 5 16,6-4 31-16,3-7 1 0,-3-9 11 16,4-4 11-16,-10-5 0 0,0-4 9 15,-5-1-6-15,3-1 3 0,-10 1 7 16,-5-1-6-16,-2 2-13 0,-8-2 6 15,0 4-1-15,-6-3 14 0,-4 3 2 16,-5 0-3-16,-1 1-6 0,-5 7 0 16,-6 2-3-16,2 4-25 0,-4 4-1 15,0 3-20-15,-2 2-14 0,0 2-18 16,7 2-59-16,-5 0-55 0,4 2-41 16,6 2-45-16,3-1-117 0,3 3-99 15,1 1-123-15,6-2-172 0,-1 6-217 16</inkml:trace>
  <inkml:trace contextRef="#ctx0" brushRef="#br0" timeOffset="-172254.4">9819 14672 669 0,'0'0'39'0,"0"0"1166"16,0 0-748-16,0 0-51 16,0 0-53-16,0 0-91 0,0 0-78 15,0 0-51-15,6 57-10 0,4-52 2 16,5 5-46-16,1-2-16 0,7-1-13 15,-2-2-6-15,4-4-22 0,4 0-10 16,-5-1 0-16,1-1-12 0,-2-2 0 16,-5-1 0-16,-1 0 0 0,-5 1-1 15,-1 1 1-15,-7-1-46 0,2 0-45 16,-4 0-41-16,0-3-51 0,0 1-28 16,-2-3-62-16,0-1-137 0,0-2-145 15,0 1-442-15,-6-5-341 0</inkml:trace>
  <inkml:trace contextRef="#ctx0" brushRef="#br0" timeOffset="-171988.27">9999 14529 444 0,'0'0'1061'16,"0"0"-521"-16,0 0-142 0,0 0-56 15,0 0-53-15,0 0-78 0,0 0-52 16,0 0-13-16,-38 62-1 0,34-45 0 15,4 2-26-15,0 3-24 0,0 5-36 16,0 2-15-16,0 0-7 0,0 5-9 16,0 0-3-16,4-3-9 0,-1-1-16 15,-1 0-2-15,0-5 1 0,0-2-12 16,0-5 11-16,0-3-16 16,0-3-11-16,2-3-55 0,-2-5-70 15,0-1-22-15,0-1 3 0,0-2-59 16,5 0-67-16,-3-7-58 0,0-3-134 15,-2 2-501-15</inkml:trace>
  <inkml:trace contextRef="#ctx0" brushRef="#br0" timeOffset="-171586.43">9819 15082 246 0,'0'0'1087'0,"0"0"-340"0,0 0-549 15,0 0-146-15,0 0 125 0,0 0 46 16,0 0-33-16,0 0-52 16,0 0-49-16,54-24-25 0,-40 18-6 15,1 1 2-15,-1 1 10 0,0-1-22 16,3 0 9-16,0 1-16 0,-5-3 10 15,0 3-26-15,3 2-3 0,-3 0-6 16,1-1 6-16,-3 0 19 0,0 0-15 16,3 2-11-16,-7-2 4 0,2 1-3 15,0 0-3-15,-3 1 2 0,1-2-12 16,-4 3 1-16,-2 0 8 0,0-2 1 16,0 2 9-16,0 0-19 0,0 0-3 15,0-1-31-15,0 0-61 0,0-2-34 16,2-1-23-16,-2-6-55 0,0 0-71 15,0-1-117-15,0-1-113 0,0-1-151 16,-2 5-2-16,-9-2-42 0</inkml:trace>
  <inkml:trace contextRef="#ctx0" brushRef="#br0" timeOffset="-171193.47">9997 14891 193 0,'0'0'173'0,"0"0"876"0,0 0-646 16,0 0-78-16,0 0-18 15,-33 56 9-15,30-41-52 0,3 2-31 16,-4 3-67-16,4-1-68 0,0 6-9 15,-4-2 0-15,4 1 8 0,-4-2-9 16,2-2-22-16,0-6-22 0,2-2-41 16,-2-5-3-16,2-1-34 0,0-3-23 15,0-3-62-15,6 0-74 0,0-5 0 16,3-6 30-16,1-6 7 16,4-2-11-16,1-6-65 0,1 0 13 15,1 0 51-15,1 4 80 0,-3-1 72 0,-3 4 16 16,1 2 17-16,-7 5 45 15,-2 4 106-15,0 2 68 0,-4 4 50 16,0 1 126-16,-2 0-155 0,-2 1-87 16,-2 6-44-16,0 0-41 0,-1 4-25 15,-1 3-13-15,0 1-3 0,-2 2-16 16,1 1-6-16,-1-2-20 0,2 2-2 16,-3-2-3-16,1-3-13 0,4 0-15 15,0-1-41-15,-5-3-51 0,5-2-47 16,-2-1-29-16,4 0-23 0,0-2-49 15,-5-1-88-15,1 0-71 0,-2 0-46 16,-3 0-71-16,1 0 23 0,-3 0-4 16,-1 0 279-16</inkml:trace>
  <inkml:trace contextRef="#ctx0" brushRef="#br0" timeOffset="-170725.35">9804 15193 164 0,'0'0'245'16,"0"0"472"-16,0 0-207 0,-58 19-133 16,52-16-56-16,2-2-27 0,2 1-117 15,2-2-177-15,6 0 0 0,3 0 35 16,1-2 107-16,6-2 2 0,5 0 0 15,-2-2-39-15,5 0-13 0,1-2-25 16,0 1 5-16,0-2-5 0,0 0-7 16,2 1-22-16,-5-1 9 15,5 0-9-15,-4 1-16 0,0-2-10 16,-9 3 0-16,-1 3-11 0,-5 1 1 16,-2 0 17-16,-4 3 9 0,-2 0 41 15,0 3 144-15,-6 1-29 0,-4 8-119 16,-1 1-44-16,-3 2-21 0,-5 2 0 15,-4 4-1-15,5-2 0 0,-3 0-20 16,3-1 5 0,-3-1 13-16,8 0-16 0,-5-1-2 0,8-1 2 0,-1-3 0 15,5-3-2-15,2-2-13 0,2-2-38 16,2-3-102-16,6-2-19 16,4 0 30-16,-1-6-18 0,3-2-28 15,5-6-53-15,-1-3-37 0,3-2-20 16,-1-2 18-16,1 1 80 0,-3 4 98 15,1 0 95-15,-1 3 28 0,-5 5 26 16,-5 2 58-16,-2 2 114 0,-2 3 71 16,-2 1 157-16,2 0-6 0,-2 0-149 15,0 1-100-15,2 3-42 0,2 2 10 16,-1 0-42-16,5 5-43 0,0-2-23 16,0 2-28-16,1-3-3 0,3-1-2 15,-4 2-20-15,3-3-26 0,1-3-83 16,0 0-58-16,1-3-36 15,3 0-174-15,5-8-192 0,-11 1-168 16,13-7-738-16</inkml:trace>
  <inkml:trace contextRef="#ctx0" brushRef="#br0" timeOffset="-170321.85">10245 14755 1072 0,'0'0'1692'16,"0"0"-1179"-16,0 0-135 0,0 0-69 15,0 0-211-15,0 0-98 0,0 0 0 16,0 0 0-16,0 0 47 0,64 21-13 15,-37-31-12-15,4-2-10 16,0-1-12-16,-2 1 1 0,-9 3 2 0,1 3 13 16,-9 1-4-16,-8 5 7 15,-1 0 12-15,-6 7 97 0,-5 9-5 16,-8 6-79-16,-5 7-43 0,-4 4-1 16,-2 3-3-16,0-2-19 0,3-4 0 15,-1-3-12-15,6-6 6 0,1-3-27 16,7-7-4-16,1-5-28 0,10-1-25 15,0-5-74-15,6 0-164 0,4-3-28 16,5-8-39-16,4-5 7 0,5-1-203 16,-7 1-431-16</inkml:trace>
  <inkml:trace contextRef="#ctx0" brushRef="#br0" timeOffset="-169770.52">10511 14784 158 0,'0'0'198'15,"0"0"-61"-15,0 0 1152 16,0 0-910-16,0 0-65 0,0 0-20 0,0 0-54 15,0 0-163-15,0 0-61 16,0 0 39-16,23 15 44 0,-6-5-16 16,-1 0-32-16,9 0-39 0,-6-1-12 15,3 0-1-15,-5-2-1 0,-1 0-52 16,-5 0-45-16,-5 0-32 0,-6 3-13 16,0-2 35-16,0 3-39 0,-8-3-26 15,-1-2 15-15,1 2-9 0,-4-4 0 16,-1-1 44-16,5-3 59 0,-4 0 30 15,-1 0 31-15,5 0 4 0,-4 0 34 16,1-2 99-16,3 2 55 0,-2 0 48 16,3 0 23-16,1 2 17 0,2 0 3 15,2 4-50-15,0 0-39 0,2 5-13 16,0 3-11-16,0 5-24 16,0 2-42-16,0 6-25 0,0 0-13 15,0 4-6-15,2 2-7 0,-2-2-9 16,0-1-12-16,0-3 3 0,-4-2-3 15,-4-2-10-15,1-3 4 0,-3-4-4 16,2-2-15-16,-3-3 13 0,3-5-4 16,0-2-10-16,0-4-2 0,-1 0-11 15,1-2-4-15,0-4-7 0,0-5-18 16,-3-3 6-16,3-3 6 0,0 1 7 16,1-5 5-16,-3 4 4 0,4-3 9 15,2 5-13-15,0 1 13 0,4 1-16 16,0 1 4-16,0 1-1 0,4 0-2 15,6 1-4-15,0-2 19 0,1-1-12 16,5 1-1-16,5 1-3 0,4-4-8 16,2 2-45-16,0 1-9 0,4 0-3 15,2 0-8-15,0 1-37 0,6 0-32 16,-4-2-4-16,2-1-137 0,1-3-195 16,1 1-98-16,-12-1-133 15,14-6-340-15</inkml:trace>
  <inkml:trace contextRef="#ctx0" brushRef="#br0" timeOffset="-169137.15">10923 14655 298 0,'0'0'1057'15,"0"0"-635"-15,-75-19-136 0,50 16 35 16,-6 0 21-16,2 3-50 0,5 0 18 16,3 3-30-16,4 3-9 0,7-2-57 15,8 2-92-15,2-3-122 0,2 5-66 16,6 0 41-16,7 4 25 0,3-1 44 15,7 2 9-15,0-1-3 0,2 1-13 16,0-1-6-16,2 1 0 0,0-1 9 16,-7 1 13-16,1-2-13 15,-4-1-6-15,-11 0-18 0,2-2 5 16,-5 1 4-16,-5 0 9 0,0 1-3 16,0-1-13-16,-3 1-17 0,-1-1-1 15,-4 2 0-15,4-3-28 0,0-2-5 16,-7-1-1-16,9-1-3 0,-4-2 0 15,2-1-13-15,0 0-12 0,0 0-9 16,2-1-7-16,-2 1 19 0,-3 0 12 16,3 0 19-16,0 1 17 0,0 1 11 15,0 2 3-15,4 2 12 0,-2 3 1 16,2 1-1-16,0 3 26 0,0 3 18 16,2 0-15-16,0 2-13 0,4 1-16 15,0-3 1-15,3 5 9 16,-5-5-10-16,2 4 13 0,-2-1 6 15,-2 1 6-15,-2-1-3 0,0-3-3 16,-2-1-6-16,-2-3-6 0,-2-2-1 16,-3-4-8-16,1-2-10 0,-2-1 0 15,4-2-3-15,-9-2-13 0,3-2-5 16,-5-2-4-16,5-4-2 0,2-3-1 16,-7 0-15-16,3-5 0 0,1-1-1 15,3-2 17-15,-1 2 11 0,5 1 11 16,0 1 0-16,2 2-1 0,2 3 0 15,2 1-10-15,0 2-14 0,4 0-14 16,6 0 23-16,-1 3 17 0,5 1 1 16,3 0 1-16,3 0 0 0,3 2-1 15,2-1 0-15,2 0-13 0,-3 2-5 16,1-4-45-16,-2 0-80 0,2-2-91 16,-7-5-120-16,-1 1-128 0,-3 0-149 15,-3-1-354-15,1-4-190 0</inkml:trace>
  <inkml:trace contextRef="#ctx0" brushRef="#br0" timeOffset="-168649.94">11113 14775 441 0,'0'0'821'16,"0"0"207"-16,0 0-544 0,0 0-6 16,0 0-59-16,0 0-76 0,0 0-121 15,0 0-141-15,0 0-81 0,0 0 0 16,-13 31 15-16,22-12-1 0,3 3-14 15,-4 2-2-15,1-1 0 0,1-1-10 16,0-3-7-16,-1-3-6 0,1-5-28 16,2-1-25-16,-5-3-3 0,3-3-26 15,2-1 6-15,-3-3 4 0,1 0 15 16,-2-3 15-16,7-7-2 0,-5 1 5 16,4-4-6-16,-3-2-13 15,1-3-19-15,3 2 10 0,-5 1 37 16,-2 1 55-16,-4 4 0 0,5 2 45 15,-9 1 32-15,0 3 101 0,0 1 35 16,-9 0-30-16,5 1-22 0,-2 2-32 16,-2 0-20-16,-1 0-15 0,-5 7-29 15,4 4-12-15,-5 3-25 0,3 6-27 16,1 3 0-16,-3 4 2 16,2 0 18-16,-3 1 4 0,5 0 9 15,2 0 13-15,-1 2 20 0,1-7 41 16,2 1 21-16,0-6-37 0,4 0-31 15,-1-5-49-15,3-1-12 0,5-3-30 16,1-3-10-16,2 0-15 0,4-4 3 16,1-2-13-16,3 0-30 0,3-4-10 15,2-4-24-15,6-3-26 0,-5-4-79 16,5-1-113-16,0-2-132 0,0 2-125 16,-6 3 48-16,10-7-526 0</inkml:trace>
  <inkml:trace contextRef="#ctx0" brushRef="#br0" timeOffset="-161227.43">15371 5559 40 0,'0'0'150'15,"0"0"613"-15,0 0-366 0,0 0-231 16,0 0 6-16,0 0-42 0,0 0-6 16,-37-19-46-16,29 17-23 0,-7 0-26 15,3 2 3-15,-7 0-6 16,3 0 7-16,-11 5-1 0,2 2 13 0,-8 5 17 15,0 1-33-15,-9 3 52 16,-5 6-52-16,-13 5-3 0,-17 2 3 16,-3 1-9-16,3-5-18 0,-3 0-2 15,5-5 23-15,1 2-21 0,-11-1-1 16,0 1 35-16,-6 2-7 0,-2 1-10 16,-2 1 18-16,-2 1-35 0,-2-1-2 15,0 3 0-15,0-4 0 0,1-1-13 16,7-2-10-16,-2-4 23 0,-2-4 15 15,4-3-15-15,-2-3-6 0,4-3 6 16,-4-4 23-16,2-1 9 0,1-6 13 16,5-3-42-16,-6-7 39 0,8-1 3 15,-2-2-43-15,7-3 11 0,1-7-12 16,7-2 21-16,6-2-20 0,14 2 0 16,13 0 17-16,8 5-18 0,6-4 15 15,-1-13-15-15,3-17-1 16,2-18-10-16,15-4-15 0,13 1-17 0,11 6 3 15,13 6-2-15,5-1-1 16,9-3 6-16,9 2 1 0,10-1 9 16,8 1 10-16,13-2 0 0,8 0 13 15,5 4 0-15,11 4 2 0,3 5-4 16,0 4 5-16,10 3 43 0,4 6-41 16,2 3 12-16,6 7 25 0,-1 8 12 15,5 4-12-15,1 7-7 0,4 6-19 16,-5 4 6-16,5 8-17 0,4 1 0 15,-9 11 0-15,-1 4-4 0,-5 3-12 16,-2 6 11-16,-10 5-16 0,-14 3 17 16,-15 9 0-16,-19 5-27 0,-14 4 10 15,-20 6-39-15,-12 5 3 0,-15 1 16 16,-13 4 10-16,-15 4 27 0,-7 2 2 16,-9 1 26-16,-11 1-7 0,-3 2-19 15,-7 1-16-15,5 2-13 0,-7 0-23 16,2-1-57-16,1 0-121 0,5-1-150 15,11-22-160-15,0-4-445 0</inkml:trace>
  <inkml:trace contextRef="#ctx0" brushRef="#br0" timeOffset="-160039.57">18402 9874 1502 0,'-65'7'669'0,"12"1"-497"0,-5 4-150 16,14-1-9-16,7-2-12 0,8-2 70 16,0 0 20-16,-6-1-44 0,-6 0-47 15,-5 0 0-15,-9-2 0 0,-10-3-15 16,-7-1-1-16,-9-1-3 15,7-5-4-15,0-2 22 0,3-2-15 0,-7-2-7 16,-1-2-16-16,-8 0-19 0,3-5 23 16,-9 1-4-16,-2-1 16 15,-5-5 4-15,-3-1-1 0,2 0 4 16,-5-1 16-16,3 1 3 0,-2-2-1 16,5-2 18-16,1-3-10 0,6 1-7 15,2-2 5-15,0-1-6 0,8-3 19 16,1-2 5-16,9 0 16 0,7-3 10 15,4-1-10-15,17 5 26 0,10 4-10 16,10 6-26-16,2 1-13 16,7-7 10-16,-3-5-25 0,11-6 37 0,8-10-28 15,16-8 7-15,36-9-20 0,16-6-33 16,13 4-2-16,16 3 21 16,2 7 14-16,15 1 16 0,6 0 7 15,10 1 22-15,13 2 0 0,3 1 0 16,11 0-6-16,9 3-11 0,3 0 14 15,5 4-13-15,10 3 19 0,-4 5-19 16,8 4-26-16,0 5 20 0,-2 4 5 16,2 9-2-16,-2 1 9 0,0 8-12 15,0 7-7-15,-4 4-16 0,6 2-2 16,0 7 0-16,-4 4-14 0,0 4 13 16,-4 4-32-16,-4 4-13 0,-5 4 0 15,-9 4 3-15,-14 4 13 0,-7 3-19 16,-15 5 35-16,-16 4-10 0,-15 3 2 15,-19 3 24-15,-18 2 13 0,-16 1-13 16,-18-1-18-16,-13 2 17 0,-11 1-1 16,-15 2 2-16,-12 4 9 15,-12 0 20-15,-9 1 0 0,-11 1-9 0,-12 2-4 16,-9 1 3-16,-9 2-1 16,-13 2-18-16,-11 1-13 0,-9 4-13 15,-10 1-12-15,-5 0-17 0,-1 2-3 16,-5-6 17-16,7-6-17 0,1-7 6 15,5-4 13-15,6-7 4 0,6-5-10 16,4-7 19-16,3-3-26 0,3-1 13 16,5-5 4-16,12-1-7 0,8-4 0 15,9-3-36-15,18-5-6 0,15-5-62 16,12-4-78-16,14-3-232 0,-10 3-342 0</inkml:trace>
  <inkml:trace contextRef="#ctx0" brushRef="#br0" timeOffset="-158669.02">19702 12747 474 0,'0'0'443'0,"0"0"-293"15,-75 1-150-15,40-1-46 0,-2 3 46 16,-6-1 26-16,-7-1 43 0,-14 3-27 16,-13-3 7-16,-5 2-13 0,-1-1 58 15,2-2 10-15,5 0 30 0,-3 0 35 16,-5-6 13-16,-1 0-30 0,2-2 13 15,-4-5-51-15,1 1-4 0,1-4-36 16,2-2-52-16,5-1-5 0,1-6 21 16,1 2-18-16,1-4-9 15,9-3-11-15,0-1 0 0,6-5-1 16,4 0-10-16,6 1 11 0,15 3 12 16,4 6-12-16,4-10-2 0,-4-14 0 15,3-14-11-15,5-10-10 0,19 5 23 16,6 3 1-16,16 1 0 0,11-4-1 15,8 0 0-15,11-3 0 0,0 1 15 16,14 4 11-16,2 0 22 0,4 3-6 16,15-1 19-16,8 3 13 0,8 2 3 15,14-1-3-15,9 0-1 0,7 4-6 16,9 4 1-16,3 1-40 0,3 10 4 16,9 1-6-16,2 8 9 0,-2 7-13 15,2 3 0-15,-4 8-3 0,2 5-19 16,0 8 4-16,-8 2-1 0,0 8-3 15,-5 9 0-15,-3 5-2 0,-5 3-1 16,-6 4-16-16,-8 4 16 0,-13 4-19 16,-10 5 20-16,-14 3-14 15,-13 3 0-15,-16 3-6 0,-15 3-1 16,-14 4-21-16,-13 2-4 0,-14 5 25 16,-17 6 20-16,-12 1-16 0,-12 6 18 15,-11-3-2-15,-10 0-45 0,-11-2 13 16,-5-7-7-16,-9-4 13 0,-9-2 10 15,-13-4 16-15,-9-3-10 0,-4 2 12 16,-7-1-1-16,-5-1-27 0,6 1-13 16,-1-4-54-16,9-2-43 0,6-3-67 15,9-2-86-15,10-7-94 0,32-7-108 16,1-9-502-16</inkml:trace>
  <inkml:trace contextRef="#ctx0" brushRef="#br0" timeOffset="-157726.56">19762 14327 1627 0,'0'0'791'0,"-60"32"-584"0,29-17-127 16,-4 2-77-16,-7 4 20 0,1-2 29 16,0-3-4-16,-1 1-16 15,1-7-3-15,-5-1-26 0,1-6 39 16,-1-3-13-16,-11-1 22 0,-14-7-19 15,-11-5 10-15,-3-7-7 0,0 3-32 16,7-3-3-16,5-1-22 0,1-1 21 16,2-6-12-16,1 0-13 0,3-3-6 15,6 0 16-15,0-1 3 0,11 2 13 16,9 5 0-16,11 5 0 0,3-4 3 16,-1-5-3-16,0-6 0 0,0-7-12 15,6-9 11-15,13-10-3 0,8-11-34 16,10-1 3-16,17 3-10 15,8 4 22-15,5 9-3 0,11 0 10 0,7-1 16 16,10 4 29-16,11 1 20 0,8 3-8 16,8 2 11-16,12 2-1 0,5 3-25 15,6 3 15-15,4 7-18 16,4 6 12-16,2 8-32 0,-4 9 16 16,2 7 10-16,-2 3 6 0,4 9-6 15,-2 5 31-15,1 9-15 0,-5 3 3 16,-3 5-14-16,-1 3-14 0,-6 7 11 15,-5 2-20-15,-7 2-11 0,-9 5-13 16,-15 2 11-16,-12 6-17 0,-14 2 0 16,-13 2-51-16,-18 2 16 0,-17 3-3 15,-15 2-7-15,-20 2 13 0,-17 6-4 16,-18 0 14-16,-14 5-14 0,-16-2-19 16,-9 1-22-16,-7-4-20 0,-8-2 0 15,2-9 26-15,-4-3 6 0,-2-7-36 16,-4-5-55-16,-2-3-97 15,-3-4-170-15,34-13-294 0</inkml:trace>
  <inkml:trace contextRef="#ctx0" brushRef="#br0" timeOffset="-138155.36">3345 17000 1 0,'0'0'82'16,"0"0"-43"-16,0 0-39 0,0 0 55 16,0 0-9-16,60-46 48 0,-50 40 337 15,-4 2-327-15,-2 3-85 0,-2 0-6 16,0-1 33-16,-2 2 26 15,0 0 120-15,0 0 91 0,0 0-26 16,0 0-114-16,0 0-143 0,0 0-55 0,2 0-66 16,0 0-35-16,5 0 156 0,1 0 32 15,2-3 17-15,1 0 48 16,3-2 36-16,1-1-16 0,3 0 3 16,1 1-55-16,1-3-39 0,-1 0 126 15,4-1-120-15,4-1-6 0,-5 2 20 16,1 0 60-16,4-1 1 0,-2 2-69 15,0-1-22-15,1 0 1 0,3-1 11 16,5-1-15-16,1-2 10 0,2 0-7 16,6-1 0-16,7-4-14 0,12-2 11 15,10-2-13-15,5-2 0 0,-7 3 3 16,-2 3-2-16,-4-1 3 0,-2 1-1 16,4 0 16-16,-1-1-16 15,1 0 13-15,2 4 13 0,2-4-13 16,3 5 0-16,-1-2-15 0,0 0 19 15,5 5-8-15,-3 0 8 0,3-2-19 16,1 2-1-16,1-1-19 0,-3 0 17 16,7 0 2-16,0-3 0 0,3 2 15 15,3-1-15-15,0 0 2 0,2 1-1 16,0 0 1-16,-4 1 1 0,4 1-1 16,0-2 0-16,-2 2-2 0,2 2 0 15,2-2-2-15,0 2 2 0,2-2-1 16,-4 1 0-16,0-1 1 0,0 0 1 15,0 1 1-15,0-1-2 0,2 0 2 16,2 0 0-16,-2 2-1 0,2 0 12 16,0-2-12-16,-4 0-1 0,0 0-2 15,-2 3 2-15,4-2 2 16,-2-2-2-16,2-2 0 0,0 1-1 16,0-2 2-16,-2-1 2 0,0 1 0 15,-5 1 16-15,1 1-17 0,-2-1 1 0,-2 3 29 16,-1 2-12-16,-1 2-8 15,-3 0-11-15,1 1 1 0,-5 1 0 16,-1 0-2-16,-1 0 1 0,-4 1-1 16,-1-1 0-16,-1 1 0 0,-2-1 0 15,0-1 0-15,-2-2 0 0,0 1 0 16,-2-1 2-16,-4-2-1 0,-1 0 0 16,-1-1-1-16,-8 1 1 0,-9 3-1 15,-8-1 0-15,-2 0-1 0,6 1 0 16,4-2 1-16,6 0 0 0,-1 0-2 15,-7 1 2-15,0 0-3 0,-2 1-33 16,-2 1 24-16,0 2-33 0,-6 1-16 16,0 0-48-16,-1 0-10 0,1 1-1 15,-4-1-35-15,0 1-61 16,-3 0-60-16,3-1-75 0,0-1-39 0,-9 2-89 16,7-7-202-16</inkml:trace>
  <inkml:trace contextRef="#ctx0" brushRef="#br0" timeOffset="-137299.98">11336 15591 138 0,'0'0'46'0,"0"0"1383"0,0 0-1160 15,0 0-142-15,0 0-17 0,-56 15 88 16,44-13-53-16,-1 0-19 0,1-1-58 16,-2-1-7-16,-3 0-19 0,-2 0-29 15,3 0 13-15,-5 0-25 0,-1 0-1 16,-1-1 0-16,-6 1 2 0,2 0-2 15,-6 0 19-15,-2 1-19 0,-7 2 0 16,1 1 32-16,-4 1-3 0,-7-1 3 16,-12 0 4-16,-11 2-8 0,1 2 1 15,0-4-3-15,5 1 3 0,11-3-27 16,-4 2 30-16,-6-2 10 0,0 2-11 16,0-2-31-16,-7 0-2 0,1-1 2 15,-2-1 5-15,-3 0-5 16,-2 0-16-16,-1 0 14 0,-1 0 2 15,-4 0 0-15,-4 0 0 0,0 0 1 16,-4 0-1-16,-4 3 12 0,-4 3-12 16,-3 1-1-16,1 3 1 0,-3-1 1 15,-3 1 15-15,-1 3-3 0,-2-1-10 16,-1 1 13-16,1-3 3 0,0 0-3 16,-2 0-13-16,3 4 9 0,1-4-11 15,-4 2-1-15,3-1 0 0,-1 1-16 16,2-1 14-16,1 0-1 0,-1 1 1 15,-2-1-23-15,3 3 25 0,-7 1 0 16,4 2-3-16,-4 3 2 0,3 1 0 16,-5 4 1-16,4 4-14 0,-4-2 14 15,0 4 1-15,0 0-1 0,2 0 0 16,9-1-11-16,-3-3 11 0,3 0 12 16,5-4-9-16,1 2 13 15,2-2-4-15,2-1-8 0,1 0 21 0,5 0-6 16,2-1 0-16,3 0-18 15,-1 1 12-15,-2 0-13 0,8-1 13 0,-4-1-12 16,7 1-1-16,-3-2-2 16,6 2 2-16,1-2-22 0,-1 2 21 15,5-2-14-15,2-1 14 0,6 1-11 16,2-1-11-16,6-3 8 0,6-1-21 16,13-3-15-16,8-2 7 0,0-1-8 15,-4 0 7-15,-2 3-3 0,0 0 10 16,-2 1-1-16,4-2-15 0,2 2-4 15,0-1-10-15,6-1 7 16,4-1-7-16,0-1-3 0,7 1-52 16,-5-1-26-16,9-1-3 0,-2 0-59 15,3 2-143-15,5 0-92 0,0-2-150 16</inkml:trace>
  <inkml:trace contextRef="#ctx0" brushRef="#br0" timeOffset="-136540.37">3101 16927 451 0,'0'0'7'0,"0"0"19"0,0 0 225 15,0 0-95-15,0 0-13 0,66 2-9 16,-48-2-23-16,3 0-24 0,2 0-12 15,2 0-29-15,-1 0-30 16,5 0 0-16,2 0 1 0,0 0-4 16,2 0 3-16,5 0-16 0,-3 2 2 15,6-2 8-15,3 0 19 0,5 0-13 16,11 0 1-16,10-2-17 0,9-6 16 16,-9 0 59-16,1 0 3 0,-5-3 9 15,2 1-15-15,2-1-11 0,5-1-6 16,5-2-12-16,-3 0 18 0,3-1-19 15,3-1 0-15,0-1-25 0,-1-2 2 16,9 1 10-16,-2-5-6 0,2 2 25 16,6-4-2-16,0 0 12 0,3-2-33 15,1 1 8-15,0-4-7 0,7-1-25 16,1-1 1-16,3-2 1 0,4-1 20 16,-1 2-5-16,3 0-18 0,-8 3-1 15,4 4 0-15,-1 1 1 0,-3 1 0 16,6 2 15-16,-3 1 7 15,-3 1 1-15,-3-1-1 0,1 2 20 0,-1 2 0 16,-1-1 3-16,3 0-6 16,1 1 18-16,-3-1-2 0,1-3-17 15,3 2-12-15,1-4-7 0,2 0-3 16,1-2-13-16,1 1 19 0,0 0-20 16,-2 0 0-16,-5 1 1 0,1 2-1 15,-3 0 14-15,1 3 0 0,1 0-12 16,-3 1 15-16,-1 2-3 0,-4-1 0 15,-3 0-15-15,-1 3 12 0,-4 2-10 16,0-1 0-16,-2 2 19 0,2 0-9 16,-6 2 1-16,2-1-12 15,-3 2-2-15,-5-1 22 0,2 2-21 16,-7-2-1-16,3 2-1 0,-3-3 1 16,-4 3 0-16,-3-2-1 0,-3 1 1 15,-6 1-1-15,-9 1-1 0,-13 2 0 16,-7-1 2-16,-4 3 0 0,2-2 0 15,2 2-1-15,0-1-1 0,-3 2 1 16,-7 0-18-16,0 0-1 0,-7 0-2 16,-1 0-29-16,-3 2-67 0,4 2-27 15,-5-2-35-15,1 1-74 0,5-1-122 16,-9-2-283-16,2 0-524 0</inkml:trace>
  <inkml:trace contextRef="#ctx0" brushRef="#br0" timeOffset="-112119.91">6166 15888 70 0,'0'0'2'15,"0"0"53"-15,0 0-55 0,0 0-45 16,0 0 45-16,0 0 22 0,0 0 11 15,0 0 39-15,4 0 29 0,-4 2 228 16,0-2 26-16,0 0-94 0,2 2-141 16,-2-2-87-16,0 1-30 0,0-1 65 15,0 0 66-15,0 3 9 0,0-1 22 16,0 0 33-16,0 2 0 16,-2-2-59-16,0 4-39 0,-4 0-19 15,4-1-27-15,-4-1-28 0,4 2-24 16,0-1-2-16,2 3-12 0,0 0-13 15,0 0-1-15,0 2 7 0,0 1 6 16,0-1 10-16,0 3 3 0,2-1 13 16,0 3-12-16,4-1 16 0,-4 0-16 15,4 2 1-15,-2-1 1 0,3-1 10 16,-3 3-11-16,0-3-1 0,2 1-1 16,0-2 13-16,-2 1-13 0,-2-1 0 15,3-1 2-15,-3-3 17 16,2 2-15-16,-4-4 9 0,2 0 6 0,-2-1 0 15,0-1-6-15,2 1-12 16,-2 0 0-16,4 1-1 0,-2-1 0 16,0 1-2-16,2-1-27 0,-2 0 3 15,1-1 24-15,1 1-17 0,0-4 16 16,-2 4 2-16,0-3 1 0,0 0 22 16,0 0-3-16,2-1-15 0,-2-2 9 15,0 1-1-15,-2-1 5 0,0 1 2 16,2 0-6-16,0 0 6 0,1 1-3 15,-1-2-13-15,0 2 1 0,0 0 8 16,2 0-9-16,2 2-2 0,2 0 0 16,1-1 12-16,1 0 3 0,4 2 0 15,1-3 6-15,3 3 4 0,3-2 9 16,4-2-9-16,2 0-1 0,2-1-2 16,2 0-20-16,2-2 16 0,2-2 0 15,0 0 6-15,0-1-24 16,2 2 17-16,-1-2-2 0,3-1-14 0,-2 3 14 15,-2-2 0-15,5 1-3 16,-3 1 9-16,2-1-21 0,-2 2 1 16,0-1 2-16,-1 2-3 0,-3 1 2 15,4-2-1-15,-2 2 14 0,-2 0-13 16,6 0 0-16,-1 0-1 0,3 0 21 16,0 0-23-16,1 0 1 0,-1-2 11 15,4-2 0-15,-1-1-12 0,-1-1 3 16,-1 0 10-16,-1-2 3 0,-2 0-16 15,-4 2 0-15,-2-3 2 0,5 3-2 16,-9 0 0-16,2 2 0 0,-5-2 2 16,1 3-2-16,-4 1 1 0,2-2 8 15,2 2-9-15,-3 0-12 0,3 0 12 16,0 1 0-16,-2 1 2 0,2-1-2 16,2-1 0-16,-2 0 2 15,0 1 1-15,-3 0-2 0,1-1 1 0,0 2 1 16,-2-1-3-16,-3 1 1 15,3-2 1-15,-2 2 1 0,0 0-2 16,-1 0 1-16,1 0 1 0,-5-1-1 16,3 0 0-16,-2 1-1 0,-3-3 2 15,-2 2 0-15,-1-1 0 0,-1 0 1 16,-2 0 15-16,3 0-16 0,-1 0 10 16,-2 0-10-16,3 1 0 0,-3-2 0 15,2 0-1-15,-2 2-2 0,1-2 13 16,-1-1-10-16,2 1 23 0,-1-2-14 15,-1 1 1-15,0 1-12 0,0-1-1 16,3-1 0-16,1 4-3 16,1-4-13-16,1 2 15 0,3 0 1 15,-1 2-1-15,1-1-1 0,1 1 1 0,1 1-1 16,-1-2 2-16,-1 2 0 16,0 0 0-16,-3 0-29 0,3 0 29 15,-5-1 13-15,0 1-4 0,-1 0-9 16,-3 0 0-16,2-1 2 0,-1-1 14 15,-1 2-14-15,0-1-1 0,2-1 0 16,-1 1-1-16,-1 0-2 0,2 0 1 16,1-2 1-16,-3 2-1 0,2 0 2 15,1 0-1-15,-3 0 0 0,4-1-1 16,-1 2 0-16,-3-2 0 0,2 1-15 16,-2 0 13-16,3-1 3 0,-5 1 0 15,0-2 32-15,-2 2-10 0,-2-1 10 16,-2 0 12-16,0-2 16 0,0 2 0 15,0-3-22-15,0-1-16 0,0 0 0 16,0 0 9-16,0 0-5 0,0 0-7 16,-2 1-17-16,-2-1 16 0,2-2-18 15,-2 2 3-15,0 2-1 16,2-3 0-16,-2 2 1 0,2 0 0 16,-3 0-3-16,5 2-1 0,-4-1-1 15,2-1-11-15,0 2 1 0,0-2-1 16,0-1 10-16,0-2-13 0,0-2 4 15,0-2 10-15,0 0 1 0,-2-4 1 16,0-1 11-16,-1-1-10 0,-1-3-1 16,0-1 1-16,0-2 2 0,0 0 0 15,-3-3 0-15,1 0-3 0,0-2-3 16,-3-2 3-16,1 4-2 0,2-4-17 16,-3 2 7-16,3 3 10 0,0 2 0 15,2 4-1-15,2 1-1 0,-1 1-11 16,5 2-7-16,-2 2 3 0,2-2 3 15,0 2-3-15,0-1 0 0,2 2 0 16,3-1 18-16,-3 3 0 0,0-1 1 16,0 2 2-16,0-1 14 0,-2 4-3 15,0 2 6-15,0-1-18 16,0 3 2-16,0 1 0 0,0 0 9 16,0 1-12-16,0 1-1 0,0 0-24 15,0 0-13-15,0 0 7 0,0 0 2 16,2 0 7-16,-2 0 0 0,0 1 20 15,0 1 0-15,2 3 1 0,-2 1 0 16,2 1-1-16,0 3 0 0,2 1 2 16,-4 0 4-16,6 4-4 0,-3 0 0 15,1 1-2-15,0 3 2 16,0-1 0-16,0 4 3 0,0-2-1 0,0 2 0 16,1 0 0-16,-1 0-1 15,-2 1 2-15,2 0-1 0,-2-1 0 16,2 3 11-16,-2-3-10 0,-2 2 10 15,0 0-13-15,0 0 0 0,0-2-13 16,0 0 1-16,0-1-7 0,0-3 15 16,0-1 2-16,0-1-1 0,-2-1 2 15,2 0-14-15,0-3 15 0,0-1 2 16,0-2 0-16,0 2-2 0,0-3-4 16,0 1-8-16,0-2 10 0,0-1 2 15,2 1 0-15,-2-2 2 0,0-1 10 16,0 2-8-16,0-3-1 0,0 0 13 15,0 0-1-15,0-1 4 0,0 0 3 16,-2 0 1-16,-2 1-4 0,4 1-17 16,-2-1-1-16,-2 2-1 15,2-2-2-15,2 0-11 0,-2 1 13 16,0-2 3-16,-3-1 26 0,3 0 5 16,-2 1-2-16,0-1-10 0,-4 1-10 15,2-1-9-15,-7-1-1 0,1 0 1 16,1 0 8-16,-3 0-10 0,-1 0 14 15,1 0-13-15,-5 0-2 0,3-2 1 16,-3 0-1-16,1-1 0 0,-5 0-12 16,0-1 10-16,-2 1-11 0,-1 0 12 15,-3 0-2-15,0 0 1 0,-4 1 0 16,-1-1 1-16,1 2 1 0,-4 0-2 16,0-1 1-16,0-1-2 0,-5 2 3 15,1 0 0-15,-4-3-1 0,-1 2-2 16,-1-2 0-16,-1 0 3 0,-2 0-1 15,-3-2 2-15,-9 0-1 0,-11 1 2 16,3 2-1-16,0 2-1 0,6 1 0 16,8 0-1-16,0 3 0 0,2 1-1 15,1-1 0-15,1 3 1 0,6-1-1 16,9-1 0-16,6-2 2 16,4 0 1-16,-6 2-1 0,-2 0 2 15,-4-1 0-15,2 1-2 0,1-1 0 16,3 0-3-16,0 0 3 0,4 0 2 15,-2-1-2-15,0 0-1 0,-2 0-1 16,4-1-11-16,-2 1 12 0,0 2-2 16,2-2-13-16,0 0 13 0,1 3 1 15,-3-2-11-15,2 1 11 0,2-1 2 16,0-1 0-16,0 2-2 0,2-2 2 16,0-1-3-16,1 0 2 0,-1 2-15 15,4 0 3-15,-2-1 13 16,5 0 1-16,1 0-1 0,1 0 0 0,3-1 0 15,3 0 0-15,2-1 0 16,1 1 0-16,-1-1 0 0,4 0-1 16,0 0-11-16,0 0 9 0,-2 0 2 15,1 1-1-15,-3-1-10 0,2 0 11 16,-2 2-18-16,-3-2 3 0,1 1 3 16,-2-1 12-16,-1 0-15 0,-1 2-3 15,-1-2-3-15,1 1 10 0,-1 0 9 16,-1-1 3-16,-1 2-1 0,1-1-1 15,1 0 2-15,-1 0 1 0,3 0-1 16,1-1 2-16,2 0 1 0,-1 2-2 16,5-2 0-16,0 0 0 0,-2 0-1 15,6 0 0-15,-3 0 0 0,3 0 0 16,0 0-1-16,-2 0-1 16,2 0 1-16,-2 0 1 0,0 0 2 0,-4 0-1 15,5 0 2-15,-3 0 13 16,0-2-15-16,2 2 1 0,-4-2-1 0,-1 0-1 15,3-1 1-15,0 0-1 16,-4-1 12-16,-1-1-12 0,5 2-4 16,-4-2 4-16,2 0 1 0,-1-1 2 15,-1 0-2-15,2-2-1 0,-5 0 0 16,7-3 0-16,-2 1-19 0,-1-1 17 16,-1-3-43-16,6 1 1 0,0-1 28 15,0-3 13-15,2 1-20 0,0-1 4 16,0-3-9-16,2 1 26 0,0 2-11 15,-3 0 13-15,3 1-13 0,-2 2 0 16,2 1 13-16,-2 1 2 0,0 1-1 16,-2 1 1-16,2 3 1 0,0-1 13 15,2 1-4-15,-2 3-12 0,0 1 2 16,0 0 0-16,2 1 0 16,-2 1-2-16,2-1 0 0,0 2-26 0,0 0-37 15,0 0-43-15,0 0-2 0,0 0-14 16,0 0 26-16,0 4 67 15,2-2 26-15,0 3 2 0,2 0 0 16,-2 2 0-16,4 0 0 0,0 0-2 16,1 3 1-16,1 1 1 0,0 1-3 15,5 2-8-15,-3 0 8 0,0 1 2 16,7 3 2-16,-5 0 11 0,1 2-11 16,3 1 0-16,-1 2 1 0,-1 0 0 15,-1 2-1-15,1 2 1 0,-4 1-1 16,3 0 26-16,-3 3-13 0,-2-3-11 15,-1-1-1-15,1-4-1 0,-4-4 0 16,4-3 0-16,-6-1 0 0,2-5 3 16,-4-3 23-16,2-2 3 15,-2-2 16-15,0-1 16 0,0 0 6 16,0 0-25-16,0 0-42 0,-2 0-19 16,2 0-22-16,0 0-10 0,0 0-7 15,0 1 19-15,0 0 4 0,0-2 3 16,0 3 0-16,2-2 12 0,1 2 1 15,-1-2 16-15,0 1-10 0,4 0-3 16,0 3 3-16,2-2 3 0,3 0 10 16,-1 1 0-16,4 1-1 0,3 0-24 15,2-1 25-15,3-2 15 0,5 0-15 16,6-2 16-16,15-1 6 0,16-7-19 16,25-10-3-16,10-2-48 0,6-3-110 15,3 0-71-15,-5 3-102 16,1-1-124-16,-22 5-10 0,-5 1-164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14:56.523"/>
    </inkml:context>
    <inkml:brush xml:id="br0">
      <inkml:brushProperty name="width" value="0.05292" units="cm"/>
      <inkml:brushProperty name="height" value="0.05292" units="cm"/>
      <inkml:brushProperty name="color" value="#FF0000"/>
    </inkml:brush>
  </inkml:definitions>
  <inkml:trace contextRef="#ctx0" brushRef="#br0">14883 9121 9 0,'0'0'94'16,"0"0"27"-16,0 0 22 0,0 0 7 16,0 0-29-16,0 0-30 0,0 0-26 15,-8-52-65-15,8 45-15 0,4-4 13 16,0 3-14-16,5-3-53 0,-3-2-104 15,-2 3-45-15,-2 2-20 0</inkml:trace>
  <inkml:trace contextRef="#ctx0" brushRef="#br0" timeOffset="1544.38">14879 8916 4 0,'0'0'66'0,"0"0"351"0,0 0-303 15,0 0-29-15,0 0 29 16,0 0 26-16,0 0 0 0,0 0-26 15,0 0-13-15,0 0 9 0,29 2-15 16,-23-2 6-16,7 0-10 0,-5 0-17 16,4 0-38-16,5 0 3 0,-5 0-17 15,5 0-22-15,-3 0-1 0,5 0 1 16,-5 0 13-16,7 0 9 0,-4 1-5 16,3 4 5-16,-3-3 8 0,8 3-17 15,-1 0 0-15,1-2 3 16,0 1-14-16,6-3 1 0,0 0 17 15,4 0-1-15,0-1 14 0,7 0 12 16,-1 0 10-16,0-2-13 0,5-1-3 16,1-1-10-16,-1-1-9 0,6 1-4 15,-9 0-15-15,7 1 10 0,-5 1-11 16,-2 1-16-16,7 0 16 0,-7 1 3 16,5 0 0-16,-5 0 16 0,3 0-18 15,-1 1 16-15,-1 2-16 0,-3 0 12 16,0-2-11-16,-1 0 0 0,-1-1-1 15,-6 0 0-15,0 0 0 0,0 0-1 16,-4 0-1-16,-2 0-12 0,-4 0 13 16,-1 0-13-16,1 0 11 0,-6 2-14 15,3 1 3-15,-7-2-13 0,1 3 7 16,-1-2 15-16,-3 1-9 0,0-1-3 16,1 1-3-16,-5 0 6 0,-4-1-3 15,4 1-1-15,-4-1-15 16,4-1-13-16,-3-1-7 0,-1 2 23 15,0-1 9-15,-2-1 20 0,0 0 21 16,0 0 53-16,0 0-9 0,0 0-49 16,0 0-16-16,-4 0-2 0,4-1 0 15,-5-1-11-15,1 2 11 0,2-1-21 16,0-1 10-16,0 1 11 0,-2-1-17 16,0 2 6-16,2-2 13 0,-4 2 0 15,-5-2-2-15,3 1 0 0,0-1 0 16,-9 1 1-16,7 0-28 0,-9-2 3 15,-1 2 3-15,-3 1 4 0,0 0-1 16,-2 0-2-16,-4 0-8 0,0 3 17 16,-2-1 13-16,0 1 2 0,2 0 11 15,-2-1-11-15,0 1 0 16,4-1-2-16,-1 1 2 0,1 0 0 0,-4-2 0 16,2 1 15-16,2-1 4 0,-4-1-20 15,4 0-1-15,-2 0 0 16,0 0 0-16,0 0 0 0,-2 0 1 15,-2 1 0-15,2 0-1 0,-2 0-3 16,0 1-13-16,0 1 13 0,-2-1 1 16,0 1 0-16,-1-1 0 0,-3-1 2 15,-2 1 0-15,2-1 10 0,-1 0-9 16,1 0 10-16,-2 0-10 0,-3-1 40 16,3 3 14-16,2-2-13 0,-9 0 20 15,9-1-30-15,0 1-12 0,1 1 6 16,-1-2-13-16,2 0-11 0,-5 0-2 15,7 0 0-15,-2 1-14 0,2 1 13 16,2-1-1-16,-2 0-2 16,2 3-9-16,2-2 13 0,2 2 1 15,2-2 22-15,6 3 6 0,-2-2 7 16,11 0 9-16,-2-1 4 0,5 0-20 16,7-1-18-16,0 1-11 0,2-1-101 15,0 1 46-15,4-1 36 0,5 1 16 16,1-1 2-16,2-1-1 0,1 0 2 15,7 0-2-15,-1 0 0 0,2 0 2 16,6-1 2-16,4-2 2 0,-2-1-2 16,4 0 11-16,4 0-11 0,-2 0-1 15,8 1 2-15,3-2 10 0,6 0-11 16,12-1 1-16,10 0-3 0,5-1 0 16,-9 0 3-16,-2 2-2 0,-8-1 0 15,2 3 12-15,2-1-12 0,-4 0 0 16,6 1 1-16,-2 0-2 0,-4 2 2 15,4 1-1-15,-4 0 2 0,-6 0 1 16,-6 0 11-16,-11 0-15 16,-4 0 0-16,-6 3 0 0,6 0 0 15,2 1 0-15,4-1 0 0,0 2-1 16,-3 1 0-16,1-1-1 0,-2 0-2 16,-2-1 4-16,-6 0 0 0,2-2 1 15,-2 0 0-15,-5 1 1 0,-7-3-2 16,4 1 0-16,-9 0-3 0,-2-1 1 15,0 0-27-15,-1 0-13 0,-3 0-19 16,-4 0 5-16,2 0 8 0,-2 0 45 16,0 0-69-16,0-1-110 0,-2 0-188 15,2-2-193-15</inkml:trace>
  <inkml:trace contextRef="#ctx0" brushRef="#br0" timeOffset="7855.18">14823 8793 8 0,'0'0'62'0,"0"0"-33"16,0 0 17-16,0 0-17 0,0 0 59 16,0 0 261-16,0 0-173 0,0 0-111 15,-6 6-29-15,6-6 16 0,0 1 26 16,0-1-3-16,0 0-36 0,0 1-37 15,0-1-1-15,0 0 0 0,0 0 35 16,0 0 3-16,0 0-13 0,0 0-9 16,0 0 2-16,0 0 14 0,0 0 19 15,0 0 3-15,0 0-9 0,0 0-21 16,0 0-25-16,0 0-30 16,0 2-15-16,0-2-24 0,0 1-67 15,0-1-63-15,0 2-23 0,0-1-64 16,0-1-27-16,0-6 129 0</inkml:trace>
  <inkml:trace contextRef="#ctx0" brushRef="#br0" timeOffset="9952.47">14689 8829 50 0,'0'0'117'0,"0"0"-42"0,0 0 512 15,0 0-369-15,0 0-81 0,0 0-7 16,0 0 7-16,0 0-20 0,0 0-45 15,0 0-20-15,-37 39-26 0,37-38-24 16,0 1 11-16,0 1 32 0,4-1 30 16,-2 4-3-16,2 0-1 0,2-1 7 15,-4 1-13-15,7 0-4 0,-3 0-19 16,8 1-9-16,-8-1-11 0,5 1 1 16,1-1-20-16,-1-1 17 0,-1 0-18 15,6-1 17-15,-5 4-17 0,3-2 11 16,-3 0-10-16,-1 3 1 15,2-1-1-15,-1 3 0 0,-1-1 17 16,2 2-17-16,-1 1 16 0,-3 0-16 16,0-3 10-16,5 2-10 0,-5 0 0 15,0-5-1-15,3 2 1 0,-1-2 0 16,-6-2-2-16,4 0 3 0,-4-1-3 16,5-1-1-16,-5 0-1 0,0-2 0 15,-2-1-2-15,-2 0 2 0,2 0-1 16,2 0 0-16,-2-1 2 0,0-5 29 15,0 0 42-15,0-3-13 0,3-2-22 16,-1-2-17-16,0-3-17 0,0 0-2 16,-2-1-3-16,4-1-13 0,0 0 14 15,3 0 0-15,-3 2-1 0,0 0-9 16,2 3-8-16,-3 0-6 0,3 6 13 16,-4 0-6-16,2 3 3 15,-4 0-3-15,0 2-4 0,0 1 7 16,0 1-4-16,1 0 18 0,1 0-11 15,-2 0 10-15,4 0-19 0,-2 2 20 16,0 2 2-16,2 2 3 0,1 1 0 16,-1-1 10-16,8 2 0 0,-8 2 0 15,5-3 0-15,3 1-10 0,-3 1-1 16,-1-1 1-16,6-2 0 0,-5 2 10 16,3-2-10-16,-3-1 1 0,-1-1-3 15,2 0-1-15,-1-1-2 0,-1 0-2 16,0-1 2-16,3 1 1 0,-5-2 0 15,-2 1-1-15,7-1 2 0,-5-1 0 16,-2 0 2-16,0 0 11 0,3 0-11 16,-3 0 11-16,-2 0-11 15,0-1 18-15,0-1-19 0,0 1 1 16,-2-1 1-16,5-1 10 0,-3 0-11 16,0-1 0-16,0 0 11 0,0 0-10 15,2-2 14-15,-2 1-17 0,3 0-2 16,-1 1 0-16,-2 0-1 0,0 3 0 15,0-1 0-15,0 0-10 0,1 2 13 16,3-1 0-16,-2 0 0 0,-2 1 0 16,2 0 1-16,1 0 2 0,1 0 13 15,-2 0-13-15,0 0 10 0,0 2-12 16,1 3 2-16,1 1 9 0,0 0-9 16,-4 2 13-16,5 0-13 0,1-1-1 15,-2 2-1-15,0-2 0 16,1 3-1-16,1-2 0 0,0-1 0 0,-1-2 0 15,-1 1 0-15,4-1-1 0,-3-2-2 16,-1 1-10-16,2 1 13 0,-2-2-3 16,-3 0 1-16,1-2 1 15,0 1 1-15,2-2 2 0,-2 0 1 16,1 0 13-16,-3 0-15 0,2-3 12 16,-2-1 6-16,6-3-3 0,-3 1-13 15,-3 0 13-15,2 0-14 0,0 1 1 16,2-1-1-16,-1 0 0 0,-3 0-1 15,2-1-1-15,-2 3-3 0,0-1 1 16,7 1-1-16,-5-1-10 0,-2 3 10 16,2-1 1-16,-2 1-1 0,5 1 1 15,-3 1 0-15,-2 0 0 0,0 0 2 16,0 0-1-16,2 0 0 0,-4 0 0 16,7 0 1-16,-5 0 0 0,0 0 2 15,-2 3 14-15,2-2-13 16,-2 3 10-16,2 0 0 0,0 1-10 0,5 0 10 15,-5-1-12-15,2 3-1 0,-2-2-1 16,0 0-1-16,3-1-1 0,1 0-10 16,-2-1 12-16,-2-1-2 15,0-2 2-15,2 1-1 0,-1 0 2 16,3-1 2-16,-2 0 1 0,-2 0-2 16,0 0 1-16,3 0-1 0,-3 0-1 15,6 0 1-15,-4-2 2 0,0-1-1 16,3 0 1-16,-1-2 0 0,0 3 0 15,-2-2 0-15,1 0-1 16,-1 0 2-16,2 1-4 0,0 0 1 0,-3 1 1 16,-1-1 0-16,2 2 0 0,0 0-2 15,0-1 0-15,0 0-2 16,-1 2 2-16,-1 0 0 0,0 0 1 16,0 0 0-16,4 0-1 0,-2 2 1 15,-1 2 2-15,-1-1 0 0,4 2 9 16,-2 0 1-16,2 1 0 0,-1 0 3 15,-1-1-12-15,0-1-1 0,2 0-2 16,1-1 2-16,-5 0-1 0,2 0 11 16,0 0-12-16,2-1 1 0,-1 0 0 15,-1 0 2-15,-2 1-2 0,0 0-1 16,2 0 1-16,0-2 1 0,1 1-1 16,-1 0 11-16,-2-1 0 0,4 0-12 15,1-1 2-15,-3 2 0 0,2-2 10 16,0 0-12-16,3 0 2 15,-1-2 0-15,0-2 13 0,3-1-13 0,-3-2 13 16,0 1-3-16,5-1-12 0,-3 1 2 16,-1 0 0-16,1 0 10 0,-4 0-13 15,1 0 1-15,-3 2 2 16,2 1 0-16,-4 2-1 0,0-1-1 16,-4 1-1-16,2 1 0 0,0-2 0 0,0 2-1 15,-2 0-1-15,3 0 0 16,-1 0 0-16,0 0 2 0,0 3 0 15,0-1 0-15,8-1 2 0,-6 4 1 16,0-1 9-16,3 0-10 0,-1 1 0 16,2 0 0-16,-2 0-1 0,0-1 0 15,1 1 0-15,-1 0 0 0,2 0 0 16,0-2 1-16,-3 3 11 0,1-2 0 16,0-2-11-16,2 2 14 0,-2-1-3 15,-1 0-11-15,1-2 1 0,-2 3 0 16,0-3 13-16,4-1-14 15,-1 2 0-15,-3-2 14 0,2 0-13 0,-4 0 13 16,4 0-13-16,0-2 16 16,1-1-3-16,-1 1-3 0,-4 1 6 0,2-2 0 15,0 0 0-15,-2 1-15 0,0 0 8 16,0 0-11-16,4 1-1 16,-3 1-2-16,-1 0 0 0,0-2-1 0,2 2 2 15,-2 0-1-15,2 0 0 16,0 2 1-16,0-1-2 0,2 1 3 15,1 2 0-15,-3-1 3 0,0 0-1 16,2 0 17-16,-4 3-17 0,2-3 1 16,5 2-3-16,-5 0-2 0,2 0 1 15,-2 1 1-15,0-2-2 0,2 1-17 16,5-1-4-16,-3-2-18 0,0 2-84 16,1-4-141-16,5-2-147 15,-6-2-571-15,-2-15-367 0</inkml:trace>
  <inkml:trace contextRef="#ctx0" brushRef="#br0" timeOffset="22252.37">2642 10440 262 0,'0'0'0'16,"0"0"0"-16,0 0 707 0,0 0-407 16,0 0-108-16,0 0-20 0,0 0-84 15,-6 3-46-15,6-3-29 16,0 0 7-16,0 0-20 0,0 0 0 16,0 0 32-16,0 0 36 0,0 1 10 0,0-1-26 15,0 2-23-15,0-1-29 16,0 1-50-16,0 0 50 0,0 2 42 15,2 2-16-15,4-2 3 0,-2-1 39 16,4 3-13-16,-2-4 0 0,-1 1 16 16,1 0-6-16,0 0 3 0,2-1 0 15,-2-1-1-15,-1 1-5 0,-1-1 2 16,-2-1 7-16,4 1-7 0,-2 1-9 16,2-2-7-16,1 0-13 0,-1 0 0 15,0 3-22-15,4-3 10 0,5 0-4 16,-9 2 6-16,10 0 1 0,-3-2-1 15,-1 3-12-15,3-2-12 16,-5 1 0-16,7 2 14 0,-5-2-12 0,0 1 1 16,3 0 8-16,-5 0 11 0,3 0 2 15,3-2 10-15,-3 1 0 16,5 1 4-16,-3-1 2 0,3-1-3 16,-1 2 0-16,6-2-6 0,1-1 0 15,1 3-20-15,0-2 4 0,4-1 6 16,0 0-9-16,4 0 0 0,0 0-10 15,0-4 9-15,0 3 1 0,0-2 0 16,2 0-11-16,-2 3 17 0,0-2-17 16,-2 2 17-16,3 0-3 0,-5 0-14 15,-1 0 0-15,-1 2 1 0,4 1 19 16,-4 0-12-16,4-2-7 0,2 3-3 16,2-2 12-16,5 1 4 0,-5 0 0 15,6-2-14-15,-2-1 10 16,1 0 1-16,3 0 18 0,1 0-12 15,-3 0 3-15,-2 0-9 0,5 0 5 0,-5 0 1 16,2 0-6-16,-4 0-12 16,7-1 21-16,-3 1-21 0,0-3 11 15,1 0-10-15,3 1 14 0,1-2-14 16,-3 3 18-16,5-5 2 0,-3 4-10 16,-3-2 7-16,7 1 0 0,-5 0 0 15,1 0-4-15,1 0 4 0,-3 0-4 16,2 0-11-16,-1 1 14 0,-3 2-5 15,3-1-10-15,-1-2-1 0,0 3 17 16,-1-2-16-16,7 0 12 0,-5-1-12 16,3 1 1-16,3 0-2 0,8-1 16 15,6-4-16-15,10 1 20 0,-1 0-3 16,-3-2-17-16,-6 2 10 0,-6-1-9 16,0 0-1-16,-2 3 11 0,-3-2-10 15,3 1 9-15,-4 2-10 16,2-1-2-16,-3 1 2 0,1 1 0 0,0 1 1 15,1-2-3-15,3 1 2 16,0 1 14-16,0-2-1 0,4 1-12 16,-2 1 15-16,2 1 1 0,-7-3-16 15,7 3-1-15,0 0 1 0,-2 0 0 16,0 0-1-16,0 0 14 0,0-1-16 16,0 1 0-16,2-1 0 0,-1 0 0 15,6 0 1-15,-1-2 1 0,2 1 1 16,-4 0 9-16,2-1-10 0,0 2 1 15,-2 1 16-15,-2 0-17 0,-4 0 0 16,2 2 12-16,-1 1-14 0,-1 3-2 16,0 0 2-16,2-1 0 0,0 3 0 15,0-2 0-15,0 0 2 0,2-1 1 16,0 0-1-16,2-2 11 0,4 0-10 16,-4 0 18-16,6-2-18 0,-2-1 13 15,-2 0-14-15,4 2 20 0,-4-2-19 16,-2 0 12-16,0 0-12 15,-6 0-1-15,2 0 14 0,-2 0-13 16,-2 0-1-16,4 0 10 0,-3 0-10 16,1 0-1-16,0 0 1 0,0-2-2 15,-2-2 2-15,1 4-2 0,1-3 2 16,0-2-1-16,-2 4 0 0,-11-2 2 16,-6 1 0-16,-6 2 16 0,-4-1-16 15,4 1 0-15,6-1 0 16,7 1 9-16,-7 0-9 0,2 0-1 0,1 0-2 15,-1 0 0-15,-2 0 0 0,2 0 0 16,-3 0 0-16,-1-3 0 16,0 0 0-16,-2 0 1 0,0 0 0 15,-2 0 2-15,0 1 0 0,-4-2-1 16,0 1-1-16,-2 0 1 0,1 1 1 16,-1 0-1-16,-6-1 0 0,4 1 0 15,-3 0-2-15,1-1 0 0,0 1 1 16,-7 0-1-16,5-1-1 0,-3 2 0 15,1 0 0-15,-3-2 1 0,5 1-2 16,-5 1 1-16,5-2 0 0,-3 2 1 16,3-1-3-16,0 1 2 0,-1-1-1 15,7 1 1-15,-6 0 0 0,3-1 1 16,1 1 0-16,-6 0 1 0,3-1 1 16,-5 1-1-16,3 1 11 0,-5-1-9 15,-3 1 0-15,5 0 9 0,-7 0 1 16,0 0-13-16,2 0 3 0,-5 0 0 15,-1 0-2-15,4 0-1 0,0 0-1 16,-2 0-1-16,-1 0 0 16,1 0-1-16,-2 0-13 0,2 0 14 15,-2 0-1-15,0 1-9 0,5 0 0 16,-7-1 10-16,2 0-20 0,-2 0 4 16,2 0-1-16,-2 0 1 0,2 0-16 15,-2 0 0-15,0 2-6 0,7-2-31 16,-5 1-22-16,0-1-25 0,6 2-59 15,-3 0-50-15,5 2-88 0,0-3-223 16,-3 3-261-16,3-4-734 0</inkml:trace>
  <inkml:trace contextRef="#ctx0" brushRef="#br0" timeOffset="24213.31">11559 10320 17 0,'0'0'62'16,"0"0"268"-16,0 0 38 0,0 0-205 16,0 0-78-16,0 0-30 0,0 0-13 15,0 0-16-15,0 0-22 0,0 0 38 16,19-33 23-16,-15 30 36 0,-4 1 101 16,0 1-27-16,0-1-25 0,-4 2 2 15,2 0-29-15,0-1-19 0,-2 1-17 16,0 0-45-16,-3 0 7 0,1 0-20 15,-4 0 10-15,4 0-10 0,-5 1-3 16,5 2 6-16,-6-2-6 0,-1 0 6 16,5 0 7-16,-9 1 28 0,3-2-6 15,0 0-9-15,-1 0 9 0,-1 0 3 16,-1 0-13-16,0 0-3 16,1-3-6-16,-1 1-10 0,1 1-3 15,-1-2 6-15,1 0 9 0,-3 2-24 16,-2-2-20-16,1 2-1 0,-5 1-2 15,0 0 2-15,-4 0 0 0,-4 1-1 16,4 2 2-16,-2-1 0 0,-2 3 3 16,0-1 10-16,0 0-12 0,0 0 28 15,-2 0-10-15,-2 0 9 0,1-1 7 16,-3 0-3-16,2 2-3 0,-2-3 6 16,1 2-10-16,-3-2 4 0,4 2-1 15,-4 0-9-15,-1 0 0 0,1 0-17 16,2 0 11-16,-5 0-13 0,3 2 1 15,0 0-1-15,-3 0 3 0,-1 0-2 16,1 0 18-16,3 1-6 0,-3-1-1 16,3 0-10-16,0-2 1 0,2 0 12 15,-3 2-11-15,5-4-2 0,-2 0 0 16,1-1 1-16,1-1-2 16,2 0 2-16,-2 0 10 0,2 0-11 15,-4 0 0-15,-1 0 0 0,-1 0 1 16,0 0-1-16,-3 0 20 0,-1 0-6 15,-1 0 0-15,1 3-15 0,-3 0 11 16,3 0 1-16,-5 1-13 0,5 0 1 16,-3-1 0-16,3 2 1 0,-3-2-1 15,3 1-1-15,1 1 0 0,1-3-1 16,-1 2 0-16,1 1-1 0,2-3-8 16,-3 1 9-16,1 3 1 0,-1-5 0 15,1 2 0-15,-3-2 2 0,3 2 0 16,0-2 10-16,1 1-10 15,1 0 2-15,0-1-1 0,-1-1 16 0,-1 0-7 16,-1 0 4-16,3 0-13 16,0 0 16-16,-1 0-3 0,3-1-14 15,-2-1 1-15,-1 2-2 0,1-2 1 16,-2 1-1-16,1-2 11 0,-1 3-9 16,0-1 9-16,1 0 1 0,1-2-10 15,0 3 12-15,-3-3 4 0,3 3-16 16,-5-3 30-16,3 3-11 0,-1-3-19 15,-1 3 16-15,0 0-17 0,1 0 0 16,3 0-1-16,-1 0 0 0,1 0-1 16,0 0-3-16,-3 0-19 0,1 0 6 15,0 0 15-15,-3-1-15 0,3 1 14 16,-1 0-11-16,1 0 13 0,-3 0 3 16,3 0-1-16,-3 1-2 0,3-1 2 15,-2 3-1-15,-1 0 2 16,3 0-3-16,-1 0 3 0,-1-1 10 15,3 2-12-15,-3-2-1 0,4 1 1 16,-5-1 1-16,3 1 11 0,-1-2-1 16,1 2-10-16,-3 0 0 0,3-1 20 15,-2 0-3-15,-3 2-16 0,3-2 16 16,-7 3-18-16,6-1 11 0,-5-1-12 16,7 2 0-16,-3-1 0 0,-1-1-1 15,5 0 0-15,-5 0 1 0,7-2 2 16,0 2-2-16,-3-2 0 0,-1 1 0 15,3-2 3-15,-1 3 13 0,0 0-13 16,3-3 0-16,-3 3 13 0,-5-3-4 16,7 3-10-16,-5 0 1 0,1 0 9 15,2-1-12-15,-1 2 0 0,-1-2 0 16,5 2 1-16,1-4-1 0,0 2 1 16,0 0 0-16,-3-2-1 0,3 3 3 15,4-3-2-15,-4 2 1 16,1-1 10-16,-1 2-11 0,-2-2-1 15,6 2 11-15,-5-1-10 0,5 0-1 16,-4 2 2-16,4-4-1 0,-4 2 2 16,-1 0-3-16,3-1 0 0,2 2 0 15,0-1 0-15,0 1-2 0,2 0 1 16,-1 1-1-16,1-1-1 0,2 1 1 16,-2-2 2-16,2 3-2 0,-2-1-1 15,2 0 1-15,-2 2-1 0,2-2 0 16,4 1 2-16,-4-2 0 0,6 1 1 15,-3-1 0-15,1 1 1 0,0-2 3 16,6 0-1-16,-2 0 9 16,1 0-12-16,3-2 13 0,-4 2-12 15,7-1 0-15,-3 0 1 0,5-1-1 16,-5 1 0-16,3-1 1 0,-1 1-1 16,3-1 1-16,-5 2 10 0,9-2-9 15,-9 1-1-15,7-1-2 0,-5 0 4 16,3 0-3-16,-3 1-1 0,5 0 3 15,-7 3-3-15,5-3 1 0,-5 1 1 16,4 1 0-16,-5-1-2 0,5 0 2 16,-5 0-1-16,5 0 0 0,-3 0-1 15,5 1 0-15,-5-1 0 0,5 1 2 16,-1-2-1-16,-3 1 2 0,9 0 0 16,-9 0 10-16,7-2-11 0,-2 0 10 15,-1 1 1-15,3 0-13 0,0-1 1 16,-3 0-1-16,5 0 3 0,-5 2-1 15,3-2 0-15,2 0-2 0,4 2 0 16,-2-1 0-16,-1-1 1 0,1 0 1 16,2 0 0-16,4 1 0 15,-2-1-2-15,2 0-2 0,0 0-17 16,0 0 7-16,0 0-13 0,0 0-6 16,0 0-28-16,0 4-100 0,0 0-301 15,0 1-235-15,2 0-281 0,0-9-822 0</inkml:trace>
  <inkml:trace contextRef="#ctx0" brushRef="#br0" timeOffset="27441.56">12289 11525 8 0,'0'0'49'0,"0"0"-33"0,0 0 7 16,0 0 26-16,64 3 6 0,-47-1-35 16,-1-1-19-16,1 0 1 0,-3 0 174 15,1 0-108-15,-1-1-19 16,-1 0-10-16,-3 0-13 0,4 0-6 15,1 2 29-15,-3-2-7 0,-1 0 17 16,1 0-7-16,2 0 0 0,-3 0 10 16,5 0-16-16,-1-2 12 0,3 1-2 15,-3-1-14-15,8-1-3 0,-1-1-13 16,3 1-23-16,0-1 0 0,6-1-3 16,2 1 0-16,0-1 0 0,0 3-2 15,0-2 1-15,2 2-11 0,1 0 12 16,1-1 2-16,4 0-2 0,0 0 0 15,1 1 0-15,1-2 0 0,-2 1-3 16,7 0 3-16,-5 1 0 0,-1 0-3 16,7 1 3-16,-9-1 1 0,3 1 0 15,0-1 1-15,-3 1 2 0,3-1 12 16,-4 1-13-16,5 0-2 0,-5-1 12 16,-2 0 7-16,3 0-19 15,-1-2 1-15,4 3 27 0,-3-1 1 16,3 0-14-16,2-1 7 0,-1 0-21 15,3-1 14-15,5 0-1 0,4-2-15 16,4 2-1-16,16-2 1 0,-1 2 1 16,-9-3-1-16,-4 3-1 0,-12 1 1 15,3 2-2-15,-1-1 0 0,0 1 2 16,3 1 3-16,-3 0 17 0,2 0-4 16,0 1-3-16,-5 2-12 0,7 0 13 15,-4 0-14-15,4-2 0 0,3 3 1 16,-7-1 2-16,8 1-2 0,-2-2-1 15,0-2-1-15,2 0 1 0,0 1 1 16,6 0 0-16,-4-1-1 0,2 3 0 16,2-3-1-16,-2 1 1 0,-2 1-1 15,0 1-2-15,0-2 2 0,0 1 0 16,-4 1 2-16,4-2 0 0,0 0-1 16,0 0-3-16,2 1-33 0,2-1-3 15,-1-1-6-15,1 0 9 16,-2 0 13-16,0 0 4 0,0 0 15 15,-6 0-22-15,2-1 26 0,-2 1 0 16,-1 0 3-16,-3 0-3 0,6 0 3 16,-2 3-2-16,4-2 2 0,0 2-1 15,2 0 0-15,-2 1-1 0,0 1-1 16,2-1 0-16,0-1-2 0,0 0 2 16,-4 0-2-16,4-3 0 0,-2 0-21 15,-2 0 21-15,-2-4-21 0,4 2 10 16,-6 2 0-16,-2 0 11 0,-7-1 2 15,-9 1 2-15,-5 0 0 0,-4 0 18 16,6 0-18-16,6 1 24 0,9 2-13 16,-1 0 3-16,-1 1 1 15,-1 0 5-15,1-2-20 0,8 2-2 16,8-2 0-16,10 1 1 0,5 0 0 16,-9 0-1-16,-8-2-13 0,-4 1-7 15,-2 1 18-15,-5-1-21 0,3 2 7 16,2 0-13-16,-4-1-14 0,1 0 14 15,1 0 0-15,-2-2-1 0,4 2 7 16,-3-1 21-16,3 0-37 0,4 2 16 16,-2-2 10-16,-2 0-29 0,0-2 0 15,0 2 3-15,-5-1 16 0,3-1 3 16,-2 0 17-16,-7 0-17 0,-10 2 20 16,-2-2-1-16,-4 0-2 0,6 0 2 15,15 0 0-15,12 0 0 0,8-2 1 16,1 1 1-16,-14-1 2 0,-11 2 20 15,-15 0-4-15,-2 0-17 0,6 0 11 16,2 0-1-16,7 0-11 16,-3 0-1-16,-2 0 16 0,-4 0-3 15,-2 0-13-15,-2 0 0 0,-2 2-1 16,-2-1 1-16,2 2-36 0,-4-1-55 16,-2 0-154-16,-5 0-172 0</inkml:trace>
  <inkml:trace contextRef="#ctx0" brushRef="#br0" timeOffset="32326.07">1728 2815 989 0,'0'0'1354'0,"0"0"-1093"0,0 0-45 16,0 0 60-16,0 0-222 15,0 0-54-15,0 0-54 0,4 2 54 16,5-6 192-16,5-4 8 0,5-1-41 16,-3 0-14-16,9-4-10 0,4 2-19 15,2-2-37-15,4-1-10 0,4-1-26 16,1 4-15-16,7-3-24 0,-3 1 14 15,3 0 1-15,-1 0 6 0,-1-3-24 16,5 2 20-16,-11 1-1 16,0 1-18-16,-4 2-4 0,-4 1-11 0,-4 5-18 15,-4 2-44-15,-7 2-75 0,1 0-20 16,-7 0-19-16,1 5-111 16,-3 0-74-16,0 2-50 0,-4 1-110 15,-2-3-294-15</inkml:trace>
  <inkml:trace contextRef="#ctx0" brushRef="#br0" timeOffset="32687.15">2357 2180 112 0,'0'0'2300'0,"0"0"-1933"16,0 0-155-16,0 0-29 0,0 0-36 16,2 49-39-16,0-25-7 0,2 8-21 15,-2 4-17-15,0 12 3 0,0 11 0 16,-2 12 10-16,0 5 5 16,0-7-24-16,-4-8-12 0,2-5 2 15,0-9-13-15,-2-7-6 0,4-8-9 16,-7-2-1-16,5 4-18 0,0 4-2 15,2 1-29-15,0-3-16 0,0-5-44 16,0-8-28-16,2-6-20 0,7-4-47 16,-3-3-17-16,0-7 11 0,-2 0 10 15,2-3-49-15,5 0-79 0,-3-5-42 16,-4-2-5-16,2-5-69 0,-2 5-40 16,1-11-209-16</inkml:trace>
  <inkml:trace contextRef="#ctx0" brushRef="#br0" timeOffset="33026.98">2367 2704 689 0,'0'0'231'0,"0"0"1051"16,0 0-987-16,0 0 1 0,0 0-77 16,0 0 234-16,0 0-184 0,0 0-93 15,0 0-47-15,0 0-56 0,-58 15-30 16,46-2-2-16,-7 5 3 0,2 2 12 16,-5 4 15-16,1-1-9 15,4 2-9-15,-5-1-13 0,3 1-24 0,-2 1-16 16,7-2-12-16,-5 1-10 15,7-3-9-15,-2-2 0 0,5-1-34 16,1-2-43-16,4-7-61 0,4 2-98 16,0-4-275-16,8-2-148 0,-4-3-449 15,13-3-323-15</inkml:trace>
  <inkml:trace contextRef="#ctx0" brushRef="#br0" timeOffset="33670.48">2977 2696 1274 0,'0'0'787'0,"0"0"-360"15,-56 9-240-15,37-7 99 0,7-1 79 16,-3-1-82-16,7 0-94 0,6 0 12 15,2 0-59-15,0 0-142 0,2-3-180 16,8-3 133-16,7 1 47 16,2-6 29-16,7 3 5 0,5 0-3 15,5 3-28-15,1 0-3 0,0 5 2 16,2 0-1-16,-6 7 2 0,-2 3 16 16,-8 1-16-16,-2 3 17 0,-11 3 5 15,-2 0 6-15,-1 5 28 16,-7 1 69-16,0 3-7 0,-7 0-41 15,1 1-30-15,-2-4-20 0,-2-1-30 16,-3-1-36-16,5-4-44 0,2 0-47 16,-3-4-25-16,1-1-46 0,4-3-101 15,0-4-114-15,2-1-48 0,2-4-81 16,0 0-451-16,4-11-84 0</inkml:trace>
  <inkml:trace contextRef="#ctx0" brushRef="#br0" timeOffset="33863.8">3361 2360 1027 0,'0'0'1319'0,"0"0"-742"0,0 0-430 15,0 0-92-15,4 50 37 0,-4-19 7 16,4 5-16-16,-2 0-16 0,1 1-10 16,1-5-38-16,2-1-19 0,-2-7-17 15,0-1-5-15,2-4-35 0,1-4-137 16,3-4-69-16,0-4-113 0,-4-6-239 15,3-1-191-15,3-9-362 0</inkml:trace>
  <inkml:trace contextRef="#ctx0" brushRef="#br0" timeOffset="34043.75">3531 2321 669 0,'0'0'2249'0,"0"0"-1878"16,0 0-196-16,0 0-1 0,-2 74-38 15,0-43-64-15,2 0-28 0,0 1-3 16,2-1-41-16,0-1 0 0,4-3-28 16,0-3-92-16,4-4-129 0,1-1-114 15,-1-3-209-15,2-6-593 0</inkml:trace>
  <inkml:trace contextRef="#ctx0" brushRef="#br0" timeOffset="34397.64">3845 2319 2796 0,'0'0'398'0,"0"0"-73"16,0 0-154-16,0 0-171 0,0 0-51 15,0 0 51-15,0 0 79 0,56-15-63 16,-27 7-16-16,2 0-2 0,2-1-17 15,2 1-16-15,-2 1-95 0,-2 1-102 16,-2 6-116-16,-8 0-171 0,-7 5-454 16,-10 11-503-16</inkml:trace>
  <inkml:trace contextRef="#ctx0" brushRef="#br0" timeOffset="34568.76">3872 2613 4 0,'0'0'2940'15,"0"0"-2642"-15,0 0-298 0,0 0 1 16,0 0 105-16,0 0 56 0,0 0 54 16,56-46-49-16,-34 28-114 0,-1-5-50 15,6 4-3-15,0-3-10 16,2 6-94-16,-5 4-130 0,-1 4-160 0,-2 8-207 16,-9 0-522-16,-8 20-319 0</inkml:trace>
  <inkml:trace contextRef="#ctx0" brushRef="#br0" timeOffset="34769.27">3994 2863 620 0,'0'0'2366'16,"0"0"-2187"-16,0 0-176 0,0 0 198 16,0 0 79-16,0 0-44 0,51-43-34 15,-32 22-78-15,6-4-79 0,4-3-45 16,-2-1-15-16,4 0-70 0,-2-1-69 15,-1 3-78-15,3 2-113 0,-2 1-144 16,-4 0-101-16,-10 6-208 0,3-7-274 16</inkml:trace>
  <inkml:trace contextRef="#ctx0" brushRef="#br0" timeOffset="34967.51">4267 2098 438 0,'0'0'2376'15,"0"0"-1982"-15,0 0 13 0,0 0-86 16,0 0-258-16,0 0-63 0,0 0-94 16,0 0 72-16,0 0 22 0,22 62 19 15,-11-30-4-15,1 2-15 16,-2-3-13-16,1 1-50 0,-1-4-31 0,2-4-115 16,-3-2-100-16,5-6-46 0,-4-4-129 15,1-7-255-15,-3-2-85 16</inkml:trace>
  <inkml:trace contextRef="#ctx0" brushRef="#br0" timeOffset="35144.82">4459 2025 158 0,'0'0'1789'16,"0"0"-1313"-16,0 0-121 0,0 0 46 16,0 0-60-16,0 0-190 0,0 0-151 15,0 0-79-15,0 0 79 0,0 0 60 16,27 57-6-16,-19-26-54 0,4 2-26 15,-1 1-50-15,-3-1-76 0,6-4-116 16,-1 0-42-16,-3-4-116 0,0-7-66 16,1 0-537-16</inkml:trace>
  <inkml:trace contextRef="#ctx0" brushRef="#br0" timeOffset="35510.97">4492 2482 2297 0,'0'0'1468'0,"0"0"-1333"16,0 0-135-16,0 0-1 0,0 0-59 15,0 0 60-15,0 0 2 0,58 3 1 16,-33-8-3-16,-3-1-16 0,7-2-65 15,2-1-21-15,-4-3 20 0,0 3 57 16,-8 1-42-16,-1 3-54 0,-10 1-9 16,-3 2-24-16,-5 2 154 0,0 0 166 15,-2 0 146-15,-7 0-267 0,-1 4-43 16,0 3-2-16,-1 3-4 0,1 1-53 16,-3 4 26-16,7 0 31 0,0 1 28 15,2 2 13-15,-2-2-9 0,4 1-17 16,0 1-15-16,2-1-25 15,0-2-13-15,0 1-35 0,0-3-134 16,2 0-78-16,0 1-162 0,-2-4-207 16,0 2-432-16</inkml:trace>
  <inkml:trace contextRef="#ctx0" brushRef="#br0" timeOffset="35699.03">4548 2752 431 0,'0'0'1909'15,"0"0"-1261"-15,0 0-312 16,0 0-69-16,0 0-109 0,0 0-117 16,0 0-26-16,0 0 58 0,0 0-48 15,58-33-25-15,-32 19-3 0,7 1-19 16,9-2-25-16,-3 1-124 0,11-3-124 0,12 2-178 16,6-2-143-16,-8 4-495 15,-8 1 69-15</inkml:trace>
  <inkml:trace contextRef="#ctx0" brushRef="#br0" timeOffset="36188.12">5255 2146 3134 0,'0'0'677'16,"0"0"-366"-16,0 0-22 0,0 0-116 0,0 0-173 16,0 0-52-16,0 0-7 15,-5 69 41-15,1-34 2 0,2 3-40 16,-2-1-21-16,-2-7-1 0,0-2-6 16,2-7-17-16,-1-5-6 0,3-3-15 15,-4-2-20-15,4-7-61 0,-2-1-36 16,0-3 31-16,-2 0-55 0,-1-6-89 15,3-7-88-15,-2 0-61 0,2-4 234 16,0-2 144-16,4 2 123 0,-2-3 179 16,2 3 35-16,0 2 60 0,4-1 2 15,2 1-50-15,2 3-12 0,-1-1-20 16,7 5-14-16,1-1-26 0,5 0 41 16,3 3 73-16,2-1-100 0,6 1-42 15,2 1-12-15,0 3-14 0,2 2-18 16,-2 1-25-16,-2 7 15 0,-2 0-25 15,-4 2-29-15,-9 2 7 16,1 0-12-16,-9 2 9 0,-6 5 36 16,-2 4 94-16,-2 2-13 0,-8 6-71 15,-5 2-68-15,1-1-43 0,-3 3-108 16,5-8-57-16,0 1-111 0,-1-3-224 16,5-9-261-16,-7 2-931 0</inkml:trace>
  <inkml:trace contextRef="#ctx0" brushRef="#br0" timeOffset="36600.61">5916 1527 226 0,'0'0'2381'16,"0"0"-1937"-16,0 0-249 0,0 0-51 15,0 0-94-15,0 0-21 0,0 0 25 16,13 75 268-16,-1-1-54 0,7 28-119 16,-1 25-65-16,-1-3-37 15,-5-12-13-15,-4-19-12 0,-4-20-19 16,3-7-2-16,-3-16-1 0,0-9-1 16,-2-13-2-16,2-6-44 0,0 3-74 15,2 0-47-15,-1-2-125 0,5-4-141 16,-4-9-158-16,-4-5-226 0,-2-5-396 0</inkml:trace>
  <inkml:trace contextRef="#ctx0" brushRef="#br0" timeOffset="36781.02">5960 2279 837 0,'0'0'1848'0,"0"0"-1172"0,0 0-368 15,0 0-141-15,0 0-167 0,0 0 9 16,0 0-9-16,49 9 69 0,-26-5-37 15,6 2-20-15,-2 0-12 0,6 3-6 16,4-1 3-16,0-2-76 0,-2 0-173 16,-8-1-344-16,8-5-746 0</inkml:trace>
  <inkml:trace contextRef="#ctx0" brushRef="#br0" timeOffset="37296.97">7264 1927 1725 0,'0'0'1219'0,"0"0"-1171"0,0 0-35 16,0 0 198-16,0 0 28 0,64 6-61 15,-39-7-90-15,4-4-47 16,4-1-38-16,2 0-3 0,2-1 0 15,0 0-31-15,-2 1-67 0,-1-1-57 16,-8 3-43-16,-3 3 7 0,-2 1-8 0,-9 0-49 16,-1 0-72-16,-7 0-140 15,-4 0 122-15,0 0-176 0,-19 0-499 0</inkml:trace>
  <inkml:trace contextRef="#ctx0" brushRef="#br0" timeOffset="37452.72">7518 1862 177 0,'0'0'724'0,"0"0"365"0,0 0-651 16,0 0-71-16,0 0 34 0,0 0-219 15,0 0-181-15,-27 57 142 0,38-2 37 16,3 20 0-16,7 9-42 0,-3-12-52 16,-1-20-44-16,-7-15-42 0,1-10-3 15,-5 3-34-15,4 4-71 0,-2 0-21 16,1-5-94-16,-5-3-47 0,0-6-113 16,-2-5-23-16,-2-4-209 15,0-5-379-15</inkml:trace>
  <inkml:trace contextRef="#ctx0" brushRef="#br0" timeOffset="37648.45">7392 2277 1725 0,'0'0'1536'0,"0"0"-1104"0,0 0-369 16,0 0 9-16,0 0 13 0,0 0 0 15,0 0-28-15,62-19-40 0,-35 11-17 16,6-3-19-16,6-1 3 0,5-2-66 15,7-3-88-15,9-2-101 0,-2 1-173 16,-10 3-151-16,-17 3-601 16</inkml:trace>
  <inkml:trace contextRef="#ctx0" brushRef="#br0" timeOffset="38103">7847 1689 1563 0,'0'0'2173'0,"0"0"-2151"16,0 0 63-16,0 0-85 0,0 0 179 15,0 0-53-15,49 0-32 0,-28-7-14 16,6 1-33-16,2-6-32 0,2-1-15 16,-2-1-18-16,-2 0-44 0,-2 3-35 15,-7 1-34-15,-5 2-33 0,-5 2-21 16,-4 3-21-16,-2 1 171 0,-2 2 22 15,-4 0-286-15,-4 0-231 16,-5 0-26-16,3 0-127 0,-7 4 35 0,1 0 179 16,-1 1 469-16,-1 1 570 15,1 0 186-15,1 2-146 0,1 2-151 16,5 0-38-16,1 0-61 0,3 5-129 16,0 0-108-16,2 4-32 0,0 2-16 15,4 3-40-15,-2 3 0 0,0 2-22 16,2-4-12-16,0 3 1 0,0-6-1 15,2-1 2-15,4 0 29 0,4-2 2 16,1-5-6-16,-3 0 9 0,6-5-2 16,-3-5 8-16,3 0 1 0,-1-1 2 15,1-2-6-15,3-1-12 0,-5 0-6 16,0-1-11-16,3-5-11 0,-5 1-2 16,7-1-50-16,-1-2-69 15,-1-3-38-15,-1 2-74 0,-1 1-73 0,-1 0-95 16,-4 1-70-16,-4 2-179 0,-4-2-366 15</inkml:trace>
  <inkml:trace contextRef="#ctx0" brushRef="#br0" timeOffset="38456">8006 2014 920 0,'0'0'1547'0,"0"0"-1112"0,0 0-278 16,0 0-36-16,0 0 17 0,-15 70-43 15,15-45-31-15,-2 1-11 0,2 2-15 16,0-1 0-16,0 0 0 0,2-2-3 16,5-1 9-16,-1-2 4 0,4 2-14 15,3-4-5-15,-1 0 8 0,3 1-18 16,-1-3-6-16,0-2-2 0,3-4-11 16,-3-3-3-16,3-3-16 15,0-2 19-15,-1-4 0 0,1 0 4 16,-3-6 18-16,-2-3 3 0,-1 0 9 15,-3-4 42-15,-4 1 65 0,2-2-7 16,-4-1-44-16,-2-3-32 0,0 0-8 16,-4-2-13-16,0 1-12 15,-4-3-7-15,2-3-18 0,0 0-46 0,-1 0-22 16,-1 0-31-16,2 3-19 0,-2 2-38 16,-3 4 2-16,3 6-32 0,0 3-159 15,-1 2-266-15,-5 5-658 0</inkml:trace>
  <inkml:trace contextRef="#ctx0" brushRef="#br0" timeOffset="38643.52">7989 2248 1122 0,'0'0'1122'16,"0"0"-644"-16,0 0-465 15,0 0 248-15,0 0 26 0,0 0-70 16,54 1-49-16,-33-6-39 0,2-2-72 15,3-2-38-15,-1 0-19 0,6-2-48 16,0-1-147-16,-2 4-222 0,-6 0-299 16,4-3-1002-16</inkml:trace>
  <inkml:trace contextRef="#ctx0" brushRef="#br0" timeOffset="39496.66">9116 1338 79 0,'0'0'20'0,"0"0"140"16,0 0 1129-16,0 0-864 0,0 0-140 15,0 0 42-15,0 0 21 0,-56-18-70 16,50 15-45-16,0 0 1 15,2 0-42-15,-3 2 26 0,1-1-65 16,0 2-82-16,-4 5-71 0,-3 5-25 16,-3 4-40-16,-5 8 6 0,-8 5 6 15,0 7-1-15,-4 1 0 0,0-1 23 16,0 0-13-16,2-3 44 0,0-4 0 16,4-6 25-16,4-4-6 0,3-4 0 15,3-4 3-15,7-2 6 0,2-3 7 16,3-4-28-16,3 2-7 0,2-2-39 15,0 0-8-15,0 0-19 0,0 0 6 16,0 0 29-16,0 0 31 0,0 0 26 16,0 3 5-16,0 4-30 0,2 5 89 15,3 11 33-15,-3 18-24 16,2 18-27-16,0 16-35 0,0 9-6 0,-2-11-18 16,2-20-13-16,2-16-1 15,-1-12-18-15,3 3-40 0,2-2-56 0,3 2-46 16,1-5-36-16,3-4-170 15,-3-7-148-15,1-5-72 0,-3-2-234 16,-2-8-357-16</inkml:trace>
  <inkml:trace contextRef="#ctx0" brushRef="#br0" timeOffset="39922.36">8674 1782 226 0,'0'0'2679'0,"0"0"-2139"0,0 0-145 16,0 0-15-16,0 0-181 16,0 0-181-16,0 0 16 0,0 0-6 15,0 0 31-15,0 0-25 0,60-56-3 16,-36 45-4-16,3-1-14 0,4 1 5 16,0 0-2-16,4 0-4 0,1 2-12 15,-1 2 0-15,2-1-3 0,-4 3-10 16,2 2-2-16,-6 1 15 0,-2 2-22 15,-6 0 19-15,-3 0 0 0,-3 0-9 16,-5 2 0-16,-4 1 12 0,-2 1 2 16,3 0 1-16,-5-1 21 0,2 5 7 15,0-1 12-15,0 3 9 0,2 5-5 16,0 2-8-16,3 2-11 0,1 5-7 16,0 0 4-16,3 3-10 0,1 2-13 15,3 4-2-15,1 4-14 0,-1-4-23 16,2 1-6-16,-1-7-6 0,-5-4 3 15,-1-4-6-15,-2-2-10 0,1-2-30 16,-3 1-26-16,0-3-33 16,-2-2-65-16,-2 0-95 0,1-4-111 15,-5 1-26-15,0-3-22 0,0-2-94 16,-5-3-262-16</inkml:trace>
  <inkml:trace contextRef="#ctx0" brushRef="#br0" timeOffset="40229.36">8994 1858 190 0,'0'0'2065'0,"0"0"-1819"0,0 0-56 16,-60 40 48-16,46-17-103 0,-1 8-97 16,5 2 4-16,4 1-26 0,6-5-15 15,2-3-1-15,6-4 0 16,4-3 0-16,1-2 0 0,5-4 22 15,1-5 1-15,2-2 18 0,-3-5-6 0,5-1 4 16,2-2 5-16,-5-8 17 16,-1-6 28-16,0-3-7 0,-3-4 7 15,-8 0-1-15,-1 1 16 16,-5 3 9-16,-2-2 38 0,-2 3-58 0,-5-6-33 16,-3-4-23-16,-4 3-22 0,1 3-15 15,-3 0-40-15,-1 6-66 0,1 6-64 16,-3 5-131-16,5 3-316 0,-13 11-974 15</inkml:trace>
  <inkml:trace contextRef="#ctx0" brushRef="#br0" timeOffset="44648.01">1916 3416 60 0,'0'0'1888'0,"0"0"-1632"15,0 0-81-15,0 0 22 0,0 0-68 16,0 0-90-16,0 0-26 15,-6 55 29-15,16-34 19 0,5 4-7 16,-3 0-2-16,9 0 5 0,-5 1 8 16,5 0-24-16,2-4-12 0,-5-1 0 15,7-2-10-15,-4-4-2 0,-5-2-16 16,7-5-2-16,-8-2-14 0,3-2-14 16,-3-4 4-16,1 0 24 0,-5 0 1 15,1-4 0-15,2-3 0 0,-7 0-12 16,3-2 12-16,-2-2 32 0,1-1 48 15,-5 2-7-15,-2-1-28 0,0-5-7 16,4-1-3-16,-4 1-13 16,2-6-22-16,2 2 0 0,1-3-2 15,-1 2-14-15,2 1-10 0,5 1 7 0,-1 1 16 16,-2 4-25-16,7 5 5 0,-5 2-8 16,7 5-5-16,-5 2 26 15,9 10 10-15,-4 7 22 0,5 5 26 16,1 6 22-16,2-3-3 0,-4 2-36 15,2-3-30-15,2-2-1 0,-5-4-1 16,-1-4-1-16,2-1-14 0,-1-6-3 16,-3 1 16-16,2-4-19 0,-7-2 9 15,5-2-3-15,-7 0 0 0,5 0 0 16,-7-2 4-16,0-5 10 0,5-1 0 16,-7-4 0-16,2-3 2 0,3-1 18 15,-5-2-2-15,0-1-3 0,-1-2 9 16,1-2-9-16,-2 0 3 0,-2-1 6 15,4-1-22-15,5 3 0 0,-1 0-22 16,1 2-7-16,7 6 10 0,-1 2 3 16,-3 5-3-16,11 3 16 0,-2 4-11 15,-2 0 14-15,2 8 29 0,6 4-10 16,-4 0-3-16,1 3 3 16,-3-2 10-16,4 0-28 0,-4-1 11 15,2-1-9-15,-2-4 12 0,-3-2-11 16,3-2 18-16,2-2-3 0,-8-1 0 15,6-1-7-15,-3-6-9 0,-3 0-3 16,2-4 0-16,-3 1 0 0,-1-1 0 16,-1 0-14-16,-1-4 12 0,3 2 2 15,-5-1 12-15,-1-3-10 16,5 2 2-16,-7-1-2 0,4-1 0 0,-1 1-1 16,-3 2 0-16,3 2-1 0,-1 3-13 15,-2 6-3-15,5-1 1 0,-7 4 15 16,4 4 0-16,5 3 34 15,-3 4-9-15,5 0-24 0,-2 2-1 16,3 0 12-16,5 1-12 0,-6-1-3 16,6-3-9-16,-1-2 8 0,1-6-11 15,-4 3 13-15,6-5-2 0,-5 0-10 16,1-7 14-16,0 1 0 0,2-2 2 16,-9-2 10-16,5 1 14 0,-9-1 15 15,5-1-6-15,-5 2-13 0,1-1-3 16,-3 2-17-16,0-3 1 0,3 3 10 15,-5 0-10-15,0 0 16 0,-2 1-18 16,5 1 0-16,-3 2-1 0,-2-2-2 16,3 6-17-16,1 0 18 0,0 0 1 15,-2 3 0-15,7 4 22 0,-1 0-3 16,3 1-16-16,2 2 8 0,-3 1-11 16,3-3-3-16,1-2-16 15,-3-2 7-15,4-2 10 0,-3 0-21 0,3-2 8 16,-5 0-4-16,3-4 19 15,2-2 1-15,-7-2 24 0,5-2 16 16,-5 1-9-16,3-1-30 0,-5 0 10 16,1-1-9-16,-1 1 0 0,-4 1 10 15,7-3 3-15,-5 0-13 0,0-1-2 16,5 1 11-16,-3 0-11 0,1 2-1 16,3-1 0-16,-3 3-16 0,3 3 3 15,-1 4 1-15,5 1 11 0,-3 3 1 16,3 4 15-16,3 6 7 0,0-1-3 15,4 3-18-15,0 0-1 0,0-4 0 16,-1-1-1-16,-1-4-18 0,2-2 17 16,0-4-20-16,0 0 7 0,0-2 0 15,-5-5 15-15,1-2 12 0,0 2 7 16,-4-7-19-16,-1 4 1 0,-3 0 0 16,1-1-1-16,-1-1 13 15,-3 2-10-15,0 0-2 0,-1-1 0 0,3-1 2 16,-1 0 10-16,-3 0-11 15,2-1-2-15,-1 1 0 0,-1 5 0 16,0 0-11-16,1 3 11 0,-3 3 0 16,4 1 3-16,-1 1 19 0,1 5 6 15,5 3 3-15,-1 1-9 0,3 2-6 16,-3-1-16-16,9 1 1 0,-4-5-2 16,-3 1-23-16,5-4 5 0,-2-4 3 15,2 0 4-15,-1-2 9 0,-1-4-10 16,0-3 13-16,1-1 14 0,-7 1 1 15,6-3-11-15,-7 2 18 0,7 0-21 16,-9-1-1-16,5 0 2 0,-5 2-2 16,5-3 3-16,-5 2 0 15,2 2 9-15,-1-3-9 0,-1 3-1 16,1 1-1-16,-3 0-1 0,0 3-1 16,5 2 0-16,-3 0 1 0,1 2 2 15,1 2 1-15,1 4 16 0,5 1 9 16,1 4-2-16,0 0-23 0,-1-2-3 15,3 1 0-15,0 0-3 0,-3-4 0 16,-3-1-11-16,6-3 12 0,-7-1 0 16,3-1 1-16,-3 0 1 0,1-3 2 15,-3-3 37-15,1-1-5 0,-5 1-18 16,5 0-1-16,-5-3-13 0,-2 5 0 16,3-2 11-16,-3 0-10 0,0 3-3 15,-2-1 1-15,0 0-1 0,-1 3-1 16,3-2 0-16,-2 1-1 0,0 0-1 15,3-2-10-15,-1 2 11 0,0-3-23 16,0 4-54-16,-4-2-119 0,5 3-124 16,-3 0-355-16,-6 7-748 0</inkml:trace>
  <inkml:trace contextRef="#ctx0" brushRef="#br0" timeOffset="52761.44">2063 4409 560 0,'0'0'114'16,"0"0"828"-16,0 0-650 0,0 0-45 15,0 0-1-15,0 0 44 0,0 0-77 16,0 0-50-16,-27 8-80 0,27-8-60 16,0-1-23-16,0-2 2 0,2-1 23 15,2-7 84-15,3 1 18 0,5-3-16 16,-2-5-38-16,3-3-25 16,5 1-17-16,-1-5-12 0,1-1 0 0,5-1 3 15,-2 0 0-15,2 1-22 16,-1 1 0-16,-1 3 0 0,4 0-1 15,-5 4 0-15,1 2 1 0,0 0-1 16,-5 4-15-16,3 3 4 0,-7 3-7 16,-1 4 16-16,-3 0-19 0,-4 2 6 15,-2 0 16-15,0 2 2 0,2 3 17 16,3 4 9-16,3 6-6 0,-2 4 7 16,0 3-10-16,5 2-19 0,-3-2-11 15,3-1 8-15,1-3-16 0,-4-1 6 16,7 0-2-16,-3-4-4 0,-1-1-29 15,3 0-28-15,-1-2-31 0,1 1-40 16,-3-3-28-16,1-1-20 16,-1 1 5-16,-3-1 32 0,0-3 10 0,-4 2 44 15,-1-2 49-15,-3-2 13 16,0 0 42-16,-2 0 4 0,0-2 93 16,0 0 42-16,0 0 25 0,0 0-6 15,-2 0-91-15,0 0-9 0,-5 0 16 16,1 0-13-16,-4 0 35 0,2 0-26 15,-1 0 6-15,-5 0-3 0,1 0-12 16,-5 2-2-16,1 1-58 0,-1 2-1 16,-1-1 0-16,-6 1-2 0,-2 2-11 15,-2 0 13-15,1-1 2 0,-6 2 16 16,-1-3-18-16,0 4 0 16,-4-2 26-16,2 0 5 0,2-2-15 0,1 1-16 15,1-1-2-15,7-2 0 0,3 1-17 16,6-2-16-16,1 0-6 15,10-2-3-15,1 0-96 0,5 0-109 0,0 0-308 16,9-2-454-16,-1 0 487 16,2-7-457-16</inkml:trace>
  <inkml:trace contextRef="#ctx0" brushRef="#br0" timeOffset="53767.94">2305 4184 17 0,'0'0'245'0,"0"0"-157"0,0 0 336 16,0 0-147-16,0 0-277 0,0 0-21 15,0 0 5-15,0 0-17 0,0 0 30 16,0 0 2-16,6-21 1 0,-4 20 23 16,-2 0 12-16,0 0-12 0,2 1 3 15,-2 0 36-15,0 0 62 0,0 0 48 16,0 0-61-16,0 0-43 0,0 0 7 16,-2 0 61-16,0 0-2 0,2 0-21 15,-4 0 4-15,4 3-14 0,-2 1-35 16,0 5-68-16,-2 6-87 0,0 4 32 15,1 6 10-15,-3 3 41 0,2-2 3 16,4 1 1-16,-2-5 0 0,2-3 0 16,0-3 4-16,0-7 11 15,0-1-15-15,0-4-20 0,2-3-19 16,2-1-13-16,2 0 52 0,1-4 36 16,-1-5 16-16,2-2-3 0,2-1-8 15,1-5-40-15,-3 1-1 0,0-1 19 16,3 0-16-16,-3 3 30 0,-4-1 18 15,2 0-5-15,-2 3 5 0,3 4 8 16,-5 1 8-16,0 3 4 0,0 3-13 16,0 1-38-16,-2 0-4 0,0 1 16 15,0 2-3-15,2 3-7 0,2 2-18 16,-2 0 25-16,4 1-14 0,1 4-15 16,-1-4 0-16,2 0-3 0,-4-2 0 15,-2-3-23-15,2 1 1 0,0-4 5 16,-1 1-12-16,-1-1-22 0,4-1-4 15,-4 0-7-15,2 0-51 0,-2 0-43 16,0-1-58-16,0-2-55 0,-2 1-50 16,0-1 19-16,0 0 36 0,0-1 55 15,0 0 23-15,0-2 7 0,0 0 74 16,-4 0 108-16,0-3 105 16,-6 2 77-16,5 1 46 0,-3 0 88 15,4 2 91-15,0 0-39 0,-2 2-109 16,4-1-58-16,-2 0-46 0,1 3 10 15,1 0-27-15,2 0-16 0,0 0 0 16,0 0 26-16,0 1-30 0,0 1-39 16,0-2-25-16,0 1-9 0,0 1-1 15,-2 2-9-15,0 2-3 0,-2 6-32 16,2 5-13-16,-4 4 13 0,0 6 19 16,-5 4 29-16,3 4 9 0,4 5-7 15,-2 4-9-15,0-1-3 0,1 0 3 16,3-3 6-16,2-5-3 15,0-4-6-15,9-2-21 0,-1-4-16 16,0-3-2-16,7-2 1 0,-3-4-19 16,2 1 4-16,5-3 12 0,-4-2-13 15,3 0 3-15,-3-2 10 0,3-1-19 16,-5-2 19-16,3-2-9 0,-8-1 11 16,3 0-1-16,-1-2 1 0,-4 1 1 15,-2-3 0-15,-2 1 2 0,-2-1 0 16,0 2 0-16,3-2 1 0,-3 0-3 15,0 0-27-15,0 0-52 0,0 1-126 16,2 1-247-16,0 1-104 0,-2 0-583 16</inkml:trace>
  <inkml:trace contextRef="#ctx0" brushRef="#br0" timeOffset="54510.06">2931 4900 848 0,'0'0'65'16,"0"0"932"-16,0 0-945 0,0 0 162 15,0 0 107-15,0 0-25 0,68-25-45 16,-43 13-8-16,2-3-43 0,2-2-57 16,8-3-26-16,0 0-58 0,5-4-24 15,-3 3-22-15,4-2-13 0,1 2 0 16,-7 3-26-16,0 1-81 15,-6 5-67-15,-2 4-77 0,-8 0-85 0,0 3-118 16,-11 1-288-16,-2 2-580 0</inkml:trace>
  <inkml:trace contextRef="#ctx0" brushRef="#br0" timeOffset="54743.13">3303 4434 631 0,'0'0'2321'0,"0"0"-1944"0,0 0-377 0,0 0-25 15,0 0 25-15,0 0 89 0,0 0 47 16,60 83 42-16,-33-28-24 0,0 12-57 16,4 7-56-16,-8-6-19 0,-3-7-6 15,-5-14-16-15,-1-8-54 0,-3-10-59 16,-5-2-47-16,4-1-116 15,-2 2-107-15,1 1-73 0,-5-11-224 0,0-2-490 16</inkml:trace>
  <inkml:trace contextRef="#ctx0" brushRef="#br0" timeOffset="54974.58">3421 4728 2944 0,'0'0'610'0,"0"0"-424"16,0 0-3-16,0 0-16 0,-39 70-123 16,31-36-43-16,-1 7 11 0,3 3-1 15,-2-1-11-15,-3-2-28 0,3-4 25 16,2-2 0-16,-2-5 0 0,2-2-16 16,1-7-47-16,1-4-75 0,4-4-99 15,0-4-227-15,0-4-250 16,2-5-682-16</inkml:trace>
  <inkml:trace contextRef="#ctx0" brushRef="#br0" timeOffset="55318.2">3653 4801 1805 0,'0'0'1061'0,"0"0"-910"0,0 0 60 15,0 0-192-15,0 0 52 0,0 0-43 16,0 0 106-16,39-53-17 16,-25 37-19-16,9 0-3 0,0-2-20 15,0 2 1-15,3 1-20 0,1 5 1 16,0 1-3-16,0 4-26 0,-6 3-8 15,1 2-20-15,-9 4 0 0,3 3 25 16,-7 6 19-16,-3 4 9 0,-4 5-3 16,0 3-16-16,-2 3-34 0,0-1-16 15,-2-2-64-15,-2-3-39 0,0-2-63 16,2-4-155-16,-5 2-192 0,3-6-153 16,0-3-535-16</inkml:trace>
  <inkml:trace contextRef="#ctx0" brushRef="#br0" timeOffset="55544.04">3880 4442 1164 0,'0'0'1111'0,"0"0"-592"0,0 0-243 0,0 0 79 16,0 0-13-16,0 0-151 15,0 0-159-15,0 0-32 0,0 0-116 16,0 0 116-16,12 14 12 0,-1 12 38 15,3 6-21-15,-1 3-15 0,-5-3-14 16,6-2-22-16,-3-5-66 0,-5-2-60 16,4-5-92-16,-2-5-98 0,1-4-73 15,-3-5-141-15,-2-4-182 0,4-5-358 0</inkml:trace>
  <inkml:trace contextRef="#ctx0" brushRef="#br0" timeOffset="55729.96">4021 4327 220 0,'0'0'2137'0,"0"0"-1654"0,0 0-325 15,0 0-81-15,0 0 76 0,24 52 6 16,-15-24-41-16,-1-1-45 0,2 6-45 16,3 1-25-16,-5-1-3 0,-2-3-20 15,0-2-130-15,5-3-165 0,-5-6-148 16,-2-4-258-16,-2-7-639 0</inkml:trace>
  <inkml:trace contextRef="#ctx0" brushRef="#br0" timeOffset="55927.24">4171 4293 1133 0,'0'0'2229'16,"0"0"-1792"-16,0 0-352 0,0 0-66 15,0 0-17-15,0 0 11 16,0 0 62-16,0 0-38 0,60 2-35 16,-39-2-2-16,-4-2-53 0,7 1-129 15,-7 0-99-15,-1 1-169 0,-3 0-245 16,-3 8-556-16</inkml:trace>
  <inkml:trace contextRef="#ctx0" brushRef="#br0" timeOffset="56097">4229 4556 1683 0,'0'0'1459'0,"0"0"-1325"15,0 0-38-15,0 0 151 16,0 0-73-16,0 0-86 0,60-53-66 0,-43 35-22 16,1 0-22-16,1 5-167 0,-5 6-185 15,1 6-323-15,-5 1-593 16</inkml:trace>
  <inkml:trace contextRef="#ctx0" brushRef="#br0" timeOffset="56259.8">4318 4813 308 0,'0'0'440'0,"0"0"1394"16,0 0-1638-16,0 0 19 0,0 0 121 15,0 0-69-15,0 0-103 0,54-61-95 16,-40 36-69-16,1-3-12 0,4-1-127 15,-1 2-172-15,-3 0-236 0,-5 8-502 16,0-10-509-16</inkml:trace>
  <inkml:trace contextRef="#ctx0" brushRef="#br0" timeOffset="56434.79">4428 4205 467 0,'0'0'2078'15,"0"0"-1544"-15,0 0-435 0,0 0 29 16,20 61-23-16,-13-39-38 0,-1 3-39 16,0-2-28-16,2 1-15 0,3-2-58 15,-5-6-182-15,2 0-120 0,2-7-103 16,-3-4-258-16,-1-5-447 0</inkml:trace>
  <inkml:trace contextRef="#ctx0" brushRef="#br0" timeOffset="56580.55">4531 4173 223 0,'0'0'303'0,"0"0"806"0,0 0-641 16,0 0-264-16,0 0-68 0,0 0-78 15,0 0 84-15,0 0-7 16,33 55-51-16,-25-26-50 0,1 2-34 16,-3 4-215-16,-2-3-241 0,0-5-545 15</inkml:trace>
  <inkml:trace contextRef="#ctx0" brushRef="#br0" timeOffset="56842.08">4632 4570 996 0,'0'0'1070'0,"0"0"-765"15,0 0 40-15,0 0 44 0,0 0-163 16,0 0-99-16,60-45-44 15,-43 30-51-15,-3 2-29 0,-5 2-3 16,3 4-34-16,-6 1-42 0,0 4-13 0,-6 2-10 16,3 0 3-16,-3 0 23 15,0 0 44-15,0 2 29 0,0 3 36 16,0 1 28-16,0 1-57 0,0 0-7 16,0 4-42-16,0 0-112 0,0 1-77 15,0-1-111-15,2 3-108 0,-2-5-282 16,0 5-477-16</inkml:trace>
  <inkml:trace contextRef="#ctx0" brushRef="#br0" timeOffset="57040.98">4649 4723 727 0,'0'0'1585'0,"0"0"-773"15,0 0-471-15,0 0-100 0,0 0-71 16,0 0-120-16,0 0-22 0,0 0 73 15,0 0-35-15,54-16-38 0,-34 8-6 16,1 1-22-16,-2-3-3 0,5 2-120 16,1 1-134-16,0 0-171 0,-2 0-216 15,-3 2-58-15,5-5-1312 0</inkml:trace>
  <inkml:trace contextRef="#ctx0" brushRef="#br0" timeOffset="57487.06">4971 4251 2907 0,'0'0'1035'16,"0"0"-778"-16,0 0 143 0,0 0-93 16,0 0-166-16,0 0-101 15,0 0-40-15,0 0-46 0,0 0-21 16,0 0-28-16,-10 70-31 0,10-40-40 15,-2 1-14-15,2-3 19 0,-2-6-8 16,0-4-32-16,2-5 34 0,-2-4 40 16,2-4 3-16,0-3-3 0,-2-2 73 15,2 0 16-15,0-6-42 0,-2-1-148 16,0-2-22-16,2-2 124 0,0-1 71 16,0 1 45-16,0 1 10 0,0-1 103 15,0 0 59-15,2 1-2 0,2 0 14 16,0 0-11-16,0 0-4 0,6 1-7 15,1-1 10-15,-1 2-18 0,5 0 1 16,1-1-32-16,3 3-13 0,1 0 21 16,3 1-28-16,-4 3-40 0,-1 0-25 15,1 2-25-15,-5 5-1 16,-3 2 19-16,-3 4 41 0,-4 3 68 16,-2 5-23-16,0 4-21 0,-2 2-40 15,0 1-36-15,0-1-10 0,-2 0-89 16,0-3-80-16,0-1-83 0,0-2-172 15,2-6-338-15,-6 3-671 0</inkml:trace>
  <inkml:trace contextRef="#ctx0" brushRef="#br0" timeOffset="57969.96">5401 3725 373 0,'0'0'2515'0,"0"0"-1959"0,0 0-240 15,0 0 55-15,0 0-69 16,0 0-240-16,-14 64-62 0,14-5 0 16,2 25 16-16,8 9 12 0,3-5 3 15,-1-12-12-15,3-12-19 0,-7-14-19 16,0-11-18-16,2-8 3 0,-1-8-22 16,-1 6-52-16,0 0-35 0,3-1-49 15,-1-4-69-15,-2-7-110 0,-4-5-166 16,3-5-203-16,-5-7-478 0</inkml:trace>
  <inkml:trace contextRef="#ctx0" brushRef="#br0" timeOffset="58148.16">5445 4267 285 0,'0'0'2056'0,"0"0"-1552"15,0 0-328-15,0 0 19 0,0 0 38 0,0 0-56 16,0 0-78-16,56-3-77 15,-36 3-22-15,5 0-3 0,4 0-9 0,0-1-96 16,0-3-149-16,2-1-177 16,-8 2-344-16,4-7-1209 0</inkml:trace>
  <inkml:trace contextRef="#ctx0" brushRef="#br0" timeOffset="58579.99">5670 4088 3410 0,'0'0'619'0,"0"0"-619"0,0 0 0 16,0 0 80-16,0 0 32 0,58-25-13 16,-33 10 1-16,2-2-54 0,4-3-21 15,0 1-22-15,-4 3-3 0,-3 3-2 16,-3 3-14-16,-9 5-24 0,-1 3-25 15,-7 2-9-15,-4 0-17 0,0 6 91 16,0 5 3-16,-4 4 13 0,-2 3-16 16,-3 1-31-16,5 1 29 0,0-2-14 15,-2-1-9-15,4-2 0 0,2-4 13 16,0-3-4-16,0 1 4 0,0-4-1 16,0 0-2-16,0-1 1 0,2 0-2 15,-2 0 15-15,4-1 1 0,-2 0 22 16,0 2 11-16,0 0-21 15,2 3-12-15,5-1 1 0,-1 1 1 0,-2-1 1 16,2 1 0-16,5-2-3 16,-1 2 1-16,3-4-1 0,-3 0 4 15,2-1 17-15,3 0-8 0,-3-3-13 16,3 0-3-16,-3 0-60 0,1 0-85 16,1-1-88-16,-1-4-132 0,-3 1-186 15,-1 0-183-15,-1-1-501 0</inkml:trace>
  <inkml:trace contextRef="#ctx0" brushRef="#br0" timeOffset="58840.98">6129 4096 738 0,'0'0'2172'0,"0"0"-1572"0,0 0-117 16,0 0-130-16,0 0-139 0,0 0-149 15,-60 36-65-15,41-17-38 0,5 8-9 16,-5-2 13-16,7 6-6 15,0-2 15-15,-1-2 13 0,5-3 12 0,4-3 0 16,2-3 0-16,2-4-2 0,2-3 2 16,2-1-1-16,2-3 1 15,2-2 15-15,3-2 26 0,1 1-1 16,1-4-3-16,7 0-34 0,1-4 12 16,0-4 1-16,5-5-16 0,1-2-77 15,-2-4-116-15,0-1-201 0,-4 5-686 16,-5-7-675-16</inkml:trace>
  <inkml:trace contextRef="#ctx0" brushRef="#br0" timeOffset="59418.07">3605 5779 1069 0,'0'0'1838'15,"0"0"-1362"-15,0 0-197 0,0 0 2 16,0 0-263-16,-8 50-18 0,16-26-40 15,4 1 27-15,1 4-3 0,5-1-21 16,-1-3-29-16,4-1-89 0,-3-5-64 16,3-5-65-16,-5-2-156 0,-1-6-168 15,-1-5-499-15</inkml:trace>
  <inkml:trace contextRef="#ctx0" brushRef="#br0" timeOffset="59645.94">3624 5800 2154 0,'0'0'1460'0,"0"0"-1362"15,0 0-95-15,0 0 183 0,35-48 25 16,-15 24-3-16,3-1-37 0,4-3-51 16,6 1-83-16,6-2-35 0,-1 3-1 15,3 5-1-15,0 2-3 0,-6 4-12 16,-1 8 2-16,-6 3-8 15,-7 4-66-15,0 5-83 0,-11 9-10 16,3 6-40-16,-7 6 3 0,-4 5-164 16,-2 5-176-16,-2-11-148 0,-15 17-483 0</inkml:trace>
  <inkml:trace contextRef="#ctx0" brushRef="#br0" timeOffset="59840.98">3779 5994 669 0,'0'0'2767'0,"0"0"-2415"0,0 0-349 16,0 0 19-16,0 0 113 0,0 0 13 16,53-37-45-16,-30 22-56 0,0-2-25 15,2-2-19-15,2-2-3 0,4 2-53 16,-7 3-66-16,1 1-51 0,-6 2-76 16,1 5-90-16,-7 3-198 15,-3-1-167-15,-2 3-377 0</inkml:trace>
  <inkml:trace contextRef="#ctx0" brushRef="#br0" timeOffset="60073.96">3814 5345 894 0,'0'0'2122'0,"0"0"-1841"15,0 0-109-15,0 0 100 0,0 0 2 16,0 0-105-16,0 0-69 0,0 0-100 15,0 0-100-15,0 0 85 0,0 101 15 16,23-27 44-16,6 10 9 0,-3-4-16 16,-1-5-6-16,-6-13-8 15,1-4-23-15,-5-9-56 0,-1-11-28 0,-5-9-13 16,-1-4-32-16,2-1-76 0,3 0-95 16,1 0-143-16,1-10-188 0,-5-4-480 15</inkml:trace>
  <inkml:trace contextRef="#ctx0" brushRef="#br0" timeOffset="60291.52">4258 5495 1130 0,'0'0'2184'0,"0"0"-1724"15,0 0-246-15,0 0-23 0,0 0-66 16,0 0-82-16,0 0 7 0,0 0-50 15,0 0-28-15,6 78 6 0,-3-42 20 16,3 2 1-16,-2-1-14 16,0-4-32-16,0-1-74 0,0-3-153 15,0-3-156-15,1-5-170 0,-1-5-393 16,0-7-367-16</inkml:trace>
  <inkml:trace contextRef="#ctx0" brushRef="#br0" timeOffset="60576.64">4438 5466 1027 0,'0'0'1217'0,"0"0"-196"0,0 0-744 15,0 0-125-15,0 0-17 0,0 0-135 16,10 54 2-16,-3-23-2 0,-3 3 50 16,2 1-6-16,4-2 3 0,-1-2-6 15,-1-4 22-15,-2-4-13 0,4-4-3 16,-1-5-28-16,-1-2 3 0,4-1-7 15,-1-4-15-15,-1-2 0 0,2-4 0 16,1-1 0-16,-1 0 0 16,5-1 0-16,-3-7-3 0,5-2-16 0,-7-4 1 15,3-3-14-15,-3-2-67 16,-2-4-72-16,-1-4-46 0,-5 0-46 16,-2-2-92-16,-2-1-130 0,-2 7-186 15,-13-14-574-15</inkml:trace>
  <inkml:trace contextRef="#ctx0" brushRef="#br0" timeOffset="60746.95">4490 5200 1224 0,'0'0'1212'0,"0"0"-645"16,0 0-381-16,20 72-46 0,-9-43-57 15,-3 0-29-15,4 0-54 0,-1-3-54 16,-1-1-153-16,0-4-172 15,1-2-140-15,-5-6-289 0,-2-4-477 0</inkml:trace>
  <inkml:trace contextRef="#ctx0" brushRef="#br0" timeOffset="60916.08">4572 5142 510 0,'0'0'1677'16,"0"0"-1066"-16,0 0-444 0,0 0-148 15,0 0 90-15,0 0 86 0,36 68-78 16,-22-39-78-16,-4 4-39 0,7-1-33 16,-7-2-126-16,5-3-165 15,-3-6-169-15,-4-6-518 0</inkml:trace>
  <inkml:trace contextRef="#ctx0" brushRef="#br0" timeOffset="61201.12">4889 5128 2338 0,'0'0'1224'0,"0"0"-915"0,0 0 99 15,0 0-46-15,0 0-165 0,0 0-102 16,0 0-34-16,0 0-55 0,0 0-6 15,-4 88-70-15,8-40 48 0,-2-1 22 16,2-3 19-16,4-8-19 0,-2 5-16 16,3 5-5-16,-1-4-4 0,4-3 1 15,-1-7-50-15,-1-4-70 16,4-6-79-16,1-6-130 0,-1-7-205 16,1-9-187-16,-3-5-302 0,3-5 338 15</inkml:trace>
  <inkml:trace contextRef="#ctx0" brushRef="#br0" timeOffset="61359.75">5023 5322 236 0,'0'0'1736'0,"0"0"-1073"15,0 0-232-15,0 0-140 0,0 0-123 16,0 0-100-16,0 0-66 0,0 0 17 16,0 0-19-16,0 0-1 0,50-43-1 15,-36 32-58-15,1 2-134 0,-1-1-161 16,-4 6-208-16,1 2-574 0</inkml:trace>
  <inkml:trace contextRef="#ctx0" brushRef="#br0" timeOffset="61486">5073 5461 1472 0,'0'0'1199'16,"0"0"-974"-16,0 0-16 0,0 0-158 0,0 0-49 16,0 0 68-16,0 0 64 15,0 0-58-15,49 16-49 0,-34-20-26 16,1-2-2-16,5-2-24 0,-4-4-249 15,-1 1-288-15,-1-5-782 0</inkml:trace>
  <inkml:trace contextRef="#ctx0" brushRef="#br0" timeOffset="62407.65">5430 4897 206 0,'0'0'2578'0,"0"0"-2360"0,0 0-192 0,-6 77 57 16,6-41-26-16,10 2-18 15,-1-2 18-15,1-3-25 0,5-2-32 16,-1-6-3-16,0-4-38 0,1-5-14 16,-3-4 17-16,7-5-26 0,-3-5-32 15,3-2-55-15,-7-2-100 0,7-4 149 16,-7-4 102-16,-1-1 38 0,-1-2-22 16,-2-1 23-16,-1-2-7 0,-1-1 20 15,0 1 3-15,0-1-13 16,-2 0-20-16,1 3-9 0,-1 1 13 0,-2 4 3 15,-2 4 28-15,2 0 36 16,-2 5 39-16,0 0 78 0,0 0 105 16,-2 5-1-16,-4 3-119 0,-3 8-195 15,-3 5-47-15,-3 8-18 0,1 5 26 16,1 2 39-16,3 0 20 0,2-3 59 16,4-4-7-16,2-4-22 0,2-5-10 15,0-5-6-15,4-1-32 0,2-4-2 16,2-3-12-16,1-1 10 0,1-3-14 15,2 1 15-15,-1-3 0 0,7-1-1 16,-3-3-35-16,5-6 9 0,1-4-25 16,2-5-63-16,2-3-89 0,-1-7-155 15,-7 6-337-15,10-12-793 0</inkml:trace>
  <inkml:trace contextRef="#ctx0" brushRef="#br0" timeOffset="62627.69">5813 4798 981 0,'0'0'2964'0,"0"0"-2635"0,0 0-329 16,0 0-22-16,0 0-96 0,0 0 23 15,0 0 82-15,0 0 13 0,62 8-1 16,-40-8 1-16,3 0-66 0,2 0-59 15,-2-3-36-15,-2 1-112 0,-3 2-242 16,-7 0-500-16,-5 2-785 0</inkml:trace>
  <inkml:trace contextRef="#ctx0" brushRef="#br0" timeOffset="63141.52">5906 4998 1320 0,'0'0'718'0,"0"0"-10"15,0 0-473-15,0 0-2 0,0 0-29 16,0 0-67-16,0 0-39 0,0 0-13 16,0 0-6-16,0 0-7 0,-11 0 7 15,11 0 2-15,0 0 11 0,0 0 8 16,0 0 5-16,0 0 7 0,0 0 2 15,0 0 6-15,0 0 16 0,0 3-5 16,-2-3-30-16,-2 3-43 0,2 0-43 16,0 1-15-16,2 3-54 0,-2 4-38 15,2 2-3-15,0-1 31 0,0-1 21 16,2 1 6-16,0-4 3 16,0-1 3-16,4-2 13 0,-1-1-10 15,1-2 9-15,-2-1 1 0,0 1-4 16,2-2 22-16,5 0 0 0,-3 0 31 15,2-2-6-15,3 0-13 0,-3-3-9 16,2 0 25-16,3 2-13 0,-5-1 10 16,-2 0-10-16,-3 4 1 0,1-2 5 15,-4 2 10-15,-2 0 9 0,0 2 15 16,0 2-9-16,0 1-3 0,0 3-19 16,0 3 22-16,0 6-18 0,0-1-16 15,0 2-1-15,0 1-11 0,-4-3-21 16,-3-1-19-16,5-3-15 0,-2-5-40 15,2-1-49-15,0-3-26 0,0-2-90 16,0-1-106-16,0-4-152 0,0 0-595 16,-2-8-259-16</inkml:trace>
  <inkml:trace contextRef="#ctx0" brushRef="#br0" timeOffset="63374.69">6208 4626 402 0,'0'0'2910'0,"0"0"-2460"0,0 0-128 15,0 0 20-15,0 0-200 0,0 0-142 16,0 0-51-16,0 0-42 0,0 0-41 16,0 0 134-16,31 21 17 0,-17-13-17 15,5 0-28-15,-1 1-31 0,1-3-28 16,2 1-93-16,-3 0-119 0,-1 2-194 15,-5 0-231-15,-6-2-526 0</inkml:trace>
  <inkml:trace contextRef="#ctx0" brushRef="#br0" timeOffset="63799.27">6257 4893 623 0,'0'0'81'0,"0"0"1956"0,0 0-1579 15,0 0-235-15,0 0 63 0,0 0-32 16,0 0-46-16,0 0-68 0,0 0-72 16,0 0-65-16,37-21-3 0,-30 21-2 15,-1 7 2-15,2 8 31 0,-4 8 112 16,2 7-45-16,-4 4-75 0,-2 2-23 16,0 0-52-16,0-4-7 15,0-4 6-15,-2-6 4 0,2-4-19 0,-2-7-10 16,2-2-3-16,0-6-18 15,0-3-24-15,0 0-56 0,0-4-61 16,0-4-49-16,4-3 282 0,3-2 7 16,-5-4 32-16,4-3-10 0,0 1 1 15,-4 0-7-15,6 2 85 0,-1 3 58 16,-3 1-5-16,2 3-25 0,-2 2-13 16,0 3-37-16,2 3-44 0,-1-1-32 15,3 3-1-15,-4 0 10 0,4 3 7 16,1 2 15-16,3 0 16 0,0 2 9 15,1 1 28-15,1-1-51 0,1 0-36 16,-1-2 0-16,-1-2-28 0,5 0-52 16,-3-1-48-16,-1-2-51 0,1 0-75 15,-1-6-135-15,-2-2-242 0,-1 0-453 16,-1-7-231-16</inkml:trace>
  <inkml:trace contextRef="#ctx0" brushRef="#br0" timeOffset="64012.42">6516 4731 1710 0,'0'0'1896'0,"0"0"-1307"16,0 0-468-16,0 0-71 0,0 0-1 16,0 0 35-16,0 0 30 0,55-27-21 15,-34 15-56-15,2-2-19 0,4-3-18 16,2 4-11-16,0-3-41 0,-5 2-115 15,1 3-62-15,-2 2-53 0,-5 0-137 16,-3 4-289-16,-7 2-112 0,-8 0-455 16</inkml:trace>
  <inkml:trace contextRef="#ctx0" brushRef="#br0" timeOffset="64231.42">6633 4585 435 0,'0'0'1504'0,"0"0"-767"16,0 0-252-16,0 0 21 0,0 0-123 15,0 0-191-15,0 0-77 0,0 0-26 16,0 0-61-16,-8 51 53 0,16-23-7 16,-1 7-6-16,1 6 2 0,0 1-30 15,0 2-27-15,1 0-13 0,-1-3-15 16,-2-4-10-16,2-5-42 0,1-5-56 16,-1-5-50-16,0-5-64 0,5-4-89 15,-5-7-162-15,4-6-178 0,1 0-59 16,-7-6-58-16,2-11-409 0</inkml:trace>
  <inkml:trace contextRef="#ctx0" brushRef="#br0" timeOffset="64358.99">6799 4847 710 0,'0'0'1161'0,"0"0"-403"16,0 0-295-16,0 0-125 0,0 0-94 16,0 0-96-16,0 0-75 0,37-59-73 15,-25 47-13-15,5-1-34 0,-1 1-165 16,3 0-182-16,-7 1-316 0,5 4-749 0</inkml:trace>
  <inkml:trace contextRef="#ctx0" brushRef="#br0" timeOffset="64505.04">6863 4920 2489 0,'0'0'984'0,"0"0"-917"0,0 0-1 0,0 0 7 16,0 0 12-16,0 0-18 15,60-23-67-15,-42 12-35 0,3-2-148 0,-2 3-176 16,-1 1-261-16,-5 5-598 0</inkml:trace>
  <inkml:trace contextRef="#ctx0" brushRef="#br0" timeOffset="67370.72">4078 6434 1282 0,'0'0'1891'0,"0"0"-1509"0,0 0-152 0,0 0-230 16,0 0-18-16,0 0-39 0,0 0 57 15,0 0 12-15,69 39-11 16,-49-30-1-16,7 0-2 0,-2-2-45 15,-6 0-13-15,3-1-22 0,-5 0-74 16,-1-1-109-16,-7 0-114 0,-1-1-28 16,-4 0 41-16,-2 1 110 0,-2-1 116 15,-2 0-117-15,-2 1 110 0,-6-4 79 16,3 1 68-16,3-2 208 0,-4 0 95 16,0 0-43-16,2 0 25 0,-1 0-32 15,5 0 12-15,0 0 37 0,0 0 2 16,2 0-40-16,0 0-52 0,0 0-58 15,0 0-63-15,0 3-41 0,0 1-50 16,0 6 0-16,0 8-19 0,2 8-6 16,0 8 23-16,0 4 2 0,2 5 3 15,1 3 16-15,3-1-18 0,-2 1 1 16,0-5 14-16,-2-3 0 16,5-5-13-16,-1-7 13 0,2-5-16 0,-1-6-11 15,1-4-15-15,2-4-9 16,-1-2 1-16,3-5-4 0,-2 0 13 15,-1 0-10-15,1-6 34 0,-1-4 1 16,-3-2 3-16,0-1 26 0,-4-3-4 16,0-1 12-16,-4-1 10 0,0-3-6 15,-8 2 10-15,-2-2-1 0,-1 2-12 16,-1-2 11-16,-2 5-17 0,-1 2 8 16,-1 3 19-16,1 3-16 0,1 3-9 15,1 2-6-15,3 2-28 0,-3 1-27 16,9 0-41-16,-2 0-112 0,4 0-84 15,2-2-152-15,0-2-666 0,0-1-491 16</inkml:trace>
  <inkml:trace contextRef="#ctx0" brushRef="#br0" timeOffset="67581.74">4420 6324 783 0,'0'0'1996'15,"0"0"-1200"-15,0 0-387 0,0 0 16 16,0 0-202-16,0 0-208 0,0 0-15 16,0 0-108-16,0 0-22 0,-7 60 71 15,16-33 19-15,-1 3-25 0,4-4 2 16,-1-1-27-16,-3-2-80 0,2-7-155 16,-2-3-143-16,1-4-153 0,-5-6-537 15,0-3-180-15</inkml:trace>
  <inkml:trace contextRef="#ctx0" brushRef="#br0" timeOffset="67808.91">4426 6389 1725 0,'0'0'1275'16,"0"0"-746"-16,0 0-184 0,0 0-78 16,0 0-267-16,0 0-98 0,0 0 98 15,0 0 85-15,0 0-38 0,60-48-13 16,-38 35-6-16,-3 1-6 0,6 0-9 15,-7 5-12-15,-3 1 0 0,-5 3-1 16,1 3-1-16,-5 0 1 0,-4 7 26 16,-2 9 119-16,0 5-9 0,2 7-136 15,-2 1-34-15,0 1-92 0,0-2-101 16,4-2-122-16,0-3-212 0,-4-8-238 16,4 2-577-16</inkml:trace>
  <inkml:trace contextRef="#ctx0" brushRef="#br0" timeOffset="68101.36">4525 6709 821 0,'0'0'2734'16,"0"0"-2274"-16,0 0-101 0,0 0-291 15,0 0-68-15,0 0-80 0,0 0 68 16,0 0 12-16,62-27 16 0,-41 18-1 15,-1 2-13-15,1 0-2 0,-5 1 1 16,1 3 1-16,-9 1 0 0,1 2 10 16,-1 0 3-16,-8 0 16 0,2 8 53 15,-2 2 33-15,0 6-18 0,0 5-69 16,-2 1-30-16,0 7-16 16,-7-3-64-16,5 1-25 0,0-3-6 0,-2-2-13 15,0-3-69-15,0-5-87 16,-1-2-185-16,1-3-300 0,2-3-610 15</inkml:trace>
  <inkml:trace contextRef="#ctx0" brushRef="#br0" timeOffset="68306.4">4585 6761 779 0,'0'0'39'0,"0"0"2206"16,0 0-1650-16,0 0-315 0,0 0-91 15,0 0-189-15,0 0-59 0,0 0 11 16,0 0 48-16,0 0 48 0,64 3 5 15,-43 5 6-15,1-1-15 0,5 2-19 16,-2 0-22-16,-4-2 13 0,6 0-16 16,-5-1-59-16,1-1-78 15,0-3-131-15,0-2-162 0,-9 0-327 16,9-7-678-16</inkml:trace>
  <inkml:trace contextRef="#ctx0" brushRef="#br0" timeOffset="69687.83">4829 6166 1793 0,'0'0'1169'0,"0"0"-900"0,0 0 103 0,0 0-88 15,0 0-284-15,0 0-110 16,0 0 110-16,0 0 16 0,0 0-13 15,54-32 13-15,-34 22-16 0,-1 2 1 16,1 2 1-16,-5 0-2 0,-1 4 0 16,-5 2 1-16,-3 0 1 0,-4 0 42 15,-2 0 167-15,0 1 169 0,0 2-54 16,0 0-139-16,0-3-151 0,-2 1-36 16,2-1-18-16,0 1-34 0,0-1-19 15,0 0 1-15,0 0-1 0,0 0 10 16,0 0 25-16,0 0 36 0,0 0 18 15,0 0 1-15,0 0-1 0,0 0-16 16,0 0 10-16,0 0-9 0,0 0 10 16,0 3-1-16,0-3 10 15,0 0 5-15,0 0 4 0,0 0-7 16,0 0 1-16,0 0 0 0,0 0-7 16,0 0 0-16,0 0-2 0,0 0-13 15,0 0 0-15,0 0-2 0,0 0 0 16,0 0 1-16,0 0 1 0,0 0 12 15,0 0 13-15,0 0 2 0,0 0-2 16,0 0-4-16,0 0-8 0,0 0-14 16,0 0 1-16,0 0 0 0,0 0-2 15,0 0-1-15,0 0-1 0,0 0-1 16,0 0 0-16,0 0 1 0,0 0-1 16,0 0-14-16,0 0-2 0,0 0 0 15,0 0-1-15,0 0 4 0,0 0 12 16,0 0 0-16,0 0 3 0,0 0 3 15,0 0 12-15,0 0 10 0,0 0-7 16,0 0-15-16,0 0-1 0,0 0-2 16,0 0-14-16,0 0-8 0,0 2 1 15,-2 3 0-15,0 2-10 0,2-1-6 16,0 4 1-16,0 6-10 16,0 8-4-16,2 7 4 0,2 11 0 15,4 17-3-15,7 9 6 0,-5-6 0 16,-4-11-7-16,5-17 22 0,-3-9 25 15,-2 0-9-15,2 1-16 0,7 1 6 16,-3-5-9-16,3-6-6 0,-3-4-25 16,0-4-16-16,5-2-6 0,-5-4-39 15,1 1-12-15,-3-3 3 0,-2 0 62 16,-1-5 69-16,-5 1 1 0,4-2 25 16,-6-2 23-16,0 0 43 0,0-4 35 15,-6-1-39-15,-1-5-35 16,-1 0-21-16,0-3-28 0,-4 2 22 15,1-2-22-15,-1 0 0 0,-3 5 19 16,5 1 9-16,0 7 16 0,-1 2 0 16,3 4-21-16,2 2-26 0,0 0-46 15,2 0-60-15,-1 4-80 0,3 1-30 16,2-2-235-16,0 1-258 0,2 1-349 16,3-4-170-16</inkml:trace>
  <inkml:trace contextRef="#ctx0" brushRef="#br0" timeOffset="69939.26">5166 6261 2501 0,'0'0'1176'0,"0"0"-902"0,0 0 98 16,0 0-93-16,0 0-279 15,0 0-37-15,0 0-31 0,0 0 68 16,0 0 49-16,0 0-5 0,49-25-7 15,-30 17-10-15,2 0-2 0,3-3-7 0,3 0-18 16,-2 1-3-16,-2 0-15 16,4-1-28-16,-5 3-22 0,-3 1-59 15,2 1-121-15,-11 2-82 0,2 1-161 16,-3 0-272-16,-5 3-429 0,-4-2-207 0</inkml:trace>
  <inkml:trace contextRef="#ctx0" brushRef="#br0" timeOffset="70120.25">5277 6034 940 0,'0'0'475'0,"0"0"969"0,0 0-974 15,0 0-127-15,0 0-88 0,0 0-122 16,0 0-99-16,0 0 3 0,23 52 166 16,-4 0-42-16,8 14-53 15,-3 0-56-15,-5-12-8 0,-2-15-38 0,-5-11-6 16,0 4-37-16,7 4-117 15,0-1-101-15,-1-4-197 0,-3-10-551 16,-5-2-711-16</inkml:trace>
  <inkml:trace contextRef="#ctx0" brushRef="#br0" timeOffset="71120.97">1546 7567 571 0,'0'0'136'0,"0"0"1488"15,0 0-1169-15,0 0-301 0,0 0-103 16,0 0 141-16,0 0 60 0,0 0-11 16,42-56-11-16,-26 36-32 0,3-4-48 15,1-1-26-15,7-1-15 0,0-5-38 16,-2 3-43-16,4 0-28 0,-2 2-4 16,2 6-73-16,-7 4-62 0,-3 4-60 15,2 6-59-15,-7 4-108 0,1 2-86 16,-7 2-140-16,-2 7-92 0,-4 0-74 15</inkml:trace>
  <inkml:trace contextRef="#ctx0" brushRef="#br0" timeOffset="71283.06">1633 7619 102 0,'0'0'2289'0,"0"0"-2202"0,0 0-58 16,0 0-6-16,0 0-10 0,35 62-12 15,-24-50-1-15,1 1 0 0,0-1-1 16,-1-1-67-16,-1 1-87 0,2-1-120 16,-5-3-242-16,-1 0-483 0</inkml:trace>
  <inkml:trace contextRef="#ctx0" brushRef="#br0" timeOffset="71539.66">1641 7719 1456 0,'0'0'1155'0,"0"0"-644"0,0 0-508 0,0 0 118 16,0 0 112-16,42-60 1 0,-18 35-39 15,1-3 10-15,4-4-12 16,0 0-47-16,8 1-38 0,-2-2-40 0,1 4-22 16,-1 2-9-16,-4 5-22 15,-2 4 1-15,-4 6-15 0,-5 3-1 16,-3 6-16-16,-3 2-8 0,-6 1 2 15,1 3-73-15,-1 6 51 0,-4 3 7 16,0 4-18-16,-2 7-94 0,-2 4-111 16,0 4-67-16,0-2-130 0,-4 0-137 15,0-8-373-15,-15 8-462 0</inkml:trace>
  <inkml:trace contextRef="#ctx0" brushRef="#br0" timeOffset="71737.41">1817 7707 1437 0,'0'0'1772'16,"0"0"-1239"-16,0 0-413 0,0 0-45 15,0 0-75-15,0 0 0 0,0 0 29 16,0 0 55-16,0 0-36 0,68-36-29 16,-47 22-18-16,4-1 0 0,-5 0-1 15,1-2-95-15,0 1-115 0,-5 2-113 16,-3 1-258-16,-1 5-396 0,-10-2-253 0</inkml:trace>
  <inkml:trace contextRef="#ctx0" brushRef="#br0" timeOffset="71925.52">1736 7382 1391 0,'0'0'1140'16,"0"0"-571"-16,0 0-569 0,0 0-3 15,0 0 3-15,38 73 61 0,-24-40-7 16,5 3 7-16,3-1-32 0,-5-2-13 16,4-3-16-16,-7-3-36 0,5-6-130 15,-5-5-45-15,1-2-85 0,-5-7-144 16,0-6-288-16,-4-1-382 0</inkml:trace>
  <inkml:trace contextRef="#ctx0" brushRef="#br0" timeOffset="72438.65">1922 7468 295 0,'0'0'45'0,"0"0"92"16,0 0 1220-16,0 0-897 0,0 0-21 16,0 0 14-16,0 0-224 0,0 0-229 15,0 0-79-15,0 0 63 0,0 14 16 16,13 11 28-16,-5 2-2 16,4 4 12-16,1-2 19 0,-7-1 7 15,2 0-26-15,3-4-19 0,-3-2-19 0,-4-4-1 16,2 0-18-16,3-3-10 0,-1-2 13 15,0-3-9-15,-4 1-45 16,5-3-35-16,-3 0 19 0,4-4 22 16,-4 0-3-16,-2-1-4 0,5 0 7 15,-5-1 6-15,2-2-9 0,-4 0 6 16,0 0-26-16,0 0-61 0,-2 0-85 16,0 0-20-16,0 0 97 0,0-2 156 15,0 2 65-15,0 0 46 0,0 0-111 16,0-1-72-16,-2 1-126 0,0 0-10 15,0 0-32-15,0 0 106 16,-2 0 95-16,2 0 39 0,0 0 20 16,0 1 233-16,0 1 63 0,-1-1-5 15,3 2-3-15,0-2-50 0,0-1-97 16,0 1-80-16,0 2-81 0,5 1 3 16,1 2 112-16,6 1 7 0,-4 1-33 15,5-2-15-15,3 0-30 0,-5-2 14 16,5 0-11-16,-3-3-28 0,3-1 7 15,-3 0-7-15,-1 0-16 0,2 0-3 16,-5-4-32-16,1 0-19 0,2-2 26 16,-5-1-20-16,-3-2-41 0,0 0-35 15,0-2-45-15,-2-2-46 0,0-1-46 16,-2-3-114-16,0 0-206 0,0 3-174 16</inkml:trace>
  <inkml:trace contextRef="#ctx0" brushRef="#br0" timeOffset="72584.65">2199 7632 148 0,'0'0'195'0,"0"0"1605"0,0 0-1357 0,0 0-22 16,0 0-184-16,0 0-94 16,0 0-111-16,-35 58-32 0,33-40 2 15,2 2 14-15,0 2-16 0,0-2-11 16,0 3-15-16,0-3-82 0,0-1-132 16,0 0-123-16,0-3-170 0,0-5-263 15,0-3-550-15</inkml:trace>
  <inkml:trace contextRef="#ctx0" brushRef="#br0" timeOffset="72776.65">1937 7869 291 0,'0'0'1853'0,"0"0"-1851"0,0 0 170 15,0 0 190-15,0 0-25 0,60-58-78 16,-44 36-55-16,7-4-97 15,0-4-56-15,0 0-35 0,-1-4-16 0,7-2-1 16,-8 2-129-16,6-2-163 0,-4 5-226 16,-9 8-475-16,3-8-595 0</inkml:trace>
  <inkml:trace contextRef="#ctx0" brushRef="#br0" timeOffset="73276.32">2170 7180 1061 0,'0'0'88'0,"0"0"1336"0,0 0-1083 0,0 0-107 16,0 0 2-16,0 0-17 0,0 0-39 15,0 0-1-15,0 0 4 0,0 0-30 16,0-2-26-16,0 3-19 16,0 0-15-16,0 3-22 0,0-2-44 15,3 3-24-15,-3 3-3 0,2 9 1 16,4 5 14-16,0 9-15 0,2 2-68 15,-2-1-9-15,-1-2 12 0,-1-6-12 16,2-4 2-16,-2-4-5 0,4-8-29 16,-4-1-36-16,1-4 10 0,-3-2 13 15,0-1 14-15,2 0 29 0,-2-1-22 16,0-3 85-16,0 2 16 0,-2-2 54 16,0 0 31-16,0-2 17 0,2-3-11 15,-2 2-25-15,0-2-34 0,4 1-32 16,-4 2-13-16,2 2-6 0,2-1-12 15,-1 1 5-15,1 0 8 0,0-1 2 16,4 1 16-16,2-2 13 0,-1 0 22 16,-3 3 19-16,4-3-1 0,-1 4 6 15,-1-1-4-15,-4 3-5 16,-2 0-16-16,-2 0 7 0,2 0 36 16,-2 2 32-16,0 3 0 0,2 4-35 15,0 5-28-15,2 7-18 0,3 5-28 16,-5 4-15-16,2 4-28 0,-2-1 0 15,-2-2-6-15,0 0 18 0,0-6 12 16,0-1-18-16,0-7-78 0,0-1-123 16,0-6-219-16,0-1-319 0,0-5-581 15</inkml:trace>
  <inkml:trace contextRef="#ctx0" brushRef="#br0" timeOffset="73508.45">2290 7483 890 0,'0'0'2028'0,"0"0"-1416"16,0 0-374-16,0 0-138 0,0 0-100 15,0 0-55-15,0 0 55 0,0 0 104 16,0 0-10-16,58 34-6 16,-39-23-25-16,-1 1-20 0,1-2-27 15,6-1-16-15,-4-1-11 0,1-4-32 16,5-3-66-16,-2-1-52 0,-2 0-31 15,1-7-40-15,1-2-42 0,-4-3-133 16,-4 2-164-16,-1-8-628 0</inkml:trace>
  <inkml:trace contextRef="#ctx0" brushRef="#br0" timeOffset="74525.28">2315 7124 17 0,'0'0'53'0,"0"0"12"0,0 0-65 16,0 0-27-16,0 0 27 0,0 0 0 15,0 0 10-15,0 0 36 0,0 0-20 16,0 0 52-16,-23-11-35 15,21 9-4-15,-2 2 1078 0,0-1-808 16,2 0-62-16,0-2 22 0,-2 3 2 16,2-1-45-16,2 0-11 0,0 1 22 15,0 0-33-15,0 0-49 0,0 0-38 16,0 0-10-16,0 0 13 0,0 0 6 16,0 2 8-16,0 3-28 0,0 6-27 15,0 5-79-15,0 9-66 0,-2 4 26 16,2 6 18-16,-2-2 21 15,-3 1 1-15,1 0 0 0,-2-4-2 16,4-3-13-16,-2-1-54 0,2-5-18 16,2-3-24-16,0-4-62 0,0-4-60 15,0-6-101-15,2 0-106 0,2-4-2 16,4 0 18-16,1-7-34 0,-5-1 262 16,4-4 148-16,2-2-11 0,-1 1-22 15,-3-2-7-15,2 1 16 0,-2 0 49 16,3 3 10-16,-5 0 13 0,0 2 36 15,-2 4 137-15,-2 3 178 0,0 0 159 16,0 2 86-16,0 0-65 0,0 0-196 16,0 0-38-16,0 0-51 0,0 2-76 15,0 2-64-15,0-1-13 0,0 4-93 16,2 7-34-16,6 2-35 0,3 9 51 16,-1 1 14-16,0 2 4 0,3 1 0 15,-1-3 4-15,0 2-2 0,5-4 0 16,-9-2-2-16,3-4-1 15,1-2 1-15,-6-2-19 0,2-2-12 0,-1-2-75 16,3-4-121-16,-4-2-124 16,-2-2-195-16,5-2-109 0,-5-3-467 15,0-7-23-15</inkml:trace>
  <inkml:trace contextRef="#ctx0" brushRef="#br0" timeOffset="74918.86">2402 7122 849 0,'0'0'2020'0,"0"0"-1511"0,0 0-192 16,0 0 46-16,0 0-108 0,0 0-143 16,0 0-59-16,0 0-53 0,0 0-29 15,0 0-21-15,-6 29 34 0,8-12 16 16,0 1 22-16,-2 5-19 0,2 0-3 15,-2-2-22-15,2 1-59 0,-2-6-9 16,0-1 21-16,0-4 4 16,0-4-12-16,0-3 5 0,0-3 3 15,0-1-10-15,0 0-25 0,0 0-10 16,2 0-9-16,-2-1 27 0,2-1 29 16,0-2 67-16,0 2 24 0,0-2 36 15,7-1 55-15,-5-2 21 0,2 2-3 16,-2-3-17-16,2 0-19 0,3-1-21 15,3-2-16-15,-4-2-16 0,9 1-25 16,-3-1-19-16,1-1-13 16,3 0 10-16,-5 3-92 0,3 0-102 0,-3 4-145 15,-1 5-268-15,-4 1-461 16,-6 8-327-16</inkml:trace>
  <inkml:trace contextRef="#ctx0" brushRef="#br0" timeOffset="75132.76">2456 7492 978 0,'0'0'1711'0,"0"0"-1251"0,0 0-458 15,0 0 134-15,0 0 109 0,0 0 51 16,0 0-12-16,49-47-73 0,-32 33-55 16,-3-3-73-16,1 0-46 0,3-1-22 15,1 0-15-15,-2 1 0 0,3 2-24 16,-3 1-103-16,3 1-112 0,-3 2-100 15,0 4-119-15,-7 2-269 0,0 1-502 16</inkml:trace>
  <inkml:trace contextRef="#ctx0" brushRef="#br0" timeOffset="75405.3">2499 7078 37 0,'0'0'2289'0,"0"0"-1891"16,0 0-10-16,0 0 48 0,0 0-107 16,0 0-87-16,0 0-43 0,0 0-37 15,0 0-48-15,0 0-40 0,-33-43-28 16,33 47-18-16,0 1 2 0,4 4 22 16,2 7-9-16,7 8 46 0,1 11-9 15,7 5-34-15,-2 3-22 0,1 3-21 16,-1-3 0-16,2-1-3 0,-3-5-14 15,-3-3-53-15,-1-6-31 0,3-6-31 16,-5-3-46-16,5-7-113 0,-5-2-150 16,2-7-227-16,-3-3-470 0,-3-6-467 15</inkml:trace>
  <inkml:trace contextRef="#ctx0" brushRef="#br0" timeOffset="75633.97">2724 6725 1034 0,'0'0'2826'0,"0"0"-2397"0,0 0-14 16,0 0-48-16,0 0-232 0,0 0-135 16,0 0-23-16,0 0-32 15,0 0-39-15,0 0 78 0,17 55-26 0,-3-29-75 16,-1 0-42-16,1 1-45 15,1-2-110-15,-9 0-85 0,2-3-172 16,-4-5-210-16,-4 6-667 0</inkml:trace>
  <inkml:trace contextRef="#ctx0" brushRef="#br0" timeOffset="75801.21">2640 7050 239 0,'0'0'2641'16,"0"0"-2097"-16,0 0-228 0,0 0-300 15,0 0 16-15,0 0-32 0,0 0 53 16,47 67-41-16,-30-48-12 0,6 2-29 16,-7 0-46-16,7-3-112 0,-9-3-99 15,3-2-227-15,-9-5-511 0,-2 1-419 0</inkml:trace>
  <inkml:trace contextRef="#ctx0" brushRef="#br0" timeOffset="76040.95">2689 7111 565 0,'0'0'1147'0,"0"0"-179"0,0 0-621 15,0 0 33-15,0 0-95 0,33-54-71 16,-20 38-19-16,5-1-20 0,1-3-36 16,4 4-18-16,-5-1-34 0,3 2-13 15,0 3-35-15,-5 3-8 0,1 1-31 16,-3 2 12-16,-3 2-11 0,3 0 0 15,-6 4-1-15,1 0-3 0,1 0-12 16,-2 9-37-16,-2 3-41 0,5 2-5 16,-1 5-51-16,-2 5-109 15,-1 1-170-15,-1 0-257 0,-4-7-420 16,-2 7-790-16</inkml:trace>
  <inkml:trace contextRef="#ctx0" brushRef="#br0" timeOffset="76359.99">2809 7196 875 0,'0'0'2207'0,"0"0"-1631"0,0 0-525 0,0 0-50 16,0 0 87-16,0 0 63 0,0 0 10 16,0 0-55-16,64-60-69 0,-43 46-24 15,-4-2-13-15,1 2 0 0,-3 1-41 16,-3 4-109-16,-4 3-64 0,-6 5-19 15,0 1 4-15,-2 0 137 16,0 3 73-16,-2 7 19 0,-2 0-61 16,0 1 29-16,0 3 32 0,2 1 0 15,-2 0 58-15,4 1 21 0,0 1-6 16,6 1 13-16,2 1-6 0,-4 1-20 16,7-1-10-16,3 0-29 0,-6-2-21 15,5-1-1-15,1-2-30 0,-5-1-96 16,3-4-83-16,0-2-87 0,-5-1-211 15,-3-4-192-15,0-1-481 0</inkml:trace>
  <inkml:trace contextRef="#ctx0" brushRef="#br0" timeOffset="76551.08">2921 7184 692 0,'0'0'2462'0,"0"0"-1979"15,0 0-323-15,0 0-160 0,0 0-148 16,0 0 24-16,0 0 105 0,0 0 0 0,0 0-105 16,47 6-154-16,-36 1-136 15,-3 5-90-15,-2-4-204 0,-6 10-311 0</inkml:trace>
  <inkml:trace contextRef="#ctx0" brushRef="#br0" timeOffset="76961.38">2859 7278 735 0,'0'0'48'0,"0"0"1866"15,0 0-1245-15,0 0-257 0,0 0-41 16,0 0-116-16,0 0-119 0,0 0-68 16,0 0-31-16,0 0-34 0,2 7-1 15,0 2 57-15,0 10 11 0,0 1-20 16,4 7-26-16,-2-2-24 15,1 1-34-15,-1-1-49 0,-2-4-12 16,2-4 12-16,-2-3-4 0,0-5-37 0,0-3-56 16,0-4-59-16,-2-2-45 15,2 0 8-15,4-1-49 0,-3-4 216 16,-1-2 109-16,4-3 59 0,-4 2 12 16,2-3 28-16,0 1 19 0,-2-1-41 15,0-1 5-15,0 1-24 0,5 2-4 16,-1-2-10-16,6 1-9 0,-4 2 19 15,5 1 9-15,5-1 28 0,3 0-38 16,-2 3-12-16,3 1-25 0,1 0-13 16,-2 4 0-16,2 0 10 0,-9 0 12 15,3 0-24-15,-9 0-1 16,0 0-1-16,2 0-49 0,-1 0-60 0,-5-1-13 16,-2-4-58-16,0-3-47 15,2-4-15-15,-2-7-217 0,-2 5-588 16,0-11-480-16</inkml:trace>
  <inkml:trace contextRef="#ctx0" brushRef="#br0" timeOffset="77321.91">3028 6685 1479 0,'0'0'1282'0,"0"0"-689"0,0 0-185 15,0 0 51-15,0 0-130 0,0 0-178 16,0 0-151-16,0 0-3 0,0 0-93 15,0 0-31-15,0 4 127 0,11 12 16 16,3 2-16-16,-1 2-57 0,-1-2-51 16,4-1-57-16,-1-4-84 0,-1-6-47 15,-3-2-57-15,-3-5-102 0,4-4 52 16,-3-5 296-16,-3-5 91 0,0-1 16 16,2-4 20-16,-6 0 28 15,3 1 10-15,-5-2 126 0,0 2 116 16,0-1-12-16,0 2-68 0,0 1-83 15,0 4-33-15,0 1-6 0,0 5-10 16,2 5-18-16,0 1-33 0,-2 0-24 16,0 0-13-16,2 4-44 0,0 4 44 15,0 4 22-15,-2 4 47 0,6 7-69 16,-4 7-113-16,-2 1-279 0,0-1-176 16,-2 3-119-16,-2-12-93 0,-2 8-345 15</inkml:trace>
  <inkml:trace contextRef="#ctx0" brushRef="#br0" timeOffset="77612.96">3134 6863 321 0,'0'0'423'0,"0"0"144"15,0 0 96-15,0 0-287 0,0 0 5 16,0 0-73-16,0 0-132 0,0 0-73 16,0 0-34-16,0 0-40 15,51-35-26-15,-44 30 0 0,-1 3 19 16,-4-2-22-16,2 4-77 0,0 0-37 15,-4 0-11-15,0 5 125 0,0 3 6 16,0 4 135-16,0 2-84 0,2 2-18 16,0-2-17-16,5 0-3 0,-5-3-16 15,2 0-3-15,-2-2-3 0,2-1-26 16,-2-2 4-16,4-1-4 0,-4-1-44 16,0-2-81-16,0 1-76 15,-2-3-31-15,0 0-33 0,0 1 41 16,-2-1 188-16,-4 1-373 0,0-1-119 15,-2 0 140-15,-3 2 81 0</inkml:trace>
  <inkml:trace contextRef="#ctx0" brushRef="#br0" timeOffset="77769.02">3169 6959 785 0,'0'0'648'0,"0"0"-141"15,0 0-173-15,0 0-179 0,0 0 35 16,0 0 20-16,0 0 18 0,0 0-8 16,0 0-45-16,18-53-61 0,-11 45-54 15,-1 1-25-15,-2 0-16 0,4-3-18 16,5 3-1-16,-5 1-3 0,-2 4-9 15,0-2-14-15,1 4-97 0,-1 1-103 16,-6 8-161-16,0 4-110 0,0 1 122 16,-8 11-794-16</inkml:trace>
  <inkml:trace contextRef="#ctx0" brushRef="#br0" timeOffset="78008.52">3173 7024 405 0,'0'0'330'0,"0"0"106"0,0 0 562 16,0 0-759-16,0 0 116 0,0 0-27 16,0 0-101-16,0 0-81 0,0 0-45 15,0 0-47-15,50-42-25 0,-44 35-27 16,-2 3-2-16,0 0 0 0,0 4-16 16,-4 0-38-16,0 0-3 0,0 5 3 15,0 5-38-15,-2 2 51 0,-2 5-145 16,2 6-51-16,-4 2-39 0,-2 2-48 15,-1 0-87-15,5 2-168 0,-2-2 32 16,2-4 61-16,0-2 196 0</inkml:trace>
  <inkml:trace contextRef="#ctx0" brushRef="#br0" timeOffset="78275.14">3183 7244 14 0,'0'0'303'0,"0"0"115"0,0 0-190 0,0 0 84 16,0 0 192-16,0 0-46 0,0 0-70 16,15-64-57-16,-13 45-84 0,4-4-85 15,0 2-57-15,5-4-70 16,-3 1-35-16,0 1-2 0,3 3-14 15,-3 1-41-15,-4 5-39 0,0 4 20 16,0 3 12-16,-2 4 33 0,-2 2 31 16,0 1 115-16,0 0 32 0,0 1 59 15,0 3 30-15,0 1-3 0,0 2-99 16,0 4-134-16,0 3-71 0,0 5 27 16,4 2 19-16,3 4 3 15,-1-2-7-15,0 0-6 0,0 0-49 0,0-3-29 16,5-1-17-16,-5-5 10 0,-2-1 15 15,0-2-6-15,-4-2-58 16,4-2-10-16,-4 0 25 0,0-1-40 0,-2-1-135 16,0 0-242-16,-6 4-652 0</inkml:trace>
  <inkml:trace contextRef="#ctx0" brushRef="#br0" timeOffset="78626.07">3200 7325 334 0,'0'0'368'0,"0"0"75"0,0 0 890 16,0 0-1155-16,0 0-46 0,0 0 218 15,0-53-98-15,4 35-18 0,2 0 0 16,5-1-46-16,-1-5-74 0,-2 0-58 16,7-3-31-16,-3-2-25 0,0 2-1 15,3 0-37-15,-5 3-43 0,3 2-39 16,-5 4-12-16,-2 2 32 0,-4 4 71 16,2 1 7-16,-2 0 44 0,-2 5-19 15,0 1 51-15,0 2 15 0,0-1 50 16,0 4 8-16,0 0-3 15,0 0-52-15,0 1-39 0,0 2-33 0,2 2-46 16,1 3-32-16,5 1 78 0,0 5 81 16,-2 4-7-16,7 1-9 15,1 4 19-15,-1-1-29 0,1 1-5 16,-2-3-13-16,5-2-13 0,-3 0-23 16,-1-4-1-16,3-1 0 0,-3 0-1 15,5-3-11-15,-5 0-19 0,3-2-27 16,-3-1-32-16,5-1-34 0,-3-4-38 15,-5 4-60-15,5-2-150 0,-7-3-214 16,-6-1-210-16,0 0-681 0</inkml:trace>
  <inkml:trace contextRef="#ctx0" brushRef="#br0" timeOffset="78835.22">3555 7039 158 0,'0'0'2125'16,"0"0"-1030"-16,0 0-614 0,0 0-5 15,0 0-124-15,0 0-115 16,0 0-63-16,0 0-25 0,0 0-42 0,0 0-92 16,-31 24-15-16,17-2-79 15,2 4-22-15,3 7-15 0,-5 2 34 16,6-3 24-16,1-1-105 0,3-4-62 16,-2-7-44-16,6-6-167 0,-2-4-339 15,2-8-696-15</inkml:trace>
  <inkml:trace contextRef="#ctx0" brushRef="#br0" timeOffset="79142.8">3626 7013 890 0,'0'0'1904'0,"0"0"-1156"0,0 0-580 15,0 0-146-15,0 0-3 0,0 0 126 16,0 0 72-16,53-27-5 0,-32 15-27 16,6-3-33-16,2-3-60 0,2-1-37 15,0 1-30-15,-2 0-12 16,-2 1-13-16,0 1-2 0,-3 1-121 0,-5 2-77 15,-7 5-76-15,-3 2-138 0,-5 2-189 16,-4 3-181-16,0 1-455 0</inkml:trace>
  <inkml:trace contextRef="#ctx0" brushRef="#br0" timeOffset="79348.01">3822 6757 1331 0,'0'0'257'16,"0"0"1819"-16,0 0-1751 0,0 0 44 15,0 0-60-15,0 0-137 0,0 0-118 16,0 0-54-16,0 0 0 0,0 0 43 16,25-3-10-16,-13 5-11 0,-1 2-4 15,1 2 1-15,-2 2-1 0,-1 3 9 16,1 5 10-16,-4 2 18 0,-4 6-3 16,-2 2-52-16,0 3 0 0,-6-2-104 15,-2-2-40-15,0-4-101 0,1-3-160 16,3-7-279-16,-10-4-863 0</inkml:trace>
  <inkml:trace contextRef="#ctx0" brushRef="#br0" timeOffset="80047.67">5986 6068 1528 0,'0'0'2000'0,"0"0"-1615"0,0 0-247 16,0 0-49-16,0 0-29 0,0 0-58 15,0 0 15-15,0 0 42 0,56-21-37 16,-29 10-19-16,0-3 12 0,2 1 0 15,0-2-15-15,2 2-93 0,0-2-41 16,-2 2-68-16,-4 1-72 0,-3 0-82 16,-3 2-76-16,-5 0 187 0,-5 3-546 15,-5 1 118-15,-4-4-112 0</inkml:trace>
  <inkml:trace contextRef="#ctx0" brushRef="#br0" timeOffset="80253.88">6226 5859 118 0,'0'0'271'0,"0"0"-180"0,0 0 649 16,0 0-161-16,0 0-157 0,0 0 33 15,0 0-66-15,0 0-188 16,0 0-57-16,0 0 27 0,-33-21 97 16,41 18-34-16,3-1-100 0,-3 2-63 15,6 1-21-15,-1 1 3 0,-1 0-7 16,1 1-9-16,-3 6-6 0,0 2-9 16,-3 0 24-16,-3 6 50 0,-4 5 33 15,0 4-40-15,-9 1-59 0,-1 0-30 16,-2 0-3-16,-3-4-55 0,3-2-34 15,-1-5-68-15,-1-5-84 16,8-4-185-16,2-2-561 0,-3-3-662 0</inkml:trace>
  <inkml:trace contextRef="#ctx0" brushRef="#br0" timeOffset="80839.56">6793 5404 118 0,'0'0'2390'0,"0"0"-1865"0,0 0-101 16,0 0 3-16,0 0-97 0,0 0-144 15,0 0-158-15,0 0-28 0,0 0-9 16,-3 78 9-16,22-25 37 0,4 15 6 16,2 1 10-16,-7-12-13 0,-3-14-19 15,-5-15-21-15,2-5-25 16,-3 4 6-16,3 1-6 0,1 1-18 16,-3-4-84-16,0-8-69 0,3-5-77 15,-3-6-150-15,2-6-226 0,-3 0-23 16,-5-13-546-16</inkml:trace>
  <inkml:trace contextRef="#ctx0" brushRef="#br0" timeOffset="81153.84">6807 5539 1267 0,'0'0'1324'0,"0"0"-777"0,0 0-375 15,0 0 9-15,0-67 63 16,8 48-61-16,11-2-29 0,0 0-13 15,1-2-54-15,9 2-31 0,2 1-32 16,4 2-5-16,2 5 9 0,1 0-3 16,-3 7 3-16,6 1 2 0,-2 4-5 15,-1 1 0-15,-3 7-7 0,-2 2-2 16,-4 6-4-16,-6 2 13 0,-1 5 9 16,-3 3 27-16,-5 6 34 0,1 0-39 15,-5 2-41-15,3-3-14 0,-3 0-1 16,0-4-2-16,1-5-29 0,-1 0-24 15,0-8-43-15,3-1-29 0,-5-5-21 16,2 0-97-16,-4-4-107 0,-1-3-98 16,-3 0-190-16,-2-1-169 15,-9-8-291-15</inkml:trace>
  <inkml:trace contextRef="#ctx0" brushRef="#br0" timeOffset="81367.07">7063 5170 1707 0,'0'0'1700'16,"0"0"-1204"-16,0 0-185 0,0 0-122 15,0 0-119-15,0 0-70 0,0 0-18 16,0 0 18-16,23 61 34 0,-11-29-22 16,1 2-12-16,-1 1-2 0,1 0-60 15,-5-3-37-15,6-3-53 0,-3-1-103 16,-3-7-127-16,0-3-208 0,-4-6-457 15,-4-2-701-15</inkml:trace>
  <inkml:trace contextRef="#ctx0" brushRef="#br0" timeOffset="81571.81">7012 5536 115 0,'0'0'1733'16,"0"0"-207"-16,0 0-1257 0,0 0-202 15,0 0 56-15,0 0 119 0,0 0 8 16,0 0-111-16,64-25-86 0,-44 14-35 16,-3-3-15-16,8 1-3 0,-5 1-3 15,-1 1-87-15,0 2-65 0,-7 3-69 16,-2 5-91-16,-1 1-75 0,-7 1-138 16,-2 9 12-16,-2-1-205 15,-15 10-712-15</inkml:trace>
  <inkml:trace contextRef="#ctx0" brushRef="#br0" timeOffset="81773.9">7020 5703 383 0,'0'0'1935'0,"0"0"-1281"0,0 0-470 15,0 0-182-15,0 0 155 0,0 0 91 16,0 0 27-16,0 0 2 0,0 0-53 16,56-11-94-16,-44 7 9 0,3 0-77 15,-1-2-38-15,1 0-24 0,-3-2 0 16,5 3-12-16,-7-1-65 0,2 1-56 15,-3-1-37-15,-1 0-61 0,-4 2-71 16,2-2-85-16,-4 2-115 0,2-2-24 16,-4-1-31-16,0 1-113 0,0-6-346 15</inkml:trace>
  <inkml:trace contextRef="#ctx0" brushRef="#br0" timeOffset="81960.97">7156 5535 262 0,'0'0'528'0,"0"0"630"0,0 0-594 15,0 0 12-15,0 0-51 0,0 0-110 16,0 0-71-16,0 0-97 0,0 0-102 15,0 0-96-15,-39 5-49 16,43 8-3-16,2 4 3 0,1 7 31 16,1 4-19-16,0 1-11 0,0 0-1 15,1 0-12-15,-3-4-50 0,-2-3-54 16,6-4-45-16,-3-3-40 0,1-6-97 16,0-4-121-16,0-5-148 0,1-3-100 15,-3-3-302-15,2-16-293 0</inkml:trace>
  <inkml:trace contextRef="#ctx0" brushRef="#br0" timeOffset="82153.13">7243 5473 826 0,'0'0'39'0,"0"0"1655"15,0 0-1087-15,0 0-161 0,0 0 8 16,0 0-115-16,0 0-147 0,0 0-164 16,0 0-28-16,0 0-56 0,-6 17 56 15,12 4 40-15,2 6-12 0,-1 2 0 16,1 1-7-16,-2-5-21 15,0 0-31-15,7-5-24 0,-3-3-84 16,5-3-81-16,-1-7-147 0,0-3-79 16,5-4-184-16,-4 0-120 0,3-17-416 0</inkml:trace>
  <inkml:trace contextRef="#ctx0" brushRef="#br0" timeOffset="82499.07">7477 5138 1627 0,'0'0'1757'0,"0"0"-1298"16,0 0-126-16,0 0 73 0,0 0-191 15,0 0-215-15,0 0-71 0,0 0 59 16,0 0 12-16,0 0 49 0,16-9-3 15,1 3 6-15,4-1-12 0,-3 0-3 16,1 1-7-16,1-1-5 0,-5 2-1 16,-3 0-5-16,-1 4 5 0,-5 0-8 15,-4 1 5-15,0 1 22 0,-2 10 106 16,0 7 63-16,0 19-90 0,0 18-122 16,-2 15 0-16,0-1-55 0,0-16-60 15,0-15-16-15,2-11 0 0,0 0-12 16,0 0-28-16,-2-3-69 15,2-5-103-15,0-10-184 0,0-6-425 16,0-3-264-16,0-12-324 0</inkml:trace>
  <inkml:trace contextRef="#ctx0" brushRef="#br0" timeOffset="82744.68">7543 5156 940 0,'0'0'2079'0,"0"0"-1505"15,0 0-67-15,0 0-109 0,0 0-158 16,0 0-117-16,0 0-80 0,0 0-43 16,0 0-58-16,0 0 6 0,8 0 52 15,0 10 12-15,7 3-12 0,1 0-1 16,3-1-36-16,0 1-24 0,3-2-19 16,3-5-35-16,-2-2-5 0,2-4 8 15,0 0-38-15,-1-6-174 0,-3-3-87 16,0-4-139-16,-3 0-109 0,-5 1-372 15</inkml:trace>
  <inkml:trace contextRef="#ctx0" brushRef="#br0" timeOffset="82951.93">7898 5084 697 0,'0'0'1166'0,"0"0"-344"0,0 0-302 16,0 0-120-16,0 0-100 0,0 0-152 15,0 0-32-15,0 0 2 0,0 0 22 16,38 55 21-16,-24-42-38 0,5 0-19 15,1 1-12-15,1-1-31 0,4-1-39 16,-4 0-21-16,3 0-1 0,-1-4-10 16,-2 1-33-16,-1-1-12 15,-3-2-19-15,0-1 0 0,-5-1-2 0,0-2-48 16,-3-2-62-16,1 0-53 0,-6 0-101 16,0-2-174-16,0-2-277 15,-4-6-595-15</inkml:trace>
  <inkml:trace contextRef="#ctx0" brushRef="#br0" timeOffset="83135.08">7960 5015 102 0,'0'0'1899'0,"0"0"-713"16,0 0-903-16,0 0 8 0,-49-1-39 16,43 5-120-16,-1 4-95 0,1 1-37 15,4 2-46-15,0 3-23 0,2 3-26 16,0 0-46-16,0-2-68 0,2-1-48 15,2-5-158-15,3-3-114 0,-1-4-236 16,-2-2-470-16</inkml:trace>
  <inkml:trace contextRef="#ctx0" brushRef="#br0" timeOffset="83286.45">7998 5015 180 0,'0'0'786'0,"0"0"869"0,0 0-1230 15,0 0-163-15,0 0-106 16,0 0-115-16,0 0-16 0,0 0-9 15,2 60-16-15,-2-44-1 0,0 0-27 16,0 2-93-16,0-3-102 0,0-2-43 16,0 0-88-16,0-2-158 0,0-3-287 15,-2-2-443-15</inkml:trace>
  <inkml:trace contextRef="#ctx0" brushRef="#br0" timeOffset="83649.57">7692 5377 50 0,'0'0'2335'0,"0"0"-1868"0,0 0-412 16,0 0 192-16,0 0 43 0,0 0-18 16,0 0-27-16,54-22-37 0,-36 12-74 15,1-3-50-15,6-2-47 0,-5 1-35 16,5 0-2-16,-4 1-3 16,1 1-59-16,-1 4-47 0,0 2-44 0,-5 1-45 15,-3 3-29-15,-3 2-33 0,-6 0-37 16,0 0 12-16,-4 6 79 15,0 4 67-15,-8-1-84 0,0 2-137 16,-3 3-24-16,-1 0-97 0,-2 2-174 16</inkml:trace>
  <inkml:trace contextRef="#ctx0" brushRef="#br0" timeOffset="83890.64">7772 5436 203 0,'0'0'176'16,"0"0"1354"-16,0 0-979 0,0 0-222 15,0 0 11-15,0 0-91 0,0 0-106 16,0 0-58-16,0 0-28 0,0 0 70 16,11 0 11-16,-1-2-19 0,2-4-30 15,-1 1-49-15,3-1-15 0,1-1-25 16,-1-1-1-16,1-1 1 0,1 2-12 16,-3 1-4-16,-1 0-34 0,-2 3-26 15,-3-1 13-15,-1 3 1 16,-4-1-1-16,2-1-41 0,-4 3-22 15,2-2-30-15,-2-1-54 0,0 0-68 16,0-1-76-16,0-2-144 0,0-1-265 16,0 3-527-16</inkml:trace>
  <inkml:trace contextRef="#ctx0" brushRef="#br0" timeOffset="84108.79">7872 5297 978 0,'0'0'1304'0,"0"0"-878"15,0 0-59-15,0 0 31 0,0 0-94 16,0 0-97-16,0 0-65 0,0 0-73 15,0 0-69-15,0 0-24 0,-21 38-4 16,19-17 25-16,-2 5 2 0,0 2 1 16,-1 1 2-16,-1-1 0 0,2 0 0 15,2 0 0-15,-2-4-2 0,0-3-16 16,4-4-24-16,0-2-49 0,0-6-65 16,4-4-79-16,4-5-88 0,3 0-121 15,-1-7-126-15,2-8-178 16,-3 4-508-16</inkml:trace>
  <inkml:trace contextRef="#ctx0" brushRef="#br0" timeOffset="84335.9">7927 5353 92 0,'0'0'173'15,"0"0"1374"-15,0 0-1070 0,0 0-183 16,0 0 69-16,0 0-36 0,0 0-92 16,0 0-92-16,0 0-80 0,0 0-63 15,-2-30-26-15,6 36 26 0,-1 5 64 16,5 2-1-16,-4 5 3 0,4 1 0 15,-4 1 0-15,3-2 19 0,1 1 12 16,-6-3 9-16,6-1-10 16,0-2-37-16,1-1-19 0,-1-4-18 15,4-2-19-15,-1-1 0 16,3-4-2-16,1-1-1 0,-1 0-1 0,7-6-18 16,-3-5-40-16,1-4-40 0,2-3-72 15,-1-2-118-15,-5 3-204 0,-5-8-863 16</inkml:trace>
  <inkml:trace contextRef="#ctx0" brushRef="#br0" timeOffset="85827.03">1323 7397 791 0,'0'0'1755'0,"0"0"-1429"0,0 0-57 16,0 0-52-16,0 0-33 0,0 0-41 16,0 0-24-16,0 0-5 0,-29 11-24 15,27-9-16-15,2 1-25 0,-2 2 4 16,2 7 4-16,0 19-39 0,4 25-18 15,13 24 22-15,3 4-20 0,3-9 19 16,0-23-21-16,-7-19-22 0,1-6-9 16,8 4 3-16,-1 2-6 0,7 3-4 15,-2-7-49-15,2-4-11 0,2-4-9 16,0-7-25-16,1-3-52 0,5-5-115 16,0-6-188-16,-6-3-179 0,13-17-449 15</inkml:trace>
  <inkml:trace contextRef="#ctx0" brushRef="#br0" timeOffset="86694.26">8159 4624 138 0,'0'0'121'0,"0"0"1459"15,0 0-1210-15,0 0-134 0,0 0-29 16,0 0 2-16,0 0 31 0,0 0-22 15,0 0-44-15,0 0-41 0,2 2-19 16,-2-2-7-16,2 0-19 16,-2 0-34-16,0 0-29 0,4 0-24 15,0 2-1-15,3 0 41 0,3 2-6 16,2 3-10-16,5 4 0 0,3 3 0 16,5 5 9-16,4 5 3 0,0 3 35 15,2 6 27-15,-4 5 3 0,2 3-9 16,-2 3-7-16,-9 2 3 0,-1-2 0 15,-5 0-27-15,-3-5-19 0,-5 2-4 16,-4-2-2-16,0-2-6 0,-2-1-16 16,-4-3-15-16,1-3-2 0,-1-2-38 15,0-2-27-15,-2-1-25 0,4-5-46 16,-1-2-65-16,1-2-107 0,2-6-180 16,0 0-274-16,0-8-538 0</inkml:trace>
  <inkml:trace contextRef="#ctx0" brushRef="#br0" timeOffset="88629.98">7125 4567 1778 0,'0'0'1401'0,"0"0"-1038"0,0 0-107 16,0 0 112-16,0 0-175 15,0 0-193-15,0 0-69 0,0 0 69 16,19-18 28-16,-2 8-25 0,-1-4-1 16,7-1 0-16,0 0-2 0,-1 1-2 15,3 0-63-15,-4 6-109 0,-3-1-75 16,-1 5-77-16,-5 2-133 0,-6 2-117 15,1 4-212-15,-5 5-211 0,-6 5 312 0</inkml:trace>
  <inkml:trace contextRef="#ctx0" brushRef="#br0" timeOffset="88785.98">7212 4678 783 0,'0'0'1424'0,"0"0"-759"0,0 0-656 15,0 0 36-15,0 0 157 0,0 0 53 16,0 0-39-16,0 0-11 0,58-43-63 15,-43 30-64-15,1 0-51 0,3-4-27 16,3 3-12-16,-1-1-48 16,2 1-144-16,-3 4-160 0,-1 6-286 15,-9 3-556-15</inkml:trace>
  <inkml:trace contextRef="#ctx0" brushRef="#br0" timeOffset="88953.98">7328 4835 1752 0,'0'0'1614'16,"0"0"-1218"-16,0 0-119 0,0 0 29 16,0 0-306-16,0 0 56 0,0 0-31 15,0 0 80-15,50-65-62 0,-30 37-43 16,7-5-2-16,0-2-56 0,2 0-122 16,0 1-101-16,2 2-129 15,-13 8-297-15,7-5-755 0</inkml:trace>
  <inkml:trace contextRef="#ctx0" brushRef="#br0" timeOffset="89265.98">7528 4299 3105 0,'0'0'654'0,"0"0"-348"0,0 0-135 15,0 0-139-15,0 0-17 0,0 0 16 16,0 0 0-16,60-32-9 0,-39 24-7 16,4 0-11-16,0 2-1 15,-3 0 15-15,1 2-15 0,-6 3 13 16,-3 1-15-16,-3 0 2 0,-3 2 9 0,-4 7 1 16,-4 9 52-16,0 7 160 15,0 10-142-15,-10 6-59 0,1 5-22 16,-3 1-2-16,2 0-52 0,-1-6-37 15,1 0-13-15,4-7-24 0,-1-6-57 16,7-9-171-16,0-4-126 0,0-7-214 16,0-3-371-16,7-8-211 0</inkml:trace>
  <inkml:trace contextRef="#ctx0" brushRef="#br0" timeOffset="89431">7733 4497 1137 0,'0'0'1774'0,"0"0"-971"0,0 0-179 16,0 0-106-16,0 0-179 0,0 0-202 15,0 0-137-15,0 0-124 0,0 0-26 16,0 0 132-16,29 6 3 0,-10 1-71 16,-1 1-58-16,3 2-50 0,0-3-112 15,1 0-155-15,-3 0-234 0,-7-3-479 16,1-4-456-16</inkml:trace>
  <inkml:trace contextRef="#ctx0" brushRef="#br0" timeOffset="89692.95">7886 4210 1922 0,'0'0'1879'0,"0"0"-1496"0,0 0-97 0,0 0-150 15,0 0-136-15,0 0 0 16,0 0 22-16,0 0 18 0,74-32-19 16,-45 15-18-16,2 0-3 0,0 0-38 15,-2 0-73-15,-4 3 16 0,2 5-145 16,-8 4-196-16,-7 5-231 0,-6 3-402 16,-6 15 17-16</inkml:trace>
  <inkml:trace contextRef="#ctx0" brushRef="#br0" timeOffset="90019.01">7925 4381 180 0,'0'0'649'0,"0"0"1086"0,0 0-1178 16,0 0-42-16,0 0-21 0,0 0-142 16,0 0-97-16,0 0-73 15,60-39-54-15,-41 29-40 0,4-5-57 0,1 1-29 16,1-1-2-16,2 1-15 15,-2 3-83-15,-2 1-64 0,-5 2-41 16,-3 4-44-16,-7 2-54 0,-4 2-23 16,-4 2 103-16,-2 3 170 0,-8 3 23 15,-5 3 2-15,-1 2 26 0,-3 0 64 16,1 1 43-16,-1 2 64 0,2-2-30 16,7 1 10-16,0-1 5 0,6-1-50 15,-1 0-23-15,3 3-36 0,2-2-35 16,2 0-12-16,5 3-15 0,-1-2 2 15,2 0-8-15,7-3-29 0,-3-1-105 16,2-2-54-16,1-4-84 0,1-3-199 16,-5-2-323-16,3-3-576 0</inkml:trace>
  <inkml:trace contextRef="#ctx0" brushRef="#br0" timeOffset="90420.06">8376 4070 1464 0,'0'0'1957'0,"0"0"-1382"16,0 0-110-16,0 0-22 0,0 0-220 15,0 0-201-15,0 0-22 0,-27 51-92 16,21-19 28-16,0 6 27 0,-3 3-3 16,5-3 19-16,-2-3 20 0,2-2 1 15,2-4-2-15,0-6-1 0,2-4-15 16,0-5-1-16,6-3-18 15,0-5-6-15,2-1-15 0,3-4-10 16,3-1 31-16,1-4 34 0,1-7 1 0,3-6 2 16,0-5 3-16,-1-1-3 15,-1-4 12-15,-3 2-8 0,-1 1 26 16,-5 5-5-16,-2 4 30 0,-4 2 31 16,0 6 49-16,0 4 9 0,-2 3-31 15,0 0-46-15,0 0-46 0,0 0-21 16,2 2-2-16,0 1-53 0,0 2-2 15,5 3 57-15,-1 3 11 0,2 0-11 16,-2 1-3-16,5-1-18 0,-3 1-86 16,2-2-52-16,1-1-46 0,-1-1-64 15,2-2-137-15,1-4-228 0,-7-2-453 16,2-2-746-16</inkml:trace>
  <inkml:trace contextRef="#ctx0" brushRef="#br0" timeOffset="90730.32">8632 3924 719 0,'0'0'20'0,"0"0"1653"0,0 0-1062 15,0 0-151-15,0 0 32 0,0 0-110 16,0 0-132-16,0 0-105 0,0 0-81 16,0 0-64-16,-6 25 2 0,10 4 29 15,2 7 3-15,1 7-4 0,1 2-14 16,-2-1-16-16,4-1-34 0,-1-3 0 16,1-2 7-16,2-7-22 0,-1-1-50 15,1-8-67-15,3-5-64 16,-3-5-120-16,0-6-185 0,-1-5-259 0,-1-2-614 15</inkml:trace>
  <inkml:trace contextRef="#ctx0" brushRef="#br0" timeOffset="91037.85">8663 4063 1251 0,'0'0'1563'15,"0"0"-1112"-15,-6-53 16 0,6 34-64 16,4-5-130-16,5 3-78 0,1-2-47 15,4 3-22-15,5 1-56 0,2-4-33 16,3 5-1-16,5 1 20 0,2 2 8 16,2 2-37-16,0 3-9 15,1 3 13-15,-3 5-29 0,0 2 13 0,-7 2-3 16,3 8 3-16,-6-1 7 0,-5 5-7 16,1 3 18-16,0 5 22 15,-5-1-9-15,2 4-45 0,-1 0 2 16,1 2 27-16,-1-2-30 0,1-3-43 15,1 0-39-15,-5-1-15 0,0-3-13 16,1 1-33-16,-3-5-26 0,0 0-30 16,-4-4-58-16,-2 0-62 0,0-4-109 15,-2 0-168-15,0-2-70 0,-10-2-646 0</inkml:trace>
  <inkml:trace contextRef="#ctx0" brushRef="#br0" timeOffset="91264.04">8990 3752 1517 0,'0'0'1551'0,"0"0"-1038"0,0 0 20 0,0 0-28 15,0 0-145-15,0 0-86 16,0 0-116-16,0 0-91 0,0 0-67 16,0 0-36-16,-25-14-46 0,29 30 6 15,0 7 73-15,5 10-49 0,-3 0-67 16,0-2-12-16,2 4-41 0,-1-6-74 15,-1-4-101-15,0-2-103 0,0-5-140 16,-4-5-407-16,-2 2-472 0</inkml:trace>
  <inkml:trace contextRef="#ctx0" brushRef="#br0" timeOffset="91481">8880 4069 985 0,'0'0'2165'15,"0"0"-1479"-15,0 0-378 0,0 0-106 16,0 0-41-16,0 0-139 0,0 0 67 16,0 0-5-16,0 0-32 0,69-37-40 15,-47 24-10-15,1 1-2 16,-2 0-21-16,1 1-72 0,-3 1-42 0,-2 3-42 16,-3 3-3-16,-6 1-25 15,-1 3-43-15,-5 0-69 0,-2 5-54 16,-2 4 134-16,-3 1-390 0,-9 7-857 0</inkml:trace>
  <inkml:trace contextRef="#ctx0" brushRef="#br0" timeOffset="91715.16">8920 4179 837 0,'0'0'2200'0,"0"0"-1607"0,0 0-398 15,0 0-9-15,0 0 2 0,0 0-88 16,0 0 55-16,0 0-7 15,0 0-34-15,62-8-34 0,-46 0-40 16,3 1-22-16,1-3-6 0,-1 1-12 16,0-1-64-16,-5 0-84 0,-1 3-52 15,-5 1-27-15,-4 4-62 0,-4-2-13 16,0 2 169-16,-6 1-83 0,-5-2-265 16,1-1 59-16,-2 0 46 0,-1-1-177 15,1-3 23-15,4 3-83 0</inkml:trace>
  <inkml:trace contextRef="#ctx0" brushRef="#br0" timeOffset="91872.14">8994 4031 210 0,'0'0'1190'0,"0"0"-514"0,0 0-26 16,0 0-105-16,0 0-123 0,0 0-155 16,0 0-106-16,0 0-58 0,0 0-56 15,0 0-4-15,2 38 53 0,2-17-9 16,2 2-56-16,3-1-31 0,-3 2-10 16,0-4-12-16,2-1-52 0,-3-1-53 15,1-4-35-15,0-3-43 0,0-3-60 16,0-3-122-16,1-4-206 15,-1-1-122-15,-2-2-310 0</inkml:trace>
  <inkml:trace contextRef="#ctx0" brushRef="#br0" timeOffset="92040.15">9102 3995 1558 0,'0'0'1164'16,"0"0"-628"-16,0 0 34 0,0 0-65 15,0 0-180-15,0 0-184 0,0 0-138 16,0 0-3-16,0 0-64 0,0 0 64 15,8 26 40-15,-2-7-9 0,0 0-29 16,0 3-2-16,1-1-44 0,-1 0-94 16,0-2-107-16,0-2-195 0,0-5-279 15,3-1-620-15</inkml:trace>
  <inkml:trace contextRef="#ctx0" brushRef="#br0" timeOffset="92760.95">9244 3595 859 0,'0'0'1529'0,"0"0"-1045"0,0 0-123 15,0 0 94-15,0 0-52 0,0 0-179 16,0 0-177-16,0 0-47 0,0 0-16 15,0 0 16-15,-2-13 81 0,14 4-7 16,3 1 0-16,4-2-12 0,-3 3-19 16,1 1-9-16,-5 2-19 0,0 0 1 15,-1 4-1-15,-5 0 0 0,-2 0-12 16,0 1 19-16,-2 6-4 0,0 4 10 16,0 9 36-16,1 8 40 0,-3 3-46 15,0 4-39-15,0 1-18 0,-3 2-1 16,-1-4-55-16,0-2-58 0,2-1-22 15,-2-3-50-15,2-2-100 0,-2-3-159 16,2-3-264-16,0-7-390 0,-7 3-683 16</inkml:trace>
  <inkml:trace contextRef="#ctx0" brushRef="#br0" timeOffset="93262.94">9236 3692 285 0,'0'0'2242'0,"0"0"-1494"0,0 0-389 15,0 0 56-15,0 0-71 0,0 0-180 0,0 0-140 16,0 0-24-16,0 0-77 0,0 0-22 16,-2-11 81-16,10 11 14 15,-2 0-11-15,5-2 12 0,-3 2-10 16,4 0-27-16,-1 0-22 0,-1 3-13 15,0-1-28-15,-1-1-11 0,-3 2 11 16,2-3-17-16,-6 0 9 0,0 0 16 16,0 0 41-16,0 0 54 0,-2 0 4 15,0 0 113-15,0 0 16 0,0 0 5 16,0-1-87-16,-2-2-20 0,0 3 35 16,0 0 16-16,0-2-19 0,2 2-1 15,0 0 22-15,0 0-13 0,0 0-15 16,0 0-16-16,0 0-9 0,0 0-6 15,0 0-7-15,0 0-18 0,4 0-15 16,2 0 15-16,3 3 49 0,5 3 10 16,-1-1 0-16,7 2 11 0,-1 4 13 15,6 0 3-15,1 2 9 0,3 1-25 16,-4 0-18-16,4-1-19 16,0 1-17-16,0-2-14 0,0-1 1 15,-2-2-3-15,0 0-2 0,-2-2-72 16,-3-3-20-16,-3-1-29 0,-3 0-30 15,-1-3-38-15,-7 0-91 0,-4 0-125 16,-2-3-201-16,-2 0-134 0,-4-6-492 0</inkml:trace>
  <inkml:trace contextRef="#ctx0" brushRef="#br0" timeOffset="93577.79">9589 3445 226 0,'0'0'218'0,"0"0"-28"0,0 0 256 16,0 0 3-16,0 0-218 0,-58-21 29 15,48 20 44-15,4-1 35 16,2 2 5-16,2 0 2 0,0 0-77 0,2 0-76 16,0 0-74-16,0 0-18 15,0 0 0-15,0 3-17 0,2 2-16 16,2 4 122-16,0 1 4 0,4 8-56 15,1 1-27-15,1 5-20 0,2 1-11 16,1 1-25-16,1 2-43 0,3-1-12 16,1-1-1-16,-1-1-33 0,1-2-54 15,-3-3-38-15,1-2-12 0,-3-3 0 16,-1-3-23-16,-1-2-71 0,-5-6-167 16,0-1-107-16,-2-3-177 15,-2 0-342-15,-2-8-226 0</inkml:trace>
  <inkml:trace contextRef="#ctx0" brushRef="#br0" timeOffset="93769.92">9744 3463 1445 0,'0'0'1607'16,"0"0"-1116"-16,0 0 7 0,0 0-80 16,0 0-162-16,0 0-130 0,0 0-126 15,0 0-15-15,0 0-16 0,-26 60 6 16,23-37 1-16,-1 1-19 0,2 4-68 15,0-3-35-15,-2 0-30 0,0-2-69 16,2 2-82-16,-2-6-114 0,0-2-211 16,-1-7-399-16,-3 5-481 0</inkml:trace>
  <inkml:trace contextRef="#ctx0" brushRef="#br0" timeOffset="94073.89">9459 3926 821 0,'0'0'2370'0,"0"0"-1849"0,0 0-207 15,0 0-51-15,0 0-111 0,0 0-81 16,0 0 7-16,0 0-20 0,52-38-39 15,-32 24-16-15,3 3-1 0,0-3 0 16,0 2-1-16,-1-1-1 0,-1 3-49 16,-4 1-59-16,-3 3-57 0,-6 3-49 15,-3 3-41-15,-3 0-64 0,-2 5 122 16,-7 6-87-16,-1 0-288 16,-2 5-60-16,-3-4-420 0</inkml:trace>
  <inkml:trace contextRef="#ctx0" brushRef="#br0" timeOffset="94498.06">9469 4045 1008 0,'0'0'1267'0,"0"0"-158"15,0 0-703-15,0 0-76 0,0 0-41 16,0 0-116-16,0 0-89 0,0 0-23 16,0 0 31-16,0 0-12 0,38-19-28 15,-26 8-12-15,7 0-16 0,-1-1-22 16,1-1 0-16,4 0-2 15,-3 0-12-15,-1 1-12 0,0 1-74 0,-3 2-34 16,-4 1-44-16,-3 4-25 0,-1 0-17 16,-4 2-52-16,-2 2-77 15,-2-2-102-15,0 2 86 0,0 0 166 16,-2 0-249-16,-2 0-207 0,0 0 102 16,0 0 131-16,-2 0 211 0,-1-3 209 15,1-2 62-15,0 1 232 0,-2-1 51 16,1-3 72-16,-3 3-33 0,2-2-2 15,-2 2-29-15,-1 0 44 0,3 0-36 16,0 1-33-16,4 2-72 0,-1 1-37 16,1 1-46-16,2 0-36 0,2 3-72 15,-4 5-65-15,2 5-34 0,-2 6-22 16,-2 6 38-16,-1 3 18 0,1 1 1 16,0 2 0-16,0-2-1 0,0-3 0 15,1 0-18-15,1-7-66 0,4 0-69 16,0-4-84-16,0-3-66 15,7-3-146-15,-1-6-211 0,2-3-11 0,0 0-389 16,1-10 375-16</inkml:trace>
  <inkml:trace contextRef="#ctx0" brushRef="#br0" timeOffset="94734.06">9676 3916 409 0,'0'0'397'0,"0"0"999"0,0 0-943 15,4-50-109-15,-2 39 14 0,0 4-70 16,-2 4-70-16,3 1-55 0,-3 2-62 15,0 0-51-15,2 0-29 0,-2 6-21 16,4 4 0-16,0 5 68 0,0 6-3 16,2 1-28-16,0 3-15 0,3-3-20 15,-1-1 0-15,2-4-2 0,1-4 1 16,1 0 11-16,-2-6 10 0,1-1-7 16,3-3-11-16,-1-3 8 0,5-2-12 15,-3-5-1-15,5-7-43 0,3-3-80 16,-2-3-109-16,1-5-174 15,-7 7-285-15,6-10-731 0</inkml:trace>
  <inkml:trace contextRef="#ctx0" brushRef="#br0" timeOffset="97586.63">10017 2777 105 0,'0'0'43'0,"0"0"325"15,0 0 264-15,0 0-397 0,-53 21-108 16,34-16 6-16,4 0 16 0,-3 1-77 16,3-1-14-16,-5 2-28 0,1-1 99 15,3 2-80-15,3-2 32 0,-5-1-58 16,3 1-20-16,-4 0 16 0,5-3-38 15,-3 2-6-15,1-2 24 0,-5 1-14 16,3 1-34-16,-5 0 30 0,0-2-1 16,0 2 20-16,-1 0 1 0,-5 1-1 15,0 0 0-15,-2 0 8 16,-2 1-8-16,-7 2-42 0,3 0-59 0,-17 3-481 16,-5 3 543-16,-14 4 39 0,-3-1 303 15,3 1-176-15,5-4-75 0,8 0 19 16,-2-2 65-16,0 0 33 0,0 0-59 15,-2-1 0-15,0-1-45 16,-2 0-4-16,-2 0 3 0,-1 0 17 16,3 1-26-16,-4 0 3 0,-2 0-23 15,-1-1-34-15,-1 1-1 0,-1 1-2 16,1 1-21-16,-5 0 11 0,1 3-43 16,-5-2-48-16,1 2-4 0,-3 2 40 15,0-1 34-15,0 0 33 0,1 3 10 16,-1-2 16-16,2 2 61 0,-2-3 32 15,5 6-38-15,-3-3-7 0,0 1 6 16,1-1-46-16,1 2-33 0,-2-2-2 16,1 3-26-16,1 0 25 0,0-1 0 15,-1-2-36-15,3 2 36 0,-6-2-14 16,5 1-4-16,-5-1 17 0,2-1 3 16,-3 2 26-16,-1-4-26 0,-2 1-2 15,0 1-14-15,0-2-23 16,0-1 20-16,-2 1-49 0,0-2 39 15,4 2 29-15,-1-2 0 0,-1-1 13 16,6 0 13-16,-6-2-1 0,4 2 4 16,-1-1 42-16,-5 3-7 0,4-1-22 15,-2 0-19-15,-2 3 21 0,-2 0-2 16,4 1-40-16,-2-1-2 0,2 2 45 16,2-2-45-16,3-2-22 0,-1 0-30 15,6-2-21-15,-1-1 53 0,1 1-18 16,1-3-10-16,1 2 45 15,-6-1 2-15,11-1-2 0,-11 1 3 16,5 1 0-16,-3-1-16 0,-3 3-6 0,3-1 21 16,-4 1 1-16,-2-1 3 15,9-1-3-15,-1-4-23 0,5-1-9 16,6-5 6-16,4-4 26 0,4 0 0 16,0-3 0-16,0-3-9 0,-2-3-52 15,2 1 27-15,0-3 32 0,0 0-9 16,0-4 8-16,-2-1 5 0,-4-5-4 15,8 1 2-15,0-3-19 0,6-4 17 16,-1-3-21-16,7 4-29 0,9-1-6 16,6 5-26-16,0-4 33 0,-4-6-8 15,-5-4 40-15,-7-9 19 0,6 0 13 16,-1-2-10-16,1 2-3 0,6-2 26 16,0 0 0-16,4 1 32 0,0-2 13 15,2 0-3-15,2 2-23 0,-2-2-43 16,2 1 27-16,4-2-1 0,0-5-28 15,3-10-13-15,7-11-32 16,3-2-16-16,10 3 3 0,6 8 9 16,5 9 14-16,5-1-20 0,3 2 22 15,8 2 30-15,-5-1-20 0,3 9 22 16,-2 7-1-16,6-5 2 0,-6 6 23 16,3 1-22-16,10-5-1 0,-1 8 0 15,14-16-13-15,17-12 13 0,17-6 1 16,2 4 2-16,2 3 17 0,-7 8-17 15,-3 5 20-15,5-1-4 0,1-1 23 16,6 0-13-16,6 0 0 0,0 0-9 16,2 1-4-16,3 3 10 0,1-2-24 15,2 0 11-15,-1 0-10 16,-1-1-3-16,8 1 0 0,1 1-1 0,2 1 0 16,-1-1 1-16,5 3 10 0,-11 0 9 15,7 1-18-15,-15 6 2 0,9 0 17 16,-1 2 12-16,3-1-17 0,18-6-14 15,-7-1 21-15,6-2 10 0,1-1-13 16,0 2 0-16,2 2-19 0,2-1 4 16,-8 4 15-16,4 4-9 0,-8 8 2 15,-2 2-8-15,2 7-4 16,-5-2 0-16,1 6-2 0,-2-2-2 16,-5-2-12-16,3 2 15 0,-3 1-1 15,1 2-1-15,1 3 3 0,7-2-3 16,-2 1-15-16,-5 0 16 0,-1 3-12 15,-1-2 12-15,-4 3 2 0,1-1 7 16,3 1 12-16,1 1 7 16,-5-1-26-16,-2 2 3 0,-5-1-1 0,-1 2 1 15,-2 2 14-15,-2 1-17 0,6 0-16 16,-6 1 14-16,0 0 2 16,-7 0-38-16,3 2 21 0,-4 0 1 15,-2 4-19-15,-1 0-4 0,3 0-3 16,-3 4-9-16,1-1 5 0,-4 2 43 15,-3 2-26-15,-4 0 10 0,-6 0 0 16,-2 3 19-16,-8-1 2 0,-6 2 0 16,-11-3-1-16,-6-2 0 0,-8-2 0 15,-1-2-1-15,-1 0 0 0,8 5 3 16,4 2-1-16,4 4 18 0,7 3-19 16,-1 3 1-16,-2 0-2 0,1 3-3 15,-1-1-1-15,3-1 4 0,-1 4 3 16,0-4 12-16,-1 2-15 0,3-2 0 15,-4 1 19-15,1-4-19 0,-5 2 0 16,4 3 0-16,-1 0 14 0,-3 1-11 16,-4 0 13-16,-6-3 23 0,-9-3 10 15,3 3-20-15,-6-3 6 16,3 4-33-16,-1-2 1 0,1 1 10 16,3 1-13-16,-2-1-13 0,-1 1 13 15,1-1-9-15,1 0 9 0,-5 3 26 16,4 2-14-16,-9 0 5 0,4-1-17 15,-3 4-4-15,-3 2-18 0,-2-2 22 16,-2 1 0-16,-2 0 13 0,0 0-10 16,-2-3-3-16,0 4-11 0,-2-3 8 15,0 5-16-15,0-1 19 0,-2-4 2 16,0-4 30-16,2-4-31 0,-4-2-1 16,-1-1 3-16,3 1 17 0,-4-3 13 15,0 2-31-15,2 0-4 0,-5 3-25 16,3-2 11-16,0 2-19 0,-1 0-14 15,-3 1 1-15,4-1-20 0,-3 1 7 16,-1-1 48-16,0 2-20 0,-3-2 5 16,1-2 28-16,-1 0 20 15,-3-1 9-15,-1-3-3 0,2 1 48 16,-1-1 3-16,-1-3 17 0,-1 3-23 16,1-1-23-16,0-3-32 0,3 1 23 15,-1-3-25-15,3-2-12 0,-1 2-4 16,5-2-5-16,0-1 5 0,-3-2 1 15,3 0-40-15,0 1 25 0,-1-2-29 16,-1 0-10-16,2-2 4 0,-3 1 38 16,1-2 13-16,-1-1 0 0,3-1-39 15,0 0 4-15,1 3-49 0,-1-4-7 16,2 2-3-16,0 0-61 0,1-3-59 16,3 0-147-16,0 0-7 0,2 0-84 15,0 0-155-15</inkml:trace>
  <inkml:trace contextRef="#ctx0" brushRef="#br0" timeOffset="108740.82">6797 6194 4 0,'0'0'3'0,"0"0"92"0,0 0-95 15,0 0-36-15,0 0 13 0,0 0 23 16,0 0 59-16,-2-8-26 0,2 7-10 16,0 0-1-16,0-1-5 0,0 1 15 15,0 1-6-15,0 0 0 0,0 0 4 16,0 0 22-16,0 0 518 0,0 0-355 16,0-2-215-16,0 2-45 15,0 0-89-15,0 0-87 0,0-1-79 16,0 1 101-16,0-1 39 0,0-1 71 15,0 2 89-15</inkml:trace>
  <inkml:trace contextRef="#ctx0" brushRef="#br0" timeOffset="108972.93">6797 6194 73 0</inkml:trace>
  <inkml:trace contextRef="#ctx0" brushRef="#br0" timeOffset="110763.01">6797 6194 73 0,'-27'0'62'0,"27"-5"-62"0,0 1-17 0,0 0 40 16,0-2 0-16,0 4-23 16,0 0 1-16,0 0 50 0,2-2-25 15,0 0 49-15,-2 4-62 0,2-1 584 16,-2 1-271-16,0 0-164 0,0 0-58 16,0 0 10-16,0 0 16 0,0 0-13 15,0 0-23-15,2 0-22 0,-2 0-27 16,0 0-19-16,0 0-23 0,0 0 13 15,0 0 4-15,0 0-1 0,0 0-6 16,0 0-12-16,0 0-1 0,0 0 3 16,0 0 9-16,2 1-8 0,0 7 31 15,6 1 46-15,1 1 0 0,3 2-29 16,1 3-30-16,1-1-12 0,-4-1-10 16,7 1-2-16,-5-4 2 15,1 2-3-15,-1-5-17 0,-2 1 17 16,3-3 0-16,-3 1 0 0,1 0 1 15,-5-3-2-15,2 1 1 0,-2-1 0 16,0-3-13-16,-1 2 3 0,-3-1 11 16,4-1-11-16,-4 0 0 0,0 0 0 15,2 0-3-15,-2 0-14 0,0 0 18 16,0-3 12-16,0-1 0 0,0-1 16 16,0-2 10-16,-2 0 3 0,3-4-13 15,-1 1-14-15,-2-3 14 0,2-2-13 16,-2 2-3-16,0-1-12 15,0-1-1-15,2 3 13 0,2-1 0 0,-2 1-4 16,0 0 1-16,0 2-10 0,0-1 0 16,2 2-6-16,-2-2-7 15,0 5 3-15,3-1 4 0,-1 3-4 16,-2 2-6-16,0 1 13 0,4 1 14 16,0 0 2-16,0 1 26 0,1 5-4 15,5 1 1-15,0 0 0 0,-1 3-20 16,1-3-3-16,1 0 0 0,-1 0-2 15,0 0-2-15,1-1 2 0,-3 0 2 16,3-1 0-16,-3-2-1 0,-2 0-12 16,2 0 10-16,-1-3-10 0,-1 0 11 15,-2 0-1-15,2 0-30 0,-1-3 14 16,-3 0-1-16,0-3 20 0,0 1 2 16,0 0-1-16,-2-2 1 0,0-1 14 15,2 0 2-15,-1 0-17 0,-1-3 11 16,-2 0-12-16,2-1-3 0,0-3-20 15,-2-3 2-15,0 1 20 0,2-2 1 16,0 1-17-16,-2 0 16 0,2 1-12 16,0 4 12-16,2 3-2 0,-2 2-29 15,2 5-17-15,-2 0 33 16,-2 3 16-16,5 0 0 0,-1 0 78 0,0 4 29 16,0 2 6-16,4 0-52 15,0 3-32-15,1-1-26 0,1 2 9 16,0 0-9-16,1-1-1 0,-1-1-1 15,-2-2-1-15,1 0 0 0,3-1-2 16,-4-2 0-16,1 0-9 0,-1-3 11 16,0 0 0-16,-2 0-12 0,1 0 11 15,1 0 0-15,-2 0-19 0,0-3 19 16,-2 0-15-16,5-2 14 0,-3 1-14 16,-4-2-10-16,4-1 26 0,0-1 1 15,-2-2 31-15,1-2-19 0,-1 1 7 16,-2-3-1-16,2 1 0 15,-2 0-6-15,-2 1-13 0,4 2-1 16,-2-1 1-16,0 6-3 0,0 1-16 16,0 0-4-16,-2 4 4 0,2 0 17 15,0 0-11-15,-2 0 13 0,5 3 22 16,-1 2 30-16,4 0 25 0,0 5-41 16,3-2-18-16,-1 2-17 0,0 1-2 15,1-1-13-15,1-3 13 0,-2 0-12 16,1-2-13-16,-3-2 23 0,0 0-10 15,5-3 0-15,-7 1-6 0,0 1 3 16,2-2 3-16,-4 0-6 0,3 0 16 16,-1-3-13-16,-2 0 13 15,0-1-10-15,2-2 13 0,-4 0 0 16,5-1 13-16,-3-2 3 0,0 0-14 0,0 0 18 16,-2-1-4-16,2-2-13 15,-4 0 10-15,4 0 3 0,-4 1-3 16,2-3-13-16,0 3 2 0,-2 0-2 15,5 1-1-15,-3 3-25 0,0 0 13 16,2 2 0-16,-2 2-6 0,2 3 0 16,0 0 19-16,0 0 12 0,3 4 17 15,-1 2-4-15,2 2 17 0,0 1-16 16,3-1 3-16,-3 0-26 0,0 2 20 16,0-3-10-16,1 1-13 0,-1-1 0 15,0-3 0-15,0 2-3 0,1-2 1 16,-3 0-2-16,0-2 2 0,2-1-14 15,-3 2 13-15,3-3-13 0,-4 0-4 16,2 0-9-16,0 0 3 0,1-2 10 16,-1-1-3-16,-2-1 19 0,2-1 0 15,-2-1 1-15,2-1 1 0,-1 0 24 16,-1 1-26-16,0-3 3 0,0 0-1 16,0 2 2-16,0-2-1 15,0 2 0-15,0-2-3 0,-1 0 1 0,1 1-1 16,-2 1 0-16,4 1 0 0,-4 1 0 15,2 1-13-15,-2 1 10 0,0 1 0 16,2 2 0-16,1 0 3 0,-1 0 3 16,0 0 19-16,2 1-21 15,-4 3 3-15,6-3 9 0,1 2-10 16,-3 1 10-16,2-1-11 0,-6 0 11 16,6-1-12-16,-1 2 1 0,-3-2 11 15,0 1-12-15,-2-1 2 0,4 0-2 16,-4 1 1-16,2-2 0 0,1 2-2 15,-3-3-4-15,2 0-18 16,-2 0-11-16,2 0-2 0,-2 0-62 16,2-4 36-16,0-2 28 0,-2 0 31 15,2-1 2-15,1-2 0 0,-1 0 0 16,-2 1-28-16,0-1 26 0,2 2-21 16,-2 1 4-16,0 4-1 0,2-2 7 15,-2 2 7-15,0 2 6 0,0 0 58 16,3 0-29-16,-3-2 7 0,4 2-13 15,-4 0-4-15,4 0-3 0,0 0-6 16,-2 0-10-16,5 0 0 0,-1 0 0 16,0 0 0-16,1 0-1 0,-1 0 1 15,0 0 0-15,0 0 1 0,1 0 0 16,-3 0-1-16,0 2 13 0,-2-2 3 16,-2 2-13-16,2 0 13 15,-2-2-12-15,0 1-4 0,1-1 2 0,-1 0-2 16,0 0-3-16,-2 0 0 15,4 0 0-15,-2 0-10 0,0-1-22 16,4-1-17-16,-4 0-71 0,0 2-218 16,0 0-423-16</inkml:trace>
  <inkml:trace contextRef="#ctx0" brushRef="#br0" timeOffset="114653.13">7154 6511 89 0,'0'0'2'15,"0"0"-2"-15,0 0-1 0,0 0-2 16,0 0-13-16,0 0-10 0,0 0-19 16</inkml:trace>
  <inkml:trace contextRef="#ctx0" brushRef="#br0" timeOffset="114787.19">7154 6511 101 0,'13'6'95'0,"-15"-6"-93"0,2 0 24 16,-2 0-7-16,2 4-19 0,0-3-3 15,0-1-88-15</inkml:trace>
  <inkml:trace contextRef="#ctx0" brushRef="#br0" timeOffset="115759.76">7146 6538 37 0,'0'0'68'0,"0"0"-6"16,0 0-13-16,0 0-36 0,0 0 30 16,0 0-24-16,0 0 395 0,0 0-101 15,0 0-131-15,0 0-12 16,8 15 22-16,-8-15 12 0,0 0-35 15,0 0-32-15,0 0-34 0,0 0-22 16,2 0-35-16,-2 0-17 0,2 0-26 16,-2-1 26-16,3-4 91 0,-1 0 12 15,0-1-19-15,0-3-17 0,2-3-6 16,0-3-22-16,-2-1-4 0,4-2-22 16,-2-1-4-16,5-3-35 0,-3 0 13 15,2 0 0-15,-2 0-15 0,3-1 1 16,-3 3 11-16,2 1-13 0,-2 1-1 15,3 3-12-15,-1 3 12 0,-4 2-1 16,0 2-1-16,0 2 2 0,-2 0 0 16,-2 4-1-16,2-1 0 0,-2 3 2 15,0 0 13-15,0 0 3 0,0 0-14 16,0 0-2-16,0 0-12 0,0 0-8 16,0 0 4-16,0 0 4 0,0 0 12 15,4 0 1-15,-4 0 15 16,0 0 0-16,0 0-13 0,0 0 10 15,0 0-11-15,0 0 1 0,0 0 10 16,0 0-11-16,3 2-2 0,-3-2 0 16,2 1 0-16,-2 1 16 0,4-1-14 15,0 3 0-15,2 0-1 0,0-1 0 16,3 2 1-16,1 3 0 0,0-1-2 16,5 3 12-16,-1 1-12 0,-1-1 0 15,5 0 1-15,-3 1-1 0,5-1 2 16,-3-2-2-16,-1 2 1 0,1-3 1 15,-1 1-2-15,1-1 1 0,-3 1 0 16,1 0 1-16,-1-2 1 0,-3 0-1 16,1-1-2-16,-2-1-2 0,-1 0-14 15,-3-1 15-15,-2 0 1 0,-4-2 2 16,4 1 11-16,-2-1 6 0,-2-1 23 16,0 2 21-16,0-2 1 15,0 0-4-15,0 1-3 0,-2 0-54 16,-2 1-3-16,2-1-1 0,-2 2 0 15,0 0-2-15,-2 0 0 0,1 2-11 16,-3-2 14-16,2 1 0 0,-2 0 0 16,-3 0 0-16,-1 0-1 0,4 2-17 15,-3 0 17-15,-3-2-21 0,-1 0 20 16,1 3-14-16,-1-1 0 0,-3 0 16 16,1 0-2-16,-3 0-14 15,3 3 13-15,1-3 3 0,-3 0-2 0,0-2-24 16,1 2 24-16,1-1 0 15,-1-1-20-15,3 2 22 0,-1 0-3 0,1-2-9 16,1 1 11-16,-3-1 0 16,7 0 1-16,-3 0-1 0,3-2-1 0,0 2 2 15,-1-3 2-15,1 2 1 16,4-2 23-16,-2 1-26 0,3-1-3 16,-1 0 0-16,-2-1 2 0,6 2-2 15,-2 0-16-15,0-1 6 0,2 0 0 16,-1 1-6-16,1-1-13 0,2 1-35 15,-2-1-41-15,2-1-27 0,0 0-96 16,0 0-215-16,4 0-164 0,-1-3-119 16</inkml:trace>
  <inkml:trace contextRef="#ctx0" brushRef="#br0" timeOffset="116602.6">7251 6313 1274 0,'0'0'537'0,"0"0"-115"0,0 0-303 16,0 0-51-16,0 0 26 0,0 0-94 16,0 0-97-16,0 0-16 0,0 0 48 15,0 0 65-15,-8 11 6 0,8-11 75 16,0 2 29-16,0 2 0 0,0 1-29 15,0 4-30-15,0 3-38 0,0 4-13 16,0 0 2-16,0 2-2 0,2-1 3 16,-2 1-2-16,0 0 2 0,0-5 13 15,0-3-15-15,0-2 12 0,0-2 9 16,0-4-2-16,0-2-20 0,0 0-11 16,0 0-34-16,0 0-3 0,0 0 12 15,0 0 1-15,4 0 35 0,-2-4 6 16,1-1 62-16,1-4-10 0,0-2-10 15,0-1-19-15,0-3-3 0,0-1-7 16,-2 0-6-16,4-1-12 16,-1 2 25-16,-1 1-13 0,-2 0 12 15,0 2 1-15,0 3 3 0,-2 2-16 16,2 2-11-16,-2 1-2 0,2 4-1 16,-2-2 1-16,0 2 13 0,0 0-1 15,0 0-12-15,0 0-22 0,2 2-7 16,-2 2-1-16,4 2 30 0,0 3 26 15,-4 2-13-15,9 3-13 0,-5 1 0 16,0-1 0-16,0 3-1 0,-2-2-12 16,0 1 11-16,0-3-2 0,0-1 3 15,2-4 0-15,-4 0-2 0,0-3-13 16,7-3-22-16,-5-2-11 16,2 2-5-16,0-2-1 0,-2 0 3 15,4-3 23-15,-2-3 23 0,1-3 6 16,-1-4 23-16,0-1 5 0,2-1-15 15,-2 0-10-15,0-2 0 0,-2 3 10 16,2 0 3-16,-1 3 6 0,-1-1 10 16,-2 6 7-16,0 0 3 0,0 1-4 15,0 4-6-15,0 0-3 0,0 1 3 16,0 0-14-16,0 0-18 0,0 0-16 16,0 1-16-16,6 4-16 0,-4 3 7 15,4 3 40-15,0 5 1 0,-2-1 2 16,5 0 1-16,-3 2-1 0,0-3 0 15,0 0-2-15,-2-2 0 0,3-1 1 16,-5-3-1-16,0 1 0 16,-2-5 0-16,4 0-3 0,-2 0-19 0,0-3 2 15,0-1-25-15,0 0 3 16,0 0 4-16,2 0 6 0,-2-5 12 16,3-1 17-16,1-2 0 0,-4-3-20 15,6 2-38-15,-4-2-26 0,0 2-110 16,-2 0-202-16,3 4-196 0,-3 1-105 15</inkml:trace>
  <inkml:trace contextRef="#ctx0" brushRef="#br0" timeOffset="117263.37">7378 6353 21 0,'0'0'231'15,"0"0"1286"-15,0 0-969 0,0 0-358 16,0 0-145-16,0 0-45 0,0 0-33 16,0 0-31-16,0 0-1 0,0 0 65 15,8 19 29-15,-6-9 16 0,2 2 1 16,-2 5 8-16,0 0 8 0,4 3-20 15,-2 5-17-15,1 0-8 0,3 5-14 16,0-1 10-16,-4 0-11 0,2 0 14 16,1-3 26-16,-1-1-4 0,2-3 1 15,-2-3-7-15,1-2-6 0,-1-3-10 16,2-2-14-16,0-3 20 0,-1-2-22 16,1-1 0-16,-6-3 0 0,4 1-3 15,-2-1 2-15,0 0-1 16,0 0 0-16,-1 1-14 0,1-3 13 15,-4 1-33-15,4 0-28 0,-2-1-71 16,-2 0-91-16,2 0-117 0,-2 0-365 16,0-1-612-16</inkml:trace>
  <inkml:trace contextRef="#ctx0" brushRef="#br0" timeOffset="118342.46">6997 7554 57 0,'0'0'97'16,"0"0"-51"-16,0 0-46 0,0 0 0 16,0 0 42-16,0 0 7 0,0 0 759 15,0 0-277-15,0 0-242 16,0 0-68-16,-18 9-59 0,18-9-49 16,0 0-29-16,0 0-10 0,0 0-16 15,2-2 29-15,6-3 55 0,0-1 34 16,3-4-6-16,3-2-46 0,5-5-9 15,3-2-23-15,3-1-29 0,4-5-9 16,0 2-32-16,2-2-9 16,2 0-10-16,0 0-2 0,-4 4 1 0,-2 0-2 15,-2 5-3-15,-5 3-10 16,-3 2-22-16,-5 3-63 0,-3 4-48 0,-3 3-13 16,-2 1 22-16,-4 0 11 15,0 2-8-15,0 3-43 0,0 3-169 16,0-2-387-16,-2 4-499 0</inkml:trace>
  <inkml:trace contextRef="#ctx0" brushRef="#br0" timeOffset="118626.1">7210 7145 918 0,'0'0'1667'0,"0"0"-1422"16,0 0-152-16,0 0-47 0,0 0-46 0,0 0-71 16,0 0 55-16,0 0 16 0,0 0 122 15,50 64 9-15,-32-35-6 0,7 7-23 16,0-3-38-16,0 5-17 16,0-2-24-16,-5-1-23 0,1-1 0 15,-3-2-1-15,1 1-1 0,-6-6-29 16,1-1-36-16,-4-2-35 0,3-5-35 15,-5-2-49-15,0-5-155 0,-2-3-102 16,1-5-366-16,-7-4-518 0</inkml:trace>
  <inkml:trace contextRef="#ctx0" brushRef="#br0" timeOffset="118885.15">7378 7417 350 0,'0'0'1898'0,"0"0"-1436"16,0 0-234-16,0 0 76 15,0 0-78-15,0 0-109 0,0 0-104 16,-17 52-13-16,17-36-28 0,0 2 24 16,0 3 1-16,-2-1 2 0,-2 3 1 15,0 1 0-15,-3 1-1 0,3 0-18 0,-2 0 16 16,-2-1-32-16,2-3-32 15,2 0-47-15,-1-3-68 0,5-4-36 16,0-3-91-16,0-4-335 0,0-4-689 0</inkml:trace>
  <inkml:trace contextRef="#ctx0" brushRef="#br0" timeOffset="119808.17">7601 7269 40 0,'0'0'228'0,"0"0"943"0,0 0-800 16,0 0-164-16,0 0-18 15,0 0-57-15,0 0-44 0,0 0-14 16,0 0 42-16,0 0 32 0,6-14 10 0,-4 6-7 16,10-1 12-16,-3-1-45 15,3-1-29-15,3-3-48 0,1 1-16 16,1 0-9-16,-1-3 6 0,1 4-20 16,-1 1 11-16,1 1-13 0,-3 4 0 15,-1 2-13-15,1 4 12 0,-3 0-10 16,-1 12 11-16,-2 3 19 0,2 8 19 15,-1 3-10-15,-1 5-15 0,-2-1 3 16,-2 0-4-16,3-2-12 0,-5-5-15 16,0-3-33-16,2-5-69 0,-2-4-42 15,0-5-39-15,-2-3-71 0,2-3-102 16,0-2-193-16,-2-4-102 0,0 1 44 16</inkml:trace>
  <inkml:trace contextRef="#ctx0" brushRef="#br0" timeOffset="120050.76">7872 6952 246 0,'0'0'2087'0,"0"0"-1803"0,0 0-194 16,0 0 58-16,0 0-3 0,26 61-52 15,-17-45-55-15,5 0-9 0,-3 0-27 16,-3-1-2-16,4-3-16 0,-4 0 13 16,3-2-106-16,-5-3-64 0,2-4-98 15,-2-1-107-15,-1-2-330 0,-3-5-265 0</inkml:trace>
  <inkml:trace contextRef="#ctx0" brushRef="#br0" timeOffset="120230.35">7973 6863 624 0,'0'0'440'0,"0"0"762"0,0 0-1001 0,0 0-134 15,0 0 91-15,0 0 10 16,0 0-33-16,33 59-49 0,-25-42-32 16,0 3-28-16,3-1-13 0,-5 0-13 15,6 0-23-15,-5-1-44 0,3-3-96 16,-6-3-75-16,9-4-63 0,-9-2-389 15,4-5-572-15</inkml:trace>
  <inkml:trace contextRef="#ctx0" brushRef="#br0" timeOffset="120475.35">8105 6759 1869 0,'0'0'1161'16,"0"0"-902"-16,0 0-154 0,0 0 41 16,0 0-146-16,0 0 35 0,0 0-35 15,0 0 44-15,0 0-3 0,0 0-3 16,62 22-9-16,-45-27-10 0,1-1-19 16,-1-1-3-16,-1-2-41 0,1-1-177 15,-3 2-146-15,-3 3-238 0,-3 3-697 16</inkml:trace>
  <inkml:trace contextRef="#ctx0" brushRef="#br0" timeOffset="120648.41">8198 6931 875 0,'0'0'2072'0,"0"0"-1697"16,0 0-363-16,0 0 36 0,0 0 89 15,0 0-33-15,0 0-53 0,54-49-49 16,-35 34-2-16,-3 5-44 0,1 1-172 16,-1 3-193-16,-3 5-293 0,-1 3-694 0</inkml:trace>
  <inkml:trace contextRef="#ctx0" brushRef="#br0" timeOffset="120874.94">8330 7172 814 0,'0'0'1969'0,"0"0"-1562"16,0 0-406-16,0 0 34 0,0 0 128 15,0 0 14-15,0 0-15 16,0 0-27-16,54-44-50 0,-43 29-35 0,1-1-28 16,0-2-22-16,-3-2 0 15,3-1-85-15,0-4-100 0,-3 1-107 16,-3-1-61-16,-2 0-30 0,0-1-59 15,-4 4-204-15,0 4-168 0</inkml:trace>
  <inkml:trace contextRef="#ctx0" brushRef="#br0" timeOffset="121062.94">8347 6628 83 0,'0'0'159'0,"0"0"70"0,0 0 1221 16,0 0-1035-16,0 0-102 0,0 0-78 15,0 0-116-15,0 0-71 16,0 0 0-16,0 0 0 0,12 60-35 16,-1-43 3-16,-3 0-16 0,4-3-2 15,-1-1-49-15,-1-1-106 0,0-6-33 16,3 0-74-16,-5-4-254 0,-2-2-240 16,-2-2-273-16</inkml:trace>
  <inkml:trace contextRef="#ctx0" brushRef="#br0" timeOffset="121223.02">8440 6535 262 0,'0'0'1845'0,"0"0"-1495"0,0 0-231 16,0 0-6-16,0 0-48 0,10 56-65 16,-1-37 0-16,-1 0-13 0,2 2-20 15,-1-4-50-15,3 2-134 0,-4 0-175 16,-2-7-355-16,3 2-522 0</inkml:trace>
  <inkml:trace contextRef="#ctx0" brushRef="#br0" timeOffset="121607.23">8550 6831 86 0,'0'0'2402'0,"0"0"-2056"16,0 0-344-16,0 0 41 0,0 0 66 15,0 0 19-15,0 0-6 0,53-26-36 16,-36 18-45-16,-3-1-12 0,3-1-16 16,-3 1-10-16,-1 0-3 0,1 2-1 15,-5 1-12-15,-3 1-28 0,0 2-23 16,-6 2 12-16,0 1 52 15,0 0 121-15,-2 1-99 0,-4 3-22 16,-1 2-60-16,-1 1 12 0,0 1 19 16,0 3-16-16,1 0 1 0,3 1 2 15,-2 1 4-15,4-1 6 0,0 3-7 16,2 0 26-16,0-3 10 0,0 1 1 16,4-3 1-16,0-1-12 0,2-2-9 15,1 0-7-15,-1-1-39 0,2-2-202 16,0-3-89-16,-3 2-336 0,1-3-506 15</inkml:trace>
  <inkml:trace contextRef="#ctx0" brushRef="#br0" timeOffset="121822.27">8616 7014 611 0,'0'0'1937'15,"0"0"-1624"-15,0 0-300 0,0 0 73 16,0 0 87-16,0 0 13 0,0 0-24 16,60-55-51-16,-44 37-32 0,3 2-44 15,-1 0-32-15,-1-1-3 0,0 2-64 16,1 1-199-16,-3 4-85 0,-3-1-164 16,-4 4-605-16,1-1-233 0</inkml:trace>
  <inkml:trace contextRef="#ctx0" brushRef="#br0" timeOffset="122106">8812 6414 1627 0,'0'0'1295'0,"0"0"-895"15,0 0-178-15,0 0 22 0,0 0-65 16,0 0-120-16,0 0-59 0,0 0-56 16,0 0 56-16,0 0 20 0,8 36 8 15,1-14-16-15,-3 3-11 0,0 1-1 16,-2 3-12-16,0-4-79 0,-2-1-38 16,3-5-57-16,-5-4-55 0,2-2-37 15,-2-7-59-15,2-3-164 0,-2-3-301 16,0 0-277-16</inkml:trace>
  <inkml:trace contextRef="#ctx0" brushRef="#br0" timeOffset="122352.98">8818 6544 161 0,'0'0'166'0,"0"0"-3"0,0 0 1076 15,0 0-908-15,0 0-98 0,-12-53 3 16,14 44-62-16,2 0-26 16,4 0 6-16,3 0-19 0,-1 0-27 15,7-1-6-15,-1 2 10 0,5-1-20 16,-3 1-10-16,1 0-25 0,4 2-25 15,-5 0-29-15,5 3 9 0,-4 1 29 16,1 2-9-16,-7 3-20 0,-1 5-10 16,-1 4 27-16,-5 3 31 15,-2 8 52-15,-2 4 2 0,-2 6-52 16,0 0-34-16,0 2-28 0,-2-4-15 16,-2-3-13-16,2-3-19 0,0-6-64 15,0-3-55-15,2-3-67 0,-3-3-171 16,3-3-167-16,0-3-518 0,-4-3-268 0</inkml:trace>
  <inkml:trace contextRef="#ctx0" brushRef="#br0" timeOffset="122648.03">9042 5989 651 0,'0'0'1276'0,"0"0"-929"0,0 0-199 16,0 0 59-16,0 0 9 15,0 0-43-15,0 0 6 0,0 0 63 0,0 0-45 16,39 70-61-16,-25-33-48 0,5 6-44 16,-3 2-16-16,7 0 35 15,0 1 16-15,2-4-57 0,-5 2-22 16,1-5 1-16,-2-1-1 0,-1-4-43 15,-1-2-45-15,-1-4-32 0,-3-1-40 16,-1-5-116-16,1-3-95 0,-3-4-66 16,0-5-149-16,-4-3-151 0,-1-5-71 0</inkml:trace>
  <inkml:trace contextRef="#ctx0" brushRef="#br0" timeOffset="122838.98">9263 6410 148 0,'0'0'1903'16,"0"0"-1308"-16,0 0-344 0,0 0-126 16,0 0 19-16,0 0 32 0,0 0-23 15,0 0-58-15,0 0-23 0,51-21-24 16,-36 17-17-16,4-1-29 16,-1 1-2-16,1 0-117 0,-1 0-264 15,-5 3-322-15,-1-2-1364 0</inkml:trace>
  <inkml:trace contextRef="#ctx0" brushRef="#br0" timeOffset="123398.46">9457 5986 2240 0,'0'0'649'0,"0"0"-647"15,0 0-2-15,0 0 102 0,58-13-34 16,-33 6-43-16,0-2-25 0,4-3-1 15,-1-1-69-15,-1 1-129 0,0-1-82 16,-6 3-133-16,-5 2-187 0,-3 3-60 16</inkml:trace>
  <inkml:trace contextRef="#ctx0" brushRef="#br0" timeOffset="123605.07">9540 5802 151 0,'0'0'427'15,"0"0"861"-15,0 0-912 0,0 0-59 16,0 0-85-16,0 0-158 0,0 0-48 16,0 0 141-16,16 51 72 0,1-20-22 15,4 4-72-15,-1 5-31 0,5 2-35 16,0-1-32-16,-2 1-22 0,1-4-9 16,-1-1-16-16,0-2-21 0,-3-2-83 15,-1-4-70-15,-2-4-143 0,-1-2-115 16,-8-7-61-16,-1-2-484 15,-3-7-259-15</inkml:trace>
  <inkml:trace contextRef="#ctx0" brushRef="#br0" timeOffset="123809.64">9600 6175 233 0,'0'0'2257'0,"0"0"-1883"0,0 0-373 15,0 0 44-15,0 0 128 0,0 0 35 16,0 0-39-16,56-25-49 0,-38 14-47 16,5-4-54-16,4 0-6 0,-2-4-13 15,-1-2-16-15,1 0-133 0,0 1-150 16,-6-1-112-16,-3 6-283 0,-1-5-809 0</inkml:trace>
  <inkml:trace contextRef="#ctx0" brushRef="#br0" timeOffset="124022.81">9763 5739 458 0,'0'0'2119'0,"0"0"-1761"0,0 0-304 16,0 0-35-16,0 0 97 15,0 0 43-15,0 0-12 0,50 0-26 16,-32-8-42-16,3-1-51 0,2-4-25 15,-1 1-3-15,-5-3 0 0,2-1-68 16,-5 1-158-16,3 3-77 0,-11 1-86 16,-4 3-229-16,0 4-410 0</inkml:trace>
  <inkml:trace contextRef="#ctx0" brushRef="#br0" timeOffset="124423.84">9831 5655 180 0,'0'0'1350'0,"0"0"-665"0,0 0-410 0,0 0-91 16,0 0 70-16,0 0 38 0,0 0-47 16,0 52-52-16,2-37-76 15,0 2-51-15,0 1-25 0,3 3-19 16,-1-2-1-16,0 1-21 0,4-1 0 16,-2-3-13-16,3-3 12 0,-1 0 1 15,0-5 1-15,0 3 0 0,-1-4 0 16,-1 2 3-16,0-5-1 0,0 4 12 15,0-1-11-15,-1 0 8 0,1 2-12 16,-2-1-1-16,0 0-2 0,2 0-25 16,2-1-16-16,-3-2-10 15,-1 0-6-15,0-2-9 0,2-2-26 16,-2 0-19-16,0 0-4 0,-2-1 20 16,3 0 50-16,-3 0 44 0,-2 0 4 15,0 0 34-15,0 0 24 0,0 0 2 16,0 0 1-16,0 0-20 0,0 0-41 15,0 0-16-15,0 0-31 0,0 0 8 16,0 0 4-16,0 0-51 0,0 0-118 16,0 0-89-16,0 0-87 0,0 0-113 15,0 0-60-15,0 0 100 0,0 0-130 16,0 0 295-16</inkml:trace>
  <inkml:trace contextRef="#ctx0" brushRef="#br0" timeOffset="124936.68">10005 6023 73 0,'0'0'104'15,"0"0"-39"-15,0 0 7 0,0 0 257 16,0 0 228-16,0 0-391 0,0 0-143 15,0 0 36-15,0 0-43 0,0 0-16 16,-8-5-65-16,8 5 19 0,0-1 43 16,0 1-8-16,0 0 11 0,0 0 0 15,0 0 0-15,0 0-153 0,0-1-208 16,0-1-363-16,8 11 623 0</inkml:trace>
  <inkml:trace contextRef="#ctx0" brushRef="#br0" timeOffset="125398.96">10005 6023 197 0,'-8'-37'3'0,"8"37"65"0,0 0-2 15,-2 0 338-15,-3 0 26 0,3 0-212 16,2 0 10-16,0 0-24 0,0 0-38 15,0 3-33-15,0 1-23 0,0 3-68 16,0 4-19-16,0 3 12 0,0 3 30 16,2 1-7-16,5 1 7 0,-3-1 3 15,0-1-4-15,2 0-15 0,2-4 9 16,3-2-1-16,-5-5-15 0,6 2-22 16,-3-5 12-16,3-3 9 0,0 0-9 15,1 0-6-15,-3-5-3 0,5-1-7 16,-3-1-4-16,0-3 1 15,-1 1-11-15,3-4-2 0,-6 1-19 16,1-1-23-16,-1 0 10 0,-6-1 32 16,-2 3 0-16,0-3 29 0,0 3 10 15,0-3 9-15,-8 3-3 0,2-1 6 16,-5-1-3-16,3 1 12 0,-4 1-6 16,-3 3 7-16,-1-1 2 0,1 3-15 15,-1 0-7-15,-1 2-3 0,3 3-19 16,1 1-19-16,-1 0-1 0,-1 0-24 15,5 5-4-15,0-2 1 0,-1 3-23 16,3-2-35-16,4 1-67 0,2 0-115 16,2 0-128-16,0-1-378 0,0 2-571 0</inkml:trace>
  <inkml:trace contextRef="#ctx0" brushRef="#br0" timeOffset="125613.96">10001 6030 1456 0,'0'0'1165'0,"0"0"-833"0,0 0-332 15,0 0 25-15,0 0-21 0,0 0 76 16,0 0-3-16,0 0-4 0,62 8-22 16,-48-8-25-16,3-4-23 0,-7-1 13 15,5-1-16-15,-5 0-112 0,0 0-122 16,1 0-168-16,-7 0-642 15</inkml:trace>
  <inkml:trace contextRef="#ctx0" brushRef="#br0" timeOffset="126397.02">10393 5229 1748 0,'0'0'561'16,"0"0"-264"-16,0 0-16 0,0 0-12 15,0 0-94-15,0 0-143 0,-53 31-32 16,40-9-41-16,-1 3-7 0,-1 4-13 0,-3 5-15 16,1-5 28-16,1 0 12 15,1 0 17-15,3-7 17 0,2-3 2 16,1-3 0-16,3-5-1 0,4-4-18 15,-2-3-1-15,4-1-12 0,0-1-13 16,0-2-22-16,4 1 9 0,-2-1 39 16,2 0 19-16,0 0 58 15,3 0 19-15,1 3 6 0,-4 2 7 16,4 1 3-16,-2 1-1 0,7 5 7 16,-3 4-4-16,0 4-6 0,1 1-16 15,3 4-29-15,-5-2-21 0,5 4-9 16,-4-3-14-16,-1 0-19 0,1-1-6 15,-2 1 3-15,0-4-19 0,-1 0-48 16,-1-3-35-16,0-3-74 0,-2-2-74 16,4 0-111-16,-5-6-304 0,1-2-711 15</inkml:trace>
  <inkml:trace contextRef="#ctx0" brushRef="#br0" timeOffset="126765.02">10261 5678 666 0,'0'0'1982'0,"0"0"-1673"0,0 0-309 0,0 0 35 16,0 0-9-16,0 0 54 0,0 0-19 16,66-55-10-16,-41 37-13 15,6-2-3-15,-2-1 13 0,2-1-6 16,0 0 5-16,0-1-15 0,-2 1 9 15,-4 3 4-15,-2 2-7 0,-5 2 0 16,-5 7 0-16,-3 2 28 0,-8 3 26 16,0 2 65-16,-2 1 128 0,2 0-21 15,-2 0-92-15,0 0-73 0,0 3-99 16,0 2 0-16,2 4-62 0,2 4 25 16,0 4 22-16,3 3 0 0,-1 2 13 15,2-1-16-15,-2-1-1 0,3-2-27 16,-1 0-22-16,0-4-25 0,-4 1-12 15,0-3-54-15,5-1-39 0,-5 0-82 16,0-1-124-16,-2-4-121 0,2-2-284 16,-4-2-608-16</inkml:trace>
  <inkml:trace contextRef="#ctx0" brushRef="#br0" timeOffset="127060.42">10526 5647 115 0,'0'0'1994'16,"0"0"-1741"-16,-13 62-162 0,11-37 93 15,2-2-59-15,0-2-64 0,7-4-37 16,1-6-24-16,-2-2-16 0,4-4-4 16,-1-3 1-16,3-2 18 0,-2-5 1 15,1-3 16-15,-1-4 7 0,-2-4 2 16,-2 0-8-16,1-1-15 15,-7-1 23-15,0 2 17 0,-2 0 3 16,-7 2 16-16,1 0-19 0,-4 3 6 16,-3 2 3-16,3 0-10 0,-5 4-12 15,5 3-29-15,-1 2-32 0,1 2-134 16,4 7-172-16,0-3-331 0,-3 9-1161 0</inkml:trace>
  <inkml:trace contextRef="#ctx0" brushRef="#br0" timeOffset="127782.62">10865 5286 909 0,'0'0'1930'16,"0"0"-1660"-16,0 0-270 0,0 0 0 15,0 0 93-15,0 0 50 0,0 0-9 16,0 0-23-16,49-39-42 0,-30 27-31 15,4 1-13-15,-3-3-9 16,1 2-13-16,6 0-2 0,-4 1 1 16,1 0-2-16,-3 3-1 0,-2 4-17 15,-5 2-20-15,-5 0-4 0,-3 2 11 16,-2 0 31-16,-4 0 46 0,0 5 52 16,-2 3-25-16,-2 4-48 0,-3 4-10 15,3 5 1-15,0 4-16 0,0 4-2 16,-2 4-14-16,4 1 4 0,2 1-7 15,0-3 0-15,0-2-31 0,0-2-67 16,2-5-89-16,0-5-36 0,4-2-59 16,-2-6-105-16,0-4-190 0,-4-3-227 15</inkml:trace>
  <inkml:trace contextRef="#ctx0" brushRef="#br0" timeOffset="128131.85">11272 5101 1019 0,'0'0'1319'0,"0"0"-1044"0,0 0-233 16,4 62 29-16,-2-39 6 0,9-2-19 15,-3 1-29-15,4-6 0 0,1-2-28 16,-1-3 2-16,0-5 23 0,3-1-1 15,-3-5 10-15,3 0 14 0,-3-5 8 16,-1-7-9-16,-1 1-16 0,-4-4-6 16,0-3-1-16,-4 0-7 0,-2 1-17 15,0-3-1-15,-4 3 13 0,-4 0 3 16,-2 1-14-16,-1 2-1 16,-3-1 11-16,-3 4 20 0,1 3-10 15,-3 2 10-15,3 6-32 0,-5 0-14 0,0 6-24 16,5 4-19-16,5-1-17 0,-1 5-67 15,6-1-90-15,2 2-88 0,4-7-289 16,0 4-733-16</inkml:trace>
  <inkml:trace contextRef="#ctx0" brushRef="#br0" timeOffset="128394.18">11535 4955 2612 0,'0'0'584'0,"0"0"-459"0,0 0 78 15,0 0 44-15,0 0-118 0,0 0-129 16,0 0-3-16,0 0-85 16,0 0 88-16,0 0 0 0,8 71 0 15,2-43 0-15,0 4 0 0,3 5-4 16,1-4-15-16,-3 2-18 0,3-4-42 15,-4-4-86-15,3-4-45 0,-1-4-23 16,-3-5-69-16,1-5-118 0,-4-5-313 16,6-4-422-16</inkml:trace>
  <inkml:trace contextRef="#ctx0" brushRef="#br0" timeOffset="128837.49">11520 5001 887 0,'0'0'830'0,"0"0"-169"0,0 0-428 16,0 0-66-16,-16-54 16 0,22 41-32 16,4-3 18-16,2 3 0 0,5 0-39 15,-3 0-25-15,7 4-23 16,-4 0-13-16,3 1-3 0,-1 3-28 16,0 1-7-16,3 2-15 0,-7 2-4 15,3 5-11-15,-5 1 1 0,1 5 0 16,3 3 1-16,-5 5-3 0,1 1-14 15,-5 2-36-15,0 0-45 0,-2 3-34 16,-4-2-29-16,5-1-4 0,-5-1 3 16,-2-2-14-16,-2-1-16 0,-5-1-20 15,-1-1-11-15,0-2-19 0,-2 1-37 16,-7-2 117-16,5 2-33 0,-5-2 13 16,1-1-29-16,-1 2 58 0,2-3 95 15,1-1 55-15,0 1 59 0,3-2 129 16,-1-1 200-16,4-3 18 0,3-1-57 15,3-1-58-15,2-3 21 0,0 0-149 16,0 0-150-16,2 0 29 0,3 0 107 16,3-3 23-16,4-3 5 0,-1 0 3 15,5-1-39-15,-1-1-34 16,1-2-51-16,3 2-38 0,3 0-18 0,-3-2-25 16,2 1-163-16,-5 1-190 15,1 1-241-15,-7 3-549 0,-2 1-656 0</inkml:trace>
  <inkml:trace contextRef="#ctx0" brushRef="#br0" timeOffset="129204.61">11967 4666 304 0,'0'0'33'0,"0"0"547"16,0 0 657-16,0 0-827 0,0 0-71 15,0 0 26-15,0 0-108 0,0 0-130 16,0 0-102-16,0 0-9 0,-19 66-15 16,21-37-1-16,0 4-2 0,-2-2-11 15,2-2-18-15,-2 1-55 0,2-5-69 16,-2-6-24-16,0-4-19 0,4-4-59 16,-2-6-150-16,0-4-274 15,-2-1-48-15</inkml:trace>
  <inkml:trace contextRef="#ctx0" brushRef="#br0" timeOffset="129465.32">11938 4832 47 0,'0'0'169'0,"0"0"11"0,0 0 998 16,0 0-866-16,-21-51-137 0,21 42 48 15,0-2-12-15,2 3-89 0,4-3-15 16,5 1 15-16,3 0-16 0,-2-1 0 16,5 3 12-16,-3-3 0 0,7 3 16 15,-6 2-4-15,3 1-7 0,-5-1-19 16,1 6-3-16,-2 0-13 0,-1 0-13 15,-3 5-17-15,4 5-5 0,-7 5 28 16,1 5 15-16,0 5-3 0,-2 6-53 16,2 3-37-16,-4 1-3 0,0-1-1 15,1-1-33-15,-3-3-49 0,0-5-17 16,0-4-9-16,0-5-11 16,0-3-24-16,2-4-77 0,-2-3-125 15,0-4-86-15,2 1-48 0,-2-3-240 16,2-3-366-16</inkml:trace>
  <inkml:trace contextRef="#ctx0" brushRef="#br0" timeOffset="129688.35">12167 4485 96 0,'0'0'172'15,"0"0"1292"-15,0 0-777 0,0 0-277 16,0 0-71-16,0 0-36 15,0 0-151-15,0 0-104 0,0 0-17 0,0 0 29 16,-2 54-9-16,6-25-17 16,4 4-22-16,-3-2-12 0,-1-2-19 15,-2 2-53-15,6-6-147 0,-4-1-169 16,0-6-184-16,2-6-575 0,-1-5-290 0</inkml:trace>
  <inkml:trace contextRef="#ctx0" brushRef="#br0" timeOffset="129868.5">12252 4448 1072 0,'0'0'1093'0,"0"0"-409"0,0 0-296 16,0 0-143-16,0 0-109 0,0 0-92 16,0 0 1-16,0 0-8 0,16 72-37 15,-12-43-1-15,7 1-46 0,-9 0-143 16,4-3-250-16,-2-6-333 0,-2 6-1045 15</inkml:trace>
  <inkml:trace contextRef="#ctx0" brushRef="#br0" timeOffset="130290.72">12417 4421 418 0,'0'0'2162'0,"0"0"-1507"0,0 0-413 15,0 0 33-15,0 0-8 0,0 0-232 16,0 0-35-16,0 0-41 0,0 0 41 15,0 0 15-15,29-14-15 0,-10 2-2 16,1 2-57-16,9-2-124 0,-8 0-60 16,2 2-130-16,-1 3-179 0,-11 2-659 15,-3 5-194-15</inkml:trace>
  <inkml:trace contextRef="#ctx0" brushRef="#br0" timeOffset="130568.66">12355 4664 1580 0,'0'0'1191'0,"0"0"-1149"0,0 0 44 16,0 0-2-16,0 0 127 0,0 0 31 15,54-12-7-15,-38 1-68 0,7 2-35 16,-6-1-18-16,3-1-24 0,5 3-15 16,-4-2-19-16,-3 3-19 0,1 5-19 15,-2 0-18-15,-1 2-2 0,-3 2-11 16,-9 3 13-16,2 9 13 0,-6 1 27 15,0 6 44-15,-4 6-16 0,-2 2-35 16,-9-1-2-16,1 1-15 16,-1-4-13-16,5-4-3 0,2-4-30 0,1-4-26 15,3-2-92-15,-2-6-70 0,6-1-58 16,0-1-147-16,2-3-204 16,6 0-70-16,-4-3-296 0,-1-7-172 0</inkml:trace>
  <inkml:trace contextRef="#ctx0" brushRef="#br0" timeOffset="130792.79">12684 4309 913 0,'0'0'1764'0,"0"0"-1062"15,0 0-394-15,0 0-63 0,0 0-148 16,0 0-97-16,0 0 0 0,0 0 53 15,0 0 0-15,0 0-16 0,66-8-9 16,-41-1-15-16,-5-1-13 0,1 1 0 16,6-3-69-16,-6 2-120 0,-3 1-129 15,-3 6-229-15,-3 0-489 16,-10 5-825-16</inkml:trace>
  <inkml:trace contextRef="#ctx0" brushRef="#br0" timeOffset="130965.92">12719 4454 795 0,'0'0'1819'0,"0"0"-1427"0,0 0-350 0,0 0 67 15,0 0 127-15,0 0-8 0,54-13-57 16,-40 6-74-16,5-2-50 0,-3-1-47 16,7 1-9-16,-6-2-145 0,1 2-210 15,-3 7-148-15,-3-1-465 0,-6 4-656 16</inkml:trace>
  <inkml:trace contextRef="#ctx0" brushRef="#br0" timeOffset="131175.87">12764 4673 275 0,'0'0'2666'0,"0"0"-2196"15,0 0-413-15,0 0 114 0,0 0 44 16,0 0-18-16,0 0-43 0,0 0-39 15,60 0-40-15,-43-6-32 0,-5 4-18 16,7-4-25-16,-3 0 0 0,3 0-43 16,-2-3-100-16,1 0-114 0,-3-2-48 15,1 0-178-15,-3-4-207 0,-1 4-510 16</inkml:trace>
  <inkml:trace contextRef="#ctx0" brushRef="#br0" timeOffset="131384.87">13046 4193 249 0,'0'0'2591'15,"0"0"-2066"-15,0 0-214 0,0 0-65 16,0 0-133-16,0 0-113 0,0 0 2 16,0 0 24-16,0 0 21 0,0 0-4 15,39 0 26-15,-23-1-35 0,-3-2-32 16,1 2 0-16,1-2-2 0,-3-1-81 15,5 1-107-15,-5-1-114 0,0 1-172 16,-1 3-210-16,-7 0-623 0</inkml:trace>
  <inkml:trace contextRef="#ctx0" brushRef="#br0" timeOffset="131562.89">13157 4423 887 0,'0'0'752'0,"0"0"363"16,0 0-846-16,0 0-86 0,0 0 65 15,0 0-48-15,0 0-30 16,0 0-19-16,0 0-50 0,54 5-29 16,-40-12-28-16,3-1-29 0,0-4-15 15,1-3-3-15,-3 0-115 0,3-2-122 16,-3-1-145-16,-3 3-158 0,0-5-737 0</inkml:trace>
  <inkml:trace contextRef="#ctx0" brushRef="#br0" timeOffset="132103.07">13507 3859 837 0,'0'0'2424'16,"0"0"-1913"-16,0 0-162 0,0 0 52 15,0 0-152-15,0 0-129 0,0 0-108 16,0 0-12-16,0 0-58 0,-29 62 27 16,29-31-12-16,-2 1-77 0,-3-2-37 15,1-2-4-15,-2-3 8 0,2-3 28 16,0-4 24-16,-2-4 10 0,4-3 16 16,-5-2 8-16,3-5-12 0,-2-1-3 15,2-2-39-15,0-1 7 0,2-3-84 16,0-2-30-16,2-4 19 15,0-2 116-15,0 0 93 0,2-1 13 0,0 1 87 16,2-1 25-16,0-1 20 0,2 1-20 16,0 0-7-16,-1 1-13 15,1-1-3-15,2 1-10 0,2 1-16 16,-1 1-10-16,1 0 4 0,2 0-10 16,-1 2-7-16,1 1-5 0,3 1-5 15,-9 2-5-15,6-1-7 0,-1 4 7 16,-3 0-9-16,-2 0-4 0,2 0-9 15,3 6 3-15,-1-1-1 0,-4 5-2 16,2 0 9-16,1 5-3 0,-1 1-19 16,-6 5 19-16,4-1-21 0,-4 2 1 15,2 3-2-15,-4 0-1 0,0 0 0 16,0-1-15-16,0-2 4 0,-2-1-13 16,0-2-32-16,0-5-21 0,2 1-64 15,0-4-59-15,0-1-97 0,0-4-117 16,0-2-139-16,0-2-473 15,2-2-60-15</inkml:trace>
  <inkml:trace contextRef="#ctx0" brushRef="#br0" timeOffset="132326.34">13732 3766 92 0,'0'0'1790'15,"0"0"-1045"-15,0 0-318 0,0 0-209 16,0 0-154-16,0 0-10 0,-10 52 6 16,10-28-59-16,0 1-1 0,2-2-25 15,0-2-48-15,4-3-87 0,-2-4-42 16,-2-2-71-16,2-2-143 16,-4-4-347-16,0-3-678 0</inkml:trace>
  <inkml:trace contextRef="#ctx0" brushRef="#br0" timeOffset="132486.52">13806 3818 1582 0,'0'0'1411'0,"0"0"-1084"0,0 0-51 16,-20 53-46-16,18-32-104 0,-1 0-73 15,1 0-53-15,2-2-26 0,2-1-128 16,1-1-209-16,1-7-241 15,-2 1-931-15</inkml:trace>
  <inkml:trace contextRef="#ctx0" brushRef="#br0" timeOffset="133294.03">14104 3459 1680 0,'0'0'438'0,"0"0"-179"0,0 0 6 16,0 0-49-16,0 0-56 0,0 0-83 15,0 0-23-15,-41 70 7 0,32-40-3 16,7 4-1-16,-4 13 19 0,4-2 4 16,-2 4 12-16,4 8-26 0,0-2-3 15,4 3-12-15,0-8-20 16,0-8-5-16,0-10-8 0,7 0 8 15,-5 3-1-15,4-7-10 0,3-3-15 16,-3-5-4-16,7-3-11 0,-1-4 11 16,5-5-36-16,-3-3-90 0,9-5-72 15,-2 0-94-15,-2-2-227 0,-3-6-695 16</inkml:trace>
  <inkml:trace contextRef="#ctx0" brushRef="#br0" timeOffset="133927.5">14519 3605 314 0,'0'0'333'0,"0"0"717"15,0 0-595-15,0 0-129 0,0 0 19 16,0 0-34-16,0 0-71 0,-49 2-97 16,47 6-74-16,-2 4-69 0,0 7-60 15,-3 6 6-15,7 5 29 0,0 0 22 16,0 2 2-16,0-1 1 0,9-2 19 15,-1-1 6-15,-2-6 23 0,4 0 2 16,7-6-18-16,-7-4-10 0,9-3 0 16,-5-2-9-16,5-6-11 0,0-1 9 15,1-5-11-15,5-7-2 0,-6-2-21 16,1-6-2-16,-3-1-3 0,1-1 5 16,-7 0 23-16,-7 1 23 0,4-3 21 15,-8 5 7-15,-2-3 12 0,-6 0-1 16,-3 2 49-16,-1-3 2 0,-7 6-13 15,3-3-16-15,-5 5-34 0,1 3-34 16,-1 1-16-16,0 3-37 16,5 3-10-16,-5 5-12 0,9 0-38 15,-3 0-74-15,7 7-93 0,4 2-134 16,4 0-134-16,0-2-271 0,2 1-515 0</inkml:trace>
  <inkml:trace contextRef="#ctx0" brushRef="#br0" timeOffset="134374.59">14873 3468 616 0,'0'0'1956'16,"0"0"-1519"-16,0 0-184 0,0 0 65 15,0 0-75-15,0 0-95 16,0 0-31-16,0 0-49 0,0 0-43 15,0 0-25-15,-17 21-84 0,11-1 24 16,4 6 44-16,-4 4 3 0,2 3 11 16,2-4-10-16,2 1 12 0,0-5 3 15,0-4 19-15,4-3-6 0,4-4-13 16,0-3 29-16,3 0-16 0,-1-4-4 16,5-3 1-16,-3-1-12 0,0-1-1 15,7-2-22-15,-5-3-17 0,3-3 2 16,-3-2 24-16,-1-3 13 0,-5-2 25 15,2-2 8-15,1 0 1 16,-5-3 7-16,0 0-13 0,-2-2-10 0,0 1-2 16,1-1-13-16,-5-2 16 0,0 2-7 15,0-2 4-15,-5 2 9 0,-3 0-4 16,-2 1-5-16,-5 1 9 16,-1 0 3-16,-5 5 9 0,-2 1 0 0,5 5 10 15,-7 1-19-15,2 5-28 16,7 1-46-16,-3 1-22 0,5 5-69 15,-3 1-73-15,9 2-98 0,2 0-263 16,2-2-452-16,-1 4-647 0</inkml:trace>
  <inkml:trace contextRef="#ctx0" brushRef="#br0" timeOffset="135102.81">15272 3677 669 0,'0'0'1367'0,"0"0"-717"0,0 0-322 16,0 0-101-16,0 0 72 0,0 0-46 16,0 0-71-16,0 0-49 0,0 0 4 15,0 0 40-15,2-13-20 0,-6 6-18 16,0-5 12-16,-3-1-5 0,-7-2-17 15,4-3-29-15,-3-1-9 0,-5-1-27 16,5-4-42-16,-3 1-22 0,5-6-30 16,-1-3-18-16,2 0 8 15,1 0-9-15,3-2 1 0,-2 7 8 16,0 2 0-16,1 7 13 0,3 3 24 16,2 3 1-16,0 3 2 0,-2 5 1 15,4 1-1-15,-2 0-1 0,2 3-1 16,0 0 0-16,-2 0-17 0,2 0 4 15,0 0 0-15,0 0-7 0,0 0 10 16,0 0 10-16,0 0-16 0,0 0 3 16,0 0-10-16,0 0 1 0,0 0-4 15,2 0 4-15,-2 0 5 0,2 0 16 16,2 0 3-16,0 0 18 0,3 0-2 16,1 0-13-16,8 0 15 0,-5-4-2 15,5 2 2-15,-1-2-15 0,1 2 12 16,-3-1-12-16,5 1-1 0,-7 2-1 15,-1 0 2-15,-4 0 10 16,4 0-10-16,-5 0-1 0,-3 0 10 16,-2 0 3-16,0 2 7 0,0 1-4 15,0 1-3-15,-2 4 7 0,-3 5 2 16,-5 5-23-16,2-1-1 0,0 0-46 16,-1 1-52-16,-1-2-33 0,0-5-47 15,5 0-45-15,-3-4-44 0,0-2-126 16,4 1-233-16,-2-4-156 0,1-2-962 15</inkml:trace>
  <inkml:trace contextRef="#ctx0" brushRef="#br0" timeOffset="135649.95">15466 2873 727 0,'0'0'687'0,"0"0"373"0,0 0-970 0,0 0-51 16,0 0 171-16,0 0 24 0,0 0-39 15,0 0-36-15,0 0-19 16,58 58-23-16,-48-43-22 0,7 2-23 16,-5 1-31-16,1-1-6 0,1 2-13 15,-3 2-3-15,-1-2-1 0,2 1-2 16,-6 2-3-16,3 2 5 0,-5 1-2 16,2 3-3-16,-2 0 10 0,-2 4-1 15,-2 1-1-15,0-4-17 0,0 2-4 16,-2-1 0-16,-6 0-4 15,2 1-24-15,-3-1-1 0,-1 1-21 16,-4 1-28-16,3-3-48 0,-7-1-67 16,3 0-83-16,-3-3-131 0,5-7-247 15,-14 3-757-15</inkml:trace>
  <inkml:trace contextRef="#ctx0" brushRef="#br0" timeOffset="139202.39">4360 7478 353 0,'0'0'1747'16,"0"0"-1411"-16,0 0-126 0,0 0-39 16,0 0-23-16,0 0-78 0,0 0-70 15,0 0 0-15,-9-6-3 0,9 6-23 16,0 0 10-16,0 0 13 0,0 2-10 15,2 0-9-15,0 0 22 0,3 3 0 16,3 1 2-16,4 2-1 0,1 2-1 16,-1-1 0-16,0-1-1 0,1 0 1 15,3-2-3-15,-3-1-17 16,-1-1 2-16,1-2 18 0,-5-1 2 0,4-1 1 16,-1 0-2-16,-5 0-1 15,0-1 0-15,0-5-1 0,5-1 1 16,-5 0 25-16,2-5 7 0,-2 2-6 15,2-5-25-15,1 1 0 0,-3-1-2 16,-2-3 0-16,2 4 0 0,3-1-1 16,-3 2 1-16,-2-1-15 0,4 3 12 15,-4 0-12-15,0 2 0 0,5 0-25 16,-1 2-20-16,-2 1-4 0,0 2 20 16,5 1 7-16,-1 2 25 0,0 1 0 15,5 0 13-15,-1 1 2 0,1 2 1 16,-1 1-1-16,1-1 12 0,3 0-14 15,-3-3-1-15,3 0 1 0,-5 0 1 16,5 0-1-16,-7-3 3 0,3-2 17 16,-1 2-17-16,-7-2 10 0,4-1 3 15,-4 0 3-15,1-2 1 16,-1 2-1-16,-2-3 10 0,0 0-10 16,6-1 0-16,-3-4-17 0,1 2 0 15,0-2 0-15,2 1 17 0,1 0-19 16,-3 1-2-16,2 3-11 0,1 2-3 15,-3 1 3-15,-2 3-3 0,2 1 14 16,1 2-14-16,1 0 15 0,-4 0 0 16,7 1 1-16,-1 3-1 0,-2-2 1 15,7 1 0-15,-3-2-3 0,7-1 3 16,-6 0 0-16,5-6 2 0,1-1 1 16,0-3 10-16,1-1 0 0,-1-2-11 15,0-1 1-15,1 1 10 0,-5 0-13 16,4-2 3-16,-7 0 0 0,5 3 10 15,-5-1 0-15,3 1 0 0,-5-2 12 16,3 3 1-16,-1-2 0 0,0 1 9 16,1 1-3-16,-5 1-6 15,5 1-7-15,-5 1-6 0,-4 3-13 0,3 2 3 16,-5 2 10-16,2 1 12 0,-4-2 17 16,4 2 3-16,-2 0-20 15,7-3-12-15,-3 3-11 0,2-3 1 16,-2 1 13-16,7-2-14 0,-5 0-2 15,1-1 0-15,3 3-1 0,-4-2-2 16,3 2 2-16,-1-2-18 0,-3 3-13 16,-1-2-6-16,0 1-4 0,0 2-6 15,-1-1-19-15,-3 0-13 0,0 1-36 16,2 0-35-16,-4 0-27 16,2 0-139-16,0-2-189 0,-2 2-83 15,-2 0-177-15</inkml:trace>
  <inkml:trace contextRef="#ctx0" brushRef="#br0" timeOffset="140000.85">5104 7232 40 0,'0'0'56'0,"0"0"-11"0,0 0 47 0,0 0 38 16,0 0 558-16,0 0-386 15,0 0-256-15,0 0-46 0,0 0 0 16,0 0 36-16,-2-4-13 0,0 1-4 16,2 2-18-16,0-1 2 0,-5 2 0 15,5 0 32-15,0-1 14 0,0 1 36 16,-2-2 2-16,2 2 4 0,0 0 17 16,0-1-31-16,-2 1 1 0,2 0-13 15,0 0-20-15,0 0-19 16,0 0 0-16,0 0 20 0,0 0 22 15,0 0-1-15,0 0 14 0,0 0 10 16,0 0 12-16,0 0 3 0,0 0 0 0,0 0-13 16,0 0-19-16,0 0-17 15,0 0-15-15,0 0-7 0,0 0-18 16,0 0-17-16,0 0-48 0,0 0-32 16,0 0-48-16,0 0-29 0,0 0 31 15,0 0 49-15,0 0 50 0,0 0 27 16,0 0 0-16,0 0-78 0,0 0-229 15,0 0-137-15,0 0-354 0,0 0-174 0</inkml:trace>
  <inkml:trace contextRef="#ctx0" brushRef="#br0" timeOffset="141170.02">4920 7511 21 0,'0'0'169'0,"0"0"-55"16,0 0 356-16,0 0 178 0,0 0-248 15,0 0-163-15,0 0-82 0,0 0-35 16,0 0-39-16,0 0-33 0,2-2-25 16,-2 2-23-16,0-2-18 0,0 2-41 15,2 0-25-15,-2-2-32 0,4 1 116 16,2-4 16-16,0-2 26 0,1-3-3 16,1-2 22-16,0-2-2 0,2-4-4 15,1 0-17-15,-5-2 11 0,4 1 2 16,1-1 1-16,-5 3-10 15,0 1 3-15,0-1-10 0,1 3 14 16,-3 3 18-16,0 2 7 0,-2-1 3 16,0 4 6-16,0 1 13 0,-2 2 6 15,0 0-7-15,0 0-18 0,0 3-24 16,0 0-5-16,0 0-4 0,0 0-6 16,0 0-20-16,0 0-18 0,0 0-19 15,0 0-16-15,2 0-6 0,-2 0 3 16,0 0 10-16,0 0 2 0,0 0 10 15,0 0 16-15,0 0 0 0,0 0 13 16,0 0 3-16,0 0-13 0,0 0-3 16,0 0-1-16,0 0-24 0,0 0-1 15,0 0-5-15,0 0 0 0,2 0 31 16,0 0 0-16,0 0-2 0,2 3 2 16,5-1 0-16,-1 0 0 15,0 3 1-15,-2 2 11 0,11-1-12 16,-5 3 13-16,7 0-11 0,-5 3 0 15,7 0 2-15,-4 0-3 0,1 0 0 16,-1-1-1-16,3 0-3 0,-1-1-1 16,-2-2-8-16,1-1 8 0,-1-1-15 15,-3-3 16-15,1 2 0 0,-5-4 0 16,4 0-10-16,-1 1 10 0,-7-2 1 16,2 1-17-16,-1 1 3 0,-3-1 14 15,-2-1 0-15,0 1 2 0,-2 1 12 16,0-2 1-16,0 0 12 0,0 0 10 15,0 0 7-15,0 1-4 0,0-1 0 16,0 2-10-16,-2-2-28 0,0 3-2 16,0-2 2-16,-5 2 2 0,3 1-1 15,-4-2 1-15,0 2-2 0,-1-1-2 16,-3 2 1-16,2-1-11 16,-3 3-10-16,-3 1 6 0,3-1-10 15,-5 1 26-15,3 0-3 0,-3 1 3 16,3 1-12-16,-5-2 12 0,5 2 0 15,-4-3 10-15,5 1 9 0,-5 0-18 16,5 1 1-16,-5-2 1 0,7 0 10 16,-5-2-11-16,5 1 1 0,0-1 0 15,-3 0 19-15,5-1-9 0,-5 0-13 16,7-2 0-16,-2 1 3 0,1 0 19 16,-1 0-7-16,4-2-3 0,0 1-12 15,-3-1-1-15,1 1-2 0,2 0-13 16,2 0 3-16,-2 1 10 0,1-1-19 15,1-1 20-15,0 1-27 0,-2-1 28 16,2 1-11-16,2-2 9 0,0 1-1 16,0-1 1-16,2 0-13 15,-2 2 13-15,2-2-19 0,0 0 3 16,-2 0-16-16,2 0-25 0,0 0-30 0,0 0-44 16,0 0-29-16,0 0-20 15,0 0 25-15,0 0 87 0,0-2 68 16,2 1 2-16,-2-1 1 0,2-2 0 15,0-1 0-15,0-1-39 0,0-2-39 16,2-3-64-16,2 0-65 0,0-5-63 16,3-3-35-16,-3-1-21 0,2-1-2 15,5-2-60-15,-5 1-88 0</inkml:trace>
  <inkml:trace contextRef="#ctx0" brushRef="#br0" timeOffset="142082.13">5048 7338 60 0,'0'0'111'16,"0"0"-17"-16,0 0 571 0,0 0-238 0,0 0-216 16,0 0 4-16,0 0-11 15,0 0-32-15,0 0-36 0,0 0-29 16,4-2-30-16,-4 4-12 0,0 0 12 16,0 3-77-16,-2-1 0 0,-2 4-1 15,2 1 1-15,-4 2 20 0,4 1-20 16,-7 3-3-16,5 1-10 0,2 2-7 15,-4 0 17-15,2-2 0 0,0 0-8 16,-1-5 11-16,3-1 16 0,-4-2 0 16,6-6-12-16,0 1-4 0,0-3-20 15,0 0-93-15,0 0-26 0,2-3 49 16,4 0 69-16,-4-2 21 0,7-3 3 16,-5-3 23-16,2-1 0 0,0-1-13 15,3-3 0-15,1 1-11 16,-4-1 24-16,0 0 32 0,3 0 17 15,-3 2-1-15,-2 0 3 0,0-1 10 16,-2 4-9-16,0 3 8 0,0 2-9 16,-2 2-3-16,0 1-23 0,0 1-31 15,0 2-18-15,0 0 11 0,0 0-1 16,0 0-8-16,0 3-4 0,0 0-11 16,0 5-18-16,0 1-3 0,0 8-32 15,0 3 9-15,0 0 14 0,0 2 31 16,0-4 10-16,0-4 26 0,0-1-24 15,-2-3 0-15,2-3-2 0,0-4 0 16,0-1-16-16,0 0-32 0,0-2-36 16,0 0 7-16,2 0 16 0,0-4 19 15,0 0 41-15,7-3 1 0,-5-2 29 16,2-2 3-16,-2-3 7 16,0 0-4-16,2-1 0 0,1 2-12 15,-3-1 19-15,2 1-7 0,-2 0-6 0,-2 4 3 16,2 0-19-16,-4 2-11 15,2 1 11-15,-2 3-10 0,0 2 23 0,0 1 32 16,0 0 31-16,0 0-18 16,0 0-27-16,0 1-44 0,0 1-29 15,0 1-18-15,0 4-5 0,2 4-34 16,1 2-1-16,-1 5 36 0,4-1 25 16,-4-2 15-16,4-1 11 0,-4-3 0 15,2-4 0-15,-2-1-26 0,0-4-13 16,0 2 17-16,1-4 9 15,-1 2 11-15,0-2-2 0,2 0-18 16,-2 0 20-16,0 0 0 0,-2 0 2 0,4-5 16 16,0-1 6-16,0-3 7 15,0-3 26-15,-1-2-13 0,1-1-17 16,2 2-5-16,-4 1-4 0,0 0 6 16,-2 6 7-16,2 1 9 0,-2 3 7 15,0 0-3-15,2 2 3 0,-2 0-7 16,0 0-38-16,0 0-10 0,0 4-28 15,2 0-13-15,0 3 16 0,0 2 35 16,5 1 2-16,-5-1-2 0,2 3 0 16,2-4-13-16,-2 0 11 0,2-4-24 15,-2 1-15-15,1-2-56 0,-3 0-18 16,2-3-34-16,-2 2-90 0,0-2-55 16,2 0-102-16,-2 0-60 0,-2 0-49 15,0 0-88-15</inkml:trace>
  <inkml:trace contextRef="#ctx0" brushRef="#br0" timeOffset="142418.13">5151 7403 21 0,'0'0'159'0,"0"0"-41"0,0 0 1095 16,0 0-905-16,0 0-77 0,0 0 22 15,0 0-24-15,0 0-48 0,0 0-56 16,0 0-41-16,-22 1-30 0,22 1 4 16,0-1-16-16,0 2-23 0,0 3-16 15,6 4 29-15,0 6 35 0,0 5-9 16,2 4 2-16,-1 4-9 0,1 4-3 16,0-1-7-16,-2 4-6 0,-2-2 0 15,1-2-3-15,1 0-4 0,-2-4-15 16,0-4-10-16,0-1-2 0,0-7-1 15,0-1-3-15,-1-6-25 16,1-2-39-16,2-4-86 0,-2-2-38 0,2-1-27 16,0-1-29-16,-1-5-50 15,-1-4-141-15,-2 3-316 0</inkml:trace>
  <inkml:trace contextRef="#ctx0" brushRef="#br0" timeOffset="143451.97">4934 8257 376 0,'0'0'42'0,"0"0"1667"16,0 0-1434-16,0 0-159 0,0 0 52 15,0 0 28-15,0 0-67 0,0 0-36 16,0 0-26-16,0 0-39 16,-39-8-27-16,37 12-1 0,-2 4 0 0,2 3-1 15,-2 5-21-15,1 7-16 16,3 3-1-16,0 6 10 0,5 0 13 15,1 4 4-15,4-5 12 0,0-2 2 16,1-7-1-16,1-2-1 0,3-4-16 16,-1-5 3-16,5-5-3 0,1-3-26 15,1-3 17-15,2-3 21 0,0-6-28 16,-3-5 0-16,3-4-10 0,-6-3 42 16,3-4-1-16,-7 0-21 0,1-3-49 15,-8 0-6-15,-2 2-14 0,-4-2 7 16,0 3 26-16,-6 1 58 0,-4 2 16 15,-3 0 13-15,1 5 7 0,-7 1 16 16,5-1 22-16,-7 5-52 0,5 2 59 16,-3 1-36-16,1 2-45 0,1 2 0 15,0 4 0-15,5 1 29 0,4 0-29 16,2 4 0-16,-1 1-122 0,7 2-104 16,0 0-202-16,2 0-319 15,5 1-417-15</inkml:trace>
  <inkml:trace contextRef="#ctx0" brushRef="#br0" timeOffset="143862.55">5372 8014 418 0,'0'0'1815'16,"0"0"-1512"-16,0 0-248 0,0 0-29 15,0 0 32-15,-55 47-56 0,46-33 1 16,1 2 38-16,-2 3-28 0,6 3-13 16,2 3 0-16,-3 1 0 0,5 2 26 15,0 2 3-15,5-2 10 16,1-3-10-16,8 0-26 0,1-3-3 0,1-4 0 16,3-5-3-16,2-2-17 0,-3-5 1 15,7-4-39-15,-4-2 13 16,-3-4 13-16,7-5 32 0,-6-4 3 0,-3-5 13 15,1-1 0 1,-5-2 0-16,-4-1 29 0,1-2-3 0,-5 1 0 16,-4 3 3-16,-2 1 9 0,-7-1 7 15,-1 2 4-15,-2 1-18 0,-5 2-15 16,1-1-12-16,-3 2-1 0,-6 1 3 16,7 2 4-16,-5-1-7 0,-2 3-19 15,6 2-37-15,1 1-34 0,3 1-21 16,1 3-21-16,6 2-22 0,3 0-113 15,3 2-234-15,2 11-1051 0</inkml:trace>
  <inkml:trace contextRef="#ctx0" brushRef="#br0" timeOffset="144589.79">5831 8257 337 0,'0'0'49'0,"0"0"1326"16,0 0-1148-16,0 0-42 0,0 0 42 15,0 0 8-15,0 0-19 0,0 0 2 16,0 0-16-16,0 0-21 0,0 21-19 15,0-21-7-15,0 0 27 16,-2-2 25-16,0 1-38 0,-4-2-95 16,2-2-31-16,-2-3-12 0,-7-2-30 15,3-3-1-15,0-5-15 0,-3-7-7 16,-3-5-12-16,1-2 12 0,-3-5-2 16,3-1-29-16,1 0-6 0,-3 2 18 15,3 6 10-15,1 2 12 0,1 6 19 16,1 2 2-16,3 6 1 0,0 2-1 15,2 3 0-15,0 3-1 0,1 1 2 16,5 1 9-16,-4 2-12 0,4 1 0 16,0 0 1-16,0 1-1 0,0 0-3 15,0 0-19-15,0 0-2 0,0 0 5 16,0 0 6-16,0 0 11 0,0 0 2 16,0 0 3-16,0 0 19 0,0 0 3 15,0 0 0-15,0 0 6 0,0 0 10 16,0 0-4-16,0 0-15 0,0 0-22 15,0 0-18-15,0 0-19 16,0 0-10-16,0 0 4 0,0 0-1 16,0 0 3-16,0 0 8 0,0 0 33 15,4 0 13-15,7-2-9 0,-5 1-1 16,2 0 0-16,0 1-1 0,5 0 1 16,3 0 0-16,-1 0 13 0,-1 2-4 15,3 1 4-15,-3 0 0 0,1 0-14 16,1 0 0-16,-3 2 13 0,1-1-12 15,-1 2 10-15,-3 1-12 0,2 2 1 16,-1 4 1-16,-5 2 13 0,4 4-14 16,-1 3-2-16,-5 1-31 0,0 4-16 15,-2-2 9-15,-2 0 9 0,0 0-2 16,-4 0-1-16,-2 0-30 16,-3 0-23-16,-3-3-10 0,-1 0-56 15,-3-3-84-15,4-2-226 0,-1-5-622 16,-5-4-718-16</inkml:trace>
  <inkml:trace contextRef="#ctx0" brushRef="#br0" timeOffset="146645.74">1972 8126 1206 0,'0'0'146'0,"0"0"485"0,0 0-391 0,0 0-133 15,0 0-17-15,0 0-22 0,0 0-32 16,-19 17-36-16,19-17-23 16,0 0-93-16,0 0-20 0,2 0 39 15,5 0 97-15,-1 0 15 0,-2 0 14 16,2 0 6-16,3 1-12 0,5 2-10 16,-6-1-13-16,9 3 0 0,-5 2 0 15,5 2-48-15,-1 1 2 0,5-1-9 16,-7-1 6-16,5-4 4 0,-5 0 22 15,1-4 21-15,4-4 2 0,-7-4 13 16,4-3 20-16,-5-3 22 0,1-3 10 16,-1 1-33-16,-7-1-3 0,4-1-10 15,-2 3 1-15,0-1-7 0,-2 3 22 16,-1 1 1-16,-1 2-4 0,0 1-15 16,0 1-14-16,0 2 16 15,2 1-16-15,-2-1 23 0,2 3-24 0,2 0-2 16,3 1-3-16,-3 1-8 0,0 0 10 15,6 1 1-15,1-2 0 16,-1 2 0-16,3-2-1 0,-5-2 2 0,9 1 11 16,-7-2-9-16,9-2 20 15,-7-3 25-15,5 2 7 0,-1-3-3 16,5-3-4-16,-4 3-12 0,3-2-33 16,3 1 16-16,-8 0-19 0,4 4-1 15,-1 0 0-15,-5 1 0 0,1 3-1 16,-5 0 1-16,-1 2-2 0,-2 1 3 15,2 1 0-15,-3-1 1 0,-3 1 2 16,2 0 10-16,0 0 3 0,5-2 0 16,-3-1 0-16,2-2-3 0,7-1 3 15,-3-2 0-15,3-2 7 0,-1-2 6 16,5-1-13-16,-5-1 0 0,5 2-13 16,-2-1 19-16,-3 2-6 0,3 0-16 15,-3 1 0-15,5 3-1 0,-6 2 1 16,3-4 13-16,-3 4-13 0,5 1-2 15,-3-2 1-15,3 3 1 16,-3-1-2-16,4-1 2 0,-1 0 0 0,-3 0 1 16,6-2 1-16,-7-3 20 0,7-1-2 15,-2-1 2-15,-1-2-6 16,1-1 10-16,2-1-13 0,-5 2-1 16,5 0 1-16,-4 2-12 0,1 0 3 15,-1 1-4-15,-3 3 0 0,5-1 0 16,-2 3-3-16,-1-1 3 0,1 0 0 15,2 0-2-15,3 1 2 0,-3-4 0 16,0 3 0-16,4-3 1 0,-7 1 1 16,5 0 2-16,-7 0-1 0,1 2 19 15,-7 1 10-15,5 0-32 16,-7 1 0-16,0 2 3 0,1-1-2 0,-1 1-1 16,-2 3-1-16,-4-1 0 15,6-1-1-15,1-1 0 0,-3 3 1 16,0-1-12-16,-2-1 11 0,-4 1-14 15,4 0-13-15,-2 1-9 0,0 0-26 16,-2 0-61-16,0 0-91 0,0 0-146 16,0 2-296-16,-8 6-916 0</inkml:trace>
  <inkml:trace contextRef="#ctx0" brushRef="#br0" timeOffset="148276.15">2658 8158 131 0,'0'0'62'0,"0"0"-22"0,0 0-1 16,0 0 681-16,0 0-355 0,0 0-219 15,0 0-22-15,0 0-1 16,0 0 43-16,0 0-40 0,-24 33 7 16,24-33-55-16,0 0-59 0,0 0-19 15,0 0 26-15,0 0 20 0,0-2 31 16,0 1 20-16,0 1-13 0,0-2-3 15,0-2 15-15,2 0 46 0,-2-4 5 16,4-4-38-16,2-1-23 0,2-3-41 16,0-5-42-16,1 1 10 15,3-2-12-15,5 0-1 0,-5 0-1 0,7 0-1 16,-7 2 2-16,7 0 0 16,-7 3 0-16,3 1 1 0,-3 4-2 15,-4 2 1-15,3 4 0 0,-5 0 0 16,-2 3 2-16,-2 1-2 0,0 2 2 15,-2-2 11-15,0 2-1 0,0 0 17 16,0 0 0-16,0 0-7 0,0 0 3 16,0 0-2-16,0 0 2 0,0 0 4 15,0 0-1-15,0 0-3 0,0 0-21 16,0 0-4-16,0 0-16 0,0 0-13 16,0 0-6-16,0 0-3 0,0 0 0 15,0 0 0-15,0 0 19 0,4 2 19 16,2 2 16-16,3 1-4 0,-1 1-10 15,-2-2-1-15,2 4 1 0,3-1 13 16,-1 1-15-16,-2 0-1 0,3 0-1 16,3-1 0-16,-6 1 0 15,3-1-11-15,1-1 11 0,-6 0-1 0,1-1-13 16,-3-2 14-16,0 1 2 0,2-2 15 16,-6 0 4-16,0-1 3 15,0-1 10-15,0 2 6 0,0-2 0 0,0 0 0 16,0 0-3-16,0 0 0 15,0 0 9-15,0 0 10 0,0 1 15 16,0-1 26-16,-2 3-23 0,-4 0-57 16,0 1-13-16,-1 1 0 0,-1 1 23 15,-4 1-25-15,-1-1 0 0,3 1-3 16,-5 1-12-16,3-1 2 0,-7 2 11 16,5 1-14-16,-5 0 4 0,3-1-1 15,-5 1 12-15,3-1-1 0,-3 2 0 16,0-2 1-16,5 1 0 0,-5-2-15 15,7-1 16-15,-5 2 1 0,7-2-1 16,-5-1-15-16,7-1-17 0,3-2 1 16,-1 2 18-16,2-4 10 15,4 0-35-15,0 1-18 0,2-2-61 0,0 0-115 16,0 0-93-16,2-2-51 0,6 0 208 16,-2-3 32-16,1 0-123 15,-1-2-85-15,0-2-65 0,6-1 106 16,-3 0 58-16,-1-2 27 0,2 2 0 15,-1-2 175-15,-3 0 43 0,2 2 13 16,2-2 75-16,-1 1 118 0,-3 0 54 16,0 1-51-16,-2 1 3 0,4 0 15 15,-1 2-28-15,-5 2-34 0,0 2-45 16,-2 0 3-16,2 3 10 0,-2 0 26 16,0 0 2-16,0 0-22 15,0 0-24-15,0 0-22 0,0 2-19 0,0-1-16 16,0 1-17-16,0 0-9 15,0 1-9-15,0 4-23 0,-2-1-51 16,2 4 9-16,-2 0 40 0,0-1 1 0,-3-1 0 16,5 0-12-16,-2-1-6 15,2-2-23-15,0-2-35 0,0-1-90 16,2-2-81-16,7 0 80 0,-5-3 19 16,4-4 39-16,2-3 55 0,1-5 55 15,-5 0 13-15,4-3 9 0,3-1-20 16,-5 2 24-16,0 0-24 0,-2 3 23 15,3 5 1-15,-5 1 36 0,-2 5 22 16,0 2 16-16,-2 1 68 0,0 0 90 16,0 0 11-16,0 0-71 0,0 1-70 15,0 0-58-15,0 0-70 0,0 3-7 16,2-1-50-16,-2 4-13 0,2 4 19 16,2 1 29-16,-2-1 9 0,0-2 11 15,0-3-11-15,5-2-28 0,-5-3-33 16,2 1-25-16,0-2 25 0,-2 0 20 15,2-3 41-15,2-3 13 0,-1-1 6 16,1 0 20-16,0-1 0 16,-2-2 9-16,-2 4-16 0,0 0 13 15,-2 1 10-15,0 2 28 0,0 3 13 16,0-2 35-16,0 2 19 0,0 0-14 16,0 0-28-16,0 0-45 0,0 0-50 15,2 2-32-15,-2-1-44 0,0 1-76 16,4 2-102-16,1 0 94 0,-3 2 99 15,6 0-29-15,-4-1-77 0,0-1-65 16,0-2-78-16,-2 0-83 0,3-2-97 16,-3 0-211-16,-44-38 34 0</inkml:trace>
  <inkml:trace contextRef="#ctx0" brushRef="#br0" timeOffset="148796.7">2855 7985 138 0,'0'0'424'0,"0"0"621"0,0 0-775 16,0 0-66-16,0 0-9 16,0 0 21-16,0 0-25 0,0 0-14 15,0 0-26-15,0 0-58 0,-25-1-90 16,25 2-3-16,0 0-42 0,0-1-3 15,0 2 3-15,2 0 17 0,0 2 25 16,0 2 86-16,2 2 23 0,0 3-10 16,5 3 3-16,-5 2-6 0,2 1-11 15,-2 3-18-15,-2 1-16 16,4 1-20-16,-2 0-12 0,-1 2 6 0,3-2-2 16,-4-1-21-16,0-2 10 0,0-2-10 15,0-2-2-15,-2-2 0 0,0-2-2 16,2-3-1-16,-2 2-16 0,2-3-12 15,-2-1-48-15,2-2-39 16,-2 2 4-16,4-2-1 0,-2 2-3 0,1 0-48 16,-1-2-21-16,4 1-28 0,-2-1-37 15,2-1-102-15,-4-1-214 16,0-2-459-16</inkml:trace>
  <inkml:trace contextRef="#ctx0" brushRef="#br0" timeOffset="151145.42">2445 8731 57 0,'0'0'166'0,"0"0"-85"0,0 0 1348 16,0 0-1020-16,0 0-195 0,0 0-37 15,0 0 7-15,0 0-29 0,-8-6-14 16,8 6 6-16,-2 0 3 0,0 0-16 16,2-1-1-16,-2 1-6 0,0 0-20 15,-2 0-26-15,2 0-37 16,-2 0-22-16,-1 0-22 0,1 2-12 15,0 5-16-15,0 7-20 0,2 4-21 16,0 6-22-16,0 5 5 0,2 0 33 16,2-1 30-16,2-3 8 0,0-6 2 15,4-1-6-15,3-5-16 16,1-2 0-16,-2-1-3 0,9-1-13 16,-4-2-6-16,3-1 15 0,1-2 20 0,-1-2-23 15,3-2 19-15,-2 0 24 16,1-6 2-16,-5-2-1 0,1-3-11 15,-5 0 12-15,-1-1 20 0,0-1 15 16,-3-3 22-16,-3-1-18 0,-4-1 18 16,0-3 0-16,0 1-19 0,0-2-9 15,-4-1-10-15,-3 1-16 0,-1 0 16 16,2 2-18-16,-2 0 0 0,-1 3 12 16,-3 1 12-16,0 3-2 0,3 4 8 15,-7 1-15-15,3 3-3 0,-3-1-13 16,3 4-2-16,1 1-2 0,0 1-15 15,-1 0-60-15,5 1-3 0,-2 4-39 16,3 0-55-16,3 3-132 0,4 0-156 16,0-3-217-16,0 5-360 0</inkml:trace>
  <inkml:trace contextRef="#ctx0" brushRef="#br0" timeOffset="151682.3">2946 8704 320 0,'0'0'410'0,"0"0"-224"16,0 0 420-16,0 0-317 0,0 0-94 15,0 0-4-15,0 0 23 0,0 0-72 16,0 0 12-16,-54-32-22 0,48 29 10 16,-3 2 21-16,5-1 38 0,-2 2-23 15,2 0-35-15,0 0-55 0,0 1-44 16,-5 1-41-16,7 4-3 0,0 1-47 16,2 8-22-16,0 1-23 15,0 3-10-15,0 3 26 0,2 2 12 16,7-1 20-16,-3-2 15 0,0 0 27 15,-2-7-11-15,6-1 13 0,3-2-22 16,-5-3 3-16,7-1-10 0,1-3-22 16,-1-3 9-16,5-1 17 0,-1 0-1 15,-3-2 24-15,3-5-46 0,-4-4-13 16,3 0 26-16,-3-1 35 0,-7 0 25 16,2-2-2-16,-2 0 9 0,-1 2-3 15,-7 0 12-15,0-1 52 16,0 3 41-16,-2-2 0 0,-7 0-20 0,-1-1-47 15,2 1-36-15,-3-3-15 0,1 2-16 16,-6-2-2-16,5 2 0 0,-5 0-74 16,3 2-22-16,-5 1-20 15,5 4 35-15,1 1-6 0,-5 3-65 16,11 2-29-16,-4 0-210 0,2 5-174 16,1 5-539-16</inkml:trace>
  <inkml:trace contextRef="#ctx0" brushRef="#br0" timeOffset="158163.52">3338 8931 8 0,'0'0'251'16,"0"0"-219"-16,0 0-2 0,0 0 5 15,0 0-15-15,0 0 599 16,0 0-329-16,0 0-218 0,-6-5 12 15,6 5 72-15,0 0 49 0,-2 0-17 16,0 0-25-16,0 0-24 0,2 4-32 16,0-3-43-16,-2 0-25 0,2 3 6 15,0-3-21-15,0-1-24 0,0 1-23 16,0-1 23-16,0 0 10 0,0 0 42 16,0 0 9-16,0 0-6 0,0 0 6 15,0 0 16-15,0 0-19 0,0 0-7 16,0-1 0-16,0-1-9 0,0-2 0 15,0-3 31-15,-2-3-6 0,2-3-28 16,-4-1-11-16,2-7-15 16,-2-2-12-16,1-7-1 0,1-2-1 15,0-2 0-15,0-4 0 0,0 0 1 16,0 2-1-16,2 2-2 0,0 1 3 16,0 3 0-16,0 0 1 0,0 4 1 15,0 2 14-15,0 3-16 0,0 6 3 16,0 5-3-16,0 1 2 0,0 6 17 15,0 3 29-15,0 0 28 0,0 0 3 16,0 0-63-16,2 0-16 0,2 1-69 16,0 4-8-16,5 3 77 0,1 2 29 15,2 3 0-15,5 4-29 0,-3 1-74 16,3-1 17-16,-3 2 57 0,3 1 22 16,-3 2 7-16,3 0 6 0,-3 2-33 15,3 1 0-15,-2-2-2 0,-3 0 0 16,4-2-19-16,-3-2-13 0,3-1-25 15,-5-3-29-15,-1-2-29 0,2-2-77 16,-3-1 73-16,-5-5-16 16,2 0-114-16,-4-2-65 0,0-2-68 0,-2-1-25 15,0 0 0-15,-2 0-323 0</inkml:trace>
  <inkml:trace contextRef="#ctx0" brushRef="#br0" timeOffset="158449.77">3340 8762 1620 0,'0'0'419'0,"0"0"-192"15,0 0-108-15,0 0-119 0,0 0-31 16,0 0 31-16,0 0 75 0,0 0 15 15,0 0-25-15,0 0-4 0,5-3-6 16,1 2-7-16,-2 0-12 0,0 0-14 16,2-4-22-16,7 1 0 0,3-3-14 15,-1-2 13-15,3-3 1 16,5 0-74-16,-4-3-90 0,3-3-66 16,-7 5-224-16,6-1-647 0</inkml:trace>
  <inkml:trace contextRef="#ctx0" brushRef="#br0" timeOffset="162898.58">9792 1836 639 0,'0'0'189'16,"0"0"1257"-16,0 0-1246 0,0 0-155 15,0 0-16-15,0 0 1 16,0 0-30-16,-21 8-35 0,21-8 12 0,0 0-9 16,0 0-33-16,0 0-9 0,0 0 74 15,2 0 16-15,0 0 75 0,0 0-4 16,5 0 3-16,-1 0 10 16,0 0 10-16,2-2-4 0,1 0-33 15,3-3-9-15,0 2 0 0,1-2 3 16,3-3-12-16,3 2-4 0,0-2-19 15,1-1-13-15,3 1-7 0,2-4-9 16,0 3-2-16,6-1-1 0,-5-1 0 16,8-1-3-16,-1 1-8 0,2 3 11 15,4-4 0-15,-2 4-1 0,3-4 1 16,3 5 1-16,2-2 0 0,-1 0-1 16,12-1 0-16,2-1 0 0,10 0 0 15,10-1-1-15,5 3 1 0,0-2-2 16,-3 2 2-16,3-2 17 15,-5 0 119-15,7-1-66 0,2-1-59 0,0-4-11 16,6 4-16-16,4 1 14 16,2-1 2-16,3 1 0 0,1 4 0 15,2 0-4-15,-1-1 2 0,1 3 1 16,3 0 0-16,-1 2 0 0,9 1 1 16,2-1 0-16,8 0 0 0,-6-1-11 15,2 0 9-15,4-1 2 0,4 2-12 16,4 1 9-16,3-3 2 0,3 2 1 15,-3 0 13-15,5 0 13 0,-1 2-26 16,6 0-10-16,2 2-18 0,-3 0 15 16,1 0 0-16,-2 0-3 0,4 3 1 15,-1 2-8-15,1 1 13 0,-6 0 9 16,0-1 1-16,1 4 0 0,-1 0 0 16,4 1 0-16,-1 1-2 0,-5-1-2 15,-3 1 3-15,7 0 0 16,-2 2 1-16,-1-1-1 0,3 1-1 15,-4-2 2-15,-7 2-3 0,5-3 3 16,-3 2 0-16,-2 1 0 0,-6 0-2 16,-3 1-17-16,-14 0 3 0,5 1 14 15,-11 3 2-15,-3 1-1 0,-7 0-3 16,-6 0 4-16,-11 0-3 0,-3 4 2 16,-9-3-2-16,-13-3-10 0,-11 0 12 15,-11-6-2-15,-8-3 2 0,-5 2-2 16,9 2 1-16,0 2 1 0,2 0 1 15,4 1 0-15,-6-1 0 0,-4 1-2 16,1-3-11-16,-5-4-60 0,0 2-154 16,-3-3-156-16,-4-3-607 0,7-4-469 0</inkml:trace>
  <inkml:trace contextRef="#ctx0" brushRef="#br0" timeOffset="164669.85">18848 1341 702 0,'0'0'524'16,"0"0"-387"-16,0 0-10 0,0 0 104 15,0 0 26-15,0 0-5 0,0 0-25 16,0 0-17-16,0 0-17 0,-52 1-49 15,50-1-57-15,2 2-84 0,0-1-3 16,2 2-64-16,2 2 64 0,5 5 48 16,-1 3-13-16,9 5-13 0,-1 5-9 15,11 10 6-15,4 12 4 0,8 12-22 16,7 12-1-16,-7-7 0 0,-10-11-23 16,-10-16-2-16,-3-12 9 0,-1 1 15 15,5 10 1-15,-3 4 25 0,5 1 20 16,-5-2-19-16,-7-9-7 0,-6-7-3 15,-4-1 13-15,0-2 3 16,0-2-4-16,-4 3-9 0,-2-2-19 16,-6 1 0-16,6-1-32 0,-7-3 7 15,-1 3-3-15,1-2 28 0,-5-3 0 16,5 2 13-16,-3-3 22 0,-1-1 48 16,3-3-10-16,-1 0-10 0,3-2-9 15,-3 1-12-15,1 1-42 0,-3-1-2 16,5 1-14-16,0 0 14 0,-3 2-32 15,1 1 2-15,-1 1-35 0,1-3 23 16,-3 3 12-16,5-1 21 0,1-1 11 16,-1 0 19-16,2-3 20 0,6-2 8 15,-3-1 4-15,3-2-16 0,2-1 9 16,2 0-3-16,0 0-41 0,0 0-28 16,-4-3 1-16,4 1 27 0,-2-1 35 15,2-2-35-15,-2-4-28 0,-2 1 15 16,-2-4 13-16,1-3-1 0,-1-4 0 15,-2-3-18-15,2-2 17 16,0-7-17-16,-3-2 6 0,1-4 10 16,0-5-22-16,2 6 22 0,-1 2 3 15,5 0-4-15,-2 0 2 0,0-5-10 16,2-5-4-16,-2-2 13 0,4 2-17 16,0-1 5-16,4 1-1 0,-2 2-16 15,2 1-13-15,2 3 7 0,-4 4 13 16,3 1-10-16,-1 8 22 0,-2 4 12 15,0 4 1-15,-2 3 2 0,0 6 1 16,2 2-2-16,-2 3-1 16,4 0-16-16,-4 3-3 0,0 0-10 15,0 0-6-15,0 0-3 0,2 0 31 0,2 3 7 16,0 0 4-16,-2 0-2 16,3 2-2-16,1-1 0 0,-2 3 0 15,-2 2 0-15,4 2 2 0,0 3 17 16,-4 5 19-16,3 13 20 0,-3 17-4 15,-2 19-19-15,0 21-33 0,0 15-2 16,0-4-12-16,-2-7-1 0,-1-16-41 16,3-22-20-16,-2-16 20 0,2-10 54 15,0-9 0-15,0 2 2 0,0-2 0 16,2 0 1-16,1-8 0 0,1-5-3 16,0-4-35-16,0-3 6 0,-2 0 13 15,2-8 16-15,2-4 29 0,-2-8 3 16,3-5-13-16,-1-7-15 0,-2-3-3 15,2 0-1-15,-2-1-34 0,0-1 14 16,-1 3 18-16,-1 6-11 0,0-3 11 16,0 0-1-16,2-5 0 15,0-10 0-15,-2 1-1 0,4 0 4 0,-2 3 4 16,3-1 15-16,-3 4 3 16,0 4 4-16,0 8 3 0,-2 4 12 15,0 7-6-15,-2 5 0 0,0 5-35 16,0 5 0-16,0 1-54 0,2 7 3 15,2 13 51-15,0 14 102 0,3 20-44 16,-1 21-36-16,2 8-21 0,-4-4-1 16,5-16-2-16,-5-20 1 0,-2-18-2 15,0-6 3-15,2 1 2 0,0 1 1 16,0 1 10-16,-2-5-13 0,0-4-1 16,2-1-47-16,3-3-57 0,-3-1-30 15,0 0-12-15,0-6-14 0,2 2-32 16,-4-2-24-16,7-2 7 0,-3-3 51 15,0-7 155-15,0-6 4 0,0-8 30 16,5-4-1-16,-5-3 0 0,-2 3 3 16,-2-1 4-16,2-3 39 0,-2-3 31 15,0-5 14-15,-2 2 9 16,0 5 0-16,0 3 19 0,-2 7-29 16,0 4-26-16,-2 7-3 0,4 6-45 15,0 5-45-15,0 3-90 0,0 12 90 16,2 7 19-16,4 13 36 0,3 14-43 15,3 2-11-15,3 2 0 0,-3-10-1 16,-2-10-12-16,1-7 12 0,-1-4 0 16,-2-3-1-16,1-6-41 0,-3-3-54 15,2-4-84-15,0-2-123 0,-4-3-328 16,3-6-865-16</inkml:trace>
  <inkml:trace contextRef="#ctx0" brushRef="#br0" timeOffset="166806.05">21116 1394 1574 0,'0'0'1108'15,"0"0"-861"-15,0 0-173 0,0 0 86 16,0 0 95-16,-60 2-115 0,47 1-140 16,1 3 0-16,-3 0 0 0,3 4 13 15,0 2 57-15,-3 5-70 0,3 4-16 16,-3 9 16-16,-1 10 15 0,-1 17 14 16,1 18-5-16,1 17-24 0,7 9-13 15,4-7-3-15,4-10 4 0,8-26 12 16,0-19 0-16,3-11-12 15,1-6 9-15,3 2 2 0,7 0 1 0,3 1 0 16,4-7 0-16,4-5-1 16,2-6 1-16,2-3 2 0,3-4-2 15,-3-10-1-15,2-7-1 0,-4-5-11 16,0-7 10-16,-1-4-10 0,-8-5-31 16,-1-2-7-16,-8 2 20 0,-3 4 20 15,-8-7 11-15,3 4 19 0,-7-5 13 16,0-12 3-16,-4 10 9 0,-4-5 3 15,-5 0 33-15,-3 7-21 16,-3-6-27-16,-1 3-13 0,-1 3-19 0,-4 4 0 16,1 7-1-16,1 3-1 15,-2 6-33-15,5 5-9 0,-3 4-45 16,4 5-85-16,3 5-135 0,6 1-272 16,1 7-801-16</inkml:trace>
  <inkml:trace contextRef="#ctx0" brushRef="#br0" timeOffset="167284.52">21800 1352 1467 0,'0'0'1642'15,"0"0"-1425"-15,0 0-147 0,0 0 98 16,0 0 57-16,0 0-96 0,0 0-89 15,0 0-27-15,0 0-13 0,0 0-3 16,-52 19-22-16,42-2 25 0,-7 6 13 16,1 11 19-16,-7 15 11 15,2 20-4-15,-1 20-27 0,9 17-12 16,5 1-39-16,8-3 4 0,6-15-12 16,2-19-22-16,9-4 13 0,-1-19 56 15,-3-12 0-15,1-9 31 0,1-7-6 16,1 1-3-16,7 0 0 0,4-4-9 15,0-6-13-15,4-9 0 0,-2-3 0 16,2-13 1-16,2-7 15 0,0-6 2 16,0-8 4-16,-4-4-3 0,-2-5-3 15,0-9-13-15,-2-8 23 0,-11-14-7 16,-2 0 3-16,-7 0-4 0,-5 8 1 16,-7 3-3-16,-3 4 6 0,-2 3-21 15,-5 8 2-15,3 9 12 0,-3 12-2 16,3 10-13-16,-1 0 0 0,-6 0 2 15,-5 0 0-15,-5-1-2 16,-3 2-25-16,-3 7-25 0,4 5-19 16,-2 6-22-16,6 6-79 0,2 4-168 0,9-1-225 15,-3 12-815-15</inkml:trace>
  <inkml:trace contextRef="#ctx0" brushRef="#br0" timeOffset="168042.91">22525 2375 409 0,'0'0'671'0,"0"0"821"0,0 0-1228 16,0 0-49-16,0 0 219 15,0 0-77-15,0 0-162 0,0 0-138 16,0 0-55-16,0 0 29 0,-33 14 125 16,35-34 77-16,3-8-70 0,-1-14-62 15,0-15-48-15,2-16-20 0,0-10-17 16,2-3-13-16,-1 2 12 0,-1 3-13 16,2 1-1-16,-2-2 2 0,3 0 10 15,-1 0-1-15,2 6-12 0,1 6 0 16,-3 12-46-16,-2 16 12 0,2 12 16 15,-4 13 15-15,5 2-10 0,-7 5 12 16,2 2-1-16,2-4-13 0,0 3-7 16,7-2 1-16,-3 4 9 0,7 7 12 15,-1 2 21-15,9 19 4 0,0 14 15 16,10 23 12-16,4 24-25 0,2 20 7 16,-5 2-10-16,-3-6 10 15,-8-12-13-15,-7-17-21 0,-1-6-15 0,-7-11-15 16,0-11-28-16,-1-10-7 15,-3-3 4-15,2 1-22 0,0 3-22 16,3 0 0-16,-5-3-9 0,0-7-14 16,0-2-12-16,-2-6-27 0,-2-3-116 15,-2-6-149-15,0-2-159 0,-4-3-457 16,-8-4-549-16</inkml:trace>
  <inkml:trace contextRef="#ctx0" brushRef="#br0" timeOffset="168249.38">22602 1783 1821 0,'0'0'1867'0,"0"0"-1615"16,0 0-252-16,0 0 0 0,0 0 65 16,0 0 114-16,0 0 5 0,50-9-8 15,-28 6-74-15,5 1-65 0,4 0-14 16,4 2-23-16,0 0-111 0,3 4-171 15,-1 7-219-15,-10-3-728 0,8 12-1328 0</inkml:trace>
  <inkml:trace contextRef="#ctx0" brushRef="#br0" timeOffset="168799.99">21765 3137 879 0,'0'0'1742'15,"0"0"-1253"-15,0 0-352 0,0 0 73 0,0 0 107 16,0 0-129-16,0 0-122 0,0 0-36 16,0 0 23-16,0 0 118 15,16-2 46-15,9-2-35 0,6-1-16 16,2-4-7-16,6 2-52 15,3-3-40-15,5-1-42 0,-3-2-13 0,1-1-12 16,-1 1-13-16,-3 2-76 16,-6 2-67-16,-2-1-65 0,-6 4-115 15,-6 1 16-15,-5 1-683 0,-3 2-74 16,-9-4-552-16</inkml:trace>
  <inkml:trace contextRef="#ctx0" brushRef="#br0" timeOffset="168986.65">22009 2845 1703 0,'0'0'1312'16,"0"0"-964"-16,0 0-110 0,0 0-39 15,0 0-42-15,0 0-21 0,0 0-33 16,0 0-63-16,0 0 10 0,8 51 37 16,-2-7 0-16,2 17-28 0,-1 11-35 15,-3 1-24-15,-2-4-21 0,0-15-115 16,2-17-129-16,-2-9-163 15,0-12-375-15,-2 15-1499 0</inkml:trace>
  <inkml:trace contextRef="#ctx0" brushRef="#br0" timeOffset="169714.08">21093 4174 1714 0,'0'0'406'0,"0"0"-92"16,0 0-30-16,0 0 37 0,0 0-46 16,0 0-100-16,-48-53 3 0,42 48 1 15,0 2 10-15,-2 2-32 16,-1 1-33-16,1 4-25 0,-4 9-12 16,-1 8-52-16,-1 18-35 0,-1 23-21 15,3 19 21-15,2 10 0 0,8 2 3 16,2-5 9-16,4-10-10 0,4-7 10 15,4-7-10-15,3-14 14 0,-1-13 5 16,-1-13-2-16,1-4-19 0,7-1-25 16,8-2-18-16,2-3-12 0,6-9-4 15,2-5 15-15,5-15 7 0,-1-10 9 16,1-10-12-16,3-14-1 0,1-11-6 16,-7-11-15-16,-8 7-17 0,-14 12 23 15,-11 15 38-15,-8 6 18 0,-2-13 31 16,-8 0 16-16,-5-7-8 0,-6-1 23 15,1 8 19-15,-9-6 6 0,0 5-6 16,-4 2 3-16,-4 5-29 0,1 3-5 16,-1 8-4-16,-2 3-36 0,4 10-10 15,0 3-40-15,4 6 6 0,4 3-18 16,4 2-29-16,6 5-65 16,7 6-47-16,6 2-93 0,4 7-256 15,14-1-145-15,-1-4-400 0,12 6-407 16</inkml:trace>
  <inkml:trace contextRef="#ctx0" brushRef="#br0" timeOffset="170163.27">21794 4144 920 0,'0'0'1942'0,"0"0"-1657"16,0 0-122-16,0 0 94 0,0 0 28 15,0 0-97-15,0 0-40 0,0 0-46 16,0 0-55-16,0 0-47 0,-48 15-47 16,44 14-6-16,-4 15 40 0,6 16 13 15,-2 18 2-15,4 4-1 0,4-4-1 16,8-9-16-16,-4-20-15 16,5-11 31-16,-7-9 15 0,4-5 10 15,3 0 3-15,1 2-13 0,9-2-14 0,-5-6 2 16,7-5-3-16,2-6 0 15,2-6-19-15,-2-2-22 0,6-11 4 16,0-5-4-16,0-4-5 16,-2-7 13-16,-2 0 18 0,-2-4 0 0,-4-2 15 15,-7 0 25-15,-1-2 11 0,-7-3 1 16,-6 0 3-16,-2-1 29 0,-4-1 31 16,-11-2-14-16,-1-3-27 0,-5 1-19 15,-6-1-15-15,-2-1-22 16,-4 3 0-16,-6 2-3 0,4 3-2 15,-6 7-25-15,5 7-14 0,-1 7-18 0,4 9 4 16,0 8-10-16,4 4-29 16,4 12-82-16,5 4-104 0,1 4-170 15,11-4-266-15,0 9-753 0</inkml:trace>
  <inkml:trace contextRef="#ctx0" brushRef="#br0" timeOffset="171640.41">22703 4907 27 0,'0'0'59'16,"0"0"6"-16,0 0-45 0,0 0 355 15,0 0-66-15,0 0-192 0,0 0-97 16,0 0-20-16,0 0 0 0,0 0-1 15,4-10-22-15,-4 5-62 0,2 1-179 16,0 1-163-16</inkml:trace>
  <inkml:trace contextRef="#ctx0" brushRef="#br0" timeOffset="172699.24">22678 4870 283 0,'0'0'348'0,"0"0"1043"0,0 0-912 15,0 0-154-15,0 0 9 0,0 0-69 16,0 0-91-16,0 0-76 0,0 0-3 15,0 0-13-15,-18-64-13 0,12 35-19 16,4-3-22-16,-3-4-3 0,3-12-22 16,-2-8 14-16,0-14-16 0,-2-5-1 15,2 4 0-15,-5 5-2 0,1 9 0 16,0-2 0-16,0 2 2 16,-1 1 0-16,1 7 1 0,2 11 18 15,4 9 18-15,-2 4-6 0,0 1-9 16,4 2 40-16,-3 0 53 0,-1 5 0 15,2 8-32-15,2 4-15 0,0 2-21 16,0 3-32-16,0 0-15 0,0 0 0 16,0 0-15-16,0 0-10 0,0 0-3 15,0 0 3-15,2 0 24 0,2 0 1 16,-1 0 0-16,-1 0 0 0,4 2 1 16,0-2 3-16,2 2-1 0,3-1 15 15,-3 2-16-15,4-1 0 0,5 1 14 16,-1 1-4-16,5-1-11 0,4 4 14 15,-2-1-11-15,6 0 11 0,-3 2-13 16,5-1-1-16,0 2 11 0,2 0-10 16,-2 3 11-16,3 1-12 0,-5 0-1 15,-1 4 2-15,-5 0-1 16,-2 2 2-16,-3 5-1 0,-3 3 10 16,-5 4 7-16,-1 5 8 0,-1 5-27 15,-6 2 0-15,-2 0-1 0,0 5 0 0,-4-1 1 16,-5 2-15-16,-5-2-37 15,4 0-13-15,-11-2 0 0,2-3 10 16,-1-3-1-16,-5-3 13 0,0-5 5 16,0-4 7-16,-6-4-3 0,4-6-9 15,-2-3-16-15,3-4-4 0,1-2-18 16,2-5-64-16,0-1-104 0,3-2-138 16,3 0-210-16,3 0-374 0,-5 0-374 15</inkml:trace>
  <inkml:trace contextRef="#ctx0" brushRef="#br0" timeOffset="173373.2">21816 5675 2358 0,'0'0'548'0,"0"0"-282"15,0 0-174-15,0 0-44 0,0 0 111 16,0 0 53-16,0 0 0 16,64-22-23-16,-39 14-49 0,2-1-22 15,0 2-3-15,4 0-19 0,2-4-19 16,-2 6-16-16,4-3-21 0,-2 1-38 16,-2 1 14-16,0 2-16 0,-4 1-11 15,2 2-62-15,-6 1-51 0,-2 0-9 16,-3 2-31-16,-3 1-46 0,-3 1-76 15,-2 1-171-15,-5-2-239 0,-5 1-728 16</inkml:trace>
  <inkml:trace contextRef="#ctx0" brushRef="#br0" timeOffset="173619.45">22056 5264 1373 0,'0'0'1713'0,"0"0"-1327"0,0 0-145 16,0 0 4-16,0 0-68 0,0 0-96 15,0 0-56-15,0 0-10 0,0 83 16 16,11-28-6-16,1 15-3 0,0 6-7 16,-1-4-2-16,-5-14-10 0,-2-16-2 15,2-10-1-15,-2-6-71 16,-2 3-60-16,5 2-27 0,1-2-58 0,-2-4-94 15,4-4-211-15,-1-11-266 0,1-1-868 16</inkml:trace>
  <inkml:trace contextRef="#ctx0" brushRef="#br0" timeOffset="175253.5">22453 4923 47 0,'0'0'0'0,"0"0"231"16,0 0 747-16,0 0-734 0,0 0-192 16,0 0 0-16,0 0 71 0,0 0 20 15,0 0-26-15,0 0-10 0,15 28-6 16,-13-23-14-16,2 0-16 0,0 1-3 15,0 1-35-15,2 3 2 16,0-3-9-16,-1 0-23 0,-1 1 9 0,2-1-12 16,0 0 0-16,-2-1-13 0,4-1 10 15,-3-1-26-15,1-3-20 16,2 1-25-16,-2-2 9 0,3 0 30 16,-1-4-24-16,-2-4 59 0,4-3 4 15,-1 1 15-15,-5-2-3 0,2 0 0 16,0-2 7-16,0 1-7 0,-2 1 10 15,3-2-6-15,-3 3-19 0,2 1 1 16,-2 1-2-16,2 3 0 0,1 2-23 16,-1 2 21-16,-2 2-11 0,0 0 13 15,2 3 0-15,0 5 13 0,1 1 6 16,1 2-16-16,-2 0-1 0,2 0-2 16,1-1 2-16,1 0-1 0,-4-2 15 15,5-2-14-15,-3 2 14 16,2-4-14-16,0 0-2 0,1-2-2 0,-1-1-10 15,0-1-11-15,3 0-52 0,-1 0 4 16,-1-6 3-16,-1 1 20 0,0-2 31 16,-1 0 17-16,1 1 0 15,-4-1 13-15,2 1 0 0,-1-1 16 16,-1 0 1-16,4-1 2 0,-2 2-9 16,-1 0-22-16,1 2 2 0,0 1-1 15,0 1-2-15,-3 1 1 0,1 1 0 16,0 0-1-16,0 0 1 0,-2 1 3 15,-2 1 15-15,5 1 4 0,-7-2 3 16,2 2 19-16,2-1 0 0,-2-1-19 16,2 2-3-16,2-1-23 0,0 0 0 15,3 2 0-15,-3 0 0 0,0-1 0 16,2 1 1-16,3-2 0 0,-3 0 0 16,0-2 18-16,2 0 20 0,-1 0 0 15,-1 0-13-15,-2-1-23 0,-2-2 10 16,0 2-13-16,1-2-2 0,1 2-79 15,-4-3-129-15,4 2-170 0,-4-1-241 16,6 1-397-16</inkml:trace>
  <inkml:trace contextRef="#ctx0" brushRef="#br0" timeOffset="177159.21">25277 1614 30 0,'0'0'0'16,"0"0"79"-16,0 0 982 0,0 0-716 15,0 0-208-15,0 0 80 0,0 0 66 16,-23-9-37-16,19 6-66 0,2 2-25 16,0-1-33-16,-2-1-12 0,-1 1-43 15,1 0 35-15,2 1-12 0,-2-2 6 16,2 3 9-16,-2-1 25 0,0 1 9 15,0 0 0-15,0 0-4 0,-5 0-34 16,-1 4-26-16,2 3-38 0,-3 3-37 16,-1 8-10-16,0 10-9 0,-5 14 4 15,3 17 2-15,-1 12 11 0,13 10-1 16,2-3 0-16,2-17 2 0,10-17 1 16,-5-14 3-16,5-6 9 0,3 3-12 15,3 2-26-15,5 2-20 0,4-6-12 16,4-5 8-16,-2-6-19 0,2-5-7 15,2-7 13-15,2-3 35 0,-4-10 27 16,2-7 1-16,-2-5 19 16,-4-4 12-16,-4-5-2 0,3-2 5 15,-11-2 7-15,-1 1-3 0,-9 6 3 16,1-1 6-16,-6-1-16 0,0-5 5 16,0-5 4-16,-2 0-18 0,-2 0-20 15,-5 2 11-15,-3 1-12 0,-1 3 12 16,1 1-13-16,-4 5 0 0,1 2 2 15,-6 6-2-15,3 3-1 0,-1 1-21 16,-1 9-6-16,3 2-23 0,-2 3-74 16,7 3-86-16,0 3-100 0,1 5-303 15,7 1-698-15</inkml:trace>
  <inkml:trace contextRef="#ctx0" brushRef="#br0" timeOffset="177584.26">25876 1598 2908 0,'0'0'508'16,"0"0"-378"-16,0 0 88 0,0 0 9 16,0 0-155-16,0 0-72 0,0 0-70 15,0 0 4-15,-49 63 35 0,38-23 12 16,3 11 19-16,0 7 0 0,-1 5 31 15,5-4 29-15,4-8-1 0,4-7-1 16,7-2-12-16,-3-9-11 0,4-3-10 16,5-7-10-16,-5-5-12 0,7-3 10 15,0-7-13-15,1 1-1 0,-5-6 0 16,7-3-12-16,3-2 13 16,-6-8 2-16,2-4 14 0,-1-9 6 15,-3-2 12-15,-1-5 22 0,-5 2 37 16,-5 1 3-16,0-2-4 0,-4 0-8 15,-2-6-20-15,0-7-6 0,0-1-30 16,-8-2 3-16,2-1-16 0,-7-1-13 16,-3 2-2-16,3 3 0 0,-5 4 1 15,7 6-1-15,-7 7-10 0,7 6-42 16,-7 6-3-16,5 3-22 0,3 7-37 16,0 3-53-16,-1 0-54 0,7 6-200 15,0 3-345-15,2 0-626 0</inkml:trace>
  <inkml:trace contextRef="#ctx0" brushRef="#br0" timeOffset="177766.21">26308 1664 2285 0,'0'0'1626'0,"0"0"-1421"16,0 0-87-16,0 0 44 0,0 0-162 15,0 0-168-15,0 0-36 0,0 0-63 16,0 0-317-16,0 0-677 0,56 13-651 0</inkml:trace>
  <inkml:trace contextRef="#ctx0" brushRef="#br0" timeOffset="177924.21">26296 1988 3654 0,'0'0'647'0,"0"0"-514"0,0 0 89 16,0 0-222-16,0 0-95 0,0 0-29 16,0 0-106-16,0 0-304 0,56 26-728 15,-38-32-1114-15</inkml:trace>
  <inkml:trace contextRef="#ctx0" brushRef="#br0" timeOffset="178790.51">27081 1554 823 0,'0'0'74'0,"0"0"1290"16,0 0-1125-16,0 0-49 0,0 0 144 15,0 0-65-15,-14-3-132 0,14 2-54 16,0-1 18-16,-2 2 10 0,-4 0 5 15,4-3-19-15,-7 3-34 0,5 0 10 16,-2 0-17-16,-6 6-6 0,-3 3-9 16,1 4-16-16,-5 5-15 0,0 7-10 15,-3 3-31-15,1 5 29 16,2 6-14-16,-3 2 16 0,7 5 11 16,-3 9 4-16,11-3 4 0,3 1-3 15,4-8-4-15,6-5-12 0,7-4-1 16,7-1-2-16,7-5-28 0,0-2-35 15,0-5-5-15,4-4 17 0,2-6 13 16,2-6 12-16,5-2 4 0,-5-5 24 16,-2-5 1-16,2-5 19 0,-4-6 9 15,0-5 1-15,-6-2 0 0,-2-2 21 16,-5-5-16-16,-8 0 0 0,-1 1 1 16,-5 4-14-16,-2-3 14 0,-2-3 2 15,0-2 3-15,-6-7 4 0,0-3-19 16,-5-2 6-16,-1-1-13 0,-1 1-18 15,1 0-1-15,-5 2 0 16,5 6-14-16,-2 6-32 0,-1 5-27 16,1 8 12-16,-1 5-10 0,3 3-44 15,-3 10-82-15,7 0-159 0,-2 6-304 16,-7 13-756-16</inkml:trace>
  <inkml:trace contextRef="#ctx0" brushRef="#br0" timeOffset="179581.03">27472 1374 844 0,'0'0'642'15,"0"0"346"-15,0 0-772 0,0 0 77 16,0 0 100-16,0 0-89 0,0 0-160 16,0 0-144-16,0 0-63 0,0 0 63 15,-29 25 107-15,39 14 3 0,1 25-15 16,3 17-14-16,5 17-6 15,-5-3-41-15,3-11-34 0,-11-12-21 16,0-21 5-16,-2-14 0 0,-2-6 14 0,3-8 1 16,-3 4 0-16,0 0-14 15,2 2-10-15,-2-6-6 0,0-7-13 16,0-3-13-16,0-3-19 0,-2-6-8 16,0-1-11-16,0-3-12 0,0 0 59 15,0-2 48-15,0-7 42 0,-4-4-42 16,-2-6-73-16,-5-5 47 0,5-3 14 15,0-4-17-15,0 3 1 0,0 0 9 16,2 2-4-16,-3-2 4 0,5-5 3 16,0-4 13-16,-2 4 1 0,4 3 0 15,0 0 0-15,0 7-1 0,2 4-10 16,2 4 13-16,5 4 0 16,-1 4 32-16,0 3 9 0,2 4-19 15,9 0-9-15,-5 3-12 0,7 4 24 16,0 3-9-16,-5-1 0 0,5 4 6 15,-7 1 0-15,3 0 42 0,-7 3 27 16,-3 2 42-16,-1 2 1 0,-6 9-14 16,0-1-30-16,-4 2-27 0,-5-2-35 15,-1-4-16-15,-2-3 0 0,-1-3-12 16,1-3-13-16,-3-3-12 0,7-2-24 16,-2-5-82-16,-1 0-118 0,5-5-101 15,0 0-314-15,-4-3-704 0</inkml:trace>
  <inkml:trace contextRef="#ctx0" brushRef="#br0" timeOffset="180098.57">27759 1621 2842 0,'0'0'368'16,"0"0"-97"-16,0 0 95 0,0 0-366 16,0 0-110-16,0 0-1 0,0 0 86 15,0 0 25-15,0 0-1 0,0 0-13 16,69-13-77-16,-55 12-43 0,5-2-29 15,-7 0-109-15,0 2 47 0,-3 1 41 16,-9 0 184-16,0 4 29 16,0 4-29-16,-9 0 23 0,-1 3 80 15,0 2 58-15,2 1-39 0,-5 1-48 0,9 1-71 16,-2 4 39 0,6 0-10-16,0 8 19 0,0 3 9 0,4 7 1 15,2 11 16-15,2 3-1 0,1 4-9 16,-3-4 6-16,-4-7 9 0,2-1 22 15,-2-2 16-15,0-1-7 0,-2-2-18 16,0 0-8-16,-2-5-12 0,-6-3-25 16,0-2-16-16,-7-5 0 0,3-4-16 15,-3-4 7-15,-3-4-6 0,3-2 3 16,-3-4-19-16,1-3 14 16,0-3-17-16,1-1-15 0,1-7-69 0,5-7-87 15,-4-3-130-15,3-8-53 16,5-2-175-16,-2 4-576 0,-2-10-738 0</inkml:trace>
  <inkml:trace contextRef="#ctx0" brushRef="#br0" timeOffset="180507.7">28038 1946 3194 0,'0'0'644'15,"0"0"-531"-15,0 0 51 0,0 0-164 16,0 0-136-16,0 0 99 0,0 0 5 16,0 0 20-16,0 0 11 0,60 8 1 15,-41-16 1-15,0-1 0 0,-1-2 11 16,-3-2 13-16,-1 2 4 0,-6-3 8 16,-1 2 30-16,-7 0 24 15,0 0 8-15,0-2-15 0,-7 1 0 16,-1-1-28-16,-2 2-35 0,2 1-2 0,-3 1-10 15,-3 3-9-15,3 5-31 16,-1 2 13-16,-3 0-13 0,3 9-3 16,-7 7 6-16,5 3 28 0,-5 12 1 15,7 7 23-15,-7 1 7 0,11 6 7 16,8-7-1-16,0-6 3 0,2-4-12 16,6-3-16-16,5-4-12 0,-3-3-3 15,7-2 3-15,-1-3 0 0,3-4-2 16,-3 1-11-16,9-6-5 0,-2-2-19 15,2-2-99-15,4-5-63 0,0-7-84 16,4-2-232-16,-6 1-444 0,6-10-614 0</inkml:trace>
  <inkml:trace contextRef="#ctx0" brushRef="#br0" timeOffset="180844.32">28549 1827 3082 0,'0'0'724'0,"0"0"-415"0,0 0 132 16,0 0-127-16,0 0-168 0,0 0-51 16,-27-54-46-16,27 47-6 0,-4 1 11 15,0 1-20-15,-4 2-7 0,1 2-12 16,-1-1 28-16,-2 2-43 0,-5 6-15 16,1 5-31-16,-5 5-12 0,1 7 16 15,-3 7 23-15,-4 10 4 0,4 2 13 16,3-1 2-16,10-5 1 15,1-10 17-15,5-2-15 0,2-5 0 0,0 0-1 16,7-5 10-16,1 0-10 16,0-3 0-16,4-2-2 0,3-1 0 15,-1-2 0-15,5-4 0 0,0 0 3 16,1-2 12-16,3-2 0 0,2-5-6 16,2-4-9-16,-2-1-94 0,1-3-56 15,1 0-73-15,-4-2-163 0,-6 1-224 16,-1 4-506-16,1-4-3 0</inkml:trace>
  <inkml:trace contextRef="#ctx0" brushRef="#br0" timeOffset="181101.32">28493 1805 383 0,'0'0'3384'0,"0"0"-2752"0,0 0-617 0,0 0 23 15,0 0 144-15,0 0-28 0,0 0-29 16,62-3-21-16,-41 2-27 0,4-1-7 16,2 2-21-16,-1-3-28 15,7 3-18-15,-6 0-3 0,2-1-47 16,2 1-32-16,-6-1-113 0,4 1-88 16,-4 0-32-16,-11 0-58 0,5 0-65 15,-11 0-91-15,-4 0-145 0,-2 0 250 16,-8 0-654-16</inkml:trace>
  <inkml:trace contextRef="#ctx0" brushRef="#br0" timeOffset="181294.87">28636 1673 2747 0,'0'0'691'0,"0"0"-145"16,0 0-56-16,0 0-163 0,0 0-183 15,0 0-80-15,0 0-39 0,0 0-22 16,0 0 49-16,0 0 60 0,12 63 41 15,-6-30-74-15,1 9-40 0,1 10-18 16,2 1-21-16,-2 0-49 0,1-6-67 16,-3-8-51-16,4-2-68 0,-1-3-103 15,-1-8-226-15,-6-4-558 16,2-5-934-16</inkml:trace>
  <inkml:trace contextRef="#ctx0" brushRef="#br0" timeOffset="183213.02">29576 1449 902 0,'0'0'88'0,"0"0"1322"0,0 0-1110 16,0 0 66-16,0 0 42 0,0 0-154 15,0 0-100-15,-22-55-91 0,20 46-38 16,-3 3 6-16,3 3 23 0,-4 1 18 16,2 2-13-16,-8 16-59 0,-1 18-110 15,-7 31 34-15,-1 27 20 0,4 22 9 16,5-4 6-16,8-13 24 15,4-28 17-15,0-21 19 0,4-16 6 16,4-6 13-16,0-1 2 0,5 1-16 0,3-1-22 16,3-5 9-16,2-8-9 15,3-6-1-15,3-3-1 0,2-5 3 16,0-10 16-16,4-8 6 0,2-2-2 16,-1-12-10-16,-10 4 12 0,3 0-23 15,-8-3 13-15,-1-8-2 0,3-12 9 16,2-15 3-16,-11-10 6 0,-8-1 3 15,-4 3-6-15,-6 17 9 0,-2 14 13 16,-2 15 3-16,-1 11-22 0,1 0 12 16,-5-1 22-16,-1-1 18 0,-5 0 16 15,-6 0-47-15,5 5-36 0,-3 6-16 16,2 3-31-16,2 5-21 0,3 2-28 16,5 1-86-16,1 7-142 0,8 2-240 15,0 3-224-15,4-2-436 0,4 6-435 16</inkml:trace>
  <inkml:trace contextRef="#ctx0" brushRef="#br0" timeOffset="183634.15">29953 1602 882 0,'0'0'2461'0,"0"0"-2207"0,0 0-175 15,0 0 69-15,2 58-3 0,6-33-47 16,0 10-17-16,3 12-22 0,3 11-3 16,0 4 0-16,1-3-28 0,-1-4-15 15,-3-11-1-15,-7-5-9 16,4-7 16-16,-4-4-7 0,-2-12-10 16,-2-1 11-16,0-8-10 0,0-4 28 15,0-3 24-15,0 0 19 0,0-2 71 16,-4-4 12-16,-2-6-157 0,2-4-13 15,-2-1-43-15,-1-7-5 0,3-1 18 16,0 0-9-16,0 3 15 0,0-3 3 16,2 1 0-16,2-6 12 0,0-6-3 15,0 4 13-15,6 1 0 0,0 1 9 16,0 7 3-16,5 1 0 0,-5 5 0 16,8 3-16-16,-3 6 1 0,1 0-10 15,5 6 22-15,-5 2 0 0,9 0-19 16,-3 8-34-16,3-1-59 0,2 4-86 15,-7 0-167-15,5 1-160 0,-4 1-47 16,-3-1-164-16,-4-1-344 16,-1 3 350-16</inkml:trace>
  <inkml:trace contextRef="#ctx0" brushRef="#br0" timeOffset="183828.36">30298 1862 662 0,'0'0'1412'0,"0"0"-882"0,0 0-35 15,0 0-71-15,0 0-140 16,0 0-161-16,0 0-107 0,0 0-16 15,0 0 0-15,0 0 102 0,0 48-1 16,6-16-48-16,-2 6-34 0,2-4-7 16,-2-3-11-16,-1-3-1 0,-1-3-28 15,2-6-53-15,-2-4-20 0,0-3-37 16,-2-5-29-16,0-3-38 0,0-4-5 16,0-3-126-16,0-1-221 0,0-16-1048 0</inkml:trace>
  <inkml:trace contextRef="#ctx0" brushRef="#br0" timeOffset="184021.49">30269 1524 871 0,'0'0'2577'0,"0"0"-2028"0,0 0-314 16,0 0-61-16,0 0-99 0,0 0-75 15,0 0-31-15,0 0 31 0,0 0 24 16,0 0-8-16,52 30-16 0,-36-15-139 15,-1 4-122-15,1 0-123 0,-1-2-262 16,-5-2-360-16,4 7-532 0</inkml:trace>
  <inkml:trace contextRef="#ctx0" brushRef="#br0" timeOffset="184554.16">30494 1874 669 0,'0'0'408'0,"0"0"1242"0,0 0-1220 16,0 0-156-16,0 0-39 0,0 0-134 16,0 0-51-16,0 0 13 0,0 0 0 15,0 0-1-15,35 22-1 0,-20-20-5 16,3-2-12-16,1 0-7 16,2-2-12-16,-5-4 3 0,7-1 0 15,-7-1-9-15,1-1 3 0,-7 1-1 0,3-2 16 16,-5 0 13-16,-4 0 31 15,-2-2 30-15,-2 1-34 0,0-3-28 16,-4-3-22-16,-2 1-24 0,-4 2 18 16,1-3-21-16,-1 5-71 0,2 2-40 15,-5 4-9-15,1 5 30 0,-1 1 28 16,-1 11-18-16,0 6 27 0,-1 8 24 16,1 4 29-16,-3 4 46 0,5 6 32 15,-1 3 9-15,3-1-10 0,6-5-9 16,4-7-34-16,0-8-15 0,4-1-18 15,4-4-1-15,5 0-2 0,-1-5-20 16,2 1-6-16,1-4-6 0,4-1-21 16,-1-3-51-16,3-2-18 0,2-2-19 15,-1-3 44-15,3-6-206 0,-2-2-178 16,-3-4-121-16,-1 2-137 0,4-8-391 16</inkml:trace>
  <inkml:trace contextRef="#ctx0" brushRef="#br0" timeOffset="184955.29">30827 1805 1660 0,'0'0'477'16,"0"0"-59"-16,0 0 48 0,0 0-67 16,0 0-88-16,0 0-47 0,0 0-104 15,0 0-91-15,0 0-38 0,0 0-18 16,-17-2 18-16,17 18 52 0,0 3 26 16,2 12-54-16,-2 7-36 0,3 4-16 15,-3 1-3-15,2-5-20 0,-2-10-35 16,0-3-10-16,2-6 15 0,2-5 10 15,-2-3-3-15,2-5-7 0,-2-3-9 16,0-1-16-16,0-2 11 16,2-4 64-16,1-4 29 0,1-8 71 15,0-4-28-15,4-3-44 0,1-2-26 16,-5 0-2-16,6 0-28 0,-4-3-19 16,5-3-3-16,1-4 16 0,1 4 22 15,1 5 9-15,-3 4 3 0,-3 8 10 16,2 5 4-16,-3 7-13 0,-3 2 17 15,-2 0 13-15,-4 8 19 0,2 3 37 16,2 6 12-16,-2 3-15 0,-2 1-44 16,0 4-28-16,0 3-12 0,0-1-13 15,0-4-8-15,4-3-41 0,1-7-59 16,1-3-41-16,2-1-52 0,2-4-120 16,1-3-57-16,3-2-135 0,-1 0-94 15,-3-6-196-15,6-2-268 0</inkml:trace>
  <inkml:trace contextRef="#ctx0" brushRef="#br0" timeOffset="185312.93">31050 1739 1714 0,'0'0'1637'0,"0"0"-1335"0,0 0-103 16,0 0 65-16,0 0-124 0,0 0-140 15,0 0 2-15,0 0 79 0,0 0 15 16,0 0 15-16,29 5 25 0,-12-5-38 15,1 0-33-15,7 0-37 0,0 0-13 16,4 0-15-16,0 0-18 16,4-2-90-16,-2-1-40 0,2-1-49 15,-4 1-74-15,0 0-252 0,-6-3-223 16,-9 4-300-16,3-5-329 0</inkml:trace>
  <inkml:trace contextRef="#ctx0" brushRef="#br0" timeOffset="185502.14">31319 1626 99 0,'0'0'111'0,"0"0"935"0,0 0 90 16,0 0-671-16,0 0 91 0,0 0-98 16,-54 1-203-16,50 11-114 0,0 5-30 15,0 3-24-15,-2 7-10 0,4 5-9 16,-3 4-9-16,3 8-25 16,0 4-33-16,2-1-1 0,0-2-16 15,0-8-21-15,4-9-55 0,3-3-38 0,-1-3-31 16,4-5-17-16,0-2-84 15,3-7-165-15,-1-4-187 0,1-2-162 16,1-8-507-16</inkml:trace>
  <inkml:trace contextRef="#ctx0" brushRef="#br0" timeOffset="185909.32">31505 1894 1088 0,'0'0'1511'0,"0"0"-293"16,0 0-944-16,0 0-99 0,0 0 8 15,0 0-183-15,0 0-31 0,0 0 27 16,0 0-6-16,0 0 10 0,62-4 1 16,-45 1-1-16,1-6-37 15,1 0 12-15,-1-2 0 0,-3 1 4 0,-1-4 21 16,-3-1 3-16,-5 3 43 16,-2-4 22-16,-4-1 28 0,0 1-37 15,0-2-48-15,-2-1-10 0,-2 1 0 16,-2 2 3-16,-3 2 17 0,-1 3-21 15,-2 5 1-15,-1 2-1 0,-1 4 0 16,-3 8-58-16,-1 5 2 0,-3 8 34 16,0 4 22-16,1 5 11 0,-1 1 20 15,0 2 21-15,7-2 16 0,-1 1-7 16,5 0-24-16,4-3-18 0,4-4-18 16,2-6-1-16,4-6-19 0,2-2 18 15,2 1-11-15,3-3-16 0,1-2 1 16,5-2-4-16,-1-2-19 0,7-2-33 15,2-1 31-15,4 0 39 0,-1-5-92 16,6-2-144-16,-1-3-13 16,0 3-95-16,0-2-257 0,0 1-113 0,-10 3-297 15,6-3-74-15</inkml:trace>
  <inkml:trace contextRef="#ctx0" brushRef="#br0" timeOffset="186530.58">31947 1941 654 0,'0'0'1121'16,"0"0"444"-16,0 0-1081 0,0 0-98 15,0 0-38-15,0 0-127 0,0 0-122 16,0 0-81-16,0 0-18 0,0 0-1 16,19-64-2-16,-15 49 0 0,2-3 3 15,-2-1 0-15,-2 1 12 0,1-1-10 16,-1-2 0-16,-2 2-2 0,0-1 0 16,-7 5-40-16,1 0-27 0,-2 0-53 15,-2 8 18-15,-3 4 25 0,3 3-19 16,-5 8-40-16,-1 9 23 0,-1 5 29 15,-1 7 5-15,-1 2 13 16,1 2 6-16,-1 6 48 0,0 3 12 16,5-4 37-16,4-4 10 0,5-9 13 15,5-8-13-15,0-1-24 0,5-4-11 16,3-3-12-16,2-1-1 0,3-4 1 16,-1-2 1-16,7-2 24 0,-1-2 10 15,1-6 2-15,-1-2-3 0,1-4-2 16,-7-1 5-16,-1 1 6 0,1-1 19 15,-4-4 22-15,5-4-10 0,-1-6-34 16,1-3-27-16,1-2-13 0,3-11 0 16,1-9-3-16,5-11-22 0,-4 4-6 15,-3 11-3-15,-8 15 6 0,-1 7 10 16,-5-3-16-16,6-4 31 16,-2-2 3-16,-4 5 12 0,-2 6 19 15,0 7 34-15,0 3 31 0,0 6-10 0,0 5-9 16,0 2-37-16,0 3-40 0,0 0-26 15,0 0-23-15,0 3-13 16,0 1-9-16,-2 4 71 0,0 5 7 16,0 5 8-16,-4 7-3 0,2 2 10 15,-3 7 12-15,-1 5 0 0,2 3-4 16,0-2-5-16,0 4-7 0,3-2-18 16,1 1 0-16,2-1 11 0,0-1-11 15,5-2 27-15,1 3 13 0,2 4-40 16,0-1 0-16,1-4-15 0,-1-6-50 15,0-5 10-15,2-4 40 0,-1-3-53 16,1-2-92-16,0 0 29 0,1-5-43 16,-3-1-161-16,2-1-274 0,-4-5-412 15,1-1-618-15</inkml:trace>
  <inkml:trace contextRef="#ctx0" brushRef="#br0" timeOffset="187364.9">27412 3062 2772 0,'0'0'423'0,"0"0"-305"0,0 0-116 16,0 0 68-16,0 0 140 0,0 0 23 16,66-8-54-16,-35 2-62 15,13-1-61-15,-1-3-31 0,0-2-6 16,9-1-19-16,-11 1-1 0,11-1-36 16,-6-2-32-16,-5 1-13 0,-4 3-107 15,-6 3-146-15,-4 1-85 0,-8 2-37 16,-5 1-99-16,-8 2-172 0,-4 0 31 15,-2 2 65-15</inkml:trace>
  <inkml:trace contextRef="#ctx0" brushRef="#br0" timeOffset="187548.95">27883 2886 66 0,'0'0'760'0,"0"0"227"16,0 0-533-16,0 0-8 0,-51-15-6 0,51 15-17 16,0 0-230-16,0 8-193 15,8 9 3-15,11 18 91 0,3 21 60 16,5 15 16-16,6 10-33 0,-4-3-44 15,-6-20-38-15,-9-17-24 0,-3-11-28 16,-3 0-3-16,-2 4-3 0,0 1-12 16,-1 4-50-16,3-7-62 0,-6-8-79 15,2-4-65-15,-2-12-210 0,-2-3-531 16,0-11-532-16</inkml:trace>
  <inkml:trace contextRef="#ctx0" brushRef="#br0" timeOffset="187736.6">27933 3063 1786 0,'0'0'1598'0,"0"0"-1442"0,0 0-23 15,-58 58 18-15,44-27-110 16,-11 8-25-16,4 2 50 0,-4 4 28 16,1-1-9-16,1 0-50 0,0-3-21 15,2-4-14-15,7-4-19 0,-3-4-27 16,11-7-109-16,4-6-147 0,2-4-210 15,2-7-541-15,4-8-945 0</inkml:trace>
  <inkml:trace contextRef="#ctx0" brushRef="#br0" timeOffset="188045.77">28022 3179 2712 0,'0'0'995'15,"0"0"-913"-15,0 0-79 0,0 0 69 16,0 0-37-16,0 0-23 0,0 0 17 16,64-53 5-16,-41 39-12 15,8 3 3-15,2 2 20 0,6 0 5 16,-2 3-10-16,0 2 1 0,-1 2-1 16,-3 2-15-16,-6 0-3 0,-5 6-6 15,1 5-4-15,-6 0-9 0,-5 6 19 16,-2 4 3-16,-6 5 0 0,-4 2 9 15,0 4 6-15,-8 2-18 0,0-2-22 16,-9-2-32-16,3-5-30 0,-7-4-16 16,9-4 0-16,-7-7-25 0,9-2-85 15,-3-4-99-15,3-4-171 0,2 0-288 16,0-10-903-16</inkml:trace>
  <inkml:trace contextRef="#ctx0" brushRef="#br0" timeOffset="188284.28">28456 2769 66 0,'0'0'2564'0,"0"0"-2072"0,0 0-164 16,0 0 33-16,0 0-173 0,-8 57-109 15,8-23-7-15,0 8 0 0,0 8 0 16,0 0 2-16,0-3 3 0,4 0-18 15,0-7-57-15,2 1-2 0,0-5-49 16,5-5-47-16,-3-6-60 0,0-9-51 16,1-5-70-16,1-7-145 0,-2-4-222 15,-2-4-415-15,-2-16-301 0</inkml:trace>
  <inkml:trace contextRef="#ctx0" brushRef="#br0" timeOffset="188486.38">28522 2761 252 0,'0'0'1857'16,"0"0"-759"-16,0 0-897 0,0 0-11 15,0 0 18-15,0 77-66 0,4-44-67 16,-2 3-36-16,2 1-17 0,-1-3-7 16,-1 0-2-16,0-2-13 0,4-6-73 15,-2-2-122-15,2-8-105 0,-2-3-123 16,0-8-253-16,3-2-574 0</inkml:trace>
  <inkml:trace contextRef="#ctx0" brushRef="#br0" timeOffset="189262.16">28743 2876 1502 0,'0'0'1544'0,"0"0"-1158"0,0 0-221 16,0 0-163-16,0 0 49 0,0 0 47 15,0 0-17-15,58 15-24 0,-31-15-22 16,2 0-23-16,0 0-9 0,0 0-3 15,0-2-58-15,-6 1-141 0,-1-1-175 16,-9 2-197-16,-1 0-615 16</inkml:trace>
  <inkml:trace contextRef="#ctx0" brushRef="#br0" timeOffset="189461">28766 3014 2626 0,'0'0'485'0,"0"0"-357"15,0 0-126-15,0 0 154 0,0 0 15 16,0 0-28-16,60 5-30 0,-39-5-53 16,-1 0-60-16,7 0 0 0,-2 1-50 15,-2 2-117-15,-5 3-138 16,-1 0-181-16,-9 3-517 0,-8 9-798 0</inkml:trace>
  <inkml:trace contextRef="#ctx0" brushRef="#br0" timeOffset="189626.63">28774 3348 2406 0,'0'0'1233'0,"0"0"-1129"15,0 0-72-15,0 0 122 0,0 0 60 16,0 0-15-16,73-28-32 0,-46 11-74 16,-1-2-50-16,7-6-21 0,1 2-22 15,-1-2-108-15,-2 3-75 0,-2 2-38 16,-5-1-87-16,-7 3-224 0,-1-1 132 15,-5 4-845-15,-1-5 425 0</inkml:trace>
  <inkml:trace contextRef="#ctx0" brushRef="#br0" timeOffset="189819.03">29031 2633 246 0,'0'0'2265'0,"0"0"-1658"0,0 0-224 16,0 0-80-16,0 0 93 0,0 0-247 15,0 0-142-15,0 0 11 0,0 0-18 16,0 0 68-16,12 55-3 0,-2-17-3 16,1 7-9-16,1 3-26 0,-4 0-27 15,1 1 0-15,-1-2-92 0,4-4-60 16,-5-5-78-16,1-7-75 0,2-8-268 16,-4-7 6-16,1-10-601 0</inkml:trace>
  <inkml:trace contextRef="#ctx0" brushRef="#br0" timeOffset="190017.1">29190 2635 928 0,'0'0'1279'0,"0"0"-692"16,0 0-269-16,0 0 296 0,0 0-124 16,0 0-230-16,0 0-260 0,0 0-43 0,0 0 15 15,0 0 28-15,8 75 13 0,0-31-13 16,1 3-1-16,-1 1-40 15,0-1-145-15,2-2-135 0,3-2-214 16,-3-8-459-16,-2-8-63 0,1 0-217 0</inkml:trace>
  <inkml:trace contextRef="#ctx0" brushRef="#br0" timeOffset="190331.68">29262 3124 1646 0,'0'0'1321'0,"0"0"-1219"16,0 0-3-16,0 0 118 0,54-16-109 16,-38 9-79-16,5-2-29 0,-11 3-24 15,5 0-107-15,-9 2-79 0,-2 2-21 16,-4 2 35-16,0 0 196 0,-6 2 138 15,-2 5-115-15,-3 1-20 0,3 2 29 16,-6 1 55-16,3 3 22 0,5-1 9 16,-2 0-32-16,6 4-29 0,-2-6-22 15,2 3-35-15,2-5-10 0,0 4-13 16,4-3-21-16,0-2-55 0,0 2-35 16,-2-3-107-16,-2 1-239 0,0-3-494 15,-6 2-227-15</inkml:trace>
  <inkml:trace contextRef="#ctx0" brushRef="#br0" timeOffset="190524.6">29208 3301 200 0,'0'0'759'0,"0"0"1002"15,0 0-1401-15,0 0-267 0,0 0 25 16,0 0 31-16,0 0 80 0,0 0-31 16,0 0-57-16,50-13-5 0,-29 7-39 15,-3 1-44-15,9-2-50 0,-2-3-3 16,4 4-108-16,0 0-81 0,0 2-129 15,-4-2-200-15,-5 4-199 0,5-4-1666 0</inkml:trace>
  <inkml:trace contextRef="#ctx0" brushRef="#br0" timeOffset="190957.91">29628 2885 780 0,'0'0'2871'0,"0"0"-2461"16,0 0-102-16,0 0 78 0,0 0-196 16,0 0-190-16,0 0-40 0,0 0-55 15,0 0 52-15,0 0 43 0,-10 72 14 16,3-42-14-16,-1-1-61 0,-2-1-53 16,2-5-28-16,-1-1-1 0,1-6-12 15,2-4-81-15,2-5-98 0,2-5-99 16,2-2-42-16,0 0-149 0,0-9 10 15,2 0 402-15,2-3 212 0,-4 1 215 16,6-4 97-16,-4 2-26 16,0 0-37-16,4-2-48 0,-4 2-75 15,5 3 3-15,-3-1 38 0,2 0-7 16,6 2-22-16,-3-1-27 0,1 1 1 16,5 1 2-16,-1 0 6 0,7 1-16 15,-5 0 19-15,11 2-10 0,-2 3-15 16,4 2 73-16,-4 0-59 0,-3 0-78 15,1 2-32-15,-4 4 0 0,-5 4 11 16,-6-1 5-16,-3 4 22 0,-3 6 90 16,-2 5 70-16,-2 5-99 0,-5 0-64 15,-3 5-13-15,-4-4-24 0,-1-2-9 16,3 0-55-16,-1-5-53 0,3-3-61 16,2-2-60-16,-1-4-109 0,3-2-208 15,4-6-406-15,-4-4-437 0</inkml:trace>
  <inkml:trace contextRef="#ctx0" brushRef="#br0" timeOffset="191326.15">30178 2494 2105 0,'0'0'518'15,"0"0"-158"-15,0 0 90 0,0 0-95 16,0 0-104-16,0 0-138 0,0 0 15 16,0 0 5-16,0 0 7 0,0 0 8 15,-37-48-35-15,37 48-36 0,-2 5-37 16,2 5-40-16,0 14 3 0,-2 24-3 15,-1 25 46-15,-3 13-22 0,0 2-22 16,4-5 1 0,0-13-1-16,0-3-2 0,2-7-13 0,0-10-33 15,0-12-12-15,4-10-28 0,-2-5-34 16,4 5-31-16,0-3-41 0,1 2-72 16,3-6-137-16,-6-5-171 0,4-7-165 15,-1-7-544-15</inkml:trace>
  <inkml:trace contextRef="#ctx0" brushRef="#br0" timeOffset="191532.22">30103 2944 902 0,'0'0'2405'0,"0"0"-1983"0,0 0-284 15,0 0-53-15,0 0-47 0,0 0 38 16,0 0-1-16,0 0-22 0,62 27-38 15,-43-14 1-15,2-1-4 0,-5 2-12 16,9-1-9-16,-2 2-141 0,-5-4-114 16,7 0-138-16,-2-1-187 0,-4-1-452 15,1-5-236-15</inkml:trace>
  <inkml:trace contextRef="#ctx0" brushRef="#br0" timeOffset="192609.5">30554 2767 1654 0,'0'0'1705'0,"0"0"-1432"0,0 0-137 16,0 0-136-16,0 0-22 0,0 0 22 15,0 0 59-15,0 0 7 0,72 15-18 16,-45-14-33-16,4 0-15 0,2-1-15 16,-2 0-48-16,-4-1-107 0,0-4-138 15,-10 3-101-15,-1-4-210 16,-7 0-416-16,-5-1-173 0</inkml:trace>
  <inkml:trace contextRef="#ctx0" brushRef="#br0" timeOffset="192813.17">30684 2656 1940 0,'0'0'440'0,"0"0"-130"16,0 0 44-16,0 0 29 0,0 0-111 16,0 0-54-16,0 0-93 0,0 0-86 15,0 0 35-15,-41 96 45 0,49-29 33 16,1 5-41-16,-1-11-52 0,0-15-28 15,-2-13-16-15,-4-4-15 0,9 6-3 16,-3 3-86-16,0 5-66 0,-2-6-50 16,1-6-37-16,-3-2-165 15,-2-8-251-15,-2-8-504 0,-4-4-423 0</inkml:trace>
  <inkml:trace contextRef="#ctx0" brushRef="#br0" timeOffset="192999.37">30540 3025 1251 0,'0'0'1427'0,"0"0"-754"15,0 0-355-15,0 0-192 0,0 0-41 16,0 0 47-16,0 0 37 0,53-15-44 16,-28 7-54-16,4 1-43 0,6-4-28 15,2-3-31-15,9 1-118 0,-1-3-80 16,-3 1-92-16,3 0-220 0,-14 4-459 15,0-9-738-15</inkml:trace>
  <inkml:trace contextRef="#ctx0" brushRef="#br0" timeOffset="193744.99">30910 2613 464 0,'0'0'645'0,"0"0"-469"16,0 0 26-16,0 0 29 0,0 0-40 16,0 0-3-16,0 0-6 0,0 0 12 15,0 0-33-15,0 0 23 0,16-7 47 16,-16 5-49-16,0 2-92 0,0 0-14 16,0-1 45-16,0 1 31 0,0 0-4 15,0 0-16-15,0 0-12 0,0 0-14 16,2 0-22-16,-2 0-28 0,0 0-36 15,0 0-20-15,0 0-34 0,0 0-28 16,0 1-38-16,0 2-14 0,0 2 48 16,0 2 37-16,-4 1 29 15,-2 5 0-15,4 1 0 0,-2-2 0 0,0-1 13 16,-1-1 2 0,3-2-14-16,2-2-1 0,0 0-12 0,0-3-1 15,0 0 13-15,0 1 0 0,0-1 1 16,2 1 1-16,1-1 0 0,-1 3 10 15,0 0 7-15,0 1-3 0,0 1-13 16,0 0 0-16,0 0 16 0,4-1-16 16,0 1 9-16,-2-1-10 15,1 2 14-15,1-5-13 0,-2 4 20 16,4-4-10-16,0 0-12 0,-1 1 0 0,-1-3-1 16,-2 2-2-16,4-4-1 15,-2 2-13-15,-1-1 16 0,-3-1 0 16,0 1 3-16,-2-1 16 0,0 0-19 15,0 0-2-15,0 2-20 0,0 1-1 16,0 2 0-16,0 6 23 0,0 3 25 16,-4 9-23-16,-1 2 12 0,1 6-13 15,-4 2 2-15,6 3 0 0,-4 2-2 16,0-3 1-16,4-1 0 0,-1-3 11 16,1-3-1-16,2-6 7 0,0-2 9 15,2-3 12-15,1-2-5 0,1-4-14 16,2-4-19-16,-2 1-2 0,2-4 3 15,2-2-1-15,-1-1-1 0,3-1-1 16,-6 0 3-16,9-4 12 0,-7-5 10 16,4-1 16-16,-8-4 8 15,6-1-8-15,-3-2-1 0,-3-4-12 0,0 1-7 16,-2-4 1-16,0 3-19 16,-2-2-3-16,-3 3-28 0,1 3-43 15,-2-2 6-15,0 6 6 0,-2 3-9 16,-3 1-1-16,3 2-43 0,-4 1-103 15,1 0-119-15,1 3-193 0,2 1-479 16,-5 2-574-16</inkml:trace>
  <inkml:trace contextRef="#ctx0" brushRef="#br0" timeOffset="193916.1">30908 3062 1183 0,'0'0'1458'0,"0"0"-829"0,0 0-457 16,0 0-141-16,0 0 77 0,0 0-13 15,0 0-19-15,0 0-23 0,55 26-27 16,-38-23-11-16,4-2-15 0,-1 1-11 16,5-2-147-16,-2 0-175 0,-9-2-182 15,9-4-653-15</inkml:trace>
  <inkml:trace contextRef="#ctx0" brushRef="#br0" timeOffset="194400.32">31443 2552 11 0,'0'0'1556'16,"0"0"-871"-16,0 0-223 0,0 0-93 15,0 0 8-15,0 0-105 0,0 0-71 16,0 0-31-16,0 0-36 0,0 0-34 16,-31-45-26-16,27 45-9 0,0 0-65 15,-5 0-27-15,-5 6-42 0,2 7-64 16,-9 5 2-16,4 5 2 0,-3 2 28 15,-1 2 32-15,7-4 69 0,1-1 0 16,3-4 12-16,4-2 7 0,4-1 16 16,-1-3 25-16,1 2-1 0,2-1 11 15,0 4-4-15,2 2-4 0,3 3-6 16,-3 6-22-16,6 3-3 0,0 5 0 16,-2 5-12-16,3 1 0 0,-1 2 2 15,0 0-18-15,0-1 13 16,1-4-14-16,-7 1-2 0,6-6-9 15,-4-3-22-15,0-5-19 0,-2-5-31 16,3-4-50-16,-3-6-35 0,2-3-77 16,0-3-172-16,-4-5-149 0,4 0-219 15,0-12-276-15</inkml:trace>
  <inkml:trace contextRef="#ctx0" brushRef="#br0" timeOffset="194791.52">31282 2888 697 0,'0'0'1959'16,"0"0"-1593"-16,0 0 17 0,0 0 16 16,0 0-56-16,0 0-138 0,16-53-77 15,-1 44-42-15,1 0-24 0,3 0-13 16,4-1-12-16,3 4-13 0,1-1-20 16,2 2-1-16,-2 3-2 0,4 1 10 15,-4 1-11-15,0 0-2 16,-2 1-1-16,-3 4 3 0,-5 1-1 0,0-1-12 15,-5 0 11-15,-4 1 2 16,-2 2 13-16,1-1 5 0,-3 3 10 16,0 2 39-16,-2 0 44 0,0 5-20 15,2 2-21-15,-2 4-33 0,2 1-13 16,0 2-23-16,1 1 2 0,-3 2-2 16,6-3-1-16,-2 3-15 0,-2-4-37 15,0-1-21-15,3-5-6 0,-3-1 5 16,0-4-18-16,0-3-24 0,0-2-17 15,0-5-6-15,-2-1-29 0,0-2-61 16,1-1-6-16,-1 0-104 16,-2-3-91-16,2-2 21 0,-2-5 105 15,0-4-159-15,-4-3-243 0,-3 5-60 16</inkml:trace>
  <inkml:trace contextRef="#ctx0" brushRef="#br0" timeOffset="195019.59">31679 3032 145 0,'0'0'1061'15,"0"0"-368"-15,0 0-75 0,-50-28-106 16,33 25-129-16,3 2-148 0,0 1-97 15,1 7-75-15,-1 5-63 0,-1 4-3 16,3 5-31-16,4 2 5 0,-1 0 7 16,7-1 22-16,0-4 1 0,2 1 18 15,4-3-3-15,2-3-15 0,3-4 1 16,1-1 0-16,-2-4-2 0,5 0-10 16,-5-4 10-16,0 0 56 0,1-2 39 15,-3-2 2-15,-2-3 51 0,-2-1 78 16,0-2-9-16,-2-4-70 0,0-3-58 15,0 3-55-15,-2-2-34 0,-2 0-150 16,-2 3-106-16,-1 0-39 0,1 2-101 16,0 4-637-16,-15 1-1111 0</inkml:trace>
  <inkml:trace contextRef="#ctx0" brushRef="#br0" timeOffset="197543.16">22406 2524 184 0,'0'0'42'0,"0"0"985"15,0 0-660-15,0 0-266 0,0 0-26 16,0 0 74-16,-5-9 10 0,5 9-20 16,0-1-12-16,0 1-14 0,0 0-10 15,0 0-16-15,0 0-23 0,0 0-31 16,0 0-33-16,2 1-39 0,3 3 39 15,-1-2 2-15,2 1 14 16,2 2 7-16,-2 2-22 0,1-1 10 16,1 2-11-16,0-1-1 0,2-3-3 15,-1 0 3-15,1 0-12 0,0-3 12 16,-1 0 1-16,1-1-9 0,-4 0 8 16,2 0 1-16,-1-1-3 0,-1 0 2 15,0-3-12-15,0 2-3 0,0-3-13 16,-1-1 10-16,1 0-10 0,4-2 13 15,-4-1-9-15,3 3 25 0,-1-2 0 16,-2 0 1-16,2 3 1 0,1-3 2 16,-5 2 9-16,0 1-10 0,0 1-1 15,0 2 14-15,-2-1-3 0,0 3 0 16,2 0 0-16,-1 0-10 0,5 0 0 16,-4 3 23-16,0-1-23 0,6 2-3 15,-1-1 0-15,1 1 0 0,0 0-2 16,1-2 0-16,-1 0-1 0,0-1 3 15,3 2-4-15,-3-3 1 16,2 0-16-16,-1 0 19 0,1-3-3 16,-1 0 1-16,-1-2-1 0,2 0-9 15,-1 1 9-15,1-4 3 0,2 3 0 16,-3-3 1-16,1 1 3 0,-1-1-2 16,-3 3-1-16,0-1 2 0,2 3-1 15,-5-1-1-15,-3 4 1 0,2-1-2 16,-4 1 0-16,2 0 0 0,-2 0 2 15,4 0 0-15,-2 0 11 0,2 1-13 16,2 1 3-16,-1 0 9 0,1-1-12 16,4 0-4-16,2 1-9 15,-1 0 11-15,1-2-11 0,1 0-12 16,-3 0 12-16,4 0-3 0,-1 0 3 16,-3 0 12-16,7-3-2 0,-7 1 3 15,-4 1 2-15,2 1 1 0,1 0 16 16,-7-2 13-16,0 2 39 0,2-2-19 15,-2 2-10-15,2 0-10 0,0 0-19 16,5 0-12-16,-1 2-1 0,-2 0 0 16,6 2-16-16,1-1-62 0,-3 2-41 15,3-3-42-15,1 1-43 0,-6-1-253 16,3-2-343-16</inkml:trace>
  <inkml:trace contextRef="#ctx0" brushRef="#br0" timeOffset="201067.85">21246 6446 123 0,'0'0'489'0,"0"0"169"0,0 0-281 15,0 0-78-15,0 0-4 0,0 0-10 16,0 0-2-16,0 0-29 0,0 0-34 15,-52-36-67-15,48 35-42 16,-2 1-44-16,0 0-39 0,-3 2-28 0,3 7-22 16,-4 6-3-16,0 9-4 15,-1 3 1-15,-1 10 25 0,-1 15 3 16,1 11 26-16,2 13-13 0,3 7 22 16,5-9-7-16,2-14-6 0,2-22 16 15,5-8 16-15,1-7 18 0,2 4 1 16,5 0-36-16,3 1-21 0,7-6-16 15,0-6-16-15,4-5 15 0,2-7 0 16,4-4-14-16,0 0 1 0,2-12 14 16,5-5 16-16,-3-8-13 0,-6-3 12 15,2-6-13-15,-4-3 0 0,-2 0-2 16,-10 1-19-16,-5-3 2 0,-3 4 17 16,-9 0 34-16,-2 1 7 0,-9-1 9 15,-1-1-2-15,-4 1-4 16,-3 1 18-16,-6-3 7 0,1 3 6 0,-3-2-1 15,-2 2-6-15,0 4-33 16,2 0-35-16,-4 5-18 0,4 4-16 0,1 6 3 16,1 4 3-16,-2 6-3 15,4 5-13-15,3 0-43 0,1 8-53 16,5 0-37-16,4 4-90 0,3 1-121 16,5 0-144-16,0-3-215 0,0-1-556 0</inkml:trace>
  <inkml:trace contextRef="#ctx0" brushRef="#br0" timeOffset="201693.82">22017 6517 57 0,'0'0'110'0,"0"0"559"15,0 0-70-15,0 0-131 0,-21-51-73 16,13 44-36-16,-2 0-66 0,1 2-40 15,-1-1-21-15,0 1-16 0,1 3-24 16,1-3-38-16,-4 2-37 0,1 1-5 16,3 1-34-16,-2 1-16 0,-1 1-28 15,1 6-34-15,0 6-20 0,2 8-8 16,-1 5-9-16,3 10 16 16,0 9 18-16,6 14 2 0,0 10-33 0,0-6 15 15,4-13-2-15,4-11-32 16,1-12 9-16,3 5 19 0,0 5 9 15,9 1 4-15,-4-6-1 0,7-5 9 16,1-6-8-16,-2-3 9 0,2-10-13 16,0-3 14-16,3-3-11 0,-3-2 10 15,2-7-16-15,0-6 4 0,0-5-4 16,-2-2 6-16,-5-5 13 0,1-1 2 16,-4-3 17-16,-5 2 25 0,-2-4 26 15,-6-1-17-15,-4-1-3 0,0-2-13 16,-8-1-5-16,0-2 2 0,-11 1 0 15,3-2-3-15,-5 1-10 0,0 0-21 16,-1-1 0-16,-3 5-2 0,2 2-17 16,-2 3-21-16,1 8 9 0,-1 5-10 15,0 5-31-15,4 8-28 16,-4 3-29-16,7 2-38 0,3 8-114 16,1 3-243-16,6-2-463 0,-1 4-563 0</inkml:trace>
  <inkml:trace contextRef="#ctx0" brushRef="#br0" timeOffset="202935.87">22840 7130 1063 0,'0'0'1111'0,"0"0"-836"16,0 0-113-16,0 0 12 0,0 0-4 15,0 0 3-15,0 0-13 0,0 0-17 16,0 0-19-16,0 0-61 15,-5-14 26-15,3 4 24 0,-2 1 28 16,0-2 5-16,-4-6-12 0,6-2-66 16,-4-5-37-16,1-10-3 0,1-11-17 15,-2-16-11-15,-2-18-1 0,0-6-2 16,-3-2-12-16,3 8-16 0,-4 9 6 16,-1 3 9-16,5 14-5 0,-2 11-8 15,1 10-2-15,3 6 13 0,-2-2 15 16,-2-1-10-16,-1 1 1 0,5 4 12 15,2 9 17-15,2 7 30 0,-4 2 9 16,6 2-25-16,0 4-3 0,0 0 0 16,0 0-9-16,0 0-19 0,0 0 0 15,0 0-13-15,0 0-2 0,0 0 12 16,0 3-1-16,0-3 4 0,0 0 16 16,0 0 15-16,0 0 9 15,0 0 1-15,0 0-17 0,0 0-21 16,0 0-3-16,0 0-12 0,0 0-3 15,0 0-4-15,0 0 7 0,0 0-1 16,0 0-2-16,0 0 15 0,0 0 1 16,0 0 2-16,0 0 12 0,0 0-13 15,0 0-1-15,0 0-1 0,6 0 0 16,-4-3 1-16,4 1-1 0,0 1 0 16,3-3-2-16,1 4 2 0,-2-1 1 15,7 1 0-15,-3 0 0 0,5 0 0 16,1 1 12-16,3 4 2 15,2 3-2-15,3 1 2 0,1-1-13 16,4 2 14-16,0 0 2 0,-4 1-5 16,4-3-10-16,-4 0 12 0,-2 0 7 15,0-1-10-15,-9-1 0 0,1-1 1 16,-7-2 2-16,0 2 4 0,-5-2 2 16,-3 2 25-16,-2 1 108 0,0 4 84 15,-7 4-91-15,-3 6-90 0,0 5-38 16,-9 3-16-16,3 3-2 0,-7 0-1 15,4 0 0-15,-1-2-13 0,-3-2-5 16,2-2-15-16,0-6-7 0,-1 1-18 16,1-7-12-16,2-3-12 0,1-3-7 15,3-3-24-15,-1-2-41 0,3-2-71 16,5 0-102-16,-2-3-202 0,6-1-266 16,-5-4-900-16</inkml:trace>
  <inkml:trace contextRef="#ctx0" brushRef="#br0" timeOffset="205063.29">22575 7101 30 0,'0'0'30'0,"0"0"55"16,0 0 602-16,0 0-146 0,0 0-216 16,0 0-136-16,0 0-92 0,0 0-39 15,0 0-9-15,0 0 22 0,6 0 75 16,-2 3-10-16,-2 2-42 0,5-1-52 16,-1 3-13-16,0 1-10 0,2-1 0 15,-2 0-17-15,1 0 0 16,1 1-1-16,-2 2 1 0,0 1-1 15,1-1-1-15,1 1-1 0,-2 0-19 16,0 1-5-16,0-4-1 0,-1 0 6 16,3-4 7-16,-6 1-3 0,0-5 14 15,2 0-1-15,-2 0-10 0,2-3 12 16,3-3-38-16,-1-3 38 0,2-3-12 16,-2-2 11-16,2 1-88 0,1 1-8 15,-1-3-15-15,-2 5 45 16,-2 1 3-16,3 1 33 0,-1 2 31 15,-4 2 1-15,4 0 1 0,-4 2 21 0,0-1 17 16,2 3-9-16,-2-1-11 16,2 1-16-16,1 0 10 0,1 0 0 15,-2 2-10-15,2 2 1 0,0 2 12 16,1-3 10-16,-1 2-25 0,0 1 15 16,2-4 4-16,-2 1 22 0,1-1 0 15,1-2-16-15,2 0-7 0,-2 0-3 16,1-4-16-16,3 1 2 0,1-3-2 15,-3-2-2-15,4 2-21 0,-3-2-51 16,3 3-23-16,1-1-13 0,-1 0-14 16,1 1 1-16,-5 1 84 0,2 2 3 15,-1 2 33-15,-5 0-29 0,0 0 32 16,-4 2 29-16,2 2 55 0,-4 1 134 16,0 4-27-16,0 1-42 0,-2-2-39 15,2 2-36-15,0-6-61 0,0 3-13 16,4-1-29-16,0-2 6 15,5 0 1-15,-3-2 2 0,2 2 7 0,3-2-9 16,-1 0-4-16,0 0-13 16,3-2 0-16,-3 0 7 0,2 0 0 15,-1-3-7-15,-1 0 0 0,-4-1-23 16,2 2-45-16,-1-2-101 0,-5 2-266 16,4-2-572-16</inkml:trace>
  <inkml:trace contextRef="#ctx0" brushRef="#br0" timeOffset="209340.99">20371 941 1695 0,'0'0'224'15,"0"0"-117"-15,0 0-87 0,0 0 35 16,0 0 3-16,0 0-25 0,-62-34-21 16,50 29 11-16,-4 2 6 15,1 3 30-15,-1 2 125 0,-1 7 45 0,3 4-123 16,-5 12-80-16,0 11-12 0,1 18-14 16,1 19-11-16,5 16 11 15,1 9 29-15,7 3 9 16,-4-13 10-16,4-15 1 0,4-20-5 0,-4-15-5 15,-2-9-10-15,1-7-26 0,1-1 16 16,-4 4-16-16,-2 3 26 0,-3 4-10 16,-7 6 0-16,-9 4-3 0,0-3 0 15,-4 0-14-15,0-4-2 0,4-4-2 16,-2-4 1-16,2-2-2 0,-2-2-10 16,0-3 13-16,4-5 12 0,0-4-9 15,0-4 0-15,6-2-3 0,1-1 1 16,1-4 24-16,3 0-3 0,5-4 35 15,-1-1-15-15,8 3-42 0,0-1 0 16,1 0-26-16,3 3-50 0,0-3-58 16,3 0-36-16,1 1 122 15,2 0 0-15,2-1 0 0,3 2 6 0,-3-1 10 16,6 2 12-16,-1 0 18 16,-3 0 2-16,2 0 4 0,-1 2-2 15,1-1 20-15,3 2-20 0,-3 0 14 16,2 1-12-16,-1-1 12 0,-1 2 0 15,1-2 0-15,-1 2 3 0,-2-1 4 16,1 2 2-16,-3-1 4 0,-2 0 13 16,7 4 3-16,-5-1 19 0,4 6-23 15,1 3 1-15,3 7-13 0,-3 6 6 16,5 12-6-16,-1 15-4 0,1 12 4 16,1 3 9-16,-7 1-3 15,-1-7-10-15,-3-5 4 0,-4 4 0 16,4 0 2-16,-1 1-5 0,-5 2-4 15,8-1-20-15,-4 2-2 0,-2 2-13 16,3 0-9-16,-3-1-6 0,-2 4 5 16,-2 1 11-16,0 0-27 0,4-2 27 15,0 4 12-15,0-1 12 0,0 2-10 16,0 1-1-16,5 0-1 0,-1-1-3 16,2-2-16-16,-1-4-6 0,1-2-23 15,-2-2-6-15,0 2 3 0,1-1 0 16,-3 1 9-16,-4 2-2 0,2 5 5 15,-4-1 17-15,0 4-7 0,0-3 26 16,0-4 3-16,4 0 112 0,2 3 9 16,1 6-19-16,-1 1-48 0,0 0-28 15,2 1-1-15,5-1-3 0,1 3 1 16,1 3 18-16,-3 0-41 0,-2 0-19 16,3 2-19-16,-1 1 9 15,1 1-9-15,1-1 38 0,-2 0 19 0,3-3 16 16,-1 1-19-16,1-5-16 15,-3 0-32-15,3-1 16 0,-3 0 16 16,-2-2 0-16,3-1 3 0,-3 0 17 16,3 0-8-16,1-4 7 0,1 2 10 15,-1-8 6-15,3-3-4 0,-1-6 11 16,3-2-17-16,-1-10-6 0,-3-11 3 16,-3-10 3-16,1-1-3 0,3 0-3 15,7 5-6-15,0-1-1 0,1-4 1 16,1-3-12-16,2-6-1 0,0-2-1 15,2-3-15-15,2-5-3 16,0-3 0-16,2-2 19 0,-4-3-3 0,0-1-22 16,2 0 3-16,-2-1 0 0,-4-2-16 15,1-1-10-15,-5 0-9 0,0 0-3 16,-3 0-10-16,-3-1-22 0,-3 0-23 16,1-1-32-16,-5 0-26 0,0-3-117 15,-2 1-189-15,1 1-337 0,-7 0-471 16</inkml:trace>
  <inkml:trace contextRef="#ctx0" brushRef="#br0" timeOffset="-4225.08">7260 8234 40 0,'0'0'219'0,"0"0"-37"15,0 0-68-15,0 0-49 0,0 0 7 16,0 0 10-16,0 0-7 0,-56 4-10 16,52-4-33-16,0 2 1 0,0-2-20 15,-1 0-10-15,5 0-2 0,-2 0 1 16,2 0 1-16,0 0-2 0,0 0-1 15,0 0-20-15,0 0 17 0,0 0 3 16,0-2 1-16,2 1 22 16,-2-1 3-16,5-1 10 0,-1 0 65 15,-2-2-20-15,2 0 10 0,-2-1 13 16,4-1-9-16,-4 0-43 0,6-1-20 16,-1-1 1-16,1 1-32 0,0-2-1 15,3 1 16-15,-1-2-3 16,0 0 13-16,3 0 3 0,1-1 1 0,1 1-8 15,1 0-9-15,-4-1 7 0,9 1-4 16,-4 2 10-16,3-2-24 0,1 0 27 16,0-1-3-16,-1 0-3 0,3-1 19 15,0 1-16-15,6-2 3 16,-4 0-6-16,4 0 10 0,-1-2 2 0,3-1 20 16,3 0-16-16,-1-2-6 15,4 2 12-15,-2-2-10 0,0 1-5 16,4 1-17-16,-1-4 12 0,-1 5-12 15,4-3 7-15,0-1-7 0,3 0 9 16,-1-3-6-16,3 2 4 0,-1-4-19 16,1 3 21-16,1-3-19 0,5-3 13 15,10-3-15-15,6-4 2 0,2-1-2 16,-12 5-1-16,-14 8 13 0,1 1-13 16,5-3 0-16,8-3 10 0,-2 2-8 15,-13 4 1-15,4 1-2 0,3-6 1 16,10 0-1-16,4-4 16 0,-4 0-15 15,-6 8 11-15,-2-4-10 0,1 4 16 16,-1-2-6-16,0-2 0 0,-3 1-13 16,3-1 0-16,-9 3 2 0,-3 4 0 15,5-5 2-15,7-3-2 0,6-3-1 16,8-6 13-16,-8 3-13 16,-3 6-1-16,-5-3 3 0,2 2-3 15,-1 1 0-15,1-1 0 0,-2 1 1 16,-5 0 2-16,-10 7-3 0,-4 2 2 15,0 3 2-15,4-6-2 0,5 0-2 16,5-5-13-16,3 3-3 0,-3 0 14 16,1 2 2-16,1-2 0 0,-1 0 1 15,3-2 1-15,-3 3-2 0,3-4 1 16,-1 1-1-16,0-2 0 0,9-3 15 16,-7 3-15-16,-2 2 0 0,1-2 1 15,-10 6-1-15,7-5 0 0,1 1 0 16,-3 0 2-16,1 1-2 0,1-1 3 15,-7 1-2-15,7 2 3 0,-9-1-2 16,8 2-1-16,-8-2-1 0,3 1 1 16,-1-2-2-16,-2-2 2 0,7 2 12 15,-7 0-13-15,2-2-19 16,0 2 19-16,1-2-2 0,3 1 1 0,-4 1 1 16,-1 0 3-16,3 0-3 15,-4 1-2-15,4 1-1 0,-3 0 2 16,-1 1 1-16,2-2-1 0,3 1 0 15,-5-2 1-15,4 3-3 0,-4 0 2 16,-2 0 1-16,3 2-3 0,-3 0 3 16,0 1 0-16,-2 0 2 0,2 0 27 15,0 0-13-15,0 1 0 0,1-1-13 16,-3 2 20-16,6-4-11 0,-2 1 5 16,-2 1-16-16,0 1-1 0,1-4 0 15,3 2-1-15,-2 1 1 0,0 0 2 16,-2-1-2-16,3 1-2 0,-1-1 0 15,0 0 1-15,-2 2 0 16,0-1 0-16,0 0-14 0,3 1 14 16,-3-1 1-16,2 0 0 0,0 1 0 15,2-1 0-15,-1 2-1 0,1-2-2 16,-2 0 1-16,4 1-1 0,-3-3 3 16,7 4 1-16,-6-3 1 0,7 1 8 15,-1-2-10-15,-3 2-2 0,3-1 2 16,3-2 1-16,-7 1-1 0,5 0 3 15,3 0-1-15,-5-1 0 0,3 1-2 16,-3 0 2-16,1-1 11 0,5 0 0 16,-9 1 0-16,2 3 12 0,1-3-21 15,-3 3-1-15,-4 2 22 0,3-2-23 16,-5 2 17-16,4 1-6 16,-2 0-13-16,0 1 0 0,-1 0-1 0,-3-1-1 15,2 0 1-15,-4 1-1 0,0 0-1 16,-2 0 1-16,-4 1 0 0,4 4 0 15,-5 0-11-15,3-2 12 0,-8 4-2 16,1 0-26-16,3 2 26 16,-4-1 2-16,1 2-10 0,-3 0 7 15,2-1 4-15,-5 2 0 0,3 0 3 16,-5 1 0-16,0 2-3 0,-1-1 0 16,-5 0 0-16,0-1 0 0,2 2 2 15,-6 0-2-15,3 0-2 0,-3 0-40 16,-2 0-10-16,2 0-9 0,-2 0-19 15,0 0-11-15,0 0-18 0,0 0-24 16,0 0-65-16,2 0-97 0,-2 0-173 16,2 0-112-16,0 0-171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29:40.753"/>
    </inkml:context>
    <inkml:brush xml:id="br0">
      <inkml:brushProperty name="width" value="0.05292" units="cm"/>
      <inkml:brushProperty name="height" value="0.05292" units="cm"/>
      <inkml:brushProperty name="color" value="#FF0000"/>
    </inkml:brush>
  </inkml:definitions>
  <inkml:trace contextRef="#ctx0" brushRef="#br0">12527 8150 70 0,'0'0'45'0,"0"0"-45"16,0 0 78-16,0 0-45 15,0 0 156-15,0 0 104 0,0 0-107 16,6 1-49-16,-6-1-36 0,0 0-16 15,2 0-33-15,-2 0-33 0,0 0-6 16,0 0 10-16,6 0-7 0,-4 0-4 16,2 0-11-16,-2 0-1 15,3 0 0-15,1-1 17 0,0 1 2 16,-2-1 4-16,6-1 10 0,-5 2 6 16,3-2-7-16,0 1 1 0,3 0 9 15,-5-1-6-15,4-1-1 0,2 1 1 0,-3 1 0 16,3 1 3-16,3-2 0 15,-3 1 3-15,0 1-6 0,7 0-7 16,2 0 33-16,-3 0 6 0,5 0-3 16,2 0-10-16,0 0 3 0,4 1 13 15,-1-1-6-15,4 0 0 0,3 0-14 16,0 0 17-16,4 0-19 0,2 0-20 16,3 0 9-16,5 0-18 0,13 0 2 15,9 0 4-15,3 0 3 0,-6 0-16 16,-6 0 3-16,-6 2-16 0,0-1 13 15,4 2 3-15,-2 1-16 0,0-2 0 16,2 2 18-16,2-2-17 0,2 1 24 16,2-1-25-16,0-1 1 0,2 0 28 15,-2-1-26-15,1 0 29 0,-1 0-16 16,0-2-13-16,0-3 23 0,-2 3-9 16,-2-3-17-16,-2 0 0 0,-2 1-1 15,-2-1 0-15,0 0 1 16,-11 0 0-16,-8 1 0 0,-8 1 0 0,-2 1-1 15,4-1 1-15,0 1 1 16,2-1-1-16,-4 1 0 0,-8 1 1 16,-3 0-1-16,-7 1 0 0,-5 0-1 15,0 0 2-15,-4 0-1 0,-2 0 29 16,0 0 6-16,0 0-3 0,-6 0-32 16,4 2-22-16,-4 1-42 0,-3 1-42 15,1 2-39-15,-4 2-32 0,1 0-108 16,3 0-198-16,-4 1-197 0,-1-1-442 0</inkml:trace>
  <inkml:trace contextRef="#ctx0" brushRef="#br0" timeOffset="1054.45">13676 10964 96 0,'0'0'68'0,"0"0"4"0,0 0 286 15,0 0-71-15,0 0-98 0,60-5-16 16,-52 5-1-16,5-1-12 0,3 1-24 16,-1-1-45-16,3 1-13 0,-1-1-3 15,6 1-14-15,3 0-5 0,-1-2-34 16,2-1 1-16,6 3-7 15,0-2 13-15,4 2 1 0,3 0 18 16,-1-2-9-16,11 0 9 0,12 0-9 16,8 0-10-16,11-2 4 0,-11 4-20 15,-4-3-11-15,-2 3 1 0,-2 0 9 16,2 0-11-16,0 3-1 0,2-1 2 16,1 2 21-16,-3-2-21 0,0 4 17 15,-2-1-17-15,2 1 1 0,-2-2 19 16,-2 0-9-16,2 2 6 0,2 0 23 15,-4-1-3-15,4-1 19 16,-4 1 3-16,4-2 4 0,-2 1-4 16,0 1-20-16,-2-1-18 0,0-1 3 15,-6 0-10-15,1 0-4 0,-3 0 1 16,-6-1 6-16,-11 0-17 0,-6 1-1 16,-5-2-1-16,5 0 0 0,4 1-1 15,3 2 1-15,-5-2 0 0,-5 3 0 16,-1 0-2-16,2 0-17 0,-10 1 17 15,3-1-33-15,-7 1-42 0,3-1-26 16,-5-1-32-16,-5 1-49 0,6-2-20 16,-8 1-32-16,-2-1-70 0,-2 0-38 15,0 0-151-15,0 1-102 0</inkml:trace>
  <inkml:trace contextRef="#ctx0" brushRef="#br0" timeOffset="2032.25">15615 13297 115 0,'0'0'88'0,"0"0"-45"16,0 0 498-16,0 0-284 0,0 0-71 16,0 0-53-16,0 0-22 0,0 0 45 15,0 0-52-15,0 0 0 0,35 10-13 16,-24-10 35-16,-3 0-9 0,8 0-20 16,-1-2 7-16,5-1-43 0,1-2-9 15,2-1-13-15,6 1 9 0,2-3 4 16,2 0 22-16,4-3 0 0,2 1-26 15,3 0-12-15,7-1-17 16,-1 1-17-16,10-3 1 0,6 1-3 0,10-1-4 16,5-1 2-16,-5 5 2 0,-8 0-13 15,-8 5 12-15,-2 1 1 0,2 3-3 16,-4 0-13-16,-3 0 13 16,3 6 3-16,-4-1 0 0,-3 0 4 0,-10-2 18 15,-6 1 7-15,0-2-13 16,5 1-15-16,3 0-1 0,6-2 1 15,1 2-1-15,-3-1 1 0,1-1-1 16,-3 2 1-16,0-2 0 0,1 1 0 16,-1-1 1-16,-2 2-2 0,3-2-5 15,-7 0 5-15,0 2 2 0,-2 0 1 16,-4-1-3-16,0 0-4 0,-6 0-18 16,-3 0-10-16,-3 1-17 0,-3-1-8 15,-3 2-27-15,-1-2 3 0,-2 2 10 16,-6-2 13-16,5 2-32 0,-5 0-11 15,0-1-22-15,-2 0-42 0,2 2-92 16,-2 0-42-16,0-1-264 0,-2 1-210 16</inkml:trace>
  <inkml:trace contextRef="#ctx0" brushRef="#br0" timeOffset="4442.87">16843 15727 102 0,'0'0'62'0,"0"0"-26"0,0 0-36 15,0 0 36-15,0 0 16 0,0 0 10 16,0 0 179-16,0 0-107 0,0 0 12 16,0 0 24-16,10-11-4 0,-10 11-20 15,0 0-25-15,0 0-37 16,0 0-50-16,0 0-34 0,0-1-37 15,4 0 37-15,-2-1 29 0,3 1 20 16,3-1-3-16,2-1-1 0,-2 1-9 16,3-3 9-16,3 2 11 0,-1-3-1 15,3 1-39-15,-1-1 7 0,1 1-23 16,3-1 1-16,1 0 1 0,1 0 1 16,2-1-1-16,2-1 2 15,-3 1-3-15,3 0 12 0,2 1-13 0,2 0 0 16,2 1-1-16,0-1 2 0,0 1-1 15,0 0 0-15,0 1 0 0,0 1 1 16,0 0 0-16,-2 0-2 0,0 1 1 16,2 2-2-16,0-2 2 0,0 2 0 15,2 0-4-15,0 0 4 0,0 0 13 16,2 2-9-16,-2-2 15 0,3 1-18 16,-1-1 2-16,-2 1 17 0,4-1-18 15,-4 0-2-15,4 0-13 16,-2 0 12-16,1 0 0 0,-1 0 1 15,0 0 13-15,0-1-10 0,0 0-3 16,-2 1-1-16,2 0-11 0,0-2 12 16,3 2 3-16,-5 0-2 0,2 0 19 15,0 0 9-15,4 0 17 0,-1 0-30 16,-3 0 19-16,2 0-9 0,-4 0-13 16,4 0-12-16,-4 0 25 0,-2 0-3 15,2 0 0-15,-4 0-20 0,-2 0 10 16,-2 0-11-16,2 0 21 0,-2 2-7 15,-1 0-13-15,-3 0 33 0,2 0-36 16,-3 0 0-16,1-2 0 0,0 0 0 16,-5 1-13-16,5-1 13 0,0 2 3 15,-3-2-1-15,1 1-1 16,0 1-1-16,-1-1 0 0,3 3 0 16,-1-2 1-16,3 2-1 0,-6-2-2 0,8 1 1 15,-3 0-1-15,-3 0 2 16,4-2 0-16,1 1-3 0,-3-1 3 15,0-1 15-15,2 2-15 0,-3-2 0 16,-3 0 11-16,1 0 2 0,-3 0-13 16,1 1-1-16,-1-1 1 0,-1 1 0 15,1-1-1-15,1 0 1 0,-1 0 1 16,3 0 19-16,-3 0 9 0,-1 0 10 16,3 1-7-16,-3-1-13 0,1 0 4 15,-1 0-20-15,-1 0 33 16,-3 0-36-16,4 0 24 0,-1 0-23 0,-1 0 11 15,1 1-12-15,-3 1 3 16,2-2-3-16,1 2 4 0,-5-1-3 16,2 0-1-16,-1 2 13 0,-3-2-12 15,0 1-1-15,-4-2-3 0,2 0 0 16,0 2-6-16,-4-2 9 0,0 1 2 16,0-1-2-16,0 1 0 0,0-1-3 15,0 0-23-15,0 0-7 0,0 2-5 16,0-2-14-16,0 2 23 0,0-1 0 15,0 0 26-15,0-1 3 0,0 0-1 16,0 0-28-16,0 0-39 0,-4 0-52 16,0 0-65-16,4 0-68 0,-4 0-40 15,-2 0-123-15,4-1-220 16,22-2 195-16</inkml:trace>
  <inkml:trace contextRef="#ctx0" brushRef="#br0" timeOffset="17101.05">1569 8568 180 0,'0'0'20'0,"0"0"55"0,0 0-20 0,0 0 953 15,0 0-721-15,0 0 34 0,0 0 26 16,-23 1-53-16,23-1-81 16,0 0-56-16,0 0-45 0,0 0-28 15,4 0-33-15,5-1 38 0,3-4 38 16,0-1-31-16,11-4-49 0,0-1-2 16,4-3-23-16,6-3 35 0,6-5-10 15,7-4-3-15,14-6-25 0,8-6-16 16,-4 4 10-16,-12 7-12 0,1 2 1 15,-18 8-2-15,3 1-1 0,5-3 1 16,-10 5 0-16,6-1 1 0,1-1 2 16,-9 4 6-16,-4 2-9 0,-11 2-91 15,-4 3-13-15,-1 2-4 0,-7 1-13 16,-4 1 4-16,0 1 72 0,0 0 26 16,-2 0-29-16,-4 0-240 0,-5 0-238 15,3 0-188-15,-8 4-430 0</inkml:trace>
  <inkml:trace contextRef="#ctx0" brushRef="#br0" timeOffset="17404.71">2214 8057 118 0,'0'0'167'0,"0"0"1049"0,0 0-622 16,0 0-247-16,0 0-147 0,0 0-52 15,0 0-42-15,0 0-69 0,0 0-35 16,0 0 8-16,18 19 74 0,-11 1 136 15,5 16 95-15,5 20-65 0,-5 22-99 16,5 5-34-16,-9-3-80 0,-2-8-3 16,-2-10-21-16,-2-1-1 15,4-11 4-15,-3-8-1 0,-3-11-15 16,2-6-9-16,2 4-25 0,-2 1-13 16,0 3-23-16,0-4-18 0,-2-5-6 15,0-6-35-15,0-6-4 0,0-4-16 16,0-4-32-16,0-4-40 0,0 0 3 15,0-6-49-15,0-5-112 0,0-7-130 16,0-6-38-16,0-6 29 0,0 7 94 16</inkml:trace>
  <inkml:trace contextRef="#ctx0" brushRef="#br0" timeOffset="17596.55">2301 8574 14 0,'0'0'267'0,"-19"-58"323"0,13 39-140 16,2-2 44-16,-5 2-33 0,3 6-45 15,-4 4-62-15,6 6-51 0,0 2-20 16,2 1-44-16,0 1-21 0,-3 10-106 15,-1 6-94-15,0 8-17 0,-2 9 1 16,2 9 10-16,-5 2 29 0,-1-1-29 16,4-1 3-16,-3-2-15 0,-1-1-16 15,-1-2-37-15,7-2-22 16,-6-4-32-16,6-5-27 0,-1-3-62 0,5-6-133 16,2-5-173-16,0-4-251 15,0-6-594-15</inkml:trace>
  <inkml:trace contextRef="#ctx0" brushRef="#br0" timeOffset="18166.34">2631 8375 1760 0,'0'0'389'16,"0"0"-81"-16,0 0-53 0,0 0 2 16,0 0-65-16,0 0-115 0,0 0-77 15,0 0-71-15,0 0 71 16,0 0 93-16,11-40-16 0,7 26-11 15,1-3-34-15,4 1 10 0,2-1-14 16,1 0 10-16,1 1-6 0,2 4 9 16,-2 4-41-16,0 3 34 0,-8 3-34 15,-1 2 0-15,-5 7 19 0,-3 1 34 16,-4 9 32-16,-4 5 110 0,-2 6 31 16,-4 7-117-16,-8 5-56 0,-1 2-22 15,5-1-10-15,-7 1-18 0,5-4 9 16,2-3-12-16,0-5-22 0,-1-2-31 15,7-5-12-15,0-3-41 0,2-5-46 16,0 0-34-16,0-5-136 0,4-1-201 16,-2-6-157-16,5-1-461 0</inkml:trace>
  <inkml:trace contextRef="#ctx0" brushRef="#br0" timeOffset="18515.14">3144 7997 1467 0,'0'0'770'0,"0"0"-257"16,0 0-83-16,0 0-67 0,0 0-183 16,0 0-180-16,0 0-132 0,0 0 132 15,-10 49 3-15,12-20 51 16,0 3-52-16,2 2 22 0,-4-1-24 0,2-2-48 16,-2-4-27-16,0-3-11 15,0-4-45-15,0-2-35 0,0-1-61 0,-2-6-98 16,0-2-212-16,0-4-233 15,2-5-474-15</inkml:trace>
  <inkml:trace contextRef="#ctx0" brushRef="#br0" timeOffset="18691.03">3289 7994 83 0,'0'0'2070'0,"0"0"-1392"0,0 0-90 15,0 0-198-15,0 0-126 0,0 0-114 16,0 0-150-16,0 0-76 0,0 0 76 15,2 62 24-15,-2-25-24 0,0 3-16 16,0 2 13-16,0-1-104 16,2-6-69-16,0 0-130 0,2-5-277 15,0-11-78-15,9-1-567 0</inkml:trace>
  <inkml:trace contextRef="#ctx0" brushRef="#br0" timeOffset="18926.39">3537 7943 340 0,'0'0'2718'0,"0"0"-2107"15,0 0-173-15,0 0-208 0,0 0-230 16,0 0-109-16,0 0 81 0,0 0 25 15,0 0 3-15,68-21-34 0,-39 14-1 16,0 1-106-16,-2 1-42 0,-2 3-88 16,-3 2-105-16,-1 0-199 15,-9 2-160-15,-1 11-531 0</inkml:trace>
  <inkml:trace contextRef="#ctx0" brushRef="#br0" timeOffset="19141.05">3543 8246 412 0,'0'0'2601'0,"0"0"-2158"0,0 0-395 15,0 0-29-15,0 0 158 0,0 0 63 16,54-35-11-16,-27 17-111 0,0-3-84 16,1-2-34-16,-3 2-49 0,0 3-82 15,-2 5-11-15,-7 5-59 0,3 7-45 16,-11 1-146-16,-2 11-177 0,-3 0-97 15,-3 18-539-15</inkml:trace>
  <inkml:trace contextRef="#ctx0" brushRef="#br0" timeOffset="19331.1">3533 8640 806 0,'0'0'1864'0,"0"0"-1143"0,0 0-487 16,0 0-158-16,0 0 13 0,0 0 83 15,0 0 17-15,56-48-67 0,-40 23-60 16,9-4-62-16,-2-2-28 0,-5-2-84 16,7-2-77-16,0 3-24 15,-5-1-34-15,3 0-109 0,4-1-106 16,-4 2-117-16,-5 6-47 0,11-13-420 0</inkml:trace>
  <inkml:trace contextRef="#ctx0" brushRef="#br0" timeOffset="19504.88">4006 7786 1153 0,'0'0'1596'0,"0"0"-1118"0,0 0-65 15,0 0-170-15,0 0-168 0,0 0-73 16,-16 55-1-16,13-35-1 0,1 1-24 16,0 0 3-16,-2 0-80 0,4-2-82 15,0-1-65-15,0 0-129 0,0-3-138 16,0-3-133-16,4-5-25 0,0-1-96 15</inkml:trace>
  <inkml:trace contextRef="#ctx0" brushRef="#br0" timeOffset="19678.78">4076 7843 631 0,'0'0'79'0,"0"0"1299"16,0 0-825-16,0 0-11 0,0 0-125 0,9-50-130 15,-9 50-116-15,0 0-75 16,0 1-96-16,0 9-123 0,0 5-11 15,0 9 131-15,0 5-76 0,0 5-114 16,0 2-89-16,2-3-128 0,0 0-176 16,0-8-384-16,-2 5-391 0</inkml:trace>
  <inkml:trace contextRef="#ctx0" brushRef="#br0" timeOffset="20024.25">3934 8294 373 0,'0'0'2664'0,"0"0"-2214"0,0 0-383 0,0 0-36 16,0 0 96-16,0 0-33 15,51-13-46-15,-34 4-14 0,6-2-15 16,-1 1-18-16,-3 1 15 0,2-1-16 15,-9 6-18-15,1 0-1 0,-3 4 7 16,-6 0-10-16,-2 0-13 0,-2 0 20 16,0 5 15-16,0 4 32 0,-2 4 37 15,-2 4-69-15,-2 2-6 0,-5-1-60 16,5 1-4-16,2-3 20 16,-2-3 28-16,2 2 20 0,-3-2-1 0,1-1 1 15,2-2 1-15,0 0-81 16,2-1-73-16,0-2-27 0,-2-1-38 15,2 0-44-15,0 0-94 0,-3 1-176 16,1-3-87-16,-2 1-119 0</inkml:trace>
  <inkml:trace contextRef="#ctx0" brushRef="#br0" timeOffset="20202.3">3961 8481 246 0,'0'0'1368'16,"0"0"-693"-16,0 0-98 0,0 0-52 16,0 0-123-16,0 0-134 0,0 0-125 15,0 0-52-15,0 0-26 0,0 0-16 16,-15 0 13-16,21 0 40 0,5-2 28 15,3-1-44-15,3 1-40 0,5-4-43 16,1 1-3-16,6-4 0 0,4-1-25 16,0-1-67-16,9 0-65 0,-1 1-63 15,0-3-35-15,3 3-174 16,-7 2-630-16,17-2-228 0</inkml:trace>
  <inkml:trace contextRef="#ctx0" brushRef="#br0" timeOffset="20717.79">4628 7997 2123 0,'0'0'788'16,"0"0"-261"-16,0 0-112 0,0 0-107 16,0 0-231-16,0 0-77 0,0 0-43 15,-43 74 27-15,30-39 16 0,1 0-28 16,2-1-76-16,-3-4-34 0,1-3-22 16,2-2-5-16,-5-3 7 15,7-4-18-15,0-4-6 0,-1-3 25 16,1-5 12-16,4-2-19 0,0-4 6 15,4 0 67-15,0-6 27 0,0-1-82 16,0-7 13-16,6 0 133 0,2-3 78 16,3-4 58-16,-1-1 29 15,4-3 35-15,1-1 19 0,1-3-4 0,1 2-61 16,2-2-7-16,-3 4-20 0,5 4-22 16,-3 3-10-16,5 3 9 0,-2 5-25 15,-1 3-23-15,5 2-5 0,-4 4 8 16,0 1 2-16,-1 4-21 0,-5 5 13 15,-1 7 3-15,-6 8 19 0,-3 12 28 16,-5 4 33-16,-5 4-41 0,-7 3-51 16,-2-6-23-16,-5 4-21 15,2-6-42-15,1-5-32 0,-1-5-3 0,9-4-22 16,0-6-50-16,0-4-46 16,5-3-110-16,3-5-234 0,0-4-468 15,11-3-389-15</inkml:trace>
  <inkml:trace contextRef="#ctx0" brushRef="#br0" timeOffset="21204.7">5004 7474 109 0,'0'0'2273'15,"0"0"-1648"-15,0 0-130 0,0 0-85 16,0 0-102-16,0 0-134 0,0 0-75 16,0 0-62-16,0 0-37 0,0 0-12 15,-10 58 12-15,8 4 83 0,-2 25-3 16,-4 7-28-16,-1 0-21 0,-1-11-12 15,4-16-17-15,4-4 1 16,-2-7 0-16,2-11-3 0,2-10-44 0,0-10-39 16,0-3-10-16,0-1-34 15,0 0-56-15,4 3-39 0,0-5-140 0,-2-6-153 16,2-4-150-16,2-3-129 16,-4-6-419-16</inkml:trace>
  <inkml:trace contextRef="#ctx0" brushRef="#br0" timeOffset="21381.73">4918 8133 118 0,'0'0'33'0,"0"0"1743"0,0 0-1038 16,0 0-94-16,0 0-147 0,-27-50-148 15,27 50-205-15,0 0-109 0,4 2-33 16,6 4 27-16,3 0-4 16,-1 1-25-16,11 3-19 0,4 0 4 15,-3-2-23-15,8-1-105 0,3-2-42 16,-2 0-70-16,6-5-247 0,-12 0-549 15,10 0-1015-15</inkml:trace>
  <inkml:trace contextRef="#ctx0" brushRef="#br0" timeOffset="22040.75">5302 7944 1164 0,'0'0'1446'0,"0"0"-1064"15,0 0-14-15,0 0-174 0,0 0-194 16,0 0 3-16,0 0-3 0,0 0 54 16,58-14-42-16,-27 3-11 0,2-1-1 15,0 1-12-15,2-3-45 16,-2 2-29-16,0 2-19 0,-4 1-6 0,-8 3-1 16,-4 3 9-16,-1-1 33 15,-10 4 22-15,1-2 6 0,-7 2 42 16,0-1 64-16,0-2 151 0,-5 2-156 15,-3-2-59-15,-2-1 0 0,-1 0 26 16,1 2-4-16,0 0 45 0,-1 0 80 16,5 2 5-16,-2 4-23 0,2 7 13 15,-5 10-76-15,5 17-1 0,-2 16 5 16,-2 15-1-16,8 8-35 16,0-9-12-16,2-16-19 0,0-14-3 0,4-10-1 15,-2-5-24-15,2 2-12 0,-2 3-38 16,0 0-23-16,0-3-31 15,-2-2-16-15,0-5-76 0,0-2-120 16,0-4-115-16,-2-3-155 0,0-5-395 16,-4-4-79-16</inkml:trace>
  <inkml:trace contextRef="#ctx0" brushRef="#br0" timeOffset="22223.23">5350 8191 1358 0,'0'0'1049'0,"0"0"-504"0,0 0-28 15,0 0-134-15,0 0-175 0,0 0-208 16,0 0-46-16,0 0 46 0,0 0 0 16,0 0-15-16,76-34 12 0,-39 24-44 15,3-2-63-15,1-1-22 0,4-5-49 16,-1 5-99-16,-1-4-136 0,-12 4-256 16,9-3-549-16</inkml:trace>
  <inkml:trace contextRef="#ctx0" brushRef="#br0" timeOffset="23056.94">5854 7853 2297 0,'0'0'991'0,"0"0"-867"16,0 0-76-16,0 0 66 0,0 0-57 15,60-10-55-15,-37-1-2 0,2-2-19 16,-3 1-29-16,3-2-114 0,-4 2-70 15,-5 1-12-15,-1 4 26 0,-5 1 53 16,-6 1 7-16,-2 2 107 0,0-2 51 16,-2-1 32-16,-4-1-32 0,-2 0-20 15,-8-1-32-15,3 0 52 0,-3 4 20 16,-3 3 67-16,1 1 84 0,-1 0 39 16,1 5 37-16,-1 8 12 15,3 7-36-15,-1 5-72 0,1 8-31 0,-3 6-13 16,7 1-6-16,2-1-12 15,-1-2-27-15,3-5-15 0,6-2-16 16,0-5 3-16,0-5-12 0,8 1-20 16,-1-4-1-16,1-3 1 0,0-2-2 15,4-2-2-15,1-1-32 0,-3-2 15 16,7-3 3-16,-3-2 1 0,3-2-41 16,-1 0-29-16,-3-4-13 0,1-2-9 15,-6-3-47-15,3 2-39 0,-3-2-7 16,-4 0-37-16,0 3-23 0,-4 0 12 15,0 1 31-15,0 0 49 0,0 2 55 16,-6 1 25-16,-2 1 88 16,-5 1 77-16,5 3 53 0,-2 3 18 15,-5 3 46-15,5 2 42 0,-2 4 24 16,1-1 37-16,5 0-24 0,0 4-77 16,0 1-51-16,2 3-38 0,-1 0-22 15,1 3-16-15,2-2-20 0,2 2 4 16,0-4-6-16,0 0-16 0,2 0-19 15,7-4 4-15,-1-1-13 0,0-1-3 16,-2-2-2-16,9-3-10 0,-3-1-4 16,3 0 1-16,-1-6-29 0,-1-1-21 15,3-2 18-15,-4 0-3 0,1-2 25 16,-1-4 25-16,-3-3 1 0,-7 1 24 16,4-2 13-16,-4-1 8 0,-2-3 7 15,0-1-9-15,-2-3 8 0,-4-1-5 16,1 1 3-16,-3 2-7 0,2-2-9 15,-8 5-3-15,3 1-7 0,-3 4-24 16,-3 3-9-16,-1 2-28 0,-3 3-28 16,0 5 13-16,3 3 14 15,1 2 10-15,5 1 10 0,-3-1 5 0,7 2 1 16,4-5 9-16,0 2-16 16,2-2-2-16,2-2-4 0,0 1 6 15,0 0 3-15,2 0 16 0,4-2 1 16,0 2 46-16,4-2 12 0,1 0 6 15,1 0-6-15,1-3-16 0,1-1-9 16,3 0-15-16,1-1-1 0,1-7-18 16,-1 0-45-16,3-3-122 0,-4-3-158 15,1 4-277-15,-3-5-715 0</inkml:trace>
  <inkml:trace contextRef="#ctx0" brushRef="#br0" timeOffset="23635.4">6526 7711 1543 0,'0'0'1251'15,"0"0"-783"-15,0 0-118 0,0 0-51 16,0 0-47-16,0 0-90 0,0 0-54 15,0 0-34-15,0 0-34 0,0 0-40 16,-35-7 0-16,18 7-40 0,-1 3-12 16,-5 4-29-16,-2 4-3 0,-6 3 31 15,2 4 22-15,0 0 13 0,2 1 16 16,3-2-2-16,-1 1 4 0,2-3 4 16,8-2-1-16,3-1 15 15,2-2-18-15,4 1-12 0,1-2-10 0,3 2-3 16,2 1 25-16,0 4 0 0,2 1 38 15,3 6 14-15,1 0 17 0,-2 7 2 16,4 3 1-16,-2 4-14 0,1 5-2 16,-1 0 9-16,-2 1-4 15,2 0-2-15,-2-3-32 0,0-4-27 16,-2-4 0-16,1-3-15 0,-1-5-16 16,2-2-39-16,-2-6-29 0,2-3-62 15,0-2-63-15,2-4-55 0,0-1-145 16,1-5-26-16,-1-1 13 0,-2-3-175 15,-2-3-359-15</inkml:trace>
  <inkml:trace contextRef="#ctx0" brushRef="#br0" timeOffset="24291.53">6220 8070 631 0,'0'0'1379'0,"0"0"-871"15,0 0-60-15,0 0-46 0,0 0-170 16,0 0-121-16,0 0-1 15,0 0-9-15,66-45-23 0,-35 39-31 16,2 0-21-16,6 1-4 0,3 1-3 16,-3 1 0-16,4 2-16 0,-1 1 18 0,-3 0-8 15,-2 0-10-15,-4 3-2 16,-6 1 0-16,-4 0 0 0,-2 0-1 16,-7 0-1-16,-1 3-1 0,-7-1-8 15,-2 1 10-15,-4 3 37 0,0 1 19 16,0 5-3-16,-4 3 12 15,0 4-12-15,-3 2-10 0,-1 4-3 0,4-2-9 16,0 0-9-16,2-2-1 0,-2 0-19 16,4-2-2-16,0-3-4 0,0-1 1 15,0-3-18-15,4-1-44 0,-2-3-50 16,0-2-49-16,0-1-44 0,0-2-87 16,-2-1-111-16,0-1-23 15,0-3 78-15,0 0 11 0,0-2 84 16,0 0 93-16,-2-1-142 0,-2-4-73 0,-4-2-29 15,1-2 68-15,-3-2 124 16,2-2 123-16,-3-1 80 0,-5-4 12 0,1-2 72 16,-5 0 36-16,-1 0 237 15,0 1 164-15,-1 1 135 0,-5 5-138 16,4 4-79-16,-2 4-137 0,0 5-21 16,3 6-59-16,1 8-95 0,-2 6-55 15,9 5-22-15,-7 3-10 0,11 3 1 16,0-1-10-16,5-4-7 0,1 0-10 15,4-5 1-15,0-2-2 0,9-6 14 16,-1-1 7-16,-2-2 4 0,2-4-1 16,7-2-3-16,-3-4 9 0,1 0 10 15,-1-6 13-15,0-2 11 0,-1-4 12 16,-1-1 7-16,0-2 3 0,-3-3-6 16,1 3-10-16,-2-6-9 0,-4 3-9 15,-2 0-10-15,0 0-9 0,0 0 3 16,-2 3-9-16,-6-1-16 15,-3 4-12-15,-3 0-17 0,-3 4-64 16,3 3-92-16,-7 1-69 0,5 2-120 16,-1 2-212-16,5 0-467 0,-5 0-732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30:35.282"/>
    </inkml:context>
    <inkml:brush xml:id="br0">
      <inkml:brushProperty name="width" value="0.05292" units="cm"/>
      <inkml:brushProperty name="height" value="0.05292" units="cm"/>
      <inkml:brushProperty name="color" value="#FF0000"/>
    </inkml:brush>
  </inkml:definitions>
  <inkml:trace contextRef="#ctx0" brushRef="#br0">8835 2673 11 0,'0'0'19'16,"0"0"66"-16,0 0-7 0,0 0 4 16,0 0-17-16,0 0 535 0,0 0-340 15,-6-3-172-15,6 2-75 0,0 1 26 16,-2 0 40-16,0-2-1 0,2 2-33 15,0-1-6-15,-3 1 49 16,3 0 42-16,0 0 10 0,-2-2 15 16,2 2-12-16,0 0-14 0,0 0-9 0,0 0-7 15,0 0-7-15,0 0-6 16,0 0-20-16,0 0-19 0,0 0-12 16,0 0-8-16,0 0 1 0,0 0 0 15,0 2-4-15,0-2-19 0,0 0-19 16,0 1-12-16,0 1-10 0,2-2 3 15,-2 1-4-15,3 2 1 0,-3 3 22 16,6 2 13-16,-2 3 3 0,2 3 3 16,0 1-16-16,0 6 16 0,3-5-17 15,-3 2-2-15,0-4-1 0,0 0 1 16,1-3 1-16,-3 0-1 0,4-1-1 16,-4-3 0-16,2 1 1 0,0 0 4 15,-1-2-2-15,-1 0-1 0,0-1-1 16,0-2 0-16,-2-2-1 15,-2-1-1-15,2 0-11 0,2 0 13 16,-4-2 2-16,4-3 30 0,1-1 22 0,-1-1 26 16,2-2-1-16,0-2-34 15,2-1-16-15,1-1-29 0,-1-1 1 16,2-1-2-16,-1-3 1 0,1 2-3 16,2-1 2-16,-3 1 0 0,1 1 1 15,0 1-16-15,1 0 16 0,-1 3 0 16,-2 3-3-16,0-1-19 0,1 6 9 15,-3 1 10-15,0 2 3 0,-2 0 33 16,2 3-20-16,1 3-10 0,-3 3 13 16,2 1-13-16,0 7 0 0,2-3 16 15,1 3-17-15,-5 0 0 0,4-1 0 16,-4-3-2-16,4 0-3 0,1-2 1 16,-5-2 1-16,2 0-2 15,0-3-13-15,0-2 16 0,1-1 0 16,3-2 3-16,-2-1-2 0,1 0 3 15,1 0 15-15,2-3-3 0,-1-2-13 16,-1-3-1-16,2-1-2 0,-1 1 2 16,-1-4-2-16,2 1-2 0,1 1-1 15,-1-2-16-15,-1 0 6 0,1 0-3 16,-2 3-3-16,-1 1 6 0,-1 2-3 16,0 2 0-16,-4 2 0 0,2 1 13 15,-1 1-13-15,-3 1-12 0,4 4 18 16,0-1 10-16,-2 3 3 0,2 2 10 15,1 1-11-15,-1 0-2 0,2-1-1 16,-2-1 0-16,0-2 0 0,1 0-1 16,-1 0 1-16,0-4-2 0,2 0 2 15,-1 0 1-15,1-2 31 0,0 0-15 16,0 0 3-16,1 0-16 16,1 0 12-16,-2-4-2 0,5 0-13 15,-5 0-1-15,4-2-21 0,1 0 6 16,-5-1 14-16,2-2-1 0,5 0-26 15,-5 0 7-15,0-1-4 0,3 1 1 16,-3 0 2-16,1 1 21 0,-3 2 0 16,-2 1-14-16,-2 4-3 0,0 1 3 15,-2 1 15-15,0 4 1 0,3 2 38 16,-3 3-12-16,2 3-10 0,0 0-13 16,2 1 16-16,-2 3-16 0,2-3 1 15,-1-2-2-15,3 0 20 0,-4-4-20 16,2 0 0-16,2-3 1 0,-3 0 20 15,3-1-23-15,-2-4 1 0,0 0 0 16,0 0 2-16,1 0 19 0,1 0-3 16,2-5-18-16,-4 1 0 0,5-2 2 15,-1 0 9-15,0-2-12 0,3 0-2 16,-1-3 0-16,-1 1 2 16,1-1-16-16,5 0 0 0,-9 0 14 15,6 2-1-15,-3 2-16 0,-3 2 6 16,2 3-6-16,-4 2-10 0,3 0 12 15,-3 6 15-15,0 3 4 0,0 5 27 16,0 1-7-16,3 1-3 0,-5 3-3 16,0-3-14-16,2-2 11 0,0-1-11 15,-1-1-1-15,3-7 15 16,-6 3 10-16,4-2-24 0,-2-4-1 0,2-1 2 16,1-1 13-16,1 0 3 15,-2-1 6-15,2-1 7 0,1-4 0 0,1 1-29 16,0-2 0-16,5-4 13 15,-1 0-14-15,5-4-1 0,-3-1 1 16,1-2-2-16,4 2 0 0,1 0 0 16,-3 1-16-16,0 7-6 0,-1 1 6 15,-1 3-12-15,-3 4 6 0,-1 2 18 16,-3 4-8-16,0 2-1 0,-2 3 13 16,-3-1 41-16,1 0-9 0,-2-1-10 15,0 0 0-15,-2-4 26 0,0 1 2 16,2-1-18-16,-4-2-8 0,9 0-24 15,-5 0-1-15,0-3 1 0,2 0 25 16,0 0 10-16,1 0 19 0,1-2 24 16,0 0-37-16,2-1-22 0,3-1-18 15,-5-1 2-15,2-1 0 0,3 0 0 16,-5 2-2-16,0 0-1 16,3 0-2-16,-3 3-10 0,0 1-7 15,-2 0 3-15,3 0-15 0,-1 0-10 0,-2 0-10 16,-2 0-2-16,2 1-26 15,-1 3-41-15,-1-2-77 0,-2 4-103 16,-2 0-118-16,6-2-235 0,-4 5-402 0</inkml:trace>
  <inkml:trace contextRef="#ctx0" brushRef="#br0" timeOffset="5656.28">6501 2992 43 0,'0'0'95'0,"0"0"-95"0,0 0 329 15,0 0 869-15,0 0-864 0,0 0-175 16,0 0 6-16,0 0 45 0,-12-4-26 16,12 4 6-16,-4-1-7 0,4-1-36 15,-3 2-10-15,3-1-23 0,-2 1-12 16,0 0-45-16,-2 0 37 0,0 3-43 15,0 2-51-15,-4 4-7 0,-1 3-18 16,1 6-19-16,0 5 6 0,0 5 13 16,-3 4 25-16,7 0 18 0,-2 0 4 15,4-1 13-15,0-4-7 0,2-4 0 16,0 2-24-16,4-7 5 16,4-3-9-16,-2 0-22 0,9-6 19 0,-5 1 0 15,7-2 3-15,-1-4 2 16,5-1 13-16,-2-3 20 0,1 0-10 15,3 0-23-15,-2-3 14 0,-3-6-13 16,-1 1 0-16,-1-3 19 0,-5-1-18 16,1-4 11-16,-2 0 7 0,-3-2 13 15,-3-3-4-15,0-1 7 0,-2-1-6 16,-2 0-7-16,0-3-23 0,-4 4 54 16,-2-3-18-16,-1 0-7 0,-1 2-9 15,-2 4 9-15,-1 0-6 16,1 1 3-16,-2 5-4 0,-1 1-22 0,1 1 2 15,-3 5-4-15,1 4 0 0,4 1-25 16,-3 1-25-16,5 1-37 0,-2 5-29 16,8 0-44-16,-1 3-80 0,3 2-272 15,3 2-111-15,5-2-406 0,8 2-431 16</inkml:trace>
  <inkml:trace contextRef="#ctx0" brushRef="#br0" timeOffset="6318.37">6790 3352 203 0,'0'0'1259'0,"0"0"-710"16,0 0-257-16,0 0-85 0,0 0-1 15,0 0-38-15,0 0-168 0,0 0 0 16,0 0 68-16,0 0 57 16,7-42-7-16,-5 24-22 0,2-1-13 0,0-6-20 15,0 0 14-15,-2-3-11 0,4-3-9 16,-1-1-9-16,1 0-7 16,-4 1-13-16,0 1-3 0,2 1 3 15,-2 7 1-15,-2-1 5 0,2 6 4 16,0 6 6-16,-2 0 6 0,2 6 14 15,-2 5-2-15,0 0-24 0,0 0-38 16,0 4-13-16,2 4-55 0,5 9 61 16,1 3 7-16,2 8 25 0,3 3-12 15,-1-2-12-15,2 2-1 0,-3-6-2 16,1-1-14-16,-1-5 14 0,-1-3-17 16,-2-1-13-16,0-5-6 0,-1-1 36 15,1-3-32-15,-2-2-16 0,-2-2 9 16,0-2-16-16,-2 0-9 0,-2 0-35 15,0-2 63-15,2-2 38 16,-2-2 11-16,0-2 1 0,0-3 26 16,3-7-25-16,-1-4-13 0,0-3-25 15,-2-3-13-15,2 0-19 0,2 2 22 16,0-1 0-16,-2 4 13 0,2 2 6 16,0 4 3-16,0 8 0 0,-1 0-22 15,1 5 7-15,-2 4-1 0,-2 1 29 16,2 7 10-16,4 4 82 0,2 9-3 15,-2 4-35-15,5 6-20 0,-3-2-2 16,2 5 6-16,-1-6 13 16,-1-3-36-16,2-1-13 0,-1-5-2 15,-3-4-1-15,0 1-55 0,2-5-39 16,1 0-29-16,-3-1-54 0,2-2-110 16,-4-2-162-16,9 0-129 0,-7-4 20 15,6 1-559-15</inkml:trace>
  <inkml:trace contextRef="#ctx0" brushRef="#br0" timeOffset="7015.86">7555 2908 735 0,'0'0'2079'0,"0"0"-1771"0,0 0-126 15,0 0 56-15,0 0-39 0,0 0-104 16,0 0-45-16,0 0-15 16,-53-37-35-16,42 36-7 0,1 1-24 15,-2 1-23-15,-5 8-18 0,0 5-23 16,-1 5 32-16,-3 8 0 0,0 15 2 16,-1 14 26-16,3 13 16 0,1-5 3 15,5-12 15-15,9-18 1 0,2-12 0 16,2 1 13-16,2 2-11 0,2-1 0 15,4-6 14-15,5-3-13 0,-1-5 32 16,5-6 38-16,-1 0-16 0,1-4-9 16,3 0-7-16,1-6 0 0,-4-5-9 15,5-3-10-15,-5 2-10 0,2-8 7 16,-5 4-19-16,-2-3-35 0,1 1-12 16,-7 2-3-16,-2-2-10 0,0 2-39 15,-2 1-28-15,-2 1-13 16,0 1 3-16,-2 1-36 0,-2 0-1 15,0-1-58-15,-2 4-56 0,-2 2 26 16,-1-1-53-16,-1 3-56 0,0 3 55 16,-1-1 36-16,-1 3 91 0,2 0 189 0,1 0 199 15,3 0 175-15,0 0 63 0,4 0-2 16,-2 0-85-16,4 0-111 16,0 0-120-16,0 0-51 0,6 0-23 15,-2 0 87-15,2-2 73 0,3 1-20 16,-1-2-42-16,6 2-54 0,-3-1-25 15,1 2-14-15,0 0-2 0,-3 0-23 16,-1 0 13-16,0 2-23 0,-2 1 11 16,-1 1 5-16,-1-1 19 0,-2 2 45 15,2 1 3-15,0-1-8 16,-4 4-21-16,6-2-13 0,-2 5-31 0,0 0-10 16,1 1-12-16,1 3 13 15,-2 2 2-15,0 1-5 0,-4 2-10 16,4-5-2-16,0 1-1 0,-4-3 1 15,2-1-1-15,0-3-2 0,1 2-57 16,-1-4-31-16,0 0-69 0,2-2-93 16,2 0-160-16,-2-3-311 0,4-3-932 0</inkml:trace>
  <inkml:trace contextRef="#ctx0" brushRef="#br0" timeOffset="8336.53">7872 3177 461 0,'0'0'2270'16,"0"0"-1987"-16,0 0-283 0,0 0-36 16,0 0 36-16,0 0 129 0,0 0-49 15,0 0-45-15,53-25-33 0,-34 21-2 16,2-3 0-16,-1 1-1 0,1 1 1 16,-2 1-19-16,-1 1-23 0,-5-1 7 15,1 2-10-15,-6 2-3 0,-1 0-29 16,-3 0-13-16,-2 0 13 0,0 0 48 15,-2 0 29-15,0 0 68 0,-4 0-68 16,0 0-42-16,-3 2-19 0,-1 0 38 16,-2 0 23-16,-3 1 48 0,5-3 7 15,-2 2 32-15,3 1-13 0,1-1-4 16,4 3-18-16,0 2-52 0,2 5-31 16,0 8 31-16,0 4 44 15,4 2-5-15,2 2-1 0,-1 1-35 0,3-6-2 16,-4 1 15-16,4-7 10 15,-1-1-7-15,-5-4-3 0,0-3 13 16,0 0-4-16,0-5-9 0,-2 0 13 16,0 1 3-16,0-5 6 0,0 2 3 15,-2-2 7-15,-2 0-20 0,-1-2-28 16,-1-3-41-16,-2-1-3 0,2 1 9 16,-3-2-10-16,-1-4-9 0,0 1-3 15,-1-2-23-15,1-1 32 0,2 0 6 16,0 2 42-16,-1 0 0 0,3 4 2 15,2 1 34-15,2 2 31 16,-2 3 51-16,4 0-77 0,0 1-41 16,4 0-79-16,0 0 56 0,4 0 23 0,5 0 54 15,1-2-28-15,5 1-10 16,1-3-16-16,3 0-13 0,0 0-9 16,0-2-52-16,-1 0-82 0,-1 0-65 15,0-1-44-15,-3 1-80 0,3-3-197 16,-6 3-141-16</inkml:trace>
  <inkml:trace contextRef="#ctx0" brushRef="#br0" timeOffset="8524.53">8285 3051 1054 0,'0'0'1383'16,"0"0"-819"-16,0 0-305 0,0 0-227 15,0 0 16-15,0 0 34 0,-6 66-37 16,10-45-23-16,-2 1-21 0,0 0-1 15,2-2-1-15,-2-1-81 16,0-4-68-16,2-3-48 0,1-1-56 16,-3-1-72-16,2-6-179 0,-2-1-190 15,4-3-393-15</inkml:trace>
  <inkml:trace contextRef="#ctx0" brushRef="#br0" timeOffset="8731.2">8428 3016 350 0,'0'0'766'16,"0"0"-41"-16,0 0-277 0,0 0-77 16,0 0-24-16,35 55-30 0,-29-28-139 15,-2 1-77-15,0 3-31 0,-4 1-16 16,0 0-13-16,0-2-19 0,-2-2-7 16,-4-4-15-16,4-2-3 0,-2-3-38 15,2-7-82-15,0-2-83 0,2-5-91 16,0-1-113-16,0-4-214 0,0 0-552 15</inkml:trace>
  <inkml:trace contextRef="#ctx0" brushRef="#br0" timeOffset="9032.2">8461 2606 392 0,'0'0'2030'0,"0"0"-1855"0,0 0-82 0,0 0 177 15,0 0 28-15,0 0-63 0,64 34-22 16,-44-14-18-16,3 5-41 16,0 3-32-16,4 7-38 0,-4 0-12 15,-1 6-7-15,1 9-6 0,-2 14 0 16,-7 14-13-16,-3 2-9 0,-7-6-21 15,-4-17-16-15,0-15-27 0,-2-15-10 16,-3 0-19-16,1 2-56 0,-2 3-9 16,0-2-22-16,-2-6-36 0,-1-3-102 15,-1-9-176-15,0-3-199 0,-5-5-775 0</inkml:trace>
  <inkml:trace contextRef="#ctx0" brushRef="#br0" timeOffset="9712.1">6075 2767 24 0,'0'0'2126'0,"0"0"-1789"0,0 0-111 0,0 0-52 16,0 0 28-16,0 0-84 0,0 0-64 15,-56 74 7-15,42-30 15 16,-5 23-12-16,1 23 2 0,-3 13 10 16,5 0 7-16,3-6-1 0,9-16-13 15,4-8-9-15,0-4-29 0,8-5-12 16,7-12-17-16,-3-11-1 0,3-12-1 16,1-4-16-16,7 7-78 0,6-1-38 15,8-2-68-15,11-1-89 0,9-9-192 16,-7-5-228-16,8-8-558 0</inkml:trace>
  <inkml:trace contextRef="#ctx0" brushRef="#br0" timeOffset="22598.48">945 2660 43 0,'0'0'271'0,"0"0"485"0,0 0-362 16,0 0-157-16,0 0-45 0,0 0-56 16,-27-8-16-16,25 7-19 0,2 0-17 15,-2 0 3-15,2 1-19 0,0-3-3 16,0 3-7-16,0 0 3 0,0 0-16 15,0 0-9-15,0 0-17 0,0 0-19 16,0 0-23-16,0 0-15 0,0 0 2 16,2-1 36-16,4 1 49 0,0-1 9 15,0-2 12-15,3 1-12 16,-3-2-10-16,2 2 7 0,2 1-20 16,-1-2 0-16,-1 1-9 0,4 1-10 15,1-4 3-15,-1 3-16 0,5 0 13 16,-5-1 10-16,7-1-10 0,-3 0-3 15,3 0 6-15,-1 0 9 0,3-2-2 16,4 1-4-16,-4 0 7 0,1 0-13 16,1-1 3-16,-2 2-6 0,1 0-10 15,-1 0 13-15,-2 2-16 0,3-1 0 16,-5 1-16-16,4 0 15 0,-1 2-2 16,-1 0 0-16,6 0 0 0,-7 0 0 15,5 0 1-15,4-1 2 0,0 1 1 16,-4 0-1-16,6-3 3 0,-3 3-1 15,1-2 27-15,6 0 0 0,-2 0 12 16,0 1 3-16,2 0-15 16,1-1-26-16,1 1-1 0,-2-1-2 15,2 1 1-15,0-2 0 0,2 1-1 16,0 1 0-16,1-1 0 0,3-1 1 16,-2 1 12-16,-2-3 3 0,1 1 0 15,-1 1-4-15,2-2 7 0,0-1 3 16,1 1 1-16,-3 0-8 0,0 1 1 15,-2-1-14-15,5-1 0 0,-3 4-2 16,4-3 1-16,-4 1-1 0,1 1 0 16,-1-3-2-16,-2 3-10 0,4-1 10 15,-4-1-2-15,7 2 2 0,-7 0 1 16,2 0 1-16,0 0 1 0,-2-1-1 16,3 1 4-16,-3 0-2 15,4 2 0-15,-4-1 0 0,4 0-1 16,-3 1-1-16,1 0 0 0,-2 1 0 15,0 0-1-15,2 0 0 0,-2 2-12 16,-2 0 10-16,5 3 2 0,-3-3-11 16,2 3 11-16,2-1 2 0,-2-2-1 15,3 2 1-15,-3-1 12 0,-2 2-12 16,-2-3-1-16,6 3 2 0,-3-2-1 16,-1 0-1-16,-2 0 0 0,6 0 0 15,-6 1 12-15,2-1-12 0,2 1 0 16,-1-1 0-16,-1 2 0 0,2-3 2 15,0 2 0-15,-2-1-1 0,3 0 1 16,1-1 1-16,-2 0 10 0,2-1-10 16,-1 2 0-16,1-3 10 0,-4 1-10 15,2 0 0-15,7 0-1 0,-7 1-2 16,0 1-1-16,2 0-11 0,-2-1 9 16,3 2 1-16,1-2 0 15,0 1-1-15,1-1 1 0,-3 1-1 16,4 1 1-16,-1 1 2 0,-1-3-3 15,-2 2 2-15,5 1-3 0,-3-2 4 16,0 1 0-16,-1-2-1 0,3 0 0 16,-1 1 1-16,-1-2 0 0,-4 1 1 15,0-1 0-15,5 1 3 0,-5-2-4 16,0 1-43-16,0 0 42 0,0-1 1 16,1 0 1-16,-3 2 2 0,0-1-2 15,4 0 13-15,-4 0-14 0,3 0 0 16,-3-1 3-16,0 0-2 0,-2 0 21 15,0 0-20-15,0 0-2 0,0 0 0 16,-4 0 0-16,0 0 2 0,-4 0 1 16,4 0-3-16,-4 0-2 0,-1 0 0 15,1 0 1-15,0 0-1 0,-2 0 2 16,6 0 0-16,-5 0 0 16,1 0-2-16,6 0-2 0,-4 0 3 0,0 0 1 15,2 0-1-15,-2 0 0 16,-2 0 0-16,6 0 0 0,-2 0 1 15,-3 0 2-15,5 0 0 0,0 0-2 16,0 0 1-16,0 0 3 0,0 0-1 16,-2 0 0-16,5 0-1 0,-8 0-1 15,7 0 0-15,1 0 0 16,-1 0-1-16,0 0 1 0,0 0-1 16,0 0 0-16,2 0 0 0,2 0 1 0,0 0 0 15,1-1-1-15,-3 0 0 16,0 0 1-16,2 1 0 0,-4 0-1 15,2 0 1-15,0 0 0 0,1 0-1 16,-1 0-1-16,-2 3 1 0,0-2 0 16,2 3-1-16,-4-3 1 0,2 1 0 15,0 0 0-15,0-1 1 0,-2 0 0 16,0 1 0-16,0-1 1 0,0 1-1 16,-4 0 1-16,-2-2-1 0,0 3 0 15,-5-2-1-15,-1 1 0 0,-2-2 0 16,1 2 0-16,-3 0-2 0,-3 0 1 15,3 0 1-15,-5 0 0 0,-2-1 0 16,0-1 1-16,-1 1-1 0,-3-1 0 16,-2 0 0-16,0 1 2 0,-2-1 1 15,0 0 19-15,0 0-3 0,0 0-16 16,0 0-3-16,0 0-10 16,0 0-44-16,0 0-38 0,2 0-34 0,-2 0-36 15,6-2-11-15,-4 1-12 16,9-3-76-16,-1 2-194 0,0-1-366 15,1-1-598-15,-63 20 1379 0</inkml:trace>
  <inkml:trace contextRef="#ctx0" brushRef="#br0" timeOffset="24299.15">8940 2552 559 0,'0'0'443'0,"0"0"-245"0,0 0-61 16,0 0-26-16,0 0 19 15,0 0 13-15,0 0-36 0,0 0-22 16,0 0-8-16,0 0-8 0,0 0 2 16,-16-3-16-16,16 3-19 0,0 0-21 15,0 0-15-15,0 0-16 0,0 0-1 16,0 0-31-16,0 0-4 0,0 0 3 15,2 0 43-15,2 0 6 0,-2 0 48 16,2 0 11-16,0 0-7 0,5 0-20 16,-3 0-9-16,2 0-4 0,0 0-3 15,1 0 4-15,1 0-7 0,2 0-10 16,1 0-2-16,1 0 0 0,3 0 1 16,-1 0 0-16,3 0 10 0,2 0-12 15,1 0-1-15,-1 0 1 16,2 0-2-16,1 0 2 0,-1 0 1 0,4 0 1 15,-2 0 11-15,2 0-13 0,-2 0 0 16,-1 1-2-16,1-1 0 0,2 0-1 16,-4 2 0-16,4-2 0 0,-3 0-29 15,1 0 31-15,2-2 1 0,-2-2 0 16,2 2-2-16,-2-1 2 16,-1 1 0-16,1-1 0 0,0-1-1 15,0 0-1-15,0 2-1 0,-3 0 0 16,3 2-13-16,-2 0 3 0,0-1-10 15,-1 1 4-15,-1 0-23 0,2 0 0 16,-2 0 9-16,-1 0 14 0,1 0-11 16,2 0-5-16,-3 0 6 0,-1 1 28 15,6-1 1-15,-5 0 0 0,-1 0 1 16,0 0 1-16,-3 0-2 0,1 0 0 16,3 0-3-16,-5-1-10 0,-1-1 9 15,3 1-9-15,-3 0-3 0,3-1 13 16,-3-1-13-16,1 2 15 0,-1-2-22 15,1 2-5-15,1-1 27 0,-1-1 0 16,-3 1-1-16,5-1 2 0,-1 2-16 16,1-1 0-16,-1 0-30 0,1 0-15 15,-1 1-7-15,1 0 19 0,-1 0 6 16,1 0 43-16,-1 1 16 16,3-2-15-16,2 1 18 0,-5 0-19 15,5 0-1-15,-5 0 1 0,3-1-3 16,-4 1 3-16,-1 0-29 0,0 1 28 15,-3 0-3-15,1 0-18 0,-4 0 20 16,1 0 1-16,1 0 1 0,-6 0 0 16,2 1 0-16,1 0-2 0,-3 1-30 15,0-2-82-15,0 2-59 0,0-1-32 16,-2 2-42-16,0-3-141 16</inkml:trace>
  <inkml:trace contextRef="#ctx0" brushRef="#br0" timeOffset="44184.75">6542 3677 40 0,'0'0'91'16,"0"0"-91"-16,0 0 0 0,0 0-58 16,0 0 9-16</inkml:trace>
  <inkml:trace contextRef="#ctx0" brushRef="#br0" timeOffset="44769.99">6542 3677 57 0,'-31'-23'68'16,"29"23"-42"-16,2 0-26 0,0 0-13 16,0 0-13-16,0-1-16 0,0 0 12 15,0 1 30-15,0-2 17 0,-2-2 51 16,2 3-13-16,-2 0 17 0,-2-3 352 16,2 2-128-16,0-2-71 15,-4 2 0-15,0-3-59 0,1 1 16 16,-1 0-7-16,0 0-68 0,0 2-6 15,2-2 31-15,-5 2-12 0,7-2-55 0,-2 3 3 16,0-2 15-16,2 2-24 16,0-1 2-16,2 2-13 0,0-1-22 15,0 1-13-15,0-2-1 0,0 2 1 16,0-1-11-16,0 1-2 0,0 0-16 16,0 0-3-16,0 0-3 0,0 0 18 15,0 0-12-15,0 0 0 0,0 0-16 16,0 0-29-16,4-1 61 15,2 1-2-15,0-1 2 0,7-1-4 16,-3 2-12-16,5 0 3 0,1-3 13 16,3 3 32-16,2-3-30 0,5-1-1 15,1 3 0-15,4-5 20 0,2 2-21 16,2 1-13-16,1-2 13 0,3 1 2 16,2 0 10-16,-1 1-9 0,1 0-3 15,-2-3-14-15,0 3 14 0,1-1 18 16,1-2-17-16,-4 1 1 0,-2 1 0 15,1-2-2-15,-3 2 0 0,0 0 0 16,0 0 0-16,-4 1 0 0,0 2 1 16,-3-1 0-16,3 1 6 0,-6 1 6 15,0-1-4-15,-2-1 11 0,-3 2-20 16,1-2-1-16,-3 1 1 0,-1 0 2 16,-5 0 7-16,-2 1-5 0,1-2-8 15,-3 2 4-15,-4 0-80 0,-2 0 51 16,4 0 3-16,-2 0-13 15,-2 0-38-15,0 0-46 0,2 0-39 16,-2 0-61-16,0 2-86 0,0 0 13 0,0 3-23 16,0-1-215-16,0 5-14 0</inkml:trace>
  <inkml:trace contextRef="#ctx0" brushRef="#br0" timeOffset="45537.47">6534 3653 17 0,'0'0'62'0,"0"0"4"0,0 0 540 16,0 0-349-16,0 0-113 16,0 0 18-16,0 0-41 0,0 0-24 15,0 0-9-15,0 0-72 0,-27-1-16 16,27 1-42-16,0 0-13 0,0 0 0 15,2-1 55-15,2 1 74 0,1 0 4 16,5 0-26-16,0 0-9 0,1-1-21 16,3 1-2-16,3 0 35 0,-1 0-13 15,3 0 10-15,1 0-16 0,1-2 0 16,2 0-23-16,-2 2 26 0,1-1-13 16,1 0-7-16,0-2-19 0,-1 0 3 15,1 1 26-15,4 0-29 0,-2-2 2 16,0 1 10-16,0-1-12 0,3 0 2 15,-3-1-2-15,0 1 1 0,0-1 1 16,-2 1-2-16,-1-1 0 0,3 0-1 16,-2-1-1-16,4 3 2 0,0-3 10 15,0-3 7-15,-1 2-17 16,-1-2 3-16,6-3 10 0,-4 2 0 16,0-1 15-16,-2 2-28 0,-3-2-3 15,-3 1 3-15,-2 2 16 0,1 1-16 16,-3 2-1-16,-5 1 0 0,-2 1-2 15,-1 2 1-15,-3 0-14 0,0 1-3 16,-4 0-10-16,4 0-30 0,-2 0 7 16,0 4-29-16,0 0-36 0,2 2-6 15,-2 5-49-15,0-2-134 0,3 1-277 16,-3 4-89-16</inkml:trace>
  <inkml:trace contextRef="#ctx0" brushRef="#br0" timeOffset="52751.06">7510 5142 402 0,'0'0'293'15,"0"0"-187"-15,0 0-106 0,0 0-62 16,0 0 49-16,0 0 10 0,0 0 2 15,23 2-16-15,-15-1-28 0,-2 1-17 16,4-1 29-16,1 1 30 0,-3 0 2 16,9-1 0-16,-7 0 1 0,2 1 35 15,1 1 31-15,1-3-1 0,3 1-16 16,-1 0-4-16,5-1-12 0,0 2-20 16,1-2 3-16,1 0-16 0,2 0 4 15,2 0-2-15,0 0 24 0,-1 0 23 16,3-2 107-16,0 1-55 0,2-3-42 15,-2 1-20-15,0 0 6 0,4-2 33 16,-4 1 0-16,4-1 10 0,-4 3-33 16,6-1 1-16,-2 0-8 0,-2 1-22 15,3 1-9-15,-1-1-4 0,0 1-13 16,0-1 1-16,0-1-1 16,2 2 0-16,0 0 0 0,0 0 0 15,0-2-2-15,1 3 2 0,1-2 3 16,-2 0-2-16,0 1-1 0,2-2 0 15,0 1 1-15,3-1 1 0,-1-1 0 16,2 1 16-16,1-2-17 0,1 3-1 16,5-4 2-16,-3 3 14 0,3 1-3 15,7-2 7-15,10 0 2 0,9 0-19 16,-2 3 10-16,-1 0-13 0,-5-2 2 16,-8 3-1-16,2-3 0 0,-3 2 2 15,5-3 0-15,3-1-3 0,1 4 0 16,2-5 1-16,0 4-1 0,0-3 13 15,3 4 33-15,-3-4 2 0,4-1-5 16,-4 2-11-16,3-2-9 0,-1 2 12 16,0-1-31-16,5 2 12 15,-3 0-16-15,2 0 0 0,-1 0 0 16,1 1 1-16,1 0 0 0,-1 0 0 16,-4 0 0-16,1 0 0 0,1-1-2 15,-2-2 0-15,3 1 1 0,-1 0 1 16,-2 0 0-16,-2 1 1 0,-1-2 37 15,-1 0 3-15,2 1-19 0,-4-1-7 16,2 1-13-16,-4-2 10 0,-4 4-13 16,4-3 0-16,-4 2 0 0,0 0 0 15,2 1 11-15,-4-1-11 0,-3 0-3 16,3 1 2-16,-12 1 0 0,-7 0-1 16,-8 1-11-16,2 0 11 0,4-1 1 15,4 1 2-15,5 0-13 0,-1 0 12 16,-4 0-2-16,-2 0 1 15,1 0 1-15,-3 0-2 0,-2 0-14 16,0-1 16-16,0 1 14 0,0-3-1 16,2 2-11-16,0 0-2 0,0 0 0 15,-1-2 1-15,5 1 0 0,-4 0 3 16,0 0-4-16,-2-1 16 0,2 2-16 16,0 1 2-16,-1 0 0 0,-1 0-1 15,2 0 0-15,-2 0-1 0,4 0 0 16,-2 0-9-16,0 0 9 0,0 0-17 15,1 1 17-15,-1 2 1 0,0-3-1 16,4 2 0-16,-2-2 25 0,3 0-23 16,-1 0 13-16,2 0-15 0,3-2-1 15,-3 2 1-15,0-4 11 0,1 4 2 16,5-2-6-16,-3-1-5 0,11 2-2 16,-9-2 0-16,4 1-7 0,-5 1 7 15,-4 1 13-15,9 0-13 0,-7 0-1 16,5 0-12-16,-3 0 12 15,-1 1 0-15,5 2 1 0,-7 0 0 16,3 2 0-16,1-4 19 0,-7 5-19 16,0-2-16-16,1 0-1 0,-5 1 17 15,-2 1 39-15,6-1 0 0,-6 0-26 16,2-2 4-16,-2 3-15 0,0-3 9 16,0 2-11-16,-1-1-8 0,1-1 8 15,0 1 3-15,-6-3-2 0,6 3 2 16,0-3 0-16,0-1 0 0,0 0-2 15,0 0 2-15,-2 0-1 0,0 0-2 16,-2 0 3-16,-2 0 10 0,2 0 3 16,-5 0 16-16,-1 3 10 0,4-3-39 15,0 2 0-15,0-1 14 0,0 1 5 16,0-1-11-16,2 1-11 0,-1-2-2 16,3 0 2-16,0 0-1 0,-2 0 2 15,0 0-2-15,0 0-14 0,-2 0 15 16,4-3 12-16,-2 2-10 15,2-1-2-15,0 0 19 0,0 0-16 16,0 1 16-16,2-2-16 0,-2 0 9 16,2 0-12-16,0 0 4 0,-2 1-2 15,0 0-2-15,0-2 22 0,-2 1-9 16,-2 1-11-16,4-1 0 0,-4 0 21 16,4-1-4-16,-2 0-16 0,0 1 39 15,0 0-21-15,2-1-21 0,0 2-1 16,2-1-12-16,-2 0 13 15,0 3-1-15,2-3-15 0,0 3-33 0,-4-2 20 16,4 2 0-16,-2 0-6 16,0 0 22-16,0 0 11 0,0 0-1 15,2 3 2-15,-4 1-1 0,4 0-2 16,0 0 4-16,-2 0 19 0,2 0 16 16,0-2-9-16,-1 1-1 0,-1 1-2 15,-3 0 9-15,1-1-30 0,-2 0 0 16,4 3 15-16,0-4-15 0,2 0 14 15,-2-1 0-15,2-1-13 0,1 0 10 16,-3 0-11-16,2 0-1 0,-2 0 12 16,0 0 0-16,2 0 9 0,0-1-20 15,2-1 21-15,-2 0-10 0,0-1 6 16,0 0-19-16,-2 3 13 0,4-2-13 16,-4 1 0-16,2 1 1 0,0 0-2 15,0 0 2-15,5-1 8 0,-5 1-7 16,-2-1-2-16,2 1 2 0,-4-1-1 15,0 1 1-15,0 0-1 16,-2 0-1-16,-1 0-1 0,1 0-10 0,0 0 11 16,2 0 2-16,0 0-2 15,-2 0 2-15,0 0 2 0,0 0-2 0,-3-2-2 16,-3 2 0-16,4 0 1 16,-4 0-1-16,-1 0-15 0,1 0 14 15,0 0 1-15,-1 0-4 0,5 0 4 16,-4 0 2-16,-1 2 0 0,1-1 17 15,2-1-18-15,-5 0 1 0,1 0 1 16,-2 0-1-16,3 0 11 0,-1 0-9 16,-3 0-4-16,5 0 0 0,-2 0 0 15,-1 0 0-15,1 0 1 0,-1 0 10 16,3 0-7-16,0-3-3 0,-3 3 0 16,-1-3 0-16,2 3 0 0,-3-3 1 15,1 2-2-15,-3-1 0 0,1 2 0 16,-3-2 1-16,5 2 0 15,-5-2 0-15,2 0 1 0,-1 1-2 0,-3 0 2 16,3-2 11-16,1 2-12 0,-2-1-1 16,-1 2-13-16,1-3 12 15,3 1 1-15,-5 1 0 0,2-1 0 16,5 1 0-16,-5-1-10 0,3 1 10 16,-1 0 0-16,-1-1 1 0,-1 2-1 15,3-3 2-15,-1 2-2 0,-2 1-1 16,1-2-1-16,-1 1 0 0,1 1 2 15,1-2-3-15,-2 2 0 0,1 0 0 16,-3 0 3-16,5-1 3 0,-3 1 12 16,-2 0-15-16,3-2-2 15,-3 1 2-15,0-1 0 0,3 2 0 0,-5 0-3 16,0 0 1-16,7 0-11 16,-5 0 11-16,-1 0 0 0,5 0-2 15,-2 0-12-15,-1 0 0 0,1 0 16 16,1 0-1-16,-1 0 0 0,0 2 1 15,1-2-2-15,3 1 2 0,-1-1 1 16,-1 0-1-16,1 0 0 0,-1 0 0 16,-1 0 13-16,-1 0 3 0,4 0-15 15,-3 0 13-15,-1 0-14 0,1-1 0 16,-1-1-1-16,3 2 1 0,-5-1 3 16,2 1-3-16,1 0 1 0,1-2-1 15,-1 2-10-15,-1 0 8 0,0 0-19 16,3 0 8-16,1 0 13 0,-1 0 2 15,1 0-1-15,3 0 2 0,-2 2 0 16,-1-2-3-16,1 0 0 0,1 0 13 16,-1 0-10-16,-1 0-2 0,1 0 12 15,-1 0-10-15,1-2-2 16,-1 1-1-16,1 1 1 0,2-3-2 16,-1 2-24-16,5-1 24 0,-2-1-11 15,-1 3 9-15,1-1 3 0,4-1 3 16,-3-1 0-16,3 2-3 0,-2-2-1 15,2 1 1-15,0 1 0 0,-3-2 2 16,1 0 1-16,0 0-2 0,0 2-1 16,-3-2 0-16,1 1 2 0,2 1 14 15,-3-1-13-15,1 2-3 0,2-1 4 16,-1 1-3-16,-1-1 12 0,2 0-13 16,0 0 1-16,-3-1 1 0,3 0 0 15,0 2 1-15,0-2 10 0,-7 0-12 16,5 1-1-16,-3 0-2 0,3-1 2 15,-2-1 1-15,-1 2 2 0,1-1-1 16,1 1 1-16,1-1-3 0,0 1-12 16,-3 0 12-16,1 0 2 0,4 0-2 15,-3-1 0-15,-1 1 0 16,0 0 0-16,-1-1 1 0,3 0 12 16,-2 0-10-16,-1 0 0 0,3-1 9 15,-1 2-11-15,-1-2-1 0,2 1 0 16,-1-1-1-16,-1 0-1 0,2 2 0 15,-1-2 2-15,1 0 0 0,0 0 0 16,-3 0 0-16,3 2-11 0,0-1 8 16,-1-2-1-16,3 4 2 0,-6-2-1 15,5-1 2-15,-1 2 1 0,0-1-2 16,-1-1 1-16,3 3-12 0,-2-1 13 16,4 0-1-16,-3-1 0 0,5 2 1 15,0 0 2-15,0 0-2 0,0 0 0 16,4 0 2-16,-6-1-2 15,4 1-1-15,0 0 1 0,2 0-1 16,2 0 1-16,-2 0 0 0,0 0-1 0,2 0 1 16,-2 0 0-16,0 0 1 15,2 0 1-15,0 0-1 0,2 0 2 16,-2 0 13-16,2 0-12 0,2 0-2 16,-1 0 16-16,1 1-18 0,-2-1 0 15,2 0-1-15,2 2 0 0,-3-1 0 16,1-1 1-16,0 0-1 0,2 1 1 15,-2-1 0-15,3 0 0 0,-1 0 0 16,-2 0 0-16,-2 0 1 0,3 0-1 16,-3 0 2-16,0 0-1 0,0 0 0 15,0 0-1-15,0 0 2 0,-4 0 16 16,0 0-17-16,2 0-1 0,-4 0 2 16,2-1-2-16,-2 1 0 0,0-1 0 15,-4-1 0-15,6 2 23 0,-4 0-20 16,2 0-1-16,2 0 0 15,0 0 0-15,2 0 1 0,0-1 0 16,0 1-1-16,0 0-2 0,0 0 1 0,0 0 0 16,0 0 0-16,0 0-1 15,0 0 0-15,-2 0 2 0,0 0 0 16,3 0 0-16,-8 0-1 0,1 0 0 16,2 0 0-16,-4 0-1 0,2 0 0 15,0-2 2-15,-4 1-2 0,1 1 0 16,1 0 1-16,2-1 2 0,-6 1-3 15,1-1 0-15,5 1-1 0,-6-1 1 16,2 1-1-16,1 0 1 0,1 0-2 16,-2 0-1-16,2 0 0 0,2 1 0 15,-2 0 2-15,-5 0-1 0,3-1 1 16,4 0 1-16,-4 1 1 0,-1 1-1 16,3-1 0-16,2-1 0 0,-2 0 0 15,4 3 0-15,-2-2 0 0,2-1 2 16,-1 0 0-16,3 0-1 15,-4 0 2-15,0 0-2 0,4 0 0 0,-2 0 1 16,4 0-2-16,-4 0 1 16,4 0 10-16,0 0-10 0,0 0-1 15,0 0 1-15,5 0 3 0,-3 0-1 16,2 0-3-16,2 0-14 0,-4 3 11 16,5-2 2-16,-5 0 1 0,2 0 2 15,2-1-2-15,1 0 1 0,1 0-1 16,0 2-1-16,-1-1 0 15,1 0 0-15,2 0-1 0,-1 0 2 0,-3-1 0 16,2 3 0-16,1-3-1 0,-1 1 1 16,-4 0 0-16,0 0 1 15,3 2-1-15,3-1-1 0,-4-1-1 16,-1 2 2-16,-1-1 0 0,-2 0-1 16,4 1 2-16,-4-1-1 0,5-1 2 15,-5 3-2-15,0-3 0 0,-2 2 1 16,2 0-1-16,0 1-1 0,-4-1 1 15,0 1 0-15,0-1 0 0,-6 0 2 16,4 0-2-16,-4 0 0 0,-2 0 0 16,-3-2 2-16,-1 1 1 0,-7 0-1 15,1-2 1-15,-3 2 0 0,-6-2 10 16,-2 0-12-16,-2 0 22 0,2 0 12 16,-2 0 9-16,0 0-12 0,0 0-6 15,0 0-26-15,0 0 0 0,-2 0-35 16,2 0-64-16,-2 0-58 15,2 2-77-15,-2 1-84 0,0 1-80 16,0 5-11-16,0-3-89 0,-4 5-274 0,24-46 268 16</inkml:trace>
  <inkml:trace contextRef="#ctx0" brushRef="#br0" timeOffset="79725.93">11231 1850 118 0,'0'0'121'15,"0"0"-43"-15,0 0 1166 0,0 0-867 0,0 0-125 16,0 0-22-16,0 0-20 0,-2 0-139 15,0 0 148-15,2 0-104 16,0 0-67-16,0 0-29 0,0 0 4 0,0 0 34 16,0 0 20-16,0 0 3 15,-3 2 6-15,1 1-25 0,0 0-61 16,-6 5 0-16,2 2 1 0,-4 5 21 16,-7 8-3-16,0 4 4 0,-3 2 18 15,-1 1 3-15,-4-1-3 0,7-1 0 16,-5-1 22-16,-2-1 10 0,4-1-20 15,3-3-9-15,-1-2-3 0,5-3 26 16,-1-4-24-16,5-1-11 0,4-4-1 16,4-3-19-16,0 0-12 0,0-4-29 15,2 0-52-15,0-1-20 0,0 3-3 16,0 0 88-16,4 2 16 0,-2-1 3 16,2 2-3-16,2 3-2 0,0-2 2 15,5 2 15-15,-5 0 17 0,6 1-17 16,-3 0-14-16,5 0 2 15,-4-1 10-15,7 2-12 0,-7-3 15 16,5 4-16-16,-1-5-2 0,-1 1 2 16,-1-2 0-16,-2 0 0 0,-1-2 3 15,-1 0-3-15,2 0-1 0,-6 0-1 16,3 0-27-16,-3-1-43 0,0-1-35 16,0-1-10-16,-4 1-3 0,6-2-43 15,-4 1-79-15,-2-1-66 0,0 1-57 16,0-1-79-16,0 0 15 0,0 0-7 15,-10 0-673-15</inkml:trace>
  <inkml:trace contextRef="#ctx0" brushRef="#br0" timeOffset="80059.27">10974 2361 324 0,'0'0'134'0,"0"0"995"0,0 0-749 16,0 0-98-16,0 0-88 0,0 0-71 15,0 0-100-15,0 0-21 16,0 0 45-16,0 0 4 0,29-35 7 16,-18 26-16-16,5-1-16 0,-1-1 3 0,1 3 35 15,3-4 19-15,-3 1 4 0,9-3 2 16,-4 0 10-16,4 0-12 16,-1-3-24-16,3 0-25 0,0-1-15 15,0-1-8-15,2 2-11 0,0-1 14 16,0 0-17-16,0 3-1 0,-6 0 10 15,-3 3-10-15,1 3-12 0,-9 2 10 16,1 2-1-16,-3 2-13 0,-4 2-3 16,-4 0 19-16,2 1-2 15,-4 0-20-15,2 0-26 0,1 0-57 16,-1 0-48-16,0 0-81 0,0 0-127 16,6 0-251-16,-6 0-561 0</inkml:trace>
  <inkml:trace contextRef="#ctx0" brushRef="#br0" timeOffset="81785.02">11882 1616 37 0,'0'0'52'0,"0"0"1310"16,0 0-894-16,0 0-137 0,0 0-18 16,0 0-32-16,0 0-50 0,-46 7-81 15,44-7-150-15,2 0-45 0,2 0 36 16,2-2 9-16,7 0 147 0,-5-4-36 16,8 0-29-16,3-3-34 0,2-1-29 15,-1-2-16-15,7 2 12 0,-4-2-15 16,-1 0 0-16,5 3-1 0,-6-3-30 15,-1 6-42-15,1 0-28 0,-5 3-46 16,-3 3-29-16,-3 0-45 0,-2 2-21 16,-6 9-42-16,0 2-95 0,-6 6-138 15,-2-3-258-15,-11 24 126 0</inkml:trace>
  <inkml:trace contextRef="#ctx0" brushRef="#br0" timeOffset="82003.86">11822 1949 1001 0,'0'0'530'0,"0"0"249"16,0 0-727-16,0 0-50 0,0 0 337 16,0 0 18-16,0 0-73 0,0 0-55 15,64-28-59-15,-43 14-66 0,-1-1-44 16,5-1-38-16,2 0-4 0,-4 1-18 16,2-2-3-16,-1 4-16 0,3 3 3 15,-6 0-50-15,0 1-47 0,-3 1-49 16,-1 1-41-16,-1 3-52 0,1 0-98 15,-5-1-115-15,1 2-97 0,-9 0-105 16,0-5-384-16</inkml:trace>
  <inkml:trace contextRef="#ctx0" brushRef="#br0" timeOffset="82443.82">12035 1548 2277 0,'0'0'507'0,"0"0"-103"15,0 0-70-15,0 0-100 0,0 0-143 16,0 0-91-16,0 0-122 0,0 0 99 16,0 0 23-16,0 0 95 0,4 66-35 15,6-35-32-15,-4 3-3 0,7 4-7 16,-1 2-17-16,-3-1-1 0,3 3 0 16,0 7 3-16,-3-7-3 0,-1-1 0 15,-2-9-56-15,-4-8-26 16,6-4-41-16,-3-4-39 0,-5-2-19 0,2-2-14 15,0-4-80-15,-2-3-12 0,0-1 45 16,-4-2 38-16,-1-2 9 0,-7 0-58 16,0-3 38-16,1-3 29 0,-5-3 92 15,-1-1 84-15,-3 1 10 16,1 0 150-16,2 1 123 0,3 1 78 0,1 2 44 16,3 0-26-16,0 1-42 15,6-1-61-15,0 2-44 0,1-1-41 16,3-2-33-16,0 0-29 0,3-1-27 15,3 0-14-15,0-2-41 0,0 1-37 16,4-2 1-16,1 0 0 0,5-3 3 16,1 1 8-16,-1-1-12 0,9-1-1 15,-4-1 0-15,2 1-27 0,4 0-98 16,-5 0-66-16,3 1-54 0,-2-1-97 16,4 2-160-16,-7 1-228 0,-5 2-392 15</inkml:trace>
  <inkml:trace contextRef="#ctx0" brushRef="#br0" timeOffset="82683.82">12254 1512 200 0,'0'0'2356'0,"0"0"-1976"15,0 0-150-15,0 0-35 0,0 0-179 16,0 0 19-16,0 0-3 0,0 0 22 15,0 0-35-15,56-42-17 0,-36 30 11 16,3-1-10-16,6 1-1 0,-2 0-2 16,-2 2-15-16,-3 1-74 0,1 2-48 15,-4 2-54-15,-5 3-56 0,-5 2-79 16,-3 0-75-16,-4 4 28 0,-2 5 25 16,-2-1-245-16,-13 16-62 0</inkml:trace>
  <inkml:trace contextRef="#ctx0" brushRef="#br0" timeOffset="83130.44">12330 1596 148 0,'0'0'85'0,"0"0"1154"0,0 0-619 16,0 0-219-16,0 0-72 0,0 0-91 15,0 0-187-15,0 0-51 0,0 0 0 16,0 0 176-16,-4 9-24 0,15-13-72 16,1-3-36-16,-2 0 7 0,7-3-10 15,-7 2-24-15,7-1-17 0,-3 0-1 16,-3 0-2-16,-3 5-13 0,0-1-16 15,-4 4-47-15,-2 1 79 0,-2 0 10 16,-2 5-10-16,-4 3-96 0,-4 7-56 16,-3 1 43-16,3 6 20 0,-7 1 15 15,3 2 29-15,-5 0 10 0,7-1 22 16,-5-2 13-16,7-3 45 0,4 0 73 16,-4-7-31-16,10-3-65 15,0-2-20-15,0-1 40 0,2-1-10 0,8-3 19 16,-6 0 6-16,8-2 10 0,1 0-13 15,-5 0-10-15,7-4-3 16,-1-2-9-16,-2-2-16 0,3-1 6 16,-5 1-3-16,5-2 0 0,-3 2-7 15,-6-3-9-15,3 3 20 0,-1-2-11 16,-2 1-12-16,0 0 0 0,-4-2-28 16,0 0-1-16,-2 2-12 0,0-3-13 15,0 1-12-15,0-2-13 16,0 3-36-16,-2 1-16 0,0-1 4 0,0 0-47 15,-2 3-15-15,-2 2-11 0,2 1-14 16,-2 3-107-16,-1 1-81 16,5 0-132-16,0 2-105 0</inkml:trace>
  <inkml:trace contextRef="#ctx0" brushRef="#br0" timeOffset="83461.04">12415 1624 89 0,'0'0'65'15,"0"0"-22"-15,0 0 240 0,0 0 327 16,0 0-373-16,0 0-119 0,19-51 25 16,-17 39-33-16,-2-1-9 0,0 2 13 15,0-1 12-15,0 2 39 0,0 3 33 16,0 0 18-16,0 1-16 0,-2 1-7 16,0 3 15-16,-2 1-36 0,1 0-33 15,-1 1-28-15,2 0-76 16,0 8-35-16,0 4-79 0,0 5 79 0,-2 8 9 15,-2 3 26-15,4 4 6 16,0 4-41-16,2-4 1 0,0-1 11 0,0-4-12 16,4 0-2-16,2-5-11 15,0-2-6-15,0-2 7 0,3-3-17 16,-3-1-63-16,4-2-25 0,-4-3-26 16,1 0-14-16,-1-1-64 0,-2-5-95 15,-2 1-91-15,4 1-44 0,-6-3 83 16,0 0 173-16,0-1-457 0</inkml:trace>
  <inkml:trace contextRef="#ctx0" brushRef="#br0" timeOffset="83666.26">12335 1883 233 0,'0'0'1989'0,"0"0"-1579"0,0 0-172 16,0 0-77-16,0 0-59 0,0 0-38 15,0 0 58-15,0 0-46 0,0 0-47 16,0 0-17-16,53-48-12 0,-36 39 0 15,3-2-2-15,1 4-20 0,-4-2-16 16,3 2-74-16,-1 1-35 16,-3 2-71-16,1 0-88 0,-3 3-169 15,-5 1-211-15,-3 3-420 0</inkml:trace>
  <inkml:trace contextRef="#ctx0" brushRef="#br0" timeOffset="83877.06">12316 2031 765 0,'0'0'1947'16,"0"0"-1530"-16,0 0-254 0,0 0-141 15,0 0 77-15,0 0 82 0,0 0 24 16,0 0-13-16,56-30-91 16,-42 21-54-16,3 0-10 0,-1-3-6 15,3 1-15-15,4 0-16 0,-1-1-1 16,3 1-18-16,-4 4-59 0,2 0-73 15,1 2-16-15,-1 2 64 0,0 1-180 16,4 2-122-16,-9 0-236 0,-1 0-432 16</inkml:trace>
  <inkml:trace contextRef="#ctx0" brushRef="#br0" timeOffset="84496.28">12725 1594 723 0,'0'0'1823'16,"0"0"-1504"-16,0 0-94 0,0 0-168 16,0 0-34-16,0 0 82 0,0 0 38 15,0 0-9-15,66-32-43 0,-39 18-59 16,4 2-30-16,4-3-2 0,3 2 0 16,-1-1-2-16,2 2-45 0,0-1-20 15,-1 3-9-15,-1 1-13 16,-4 1-45-16,-4 2 3 0,-7 2-42 15,1-1-81-15,-4 2-111 0,-9 0-157 16,1 2-180-16,-11-6-348 0</inkml:trace>
  <inkml:trace contextRef="#ctx0" brushRef="#br0" timeOffset="84714.85">12998 1125 360 0,'0'0'1531'0,"0"0"-925"0,0 0-200 15,0 0-41-15,0 0-41 0,0 0-248 16,0 0-76-16,0 0 0 0,-16 52 83 16,32 4 21-16,1 2-45 0,-3-7-40 15,-2-11-16-15,-5-9-1 0,3 2-2 16,2 7-47-16,-1 1-41 16,-1-5-19-16,0-5-57 0,-1-4-40 15,-5-7-32-15,0-3-85 0,-2-6-92 0,0-4-164 16,0-4-201-16,-4-5-27 0</inkml:trace>
  <inkml:trace contextRef="#ctx0" brushRef="#br0" timeOffset="85181.12">12965 1359 255 0,'0'0'2042'0,"0"0"-1941"15,0 0-69-15,0 0-32 0,0 0 171 16,0 0-36-16,0 0-54 0,0 0-20 15,50 25-3-15,-36-19 9 0,3 2-12 16,-3-3-20-16,1 3-13 0,-5-2 7 16,2 1 0-16,-3 5 3 0,-5 0 35 15,-2 6 16-15,-2 4-33 0,0 3-18 16,-9 4-13-16,1 4-19 16,-4 0-65-16,4 0-40 0,-5 0 6 15,3-4 12-15,4-4 23 0,-3-1 10 0,3-7-4 16,0-3-19-16,4-3-10 15,0-6 23-15,2-1-20 0,0-2-23 16,2-2 107-16,4 0 91 0,2-4 79 16,1-3-28-16,-3-1-43 0,4-2-15 15,3-2-40-15,-7 1-8 0,8 2 8 16,1-5-9-16,-5 7-32 0,4 0 19 16,-1 2-3-16,3 3 0 0,1 1 0 15,-1 1-6-15,1 3 6 0,0 2 7 16,-1 2-1-16,-1 0 0 0,-1 3-9 15,-6 1-3-15,3-2 0 16,-3 2 0-16,-4 1-10 0,0 1 0 16,-2 1-3-16,-2 1-55 0,0-2-69 15,2-1-33-15,0-2-35 0,0-1-46 16,-2-4-68-16,3-3-138 0,-3 0-131 16,0-2-83-16,-5-1-94 0</inkml:trace>
  <inkml:trace contextRef="#ctx0" brushRef="#br0" timeOffset="85874.89">13228 1320 652 0,'0'0'398'0,"0"0"582"0,0 0-610 16,0 0-118-16,0 0-120 0,0 0-71 15,0 0 77-15,0 0 137 0,0 0-17 16,0 0-31-16,49-22-63 0,-24 10-79 16,2-1-57-16,2-4-3 0,4 2-10 15,0-3-15-15,2 2 0 16,-2 0-30-16,0 2-45 0,-4 4-13 16,-4 1-6-16,-2 3 9 0,-13 2-1 15,2 1-15-15,1 2-14 0,-7 1-25 16,-2-2 29-16,-4 2 110 0,0 0-264 15,-6 4-205-15,-9 0-146 0,5 2 46 16,2-1-163-16</inkml:trace>
  <inkml:trace contextRef="#ctx0" brushRef="#br0" timeOffset="86609.33">13490 1155 78 0,'0'0'78'16,"0"0"-32"-16,0 0 146 0,0 0 561 15,0 0-323-15,0 0-154 0,0 0 3 16,0 0-7-16,0 0-14 0,0 0-42 16,10-19-33-16,-10 17-7 0,-6 1-39 15,6 1-32-15,-2-2-4 0,0 2 0 16,0 0-31-16,-2 0-46 16,-2 2-24-16,4 7-3 0,-5 2 2 15,-1 6 1-15,0 3 19 0,0 3-16 16,-1 3 22-16,-5 1-6 0,3 1-3 15,1-2 2-15,0-2-15 0,-1-1-3 16,7-4-1-16,-2-3-12 0,2-1-6 16,0-2-3-16,4-3-9 0,0-1-1 15,0-3 13-15,0 2 16 0,0-2-35 16,6-4 25-16,-4 2 12 0,0 1 1 16,0-3 3-16,2-1 12 0,-4 2-11 15,0-1-1-15,2-1 16 0,1 4-7 16,1-1-9-16,0 6 10 0,0 1-10 15,4 2 19-15,0 3-19 0,-3 1 12 16,3 1-15-16,2 3-2 0,-4-4-26 16,-1 1-13-16,3-3 9 0,-2-2-3 15,-4 0 0-15,4-1-28 0,-2-3-42 16,-2 0-31-16,1-3-34 16,-1-1-22-16,-2 0-65 0,0-5-72 0,0 0-37 15,0 0 171-15,0-7 130 16,0-4-381-16,0-2 65 0,0-6 140 15,-2 0 45-15,-1-5 89 0,-1-1 107 16,-4-2 36-16,6-3 71 0,-2 0 92 16,0-2 0-16,2 4 88 0,-2 0 77 15,4 3 13-15,0 2-24 0,0 4-36 16,2 1-111-16,2 4-81 16,2 3-28-16,2 1-14 0,0 2-16 0,-1 4 0 15,5 2 3-15,0 2-3 0,-3 0-26 16,3 5-12-16,3 5 12 15,-7 4 32-15,4 4 76 0,-1 5 8 16,-5 4-110-16,2 4-22 0,-2 3 4 16,1-1-27-16,-3-2-2 0,-2 0-32 15,0-5-8-15,-2-2-27 0,2-6-14 16,-2-1-8-16,0-3-9 0,0-5-45 16,0 0-57-16,0-6-11 0,0 0 25 15,0-3 54-15,-2 0-43 0,0-5-307 16,-4-3-80-16,-3-2 80 0,1-5 16 15,4 4-6-15</inkml:trace>
  <inkml:trace contextRef="#ctx0" brushRef="#br0" timeOffset="87050.57">13490 1506 70 0,'0'0'629'0,"0"0"-69"0,0 0 19 15,0 0-106-15,0 0-111 0,0 0-117 16,0 0-120-16,0 0-125 0,0 0-23 16,0 0-118-16,-35-40 96 0,39 40 45 15,-2 0 32-15,6 3-19 16,1-1-11-16,-5 2 21 0,2-2 15 15,0 5-3-15,4-1-15 0,-3 0-20 16,-3 3 1-16,2-2 0 0,0 0 0 16,0 1-1-16,-1-2-2 0,1 0-1 15,-6 0-30-15,6 0-8 0,-2-3 12 16,0 1 27-16,-2 0 2 0,2-3 1 16,-1 2 18-16,-3 0 16 0,0 3 52 15,-7 2-7-15,-1 5-77 0,0 4 10 16,-9 2-13-16,5 6-11 0,-3 0 8 15,-3 1-26-15,3-1 26 0,1-1-13 16,3-5 3-16,1-1-16 0,2-7 7 16,4-3 9-16,2-6-64 0,2-2-61 15,2 0 138-15,6-4 51 0,4-5 71 16,-3-2-29-16,7-4-25 16,-1-2-33-16,5-2-16 0,-3 0-6 0,4 1 22 15,-5 3 29-15,3 3 9 0,-5 0 4 16,5 4-4-16,-5 3 3 0,3 0-4 15,-5 5-5-15,5 0-17 16,-7 0-15-16,7 8-7 0,-3-1-9 16,-2 5-3-16,1-2-13 0,-3 6 0 15,3-1-3-15,-3-1 0 0,0 2-66 16,-6-2-133-16,5 1-157 0,-5-5-183 16,4 8-708-16</inkml:trace>
  <inkml:trace contextRef="#ctx0" brushRef="#br0" timeOffset="87614.89">14040 1320 79 0,'0'0'2489'16,"0"0"-2036"-16,0 0-127 0,0 0-91 16,0 0-200-16,0 0-33 0,0 0 93 15,0 0 9-15,62-28-47 0,-29 18-32 16,4-3-25-16,2-1-1 0,3 1-43 16,5 0-44-16,-5 0-105 0,-1 3-55 15,-6 0-49-15,-4 4-112 0,-8 0-11 16,-2 4-96-16,-9 0 54 0,-8 2 88 15,-2 0 162-15,-2 0-7 0,-2 0-136 16</inkml:trace>
  <inkml:trace contextRef="#ctx0" brushRef="#br0" timeOffset="87764.08">14350 1158 221 0,'0'0'1114'16,"0"0"-500"-16,0 0-34 0,0 0-97 16,-50 12-129-16,38 0-182 0,4 6-77 15,-1 13-10-15,5 1 0 0,-2 7-15 16,0 4-14-16,6-2-53 0,0 5-3 15,0-3-22-15,8-3-50 0,0-1-67 16,1-8-51-16,-1 0-96 0,8-8-118 16,-5-2-119-16,1-8-240 15,5-5-214-15</inkml:trace>
  <inkml:trace contextRef="#ctx0" brushRef="#br0" timeOffset="88078.57">14439 1414 806 0,'0'0'1521'16,"0"0"-1009"-16,0 0-511 0,0 0 79 16,0 0 35-16,0 0-80 0,0 0-35 15,54-43-11-15,-42 36-18 0,0 1-103 16,5 0-19-16,-7 2-10 0,-1 4-62 16,-1 0-20-16,-6 10 113 0,-2 2 20 15,-2 6-72-15,-9 3 49 0,1 3 55 16,4 1 78-16,-9-3 26 0,7-3 169 15,2-3 91-15,4-4-46 16,0-2-79-16,2-5-9 0,0 1-13 0,2-3-46 16,0 0 26-16,4 0-3 0,0-2-10 15,7-1-43-15,-3 0 1 16,3 0-45-16,5-6-19 0,5-2-12 16,0-3-52-16,1-1-112 0,5-3-68 0,0-2-85 15,0-1-203-15,-10 8-190 16,16-15-465-16</inkml:trace>
  <inkml:trace contextRef="#ctx0" brushRef="#br0" timeOffset="88393.94">15073 1176 829 0,'0'0'1483'16,"0"0"-518"-16,0 0-549 0,0 0-25 15,0 0-105-15,0 0-113 0,0 0-71 16,0 0-59-16,0 0-43 0,0 0-46 15,-28 8-9-15,15 3 21 0,-6 5 18 16,5 2 4-16,-7-1 10 0,5 3 2 16,-5-1 1-16,7-2 20 0,-1-2-5 15,3-2 12-15,1-1 18 0,3-3-18 16,2-1-28-16,2 0-18 0,2-1-19 16,2 1 6-16,0-1 7 15,4 2 11-15,2 1 1 0,4-1 12 16,3 2 0-16,1-1 18 0,7 0-14 15,6-3-4-15,0 1-2 0,-2-5-109 16,8 0-47-16,6-3-32 0,-2 0-18 16,0-3-387-16,1 0 1 0,-7 1-438 15,14-4-477-15</inkml:trace>
  <inkml:trace contextRef="#ctx0" brushRef="#br0" timeOffset="88804.39">15330 1188 2937 0,'0'0'552'0,"0"0"-473"0,0 0-75 15,0 0 151-15,0 0-99 0,62-30-40 16,-44 24-4-16,7-2-12 0,8-3-19 15,0 2 18-15,5-1-34 0,-1 2-79 16,-2 1-73-16,2 2-20 0,-8-1-58 16,-2 4-2-16,-4 0 25 0,-9 1-13 15,-1 1 255-15,-9 0 110 0,-4 0-72 16,-7 0 40-16,-5 0 35 0,0 3 22 16,-5-3-73-16,3 2 28 0,-5-2 41 15,5 0 84-15,3 2 37 16,-1-1-18-16,4-1-51 0,1 3-114 15,3 2-56-15,4 2-13 0,0 3 25 0,0 5-22 16,2 0-3-16,4 1-11 16,1 2 10-16,-1-3-10 0,6-2-27 15,-3 3-75-15,1-5-32 0,2 2-42 16,-1-3-94-16,-3 2-142 0,-2 0-178 16,0-5-374-16,-6 9-209 0</inkml:trace>
  <inkml:trace contextRef="#ctx0" brushRef="#br0" timeOffset="88997.24">15530 1408 1224 0,'0'0'1668'0,"0"0"-1128"15,0 0-204-15,0 0-113 0,0 0-66 16,0 0-123-16,0 0-18 0,0 0 12 16,0 0 9-16,0 0-21 0,48 1-13 15,-25-3-3-15,3-6-15 0,3 3-10 16,2-5-103-16,2 0-89 0,3-1-89 15,-1-1-50-15,2 0 61 16,0-1-237-16,-8 3-145 0,14-14-482 0</inkml:trace>
  <inkml:trace contextRef="#ctx0" brushRef="#br0" timeOffset="89347.43">16173 998 115 0,'0'0'1510'0,"0"0"-493"16,0 0-391-16,0 0-94 0,0 0-117 0,0 0-151 15,0 0-153-15,0 0-110 0,0 0-1 16,0 0 0-16,-23 48 1 16,11-14 2-16,0 5-2 0,1-2 1 15,-1-4 0-15,4-1 1 0,1-4 22 16,1-3-11-16,-2-4-14 0,8-2-22 16,0-4-18-16,0-3-34 0,0-5-15 15,6 0 11-15,0 1 10 0,1-8 24 16,1 0 22-16,4 0 22 0,1-8 18 15,-1-2-3-15,7-1-11 0,-5-3 8 16,7-4-9-16,-7 5 0 0,9-2 13 16,-7 2-4-16,-3 2-12 0,-1 3 0 15,1 3-1-15,-7 1 1 0,0 4 0 16,-2 0 2-16,0 0-1 0,3 4 15 16,-1 3 6-16,-2 3-10 0,-2 0-9 15,0 5-3-15,2 0-23 0,-2-1-73 16,2 4-136-16,-2-3-238 15,1-4-333-15,5 6-756 0</inkml:trace>
  <inkml:trace contextRef="#ctx0" brushRef="#br0" timeOffset="89520.22">16787 1353 1722 0,'0'0'1955'0,"0"0"-1514"15,0 0-43-15,0 0-32 0,0 0-226 16,0 0-140-16,0 0 0 0,0 0-177 16,0 0-214-16,0 0-714 0,4 10-2097 0</inkml:trace>
  <inkml:trace contextRef="#ctx0" brushRef="#br0" timeOffset="114366.18">9135 7960 99 0,'0'0'32'15,"0"0"4"-15,0 0 43 0,0 0 335 16,0 0 94-16,0 0-251 0,0 0-29 16,0 0-14-16,-31 12 0 0,29-12-26 15,2 0-7-15,-5 2-32 0,5-2-4 16,0 0-55-16,0 0-87 0,0 0-3 16,0 0-42-16,0 1-12 0,0-1-20 15,0 0-7-15,5 0 78 0,-3 0-10 16,4 0 11-16,0 0 0 0,2-3 2 15,3-1 15-15,-3-3-3 0,2 2 1 16,5-2-10-16,-3-2 13 0,3-1 6 16,-1-1-20-16,-2 2-2 0,3 1 4 15,-5-2-1-15,3 4-1 0,-5-1 0 16,-4 3 0-16,2 1 11 16,-4 1-11-16,0 0 14 0,-2 2 23 0,0 0 45 15,0 0-1-15,0 0 10 0,0 0-3 16,0 0-13-16,0 1-59 15,-2 0-18-15,-2 3-16 0,0 4-19 16,0 3 13-16,-6 7 6 0,1 6-1 16,1 2 17-16,-2 7 2 0,-1 1 10 15,1-3 1-15,2 3 3 0,-3-3-14 16,5-4 0-16,2-2-2 0,2 0-1 16,2-4-2-16,0-2-16 0,0-4-16 15,0 0-7-15,2-4-48 0,0-2-29 16,2-1-51-16,0-2-147 15,3 0 58-15,-3-4-134 0,0 0-69 0,-2-2-40 16,0 0-176-16</inkml:trace>
  <inkml:trace contextRef="#ctx0" brushRef="#br0" timeOffset="115300.79">8913 7699 30 0,'0'0'180'0,"0"0"-76"0,0 0 554 15,0 0-446-15,0 0-39 0,0 0-37 16,-53 50-12-16,44-39 16 0,1 1-17 16,2 2-32-16,0 1-13 0,0 1-17 15,1-1-2-15,1 3-4 0,0-1 6 16,2 0-2-16,0-1-8 0,2 2 1 15,-2 2-26-15,2-1-7 0,0 2 1 16,0 1-18-16,0 0 11 0,4 0-10 16,0 2-1-16,2-1-1 0,3 0 0 15,-3 1-1-15,4-2-15 0,3 0 2 16,-3-3 0-16,4 2 11 0,-1-5-11 16,1-1 13-16,1 0 3 0,1-1 9 15,1-3 1-15,4 0 13 0,-3-2-3 16,3 0-20-16,2-5 29 0,1 2 4 15,-1-3-23-15,4-1-10 16,-2-1 23-16,4-1-13 0,-2 0 3 16,-1-4-15-16,3-1 15 0,0-2-13 15,0-2 23-15,-2-3-23 0,4 2 29 16,-4-5 4-16,0 0-14 0,-2-2 1 16,-3-1 6-16,1-1-4 0,-2 1 1 15,-5-1-13-15,3 0 0 0,-5 0 3 16,-1-2 6-16,-3 3 7 0,1-4 0 15,-3 2 3-15,-2-3-7 0,0 1-2 16,0-2-10-16,1-1-10 0,-3 0 10 16,-4-2-10-16,0 0 10 15,0-1-12-15,0 0-1 0,-6-1-1 0,-1-1-3 16,-1 0-15-16,-4 1 3 16,1 0-6-16,-1 3-49 0,-3-1 20 15,-1 2 9-15,-1 0 20 0,-1 3-1 16,-3 1 20-16,0 1-19 0,-1 3 20 15,-1 3-11-15,0-1 10 0,-2 3 3 16,-1 3 1-16,3 2 37 0,-2 1-6 16,-4 3 10-16,4 3-23 0,-2 0-16 15,3 0 29-15,-3 5-30 0,2 0 10 16,-2 2 11-16,4 1-20 0,-2 2 26 16,3-2 0-16,-1 3-10 0,2 0 0 15,1 1-19-15,3 1 0 0,-2 2-1 16,1 1-18-16,1 5 17 0,3 2-24 15,-3 3 13-15,3 3 11 0,-3 0 0 16,5 4-11-16,2 2 11 0,-1-3-11 16,3 4 0-16,4 0-6 15,0-3-35-15,2 0-39 0,2 0-33 16,0-4-67-16,4 2-140 0,4-3-176 16,-2-8-191-16</inkml:trace>
  <inkml:trace contextRef="#ctx0" brushRef="#br0" timeOffset="118045.08">7375 10208 7 0,'0'0'2'0,"0"0"-2"16,0 0 62-16,0 0 19 0,0 0-42 16,0 0-9-16,0 0-29 0,0 0 334 15,0 0-51-15,0 0-88 0,7-1-43 16,-7 0-4-16,0 1-15 0,0 0-46 16,0 0 25-16,0 0 14 0,0 0 16 15,0 0 6-15,-4 0-13 0,4 0 0 16,0 0 10-16,0 0-24 0,0 0-41 15,0 0-36-15,0 0-32 0,0 0-10 16,0 0 26-16,0 0 6 16,0 0 10-16,0 0-9 0,0 0-4 0,0 0-7 15,0 0 1-15,0 0-7 16,0 0-15-16,0 0-3 0,0 0 0 16,0 0 1-16,0 0 46 0,4 0 3 15,0 0 0-15,2 0 0 0,-4 1-6 16,2 0-7-16,0 0-3 0,0 0 3 15,1 1 1-15,-1-2 2 0,0 1 3 16,2 0 7-16,-2 1 6 16,0 0 3-16,3-2 7 0,-3 0-8 15,0 1-11-15,4-1-20 0,-4 0-3 16,2 0-9-16,1 0-14 0,-3 0 10 0,4 0 1 16,0 0-11-16,-1 1 1 15,3-1 16-15,-2 0-16 0,2 0 13 16,3 1-4-16,-3-1 4 0,1 0-13 15,3 1 13-15,-2-1-4 0,1 0-10 16,1 2 1-16,1-2 10 0,1 0 0 16,1 1-1-16,3-1 13 0,1 0-3 15,0 0-3-15,2 0 5 0,1 0 1 16,1-1 0-16,0-2-23 0,0 1 17 16,0 1 12-16,-1-4-6 0,1 2-3 15,2 0 3-15,-2 0-1 0,0 0-5 16,-1 1 0-16,1 0 2 0,0-1 1 15,6 2-3-15,-4-1 5 16,0 0-2-16,4 0 9 0,-2-1 0 0,0 1-7 16,2-2 4-16,0 1-3 0,0 0-4 15,0 0 1-15,0 0-7 16,0-2 1-16,-2 1-13 0,0 3 9 16,0-2-12-16,-5 0 1 0,5 2 2 15,-2-1 0-15,0-1-1 0,0 2 13 16,2-1-11-16,-2-1-1 0,0 3 0 15,2 0 9-15,2 0 0 0,-2-2-11 16,2 1 2-16,0 1-1 0,2-1 1 16,0-1 1-16,0 2 8 0,2-2-10 15,0 2 1-15,0-2 9 0,0 0-9 16,0 2 0-16,1-2 10 0,-3 2-10 16,0-3 12-16,4 3 0 0,-4-3-14 15,0 2 15-15,2 0-13 0,-2-2 9 16,2 3-10-16,1-3 1 0,-1 2 0 15,0-1 12-15,0-1 1 0,0 0-4 16,0 1-10-16,0-3 1 0,3 1 9 16,-1 1-12-16,-2 0 0 15,2 0 2-15,-2-2 0 0,1 5-1 0,1-2 2 16,-2-1-1-16,0 0 1 16,0 2 1-16,0-1 11 0,0 0-14 15,1 1 0-15,-3-2-1 0,0 3 0 16,0 0 0-16,0 0 2 0,-2 0-2 15,0 0 0-15,0 4 0 0,-2 0-2 16,4-2-1-16,-4 3 2 0,0-3 1 16,2 3 1-16,-4-2 1 0,2-3 10 15,-3 3-9-15,1 0 19 0,-2-3-7 16,0 2-12-16,2-1 9 0,-4-1-11 16,1 0 2-16,-1 0 0 0,0 0-3 15,0 0 2-15,-1 0 1 16,1-3-1-16,2 1-1 0,0-2 1 15,-1 4-1-15,1-3 0 0,0-2 1 16,4 3 0-16,-6-1 0 0,6 0-1 16,-4 0-1-16,3 1 0 0,-1 1 0 15,-4-2 0-15,6 3-1 0,-4-3 1 16,2 3-1-16,2-2 1 0,-7 1-1 16,7 1 1-16,-2 0-1 0,-2 0 1 15,2 0-1-15,-6 0 1 0,-1 0 0 16,5 0 1-16,-6 0-1 0,-1 0-2 15,1 1 2-15,-3 0-1 0,-1 0-2 16,1 2 2-16,-5-3-1 0,-1 3 2 16,4 0-1-16,-3-1 0 0,3-1 0 15,-5 2-1-15,1 0 1 0,-2-1-1 16,3-2 1-16,-5 3-14 0,2-1 12 16,0-1-15-16,-2 1 14 0,1-2-14 15,-3 0 6-15,2 3 9 16,-2-2-12-16,2-1-1 0,-4 2-5 15,5-2-4-15,-3 0-8 0,-2 0-16 16,2 2-19-16,2-2-33 0,0 1-38 16,5-1-25-16,-3 0-56 0,0 0-66 15,7-3-118-15,-5 0-75 0,7-2-120 16,-1-1-75-16,-4 4-49 0,5-4-285 0</inkml:trace>
  <inkml:trace contextRef="#ctx0" brushRef="#br0" timeOffset="120733.86">11898 10121 24 0,'0'0'85'0,"0"0"-20"15,0 0-52-15,0 0 49 0,0 0 130 16,0 0 79-16,0 0-95 15,0 0-4-15,0 0 1 0,0 0 42 16,15 0 81-16,-15-3-1 0,0 2-120 16,-6-3-16-16,4 4-17 0,-5-3-16 15,1 0-17-15,2 2-35 0,0-1-3 16,-6-1-20-16,3 1 14 0,-3-1-33 16,4 0 25-16,-7 0 17 0,3 1 6 15,0-2-4-15,-5 4 16 0,3-2-28 16,-5 1-13-16,3-1 18 15,-3-1-8-15,-1 3-5 0,1 0-8 16,-1 0-10-16,-1 0-1 0,0 0-5 16,-3 0-7-16,1-2-3 0,0 2 15 15,-6 0-18-15,5 0 0 0,-1 0 0 16,-6 0 0-16,2 0 7 0,0 0-4 16,0 0-7-16,-2 0 1 0,3 0-16 15,-3 0 0-15,0 0 1 0,2 0 1 16,0 0-2-16,-2 0 2 0,4 0-2 15,-2 0 0-15,-2 0-1 0,5 0 0 16,-1 0 1-16,0 0 0 0,-2 0 0 16,0 0 2-16,4-3 14 0,-1 3-14 15,-3-2 10-15,-2 2 1 0,4 0-10 16,-2 0 16-16,-2 0-16 0,4 0 12 16,-4 2-13-16,-2-2 0 0,5 3 11 15,-3-3-1-15,2 0-11 0,-4 2 2 16,4-2 16-16,-2 0-3 0,0 4-4 15,0-2-9-15,0 0 10 0,0-2-10 16,2 0-2-16,0 3 1 0,1-2 0 16,1-1 1-16,-2 0-1 15,-2 0-2-15,4 0 0 0,-4 0 1 16,0 0 1-16,2 0-2 0,1 0 0 16,-3 0 3-16,4 0-1 0,-2 0-1 15,0 0 12-15,2 2 2 0,3-2-13 16,-3 2 11-16,0-1-1 0,2-1-10 15,0 0-2-15,1 1 2 0,-1-1-1 16,0 2 12-16,3-2-11 0,-3 0 13 16,0 0-2-16,0 0-10 0,-1 0 16 15,-1 0-7-15,2 3 0 0,-2-3-11 16,0 0 12-16,-1 2-10 0,3 0 0 16,-4 0 0-16,2 0 9 0,0 0-10 15,-2-1-1-15,1 2 0 0,-1 0 0 16,0-1-1-16,-2 1 0 0,4 0 0 15,-4 1 2-15,0-1 0 0,2 1 10 16,0-1-9-16,1 0 9 0,-5 0-10 16,4 0 0-16,-2 0 2 15,0 0-1-15,0-1 9 0,-2 0-9 16,2 1-1-16,0-2 0 0,-2 1 14 16,0 1-15-16,2-1 2 0,0-1-3 15,2 1 0-15,-2-1-2 0,2-1 2 16,1 0 1-16,-1 0 1 0,0 3-1 15,2-3 0-15,-2 0-1 0,2 0 0 16,0 0 0-16,1 3 0 0,-1-3 0 16,0 0 0-16,2 3-2 15,1-2 2-15,1 0-1 0,-4 1 1 16,4 0-1-16,-1-1 1 0,-1 0 0 16,0 1 0-16,3 0-2 0,-3-1 1 15,0 1 1-15,2-1 0 0,-1 2 2 16,-1-3-1-16,0 3-1 0,-2-2 0 15,3 1 0-15,-1-1 0 0,-2 1 0 16,2-1 0-16,1 1-2 0,-1-1 1 16,0 0 0-16,0 3 0 0,3-4 1 15,-5 1 1-15,2 0 1 0,3 0 0 16,-3 0-1-16,0 1 11 0,2-2-10 16,-1 1-2-16,1 0-2 0,-2 1 1 15,3-1-1-15,-1 1-1 0,0 1 1 16,3 0 2-16,-1-2 2 0,-2 1 0 15,5 1 0-15,-3-2-2 0,3 2 0 16,-1-1-1-16,3 0 1 0,1 1 0 16,-1-3-2-16,1 3 1 0,1-2-1 15,4 0-11-15,-3 2 12 0,1-1 0 16,0-1 1-16,3 0 0 16,-1-1 0-16,2 0 0 0,0 0-1 15,0 0 1-15,4 2-1 0,-5-2 1 16,7 0 0-16,-2 0-1 0,0 0-2 15,2 0-15-15,0 0-10 0,0 0-3 16,0 0 3-16,0 0 7 0,0 0 17 16,0 0 2-16,0 0 1 0,0 0-1 15,0 0 2-15,0 0 16 0,-2 0-4 16,2 0-10-16,0 0-1 0,0 0-1 16,0 0-1-16,0 0-17 0,0 0 2 15,0 0 1-15,0 0-4 0,0 0-3 16,0 0-9-16,0 0-3 0,0 0-3 15,0 0 0-15,0 0 12 0,4 0 25 16,-2 2-1-16,7 0-2 0,-3 0-10 16,2 0 12-16,0 0 0 15,3-1 1-15,-3 2 0 0,4-1 0 16,1 1 1-16,1-3 2 0,3 1 10 16,-3 0-11-16,3-1 1 0,1 0-1 15,1 0 13-15,2 0-12 0,-1 0 9 16,5 0-11-16,0-2 1 0,0-2 17 15,4 0-16-15,-2 1 9 0,4 1-9 16,-2-4 10-16,2 2-12 0,0-3 11 16,-3 3 7-16,6-2-4 0,-6 0 1 15,3 0 3-15,3 2-16 0,-3-1 8 16,2 1-10-16,0 0 0 0,-2-2 11 16,2 2-10-16,0-1 1 15,0 2-1-15,2-1 10 0,-2 1-10 0,2-1 1 16,-2 0-1-16,0 2 11 0,3 0-13 15,-3-1 3-15,0 0 0 0,0 3-1 16,-2-3 14-16,2 3-14 16,-2-1 0-16,0-1 13 0,0 2-12 15,-2-1 0-15,4-1 13 0,0-1-4 16,0 3-9-16,0 0-1 0,2-3 0 16,0 0 0-16,1 3 11 0,-1-4-10 15,2 4 0-15,-2-3-1 0,0 2 0 16,0-1-2-16,0 2 1 0,-1-3 1 15,1 3-1-15,-2 0 0 0,-2 0 2 16,2 0 9-16,0 0-12 0,0 0-1 16,2 0 1-16,-2 0 2 0,-2 0 11 15,4 0-11-15,-2 0 10 0,3 0 10 16,-3 0-4-16,4-2-2 0,-4-2-14 16,2 2 10-16,0 0-11 15,0 0 1-15,0-2 11 0,1 0-12 0,-1 1-1 16,-2-1 1-16,2 0 1 0,0 1 10 15,-2 0 0-15,0 0-10 16,0 0 0-16,-2 1 11 0,-2-1-10 16,2 0 0-16,-2 2 0 0,0-1 9 15,-4 0-9-15,0 1 9 0,2 1-9 16,-3-3 1-16,-1 3 11 0,0 0-14 16,2 0 2-16,-5 0-1 0,5 0 1 15,-2 0 0-15,-2-2 9 0,1 2-10 16,-1 0 1-16,0 0 9 0,-3 0-10 15,3 0 0-15,-4 0-1 0,1 0 1 16,-1 0 0-16,1 0-1 0,-3 2 0 16,3 1 0-16,-3-2-2 0,3 3 2 15,1-3-1-15,-2 2 0 0,1 0 1 16,1-3 2-16,-3 2 10 0,5 1-1 16,0-2-9-16,-5-1 12 0,5 0-13 15,0 0 0-15,-5 0 10 0,7 0-11 16,-5 0 2-16,3 0-1 0,0 0 1 15,2 0-1-15,-3 0 1 16,3 0 9-16,-4-1-10 0,3 1 0 16,-3-1 13-16,2-1-13 0,-3 2 1 15,3-2 10-15,2 2-10 0,-5 0 9 16,3 0-9-16,-3 0-1 0,3 0 1 16,0 0 12-16,-1 0-14 0,-1 0 2 15,0 0 1-15,-1 0 8 0,5 0-11 16,-6 0 0-16,1 2 1 15,-1-2-1-15,-1 0 1 0,1 3 0 0,-1-2 0 16,-3 0 1-16,1 0 0 16,-4-1-1-16,7 0 1 0,-3 2 0 15,1-2-2-15,1 1 2 0,-1-1 10 16,2 0-12-16,-5 1 1 0,4 1-1 16,-5-2 1-16,1 0 0 0,3 0 0 15,-7 0 0-15,4 0 0 0,1 0 0 16,-7 0-1-16,4 0-1 0,-4 0 1 15,5 3 1-15,-9-3 0 0,2 0 0 16,-4 0 0-16,0 1 1 0,2-1 12 16,-2 0 1-16,0 0-4 0,0 0-9 15,0 0 18-15,0 0-9 0,0 0-10 16,0 0 0-16,0 0-2 0,0 0-3 16,0 0-12-16,0 0 3 0,0 0 9 15,0 0-15-15,0 0 5 0,2 0 11 16,-2 0 2-16,0 0 1 15,0 0-1-15,0 0 0 0,2 0 0 16,2 0-2-16,-2 1 0 0,0-1-10 16,-2 0 0-16,3 0-3 0,-3 0-10 15,0 0-2-15,0 0-4 0,0 3-3 16,0-3-5-16,0 0-16 0,2 0-7 16,2 3-18-16,0-3-18 0,0 4-10 15,0-2-22-15,4 0-13 0,5 1 9 16,-5-2-178-16,4 1-109 0,5-2-55 15,-9 0-322-15,9-6-884 0</inkml:trace>
  <inkml:trace contextRef="#ctx0" brushRef="#br0" timeOffset="127833.33">7444 11212 39 0,'0'0'23'0,"0"0"6"0,0 0 4 16,0 0 3-16,0 0 42 0,0 0 196 15,0 0 3-15,-2-5-189 0,2 5-85 16,0 0 13-16,0 0 30 0,2 0-7 16,-2 2 20-16,6-1-1 15,-4-1 4-15,2 0 16 0,-2 0 4 16,0 0 15-16,-2 0-5 0,0 0 8 15,0 0 27-15,0 0-16 0,0 0-37 16,0 0-38-16,0 0-33 0,0 0-2 16,0 0-1-16,0 0 0 0,0 0 0 15,0 0-1-15,0 0-2 0,0 0 0 16,0 0 3-16,0 0 32 0,0 0 14 16,0 0 2-16,0 0 4 15,0 0-7-15,0 0-2 0,0 0 5 0,0 0 1 16,0 0-1-16,0 0-2 0,0 0-14 15,0 0-16-15,0 0-14 16,0 0 0-16,0 0 0 0,2 0 53 16,0 0 32-16,3 0 1 0,1 0-2 15,-4 0-24-15,2 0-14 0,0 0-3 16,0-3-13-16,0 1-3 0,0 0-4 16,3 0-5-16,-1 0-1 0,0 0-6 15,0 1-1-15,0-2 11 0,1 3 6 16,1-3-7-16,4 0 0 0,-1 2 7 15,-1-3-7-15,4 2-2 0,1-2 2 16,-3 2 4-16,5 1-11 0,-1-1-2 16,3 2 13-16,2-2-14 0,-3 1 4 15,3 1 16-15,2 0 6 0,-1 0 4 16,5 0-4-16,0 0 9 16,2-1-9-16,-4-1-9 0,4 1 12 0,0-1-19 15,2-1 6-15,-2 1-12 0,2 1 3 16,0-2-16-16,2 3 13 15,-2-2-13-15,2 2 13 0,2 0-4 16,0 0 4-16,2 0 0 0,1 0 9 16,-1 2 13-16,2 0-13 0,0-1-3 15,3 0-7-15,-1 1-12 0,0 0 26 16,1-1-26-16,-1-1 9 0,0 2-10 16,3-1 1-16,-3-1-1 0,3 0-1 15,-1 0 0-15,0 0 2 0,3 0-1 16,-1 0 11-16,1-3-12 0,3 0 2 15,-3 1-1-15,-1 0 1 0,3 0 0 16,-5-1 9-16,3 0-9 0,-3 2-3 16,1 1 15-16,-3-3-14 0,2 3 2 15,-1 0 10-15,-3-1 2 0,0 1 4 16,1 0 0-16,-3 0-16 16,-2 0 0-16,2 0 9 0,0 0-8 15,-2 1-1-15,1-1 0 0,1 3 9 16,-4-3 1-16,0 0-12 0,2 1 1 15,-6-1 10-15,2 0-11 0,-2 2 0 16,-2-1 0-16,2 0-1 0,-4-1 1 16,-1 0-1-16,3 2 3 0,-2-2-3 15,0 0 1-15,0 0-1 0,0 0 0 16,-1 0-1-16,-1 2 1 0,-4-1-1 16,5 0-2-16,-3-1 1 0,0 0-1 15,-3 0 1-15,3 2 1 0,-2-2-1 16,-1 0-10-16,-1 0 11 0,-3 0 1 15,1 0-1-15,-7 0-2 0,0 0 1 16,-1 0-1-16,-3 0 2 16,-4 0 1-16,0 0 21 0,0 0 26 15,0 0-1-15,0 0-21 0,0 0-7 16,-2-2-18-16,-3 1-13 0,1-2 11 16,-2 3 1-16,4-2-1 0,-4 1-1 15,0 0 1-15,2-1 0 0,-3 2-1 16,3-1 1-16,-2-1 0 0,2 1 0 15,0 1-2-15,-5-3 1 0,3 3 0 16,0-1 0-16,0-1 0 0,2 2 1 16,-7-1 2-16,-1 1 0 0,2-2 0 15,-7 2 0-15,1 0 0 0,-3 0 1 16,-4 0 0-16,0 0 1 0,-3 0-1 16,-1 0 0-16,-6 3 0 0,2-3 1 15,-4 2 0-15,-3-1 0 0,3-1-1 16,-4 2 2-16,2-2-1 15,-5 0-1-15,1 0 1 0,0 0 0 16,-1 0 0-16,-1 0 1 0,-1 0 0 0,1 0 0 16,4 0-1-16,-3 0 0 15,3 0-2-15,2 0-1 0,0 0-11 16,2 0 10-16,-1 0 2 0,1-2 1 16,2 2-1-16,0 0-1 0,0 0-1 15,0 0-11-15,0 0 13 0,0 0 0 16,2 0 0-16,0 0 2 0,-2 0-1 15,0 0-1-15,-2 0 1 0,2 0-1 16,-1 0 1-16,-1 0 3 0,2 0-3 16,0 0 2-16,0-3 9 0,2 2-9 15,0-1 0-15,2 0 0 0,0-2 1 16,-4 2-3-16,4-2 2 0,0 0-3 16,-2 0 1-16,0 1-1 0,0-1 0 15,0 0-1-15,0 1 1 0,0 2 1 16,2-1 1-16,-2 1 9 0,2 1-11 15,-2 0 0-15,0 0 0 16,2 0 0-16,-2 0 0 0,2 0-2 0,-2 1 0 16,0 0-10-16,2 0 11 0,1 0 1 15,-1 0-1-15,0 1-2 16,0 1 2-16,0 0-2 0,4 0 2 16,-2-1 1-16,2 2-1 0,0 0 1 15,3 0-1-15,-1-2 0 0,2 2 0 16,3-2 1-16,-3 0-1 0,5-1-2 15,-3 1 0-15,2-1-9 0,3-1 12 16,-3 3 0-16,5-3-3 0,0 1 3 16,3 1 1-16,-1-2 1 0,4 0-1 15,-3 1 0-15,5-1-1 0,0 0-1 16,0 0-3-16,0 0 1 16,0 0 0-16,0 0 1 0,4 0 0 15,-4 0 1-15,-1 0 0 0,3 0 1 16,-4 0 0-16,4 0 1 0,-4 0-1 15,4 0-1-15,-2 0-1 0,0 0 0 16,1 0-10-16,-1 0-1 0,2 0 10 16,2 0-16-16,0 0 1 0,-2 0-23 15,2 0-18-15,0 0-22 0,0 3-83 16,0-2-6-16,0 3 8 0,2 0-76 16,0 1-62-16,-2 2-54 0,4-2-73 15,-1 3-127-15,-1-2-61 0,0 2-394 16,-15-59 942-16</inkml:trace>
  <inkml:trace contextRef="#ctx0" brushRef="#br0" timeOffset="131879.33">7549 12178 34 0,'0'0'150'0,"0"0"-137"16,0 0 55-16,0 0 509 0,0 0-381 15,0 0-76-15,0 0-6 0,0 0-42 16,0 0-30-16,0 0-39 0,-16-4-2 16,16 4-1-16,-2-2 4 0,2 2 25 15,-3 0 49-15,1 0 23 0,2 0 0 16,-4 0-11-16,0 0-8 0,2 0-43 16,-4 0-23-16,6 0-3 15,-2-2-13-15,-2 2-1 0,2-1-2 0,-3-2-1 16,3 2 1-16,0 0 1 15,0-1 2-15,0-2 1 0,-2 3 15 16,0-3 30-16,0 3 12 0,0-2 13 16,0 1-3-16,-1 0 10 0,1 1-7 15,2-2 1-15,0 3-8 0,-2 0-19 16,2 0-9-16,0 0-14 0,2 0-9 16,-4 0-9-16,4 0 12 0,0 0-3 15,0 0 9-15,0 0 7 0,0 0-14 16,0 0-15-16,0 0-1 0,0 0-12 15,0 0 10-15,0 0 3 0,0 0 29 16,4 0 6-16,-2 0-2 0,2 3-1 16,0-2-3-16,0-1 9 15,3 2-2-15,-1 0-1 0,0-1-3 16,4-1-3-16,1 1-3 0,-3-1-1 16,6 1 4-16,-1-1-3 0,1 0 22 15,1 0-10-15,-1 1-9 0,5-1-1 16,-1 0 8-16,-1 0 5 0,4 2 13 15,-1 0-3-15,-1-1-13 0,1-1 7 16,-1 3-14-16,4-2 14 0,-5 1-11 16,7-1 1-16,-4 0-9 0,0 3-7 15,1-2-1-15,-1-2-5 0,2 3 3 16,-1-1-4-16,3-1 1 0,0 1-10 16,0 0 16-16,2-1 0 0,-2 0-3 15,-1 2 6-15,5-3-3 0,-2 2 3 16,-2-2-7-16,4 2 4 0,-2 1-16 15,2-1 19-15,-2-1 3 0,2 2-3 16,-3-1 0-16,5-1-6 0,-2-1-13 16,2 0 20-16,0 0-1 15,0 0-7-15,2 0-12 0,1 0 0 16,-1-3 0-16,2-1 19 0,-2-1-10 16,-2 3 4-16,4-3-16 0,-4 2 0 15,2-1 3-15,-2-1-2 0,0 3 2 16,2-2 13-16,-2 2-16 0,-2 2 3 15,2 0 9-15,0 0-9 0,-2 0 10 16,2 0 5-16,-4 1-2 0,4 0 0 16,-4 3-13-16,0-2 15 0,2 0 7 15,-3 1-6-15,-1 0-7 0,2-1 1 16,0 0 8-16,-2 3-18 0,-2-3 10 16,3-2 2-16,-3 4 1 0,4-2 5 15,-2 0-17-15,0 0 24 0,-3 0-7 16,3-2 1-16,0 0-7 0,0 3 10 15,0-2-22-15,-3-1 12 0,3 0-2 16,0 2-10-16,2-2 12 0,0 3-13 16,0-1 0-16,2 0 0 15,-1 0 0-15,3 1 2 0,3-2 8 16,-1 1-10-16,0 1 1 0,0-2 12 16,4 2-2-16,-2-2 2 0,2 1-13 15,-2 0 0-15,3-1 0 0,-3-1 1 16,4 0-1-16,-6 2 2 0,2-2 8 15,0 0-9-15,3 1-1 0,-5-1 0 16,4 0 1-16,0 0 9 16,-2 1-9-16,3-1 19 0,-1 2-10 0,2-2-11 15,0 0 11-15,1 0-9 0,1 0 0 16,-4 0 9-16,7 0-11 16,-7 0 0-16,4 0 2 0,-2 0-2 0,-1 0 1 15,3 0 1-15,-2 0-2 16,-4 0 1-16,5 0 0 0,1 0 0 15,-6 3 0-15,6-3 0 0,-3 2 0 16,-1-1-1-16,2 0-1 0,2 1 4 16,1-1 8-16,-1 0-10 0,0 0 0 15,3 0 0-15,1 0 0 0,-3-1 1 16,1 0-1-16,3 0 0 0,-7 0 1 16,8 0-2-16,-1 0 0 0,-3 0 0 15,1 0-1-15,3 0 0 0,-5 0 1 16,3 0-1-16,1 1 1 0,1 0 2 15,1-1 10-15,-3 3-13 0,1-1 1 16,1 0 0-16,1 0 1 0,-1 1-1 16,-3 0 0-16,1 0 2 0,3 0 0 15,-7 1 0-15,2-1 12 16,5 1-2-16,-7-2-11 0,3 1 1 16,1-1 0-16,-8-1 12 0,9 0-13 15,-1-1-1-15,-3 0 1 0,-1 0 1 16,0 0-1-16,3 0 0 0,-7 0 1 15,-2 0 0-15,4-1 0 0,-3-1 0 16,-1 1 0-16,-4-1-1 0,0 1-2 16,2-1 2-16,-6 2-2 0,6-2 1 15,-2 2-1-15,-4-2 1 0,-3 1 0 16,5 0-1-16,-4 0 0 0,4 0 1 16,-2 1 0-16,-4-2-1 0,4 1 1 15,-1 0-1-15,3-1 1 0,0 0 2 16,-2 0-1-16,0 0-2 0,-2 2 0 15,2-3-2-15,2 1 0 0,-5 1 1 16,-3 0 0-16,2-1 1 16,2 1-1-16,-7-1 1 0,5 2 0 0,-6-1 0 15,5 1 1-15,-1-1 0 16,-2 1 0-16,3-1-1 0,-1 0 0 16,-2 0-3-16,3 0 1 0,-5 0 1 15,4-1-1-15,-3 0-1 0,-1 0 1 0,5 2-2 16,-7-3 1-16,3 3 0 15,-3 0 1-15,4-2 0 0,-5 2 1 16,3 0 0-16,-5-1 1 0,5 1 0 16,-3 0-1-16,-2-1 1 0,3-1-1 15,-5 2-2-15,1-1 1 0,3-1 0 16,-8 0 2-16,5 1-2 16,-3-2-10-16,-2 2 9 0,0 0-16 0,-2-1 1 15,5 2 6-15,-3-2-1 0,2 1 11 16,-2 1-13-16,0-1 13 15,1-1 1-15,3 0 0 0,-2 2 0 16,-2 0-1-16,1-1 1 0,-3 0-2 16,4-1 0-16,-2 2 0 0,-4 0-10 15,-2 0 13-15,0 0 3 0,0 0 31 16,0 0 0-16,0 0-10 0,0 0-8 16,0 0-14-16,0 0 10 0,0 0-9 15,0 0 9-15,0 0-10 0,0 0 1 16,0 0 0-16,-2-3-3 0,-2 3-2 15,0 0 1-15,-4-2 0 0,2 1 0 16,-1-2 0-16,-3 3 1 0,-4-1-1 16,3 0-1-16,-7-1-1 0,1 2 1 15,-4-2-1-15,3 2 0 0,-5 0 2 16,-4 0 1-16,2 0 0 16,1 0-1-16,-7 0 1 0,0 0 0 15,-3 0 1-15,1 0 0 0,-2 0-1 16,0 0 1-16,0 2-1 0,-4-2 1 15,2 0 0-15,-3 0-1 0,1 0 0 16,0 0 0-16,-7 0 1 0,5 0 1 16,2 0 0-16,-5 0-2 0,1 0 1 15,1 0-1-15,1 0-2 0,-4 0-1 16,3 0 0-16,1 0-12 0,-5 0 12 16,1 0-19-16,4 0 4 0,-3 0 15 15,-1 0-9-15,1 0 10 0,1 0 1 16,0 1 1-16,-3 0 2 0,7 0 0 15,-5-1 1-15,5 0 0 0,-2 0 9 16,6 0-10-16,-1 0 13 0,1 0-14 16,0-1 2-16,2 1 0 0,2-1-1 15,-2 1 1-15,2-1-2 0,0-1 2 16,-2 1-1-16,6 0 0 0,-2-3-1 16,0 4-1-16,-2 0 1 15,4 0-1-15,-2 0 1 0,0 0 0 16,-4 0 1-16,2-2-1 0,0 2-1 15,0 0 0-15,-2 0 0 0,2 0 0 16,-2-2 0-16,0-1-3 0,0 3 1 16,0-1 1-16,0 0-2 0,0 1 1 15,0 0 0-15,0 0-1 0,2 0 1 16,-2 0 1-16,-3 0-2 0,3 0 3 16,-4 0 0-16,2 1 2 0,2 0-2 15,-4 2-2-15,2-3 1 0,-3 2 1 16,-1-2 0-16,0 2 0 15,2-2 3-15,-3 3-2 0,1-2 1 0,2-1 0 16,-4 1 10-16,1-1-10 16,3 0-2-16,0 0 1 0,2 0 0 15,0-2-1-15,-1-1 0 0,3 3 0 16,0-2-1-16,-4 0 0 0,-2-1 0 16,4 2 1-16,-3 0-1 0,-1 0 0 15,2-2 0-15,2 3 1 0,-2-3-1 16,1 3 0-16,-3-1 0 0,4-1 0 15,-2 0-1-15,0-2 2 0,-1 4-2 16,1-1 1-16,2 0 1 0,-2-1-1 16,2 2-1-16,2-1-1 0,-3-1 1 15,3 2 0-15,-4-1 1 0,4 1 0 16,-2 0 0-16,2 0 1 0,0 0-1 16,-2 0-1-16,2 0 0 0,-3 0 0 15,3 1 0-15,-2 1-1 0,0-1 1 16,0-1-10-16,0 2 11 0,0-2 0 15,2 1-2-15,-3 0-9 16,-1-1-1-16,0 0 10 0,2 3-12 16,2-3 13-16,-4 1-11 0,2-1 13 0,-1 0 0 15,1 0 0-15,0 0 0 16,0 0 0-16,0 2 1 0,-2-2 1 16,1 0-2-16,1 0 3 0,0 0-1 15,-2 0-1-15,2 0-1 0,2 0 0 16,-4 0 0-16,1 0 0 0,1 0 3 15,2 0-2-15,2 0 0 0,-2 0 0 16,2 0 0-16,2 0 11 0,0-2-12 16,4 1 12-16,-1-2-11 0,-1 1-1 15,4 0 2-15,0-1-2 0,-2 2-3 16,3-1 0-16,-1-1 0 0,2 3-12 16,-4-2 15-16,5 1-1 0,-1-2-2 15,0 3 0-15,-1-2 1 0,1 1 0 16,0-2-1-16,1 3 3 0,-1-1 1 15,-2 1-1-15,5-1 0 0,-5 1 0 16,0 0-1-16,0 0-1 16,3 0-1-16,-5 0 0 0,2 0 0 15,0 0 1-15,1 0 2 0,-1 0 0 16,2 0 1-16,-1 0 1 0,-1 0 1 16,-2 0-1-16,4 0 9 0,1 0-11 15,-1-2-1-15,-2 2 0 0,3-1 1 16,1-1-2-16,-2 1-1 0,1 1-1 15,1-2 1-15,3 2 2 0,-3-3 1 16,2 2-1-16,-3-1 0 0,5-1-1 16,-3 2 0-16,3-2 1 0,-3 0 0 15,1 2 1-15,1-1 0 16,1-1 1-16,-4 2 1 0,7-1 0 16,-2 2-2-16,-1 0 0 0,5 0 0 0,-5-2-1 15,5 2 1-15,2 0-1 16,-3 0-1-16,3-1 1 0,-2 1-1 15,4 0-10-15,-3 0 10 0,3-1 1 16,0 1-1-16,-2-1-1 0,1-1-10 16,1 2 12-16,0 0 1 0,-2-2-1 15,2 2 1-15,1 0 0 0,-3 0-1 16,4 0-2-16,0 0-12 0,0 0-4 16,0 0 7-16,-1 0-3 0,3 0-4 15,0 0-21-15,-2 0-12 0,2 0-10 16,2 0-12-16,-2 0-13 0,2 0-21 15,0 0-39-15,0 0-64 0,0 0-161 16,0 0-187-16,4 0-37 16,2-2-484-16</inkml:trace>
  <inkml:trace contextRef="#ctx0" brushRef="#br0" timeOffset="135209.36">6908 9228 206 0,'0'0'17'0,"0"0"-17"15,0 0 19-15,0 0-18 0,0 0 2 0,0 0 23 16,0 0 384-16,0 0-195 15,0 0-48-15,0 0-14 0,0 0 22 16,-14 4-5-16,10-3-24 0,2 2-19 16,-5-1-23-16,5-1-30 0,0 3-15 15,-2-1-27-15,-2 2-19 0,2 1 6 16,-4 0-19-16,-1 2 0 0,3 0 0 16,-2 1 0-16,0-1 3 0,-3 3-1 15,5 1-1-15,-2 1-1 0,-1 1-3 16,1 3-1-16,2 1 2 0,-2 0 1 15,2 2 1-15,-1 1 13 0,-1 1-11 16,2-2 1-16,2 2 23 0,-2 0-13 16,-1 1 10-16,3-3-20 15,-2 1 10-15,0 1 0 0,2-4-11 0,2 1 0 16,-3-1 2-16,3-3-2 16,2 2 14-16,0-3-16 0,0 1 2 0,0 0 11 15,5-1-10-15,-1 3-2 16,2 0 1-16,0-2-1 0,4 0-1 15,-1 1 0-15,3-3 1 0,-2 2 0 16,1-1 12-16,-1 0 0 0,2-1 6 16,1-1 10-16,-3-1-26 0,9 1 27 15,-5-2-14-15,-1 1 6 0,1-2-18 16,1 1-1-16,-3-4-2 16,0 2 1-16,3-2 0 0,-3 0-2 15,-3-1 0-15,5 0 0 0,-4-1 0 0,3 0 0 16,1-3 0-16,-1 2 0 15,3-3 2-15,1 0 11 0,1-4-9 16,-1-4-1-16,6-2 26 0,-1-1 0 16,-3-2-16-16,8-2 0 0,-6-2-11 15,-3 3 14-15,7-4-15 0,-4 3 1 16,-3-2 0-16,1 1 1 0,-3 1 0 16,1 0 0-16,-1-1 0 0,-1 0-1 15,-3 1 18-15,3-4-7 0,-3 1 0 16,-2 1 3-16,3 1-13 0,-5-1 10 15,0 2-11-15,1-3-1 0,-1 1-1 16,0-2 2-16,-4 5 14 0,1-3 4 16,-1 0 9-16,-4 1-4 0,0 0 14 15,0 1 9-15,-7-2 10 0,1 0-20 16,-2-1-12-16,0-1-7 0,-1 0 1 16,-1 0-4-16,-4 0-15 0,3-2 2 15,-3 1-3-15,3-1-12 0,-3 0 9 16,-3 1-16-16,5-2 17 15,-2 4-1-15,-3 0 0 0,3 2-10 16,-3 2 12-16,1 0 0 0,-1 3-15 16,0 1 15-16,1 2-1 0,1 1-17 15,1 2 16-15,0 0-23 0,-3 3 10 16,5 0 0-16,-3 2-29 0,1 0 3 16,-1 0-6-16,1 2 9 0,-1 5 23 15,-1 0-13-15,-1 4 10 0,1 1 6 16,-5 2 9-16,2 3-21 0,-3 2 24 15,5 0-2-15,-4 2 2 0,1 2 0 16,3-3 1-16,-1 1 20 0,1 1-19 16,3-1 0-16,-3 2-1 0,7-2-1 15,-5 3-1-15,7-1-18 0,0 2 1 16,-1-2 3-16,5 2 0 0,-2 0 13 16,6 1-13-16,0-1 14 0,0 0-1 15,0-1-20-15,2 0 10 0,6-2-6 16,-1 0 3-16,1-1 16 15,0-1 2-15,2-1 1 0,5 0 10 16,-5 0-13-16,9-2 0 0,0-2 0 16,-1-1-1-16,1-3 1 0,3 0 13 15,1-1-12-15,2-1 2 0,0-3-3 16,2 0 1-16,-3-3-1 0,3-1 4 16,-2-1 9-16,0-1-2 0,6 0-10 15,-4 0-1-15,0-3 1 0,0-1 2 16,-3-2-1-16,-1 0 0 0,-2 1-1 15,-3-3 12-15,-1 2-10 0,-1 0 13 16,-3-2-14-16,-1 1 21 16,-3-2 19-16,-1-1 23 0,0-2-8 15,-2-1-2-15,3-1 10 0,-3-3-24 16,0-2-18-16,2-2-21 0,-2 0-1 16,3-3-1-16,-1 0 0 0,0-2-3 15,-2 0-10-15,3-2 10 0,-1 1-20 16,0-3 7-16,-2-1 0 0,1 0 0 15,-1-2-16-15,-6 1-7 0,4-2 10 16,-4-1 0-16,0 1 13 0,-4 3 16 16,-4 1-1-16,-1 2 1 0,1 3 0 15,-4 1-2-15,-1 5-24 0,-3 1-16 16,1 1-16-16,-3 4 16 0,1 0-16 16,1 3-23-16,-1 1-29 0,0 1-74 15,7 1-34-15,-4 3-244 0,5-1-160 16</inkml:trace>
  <inkml:trace contextRef="#ctx0" brushRef="#br0" timeOffset="148213.29">19173 10132 17 0,'0'0'1'0,"0"0"-1"16,0 0-18-16,0 0 18 0,0 0 0 15,0 0 0-15,0 0 0 0,4-15 0 16,-2 14 0-16,-2-2 0 16,0 3 0-16,0-3 0 0,0 3 66 15,0-1-46-15,0-1 32 0,0 2 13 16,0-1-45-16,0 0 619 0,0 0-441 15,0 1-129-15,0-1-17 0,-2-1 0 0,2 2-10 16,0-2-32-16,0 2-10 16,0 0-19-16,0 0 19 0,0-3 91 15,0 3 52-15,0-2 23 0,0 2 19 16,0-1 10-16,0 1-20 0,0 0-56 16,0 0-31-16,0 0-8 0,0 0-2 15,0 0 3-15,0 0 2 0,0 0-5 16,-2 0-17-16,2 0-10 0,0 0 10 15,0 0-3-15,0 0-1 0,0 0-6 16,0 0-12-16,0 0-14 0,0 0-12 16,0 0-13-16,0 0 0 15,0 0-13-15,0 0-6 0,0 0-6 16,0 0-11-16,2 0 24 0,0 0 12 16,0 1 2-16,6 1 11 0,0-2-13 15,-4 0 3-15,7 3 10 0,-3-3-1 0,2 0-8 16,1 0 24-16,-1 0-5 15,2 0 2-15,1 0-22 0,-1 0 10 16,1-3-10-16,-1 1 10 0,7 1-10 16,-5 0 10-16,3-1-10 0,-1-1 13 15,1 3-13-15,-1-3 13 0,1 3 3 16,-1-2-3-16,5 2 0 0,-2-2 16 16,3-2 6-16,1 4 7 0,0-2-11 15,2-4 14-15,0 3-10 0,1 0-6 16,-1-3-17-16,-2 3-2 0,6-1-12 15,-6 0-1-15,-1 2 3 0,3-1 0 16,-2 0 0-16,2 0 0 16,-3 0 12-16,5 2-2 0,-4-3-11 15,4 3 11-15,0-3 2 0,-2 1 1 16,1 0 0-16,1 0 0 0,0-1-13 16,-4 2 13-16,4-1-13 0,0 1 0 15,-3 0 13-15,1 0-4 0,2 1 1 16,0-1-1-16,-2 1-8 0,4 1 14 15,-2-1-18-15,0-1 3 0,-1 1 0 16,3 0 0-16,-2 1 0 0,0 0 9 16,0 0-12-16,0 0 1 0,0 0-2 15,2 0 2-15,0 2-1 0,0 1 0 16,2-2 0-16,-3 1 2 0,3-1 1 16,0 1 12-16,0-2 4 0,7 0-3 15,-5 0 3-15,4 0-1 0,0 0 1 16,-2 0-15-16,3 0 9 0,-1 0-10 15,2 0 10-15,-4 0-10 0,4 0 9 16,1 0-9-16,-1 0 10 16,2 0-1-16,1 0-10 0,1-3 1 15,0 2 10-15,-1-1-1 0,3 1-9 16,-3-2 10-16,3 1-11 0,-1 1 0 16,-1-2 0-16,-2 3 0 0,1 0 1 15,-1 0 1-15,0 0-1 0,-1 0 0 16,-1 0-1-16,0 4-2 0,0-2 2 15,-1 2 0-15,-1-2 0 0,4 3 14 16,-4-1-13-16,3-1-1 0,-1 2 10 16,0-2-11-16,0 1 2 0,1-1 1 15,-1 1-2-15,-4 0 1 0,4 0-1 16,-3-1-1-16,3 0 0 16,-4 0 0-16,4-1-1 0,-4 2 2 15,5-2-2-15,-5 1 1 0,2-1 1 16,0-1 0-16,-4 1 11 0,2-2-12 0,1 0 1 15,-1 0 1-15,2 0 0 16,-2 0 0-16,2 3 10 0,-4-3-13 16,7 0 2-16,-5 1-2 0,0-1 0 15,2 2 0-15,-2-2 3 0,3 0-1 16,-3 0 1-16,2 0 0 0,-2 0 13 16,0 0-15-16,0 0 1 0,-2-2-1 15,-2 1 2-15,-4 1 0 16,0 0-1-16,0 0 1 0,-6-3-3 0,-1 3 0 15,1 0 0-15,-2 0 0 0,-1 0 1 16,-3 0 0-16,1 0 1 16,-3 0-2-16,3 0-1 0,-3 0-1 15,-1 0 2-15,0 0 0 0,-3 0-1 16,1 0-2-16,-4 0 1 0,2 0-1 16,-3 0 0-16,1 0 1 0,-2 0-14 15,2 0 13-15,-2 0-13 0,5 0-5 16,-5 0-10-16,2 0-1 0,0 0-2 15,2 0-3-15,3 0-1 0,-3 0-2 16,2 3-2-16,3-3-2 0,-1 1-6 16,-2 1-10-16,5-2 0 0,-3 0 4 15,3 0-4-15,-5 0-13 0,5 0 22 16,-1 0-6-16,-2 0-10 0,3 0-12 16,-3 0-4-16,3 2-10 0,-1-2-22 15,1 1-35-15,-1-1-21 0,-4 1 20 16,7 1 18-16,-5 1 40 0,1-3-11 15,1 0 7-15,-3 0-36 0,-1 0-10 16,2 0-32-16,-7 0-17 0,1 0-29 16,2 0 42-16,-6 0 29 0,4 0 16 15,-4-3-3-15,-2 3 36 16,2 0 39-16,-2 0 20 0,0 0 6 16,0 0 36-16,0 0 1 0,2 0 22 15,-2 0 3-15,0 0-6 0,0 0-19 16,3 0 12-16,-1 0-10 0,-2 0-1 15,0 0 11-15,0-2 10 0,0 2-3 16,0 0 55-16,2 0 55 0,-2 0-16 16,0 0-39-16,0 0-10 0,0 0-10 15,0-1 4-15,0 1 22 0,-2 0 20 16,2 0 29-16,0 0-6 0,0-1-85 16,0 1-39-16,0-2-110 15,0 2 35-15,2 0 74 0,0 0 1 16,0 0 0-16,4-2 13 0,-4 1 22 15,0 1 4-15,-2 0 53 0,0 0 67 0,0-3 81 16,0 3 48-16,0 0-126 16,-4-2-49-16,-2 1-16 0,2-1-14 15,-3-1 1-15,3 2-10 0,-4-2-26 16,2 1 0-16,0 0 6 0,-3-1 1 16,3 0 2-16,-4-2-12 0,-3 3-7 15,3-2 13-15,-2 0 0 0,-3 1-10 16,1 1-12-16,-1-2-10 0,-3 2 3 15,-1-1-9-15,-2 2-12 0,3-1 1 16,-5 1 24-16,2 1-24 0,1 0 1 16,-3 0 19-16,4 0-9 0,-1 0-1 15,-3 0-10-15,2 0 11 0,3 1-11 16,-3-1-1-16,2 0-1 0,-1 0 2 16,-1 0 0-16,2 0-1 15,-3 0-1-15,3 0 0 0,-6 0 0 0,5-1 0 16,-1 1 0-16,-4 0 0 15,2 0-1-15,-3-1-2 0,1-1 0 16,-2 2 3-16,-2 0 0 0,0-1 0 16,2 0 13-16,-2-1-12 0,2 1 1 15,-4-1 1-15,0 1-3 0,0 0 0 16,0-1 0-16,0 1 0 0,-2 0 0 16,0 0-1-16,0 1 2 0,0-1-1 15,-2-2 2-15,2 3-2 0,0-1 0 16,-2 1 2-16,1-1 0 0,1-1 1 15,2-1-1-15,0 2 10 0,-2-2 4 16,2 1 9-16,0 0 4 0,2 0-13 16,0 0-14-16,-2 0 1 0,0 1 9 15,0-2-12-15,5 2-1 0,-8 1-2 16,6-1 2-16,-3 0-11 0,0 1 12 16,2 0 1-16,-2 0 11 0,2 0-12 15,0 0-12-15,-2 0 12 0,0 0 0 16,-2 0 0-16,4 0-1 15,-2 0 0-15,-2 0 1 0,2 0-2 16,0 0 2-16,-2 0-1 0,-1 0-1 16,1-1 1-16,2-2 1 0,-2 2 2 15,-2 0 2-15,0-2-2 0,-2 0 1 16,4 1-2-16,-4 0-1 0,-1 1-1 16,1 1 0-16,-4 0 0 0,4 0-1 15,-5 0-2-15,3 1 3 0,-4 3-1 16,3-2 0-16,-3 2-1 0,6-2 1 15,-7 2 0-15,5-2 1 0,0 3 1 16,-1-3-3-16,3 2 1 0,0-1-1 16,0 0 0-16,0-1 2 15,1 1 1-15,1-2 0 0,0 0 2 16,2 0 1-16,0-1 10 0,0 1-12 16,2-1 1-16,-2 0 11 0,2 3-13 15,0-2 0-15,0-1 0 0,2 1-1 16,-4 0-1-16,2 0 2 0,0 1-1 15,0-1 0-15,0 0 1 0,-2-1-1 16,2 1 1-16,2 0 1 0,-2 0 1 16,2-1 0-16,-2 2 1 0,0-2-1 15,0 0-1-15,-2 0 1 0,4 1 0 16,-2 0 1-16,0 1 0 0,2-1-3 16,0 1 0-16,2-1 0 0,0 0-3 15,-2 2 2-15,4-2 0 0,-4 2 1 16,7-1-1-16,-5 0 0 0,2 0 1 15,0-1 0-15,-2 2 1 0,3-2 0 16,-3 1-1-16,2-1-2 16,-4 0 2-16,6 0 0 0,-2-1 0 15,1 1-2-15,-3 1 1 0,4-2 0 16,-4 0-1-16,2 0-1 0,0 0 1 16,1 0-1-16,-1 0-1 0,0 0 2 15,0 0 2-15,3-2 0 0,-3 1 1 16,4 1 1-16,-2 0 1 0,-2 0-2 15,5 0 1-15,-1-1 1 0,3 1 9 16,-1 0-11-16,2 0-1 0,3 0 0 16,2 0 0-16,1 0 3 0,1 0-3 15,2 0-4-15,3 0 2 0,1 0-10 16,2 0-1-16,2 0-25 0,0 0-53 16,0 0-43-16,2 1-15 0,5 0 31 15,-3 1-61-15,8 1-85 0,0-3-152 16,-3 0-320-16,11 0-488 0</inkml:trace>
  <inkml:trace contextRef="#ctx0" brushRef="#br0" timeOffset="150253.16">19235 10919 8 0,'0'0'107'0,"0"0"-38"15,0 0 25-15,0 0 486 0,0 0-172 16,0 0-171-16,0 0-29 0,0 0-19 15,0 0-40-15,0 0-26 0,0 0-13 16,10 9-6-16,-10-9-20 0,0 0-26 16,0 0-33-16,0 0-25 15,0 3-29-15,0-2 29 0,2 0 25 16,2 3-2-16,0-2-21 0,0 2-2 16,0-2 1-16,5 2 2 0,-3-4 20 15,4 2 9-15,1-2 13 0,3 0-9 16,-1 0 2-16,1 0-5 0,3 0-14 15,-1-2-3-15,3 2 0 0,-1-2-3 16,1 0-11-16,2 1 1 16,1 1 17-16,1 0 5 0,4 0 4 0,0 0-13 15,2 0-13-15,0 0 14 0,2 0-1 16,0 1 6-16,4 3 0 0,-2-4-6 16,2 2 7-16,2 1 9 0,-4-1 0 15,9-1 0-15,-3 1 3 0,0-2 0 16,3 3-9-16,-5-3-1 0,6 0-2 15,-4 3-11-15,1 0 7 16,1-2-3-16,-2 0-3 0,3 3-10 16,-3-2 16-16,2 3-15 0,-1-2 11 15,-1 0-2-15,2 1 0 0,-2 1-11 16,1-2 11-16,-1 1-13 0,-2 0 2 16,0 1 0-16,1-2 11 0,-5 1-11 15,0-1 0-15,0 1 1 0,-4 1 0 16,0-2 13-16,2 0-3 0,-2 1-11 15,0-1 11-15,0 0-10 0,-1 0-1 16,3-2 1-16,-4 3 0 0,0-2-1 16,0-2-1-16,-2 2-1 0,2 0 0 15,-2-1 0-15,-1 1-2 0,1-2 2 16,0 0 1-16,-2 0 3 0,2 0-2 16,-3 0-1-16,1 0 0 0,0-2 1 15,-3 1-1-15,3-3 0 0,-2 2 0 16,-3 0-1-16,-1-1 0 15,-3 1 0-15,-1-1 0 0,1 1 0 16,-3 0 0-16,3 0-1 0,-6 0-1 16,3-1-14-16,-3 2 3 0,2 0-6 15,-3 0-19-15,-1 0-3 0,-2-1-4 16,6 2 10-16,-4-2-6 0,5 0 3 16,-5 2-13-16,4-3-1 0,1 1-5 15,-1-1-4-15,2 1-6 0,-1 0-17 16,-1-1-19-16,0 1-16 0,1-2-39 15,-3 2-23-15,-2 0-7 0,2 2-10 16,1-3-29-16,-7 3 6 0,2-2 9 16,-2 2 53-16,-2 0 12 0,0 0 147 15,0 0 59-15,0 0 16 0,-2 0 3 16,-4 0 65-16,2 0 29 16,-3 0 20-16,-1 0 3 0,0 1-26 0,-2 0 3 15,-1 2-10-15,3-3-40 0,-2 0-15 16,-3 1-36-16,3 0-16 15,-5 1-14-15,3 1 1 0,-5-2-3 16,1 0-17-16,-1 3-18 0,-1-2 8 16,-3 2-10-16,0-1-1 0,-1 2 2 15,-1-3 13-15,-2 2-14 0,0-1 11 16,-2 1 0-16,3-2-11 0,-5 0 11 16,2-1-1-16,0-1-8 0,-2 1 15 15,2-1 0-15,2 0-3 0,-2 0-14 16,1-1 21-16,1 0-10 0,-2-3 3 15,2 2 3-15,-2-3-3 16,0 1-3-16,0 0 12 0,3 1 1 0,-3 0 2 16,-2-1-5-16,2 2 6 15,0-2-14-15,-2 3-4 0,0 0-11 16,0-1 0-16,-2 2 0 0,0 0 1 16,-2 0 0-16,-2 0 0 0,0 0-1 15,-2 2 2-15,0 0 1 0,-1 2 9 16,1-2-12-16,-4 2 13 0,4 0-10 15,-3 0 20-15,1 1-4 0,2-3 6 16,0 2-3-16,-1-2-6 0,1-2-13 16,4 0 1-16,-4 0 7 0,8 0-11 15,-2 0 0-15,2 0 0 0,2-4 0 16,-2 2 11-16,6 0-11 16,-3-1 0-16,5-1-1 0,-2 1 1 0,0 0 0 15,3 0 0-15,1 0 2 0,-2 1 1 16,-1-1-1-16,1 2 1 0,5-2-1 15,-3 1 18-15,-2 1-18 0,5 0 10 16,-3 1-8-16,3-3-1 16,-3 2-1-16,0 1-2 0,3-1 2 15,-1 1-2-15,1 0 1 0,-1 0 2 16,-3 0 0-16,7 1 10 0,-3 0-10 16,1 2 16-16,1-2-3 0,-1 0-3 15,1 1 2-15,1-2 1 0,-1 1-15 16,-1-1 1-16,1 2-2 0,-1-2 0 15,1 1-2-15,0-1-1 0,-3 0 2 16,3 1 1-16,-3 0-1 0,5 0 1 16,-1 1-2-16,3-2 1 0,-3 2-1 15,5-2 0-15,-2 1-1 0,4-1 0 16,-3 1 1-16,5 1-1 0,0-2 0 16,0 0-13-16,0 1 14 0,2-1-11 15,2 0-6-15,0 0-22 0,0 0-19 16,0 0-10-16,0 0-3 0,0 0-39 15,0 2-48-15,0 1-1 0,2-1-51 16,4 3-156-16,-2-3-304 0,-2 2-442 16</inkml:trace>
  <inkml:trace contextRef="#ctx0" brushRef="#br0" timeOffset="151773.08">19224 11915 66 0,'0'0'0'0,"0"0"72"15,0 0-10-15,0 0-7 0,0 0-25 16,0 0 348-16,0 0-258 0,0 0-19 16,0 0 40-16,0 0 5 0,17-9-16 15,-15 9-58-15,-2 0-49 0,2 0 107 16,0-1-10-16,6 1 0 0,-4 0-32 15,5 0 6-15,-1 0-13 0,0 0-9 16,3-1 15-16,1 0 10 0,0-1 7 16,3 2-7-16,1-2 3 0,5 1 6 15,0-1-32-15,-1 0-29 0,3 1-3 16,4-2-3-16,-2 0 3 16,0 3-10-16,3-3-3 0,-3 3-7 15,4 0 10-15,0-1 0 0,-2 1 0 0,0 0-6 16,6 0-4-16,-4 0-20 15,0 3 27-15,4-2-4 0,-4 3-2 16,4-1-1-16,0 1 7 0,0-1-13 16,4 2-3-16,-4-1-10 0,5 0 10 15,-3-2-10-15,0 0 9 0,2 1 8 16,2-1-17-16,-1 0 16 0,-1-1 6 16,2-1-9-16,0 2 3 0,-1-2 0 15,1 0-17-15,0 0 11 0,0 0-10 16,1 0-1-16,-1 0 11 0,-2 0-10 15,2 0 0-15,1 0 1 0,-3 0 11 16,0 0-2-16,0 0-10 0,1 2 23 16,-3-1 5-16,0 1-5 0,0-2-7 15,2 0 0-15,-2 0-7 0,0 0-12 16,1 0 2-16,-3 0 11 0,2 0-11 16,-2 0-1-16,-2 0 2 0,2 2-1 15,-2-1 0-15,0 0-2 0,-2 1-2 16,0 0 1-16,0 0 0 15,2-1-2-15,-2 1 1 0,-2-1 1 16,2-1 0-16,-1 1 1 0,-1-1 1 16,0 0-1-16,0 0 0 0,-2 0 1 15,2 1-2-15,-2-1 2 0,-1 0 0 16,1 1-1-16,2-1 1 0,0 0-1 16,2 0-1-16,-4 0 1 0,-1 0-1 15,3 0 1-15,-2 0 0 0,0 0-1 16,0 0 0-16,0 0-1 0,-1 1 1 15,-1 2 0-15,0 1-2 0,0-1 0 16,-1 2 0-16,1 1 1 0,4 0 1 16,-2 0 1-16,2-1 2 0,2 0 0 15,2-2 11-15,0 0-11 0,2-2 11 16,0 1-11-16,2-2 10 0,-2 0-8 16,2 0 8-16,0 0 1 0,-2 0-12 15,2 0 15-15,-2 0-13 0,1 0 9 16,-3 0-10-16,0 0 11 0,-2 0-10 15,-1 0 0-15,-1-2 1 16,-2 2 8-16,-2-1 1 0,-2 1-12 16,1 0 0-16,-7 0 1 0,3 0-2 15,-7 0 0-15,-1 0 0 0,0 0-2 16,-5 0 2-16,-1 0-3 0,0 0-13 16,-2 0-12-16,-2 0-1 0,2 0 7 15,-2 0 0-15,0 0 6 0,0 0-6 16,0 0-16-16,0 0-25 15,0 0-32-15,0 0-20 0,0 0-25 16,0 0-26-16,0 0-30 0,0-2-45 0,0 1-102 16,0-2-221-16,0 0-116 15,0-3-357-15,0 21 1037 0</inkml:trace>
  <inkml:trace contextRef="#ctx0" brushRef="#br0" timeOffset="152861.27">22966 11991 206 0,'0'0'17'0,"0"0"25"15,0 0-6-15,0 0 319 0,0 0-159 16,0 0-56-16,0 0-29 0,-52 19 35 15,42-17 30-15,1-2 29 16,-1 0-30-16,0 0-38 0,1 0-50 16,-1 0 1-16,-2 0-23 0,-1 0 29 0,1 0-33 15,0 0-9-15,-1-2 16 16,-1 1 6-16,-1 0-16 0,1 1 10 16,-3 0-13-16,1-2-10 0,-3 2-3 0,0 0 9 15,-1 0-25-15,-3 0 3 16,2 0 0-16,-1 0-4 0,-1 0-2 15,0 0-4-15,0 0 13 0,-1 0 13 16,-3 0-10-16,2 0 7 0,2 0-14 16,-8 0-12-16,6 0 0 0,-4 0 13 15,-2 0 3-15,5 0 0 0,-5 2-3 16,0-2 9-16,0 0-13 16,2 1 7-16,-4 0-10 0,2 1 7 0,-3-2-13 15,1 2-13-15,0-1 10 0,0 0-11 16,2 1 9-16,0 0-11 0,-2-2-3 15,0 1 2-15,0-1-1 16,0 0 1-16,0 0-2 0,0 0 0 0,-2 0 2 16,-3 0 1-16,5 0 2 15,-4-1-1-15,2 0 0 0,-4-2 1 16,2 3 11-16,-1-1-12 0,-3 0 1 16,4 1 0-16,-7-2 11 0,3 2-12 15,0 0 0-15,-3 0 0 0,1 0-1 16,-1 0-2-16,-1 0-2 0,2 0 2 15,-1 2 1-15,-1 0-1 0,-1 1 0 16,7-2 0-16,-5 0 1 0,3 0 1 16,0-1-1-16,4 0 1 15,-3 0 0-15,5-2 0 0,-2-2 2 16,2 2 14-16,2-3-4 0,-2 0 4 16,2-1-13-16,2 2 10 0,-3-1 6 15,3-1-3-15,3-2-14 0,-3 2-1 16,2 1 0-16,-2-1-1 0,2 1 0 15,0 0-1-15,-2 3-1 0,0-1 1 16,0 1 1-16,0 2-2 0,-2 0-17 16,0 0 19-16,-1 0 0 0,1 3 1 15,0 1-1-15,0 2 2 0,4-1 0 16,-4 0-2-16,4 0-1 0,-2-2 1 16,2 3 1-16,2-3 2 0,1 0-1 15,-1 0 11-15,8-1 3 0,-2 0-14 16,-1 0 0-16,5-1 11 0,1 2-12 15,1-3 2-15,1 3 10 0,1-2-10 16,1 1-1-16,-1 1 0 0,5-1 0 16,0-2 0-16,4 1 1 0,-2 0-3 15,-1-1-1-15,3 2 1 16,2-2-1-16,-2 0 1 0,-2 0 0 16,4 2 0-16,-2-2 0 0,0 0 0 15,-3 1 0-15,3 0 0 0,-2-1-1 16,2 3-2-16,0-2 0 0,2 1-16 15,-2-2 6-15,-1 3-3 0,1-2 1 16,0 1-8-16,4-1 21 0,-2 1-17 16,-2-2 16-16,2 2-16 0,-2-1 6 15,0 2-2-15,-3-3 11 0,1 3-8 16,0-2 10-16,2 3 0 0,-2-2-11 16,-1 1 0-16,1-1-19 0,2 0-6 15,-2 2-16-15,2-2-16 0,2 2-16 16,-2-3-26-16,1 3-35 0,3 0-56 15,0 0-129-15,0 1-206 0,3-4-236 16</inkml:trace>
  <inkml:trace contextRef="#ctx0" brushRef="#br0" timeOffset="158067.73">18492 9382 259 0,'0'0'68'15,"0"0"-22"-15,0 0 602 0,0 0-439 16,-35 67-69-16,29-45-26 0,0 2-14 15,2 5-35-15,0 1-16 0,4 3-3 16,0 4 22-16,0 3 3 0,8 3-6 16,-2 4-16-16,7-1-26 0,-1 0-23 15,2-3 0-15,7-4-4 0,0-5-12 16,-3-3 4-16,7-7 11 0,2-1 2 16,0-6 9-16,0 0 9 0,6-9 20 15,0 0 0-15,0-8 36 0,0 0-4 16,2-6 7-16,0-4 6 0,-6-5-6 15,0-1-11-15,2-7-9 0,-4-1-12 16,-4-4 12-16,-5-3 41 0,3-3-21 16,-4-3-24-16,-1-3 1 0,-5 2-14 15,-1 1-38-15,-2 1 17 0,0 3-7 16,-3 4-10-16,-5 2 22 16,0 2 14-16,-3 2 9 0,-5 2 25 15,-2-1-3-15,-3 0-6 0,-3 2-23 16,-3-1-12-16,-3-1-16 0,-3 3-13 15,-4 0-4-15,0 0-27 0,-4 1 5 16,0 0 7-16,0 1-13 0,0 5 0 16,0-1-9-16,-1 2-23 0,8 4 26 15,-3 3-10-15,2 3-3 0,6 1-17 16,0 0-31-16,7 5-36 0,-3 2-29 16,11 4-114-16,0 0-176 15,4-1-219-15,0 7-396 0</inkml:trace>
  <inkml:trace contextRef="#ctx0" brushRef="#br0" timeOffset="158834.28">18575 10411 233 0,'0'0'45'0,"0"0"92"0,0 0 661 16,0 0-420-16,-52-8-138 0,40 8-6 15,0 3-46-15,-3 0-23 0,9 1-33 16,-2 4-6-16,-1 0-16 0,-1 3-52 15,6 9-13-15,-2 0-23 0,2 7 7 16,2 4 3-16,2 5-19 0,0 4 3 16,0 3-14-16,2 1-2 0,6 1 0 15,0-2-11-15,7-6 8 0,-3 1 0 16,5-5-10-16,1-8 13 0,3 2 0 16,2-8 29-16,1-4-7 0,7-2-18 15,2-3-4-15,1-4-1 0,1-4-19 16,0-2 19-16,4-2 0 15,0-9 1-15,-1 1 0 0,-3-5 3 16,2-3 13-16,-4-1 0 0,-2-2 7 16,2-3-4-16,-6-1 4 0,-4 2-7 15,-1-2-4-15,-5 0 8 0,-3-3 5 16,-7 3 4-16,1-3 12 0,-4 0 36 16,-4 1 31-16,0-1 10 0,-10 3-8 15,4-4-15-15,-7 1-35 0,-3 0-22 16,-1 0-16-16,-4 2 3 0,-1-2-23 15,-3 6-2-15,-2-1-19 0,-2 3-9 16,0 2 12-16,-2 1-15 16,-2 3-10-16,2 4-35 0,-2 1-3 15,0 6-26-15,0 3 7 0,6 0-7 16,0 5-23-16,0 6 6 0,4 1-3 16,5 2-35-16,3 2-14 0,3-2-107 15,-3 3-56-15,11-1-151 0,0-6-88 16,0 5-255-16</inkml:trace>
  <inkml:trace contextRef="#ctx0" brushRef="#br0" timeOffset="159671.86">18581 11309 242 0,'0'0'154'0,"0"0"628"0,0 0-398 16,0 0-131-16,0 0-87 0,-55 12 6 15,46-5-53-15,-1 0 8 16,2 2-8-16,-1 4-6 0,3 2-29 16,4 2-39-16,-2 2-22 0,2 5-7 15,2 2-13-15,0 3 10 0,0 5-11 0,6 3 11 16,-2-1-10-16,7 4 16 16,-1 1-3-16,0-2-3 15,7 0-10-15,-3-3 10 0,3-4 10 0,-1-2-4 16,5-3 0-16,-4-2 0 0,7-5 4 15,-3-2 12-15,4-4 13 0,0-3 10 16,-1-4-7-16,5-2 0 0,-2-2-13 16,0-3-9-16,0-3-10 0,4-6-18 15,-2-2 12-15,-2-3 3 0,0-5 3 16,-3 0 3-16,-1-3 23 16,-2-3 9-16,-5 2 3 0,3-5 0 15,-4 3-7-15,-3-1-8 0,-2 0-5 16,1-1 1-16,-5 1 3 0,0-1 9 15,-4 1 1-15,0-2-4 0,-2-1-3 16,0 0-7-16,-2-1-8 0,-2 1-7 16,-4-1-19-16,6 0 8 0,-3 1-11 15,-1 3-13-15,-2 1-2 0,0 3 12 16,-1 1 0-16,-3 5 0 0,0-1 0 16,-5 1-9-16,1 3 10 0,-5 2-12 15,-4 4 2-15,-2 0-42 0,-4 3-15 16,2 2-9-16,-4 2 5 0,0 0 39 15,0 2-30-15,-4 2 30 0,8 4-11 16,-2-2-2-16,2 2-13 0,2 1-17 16,4 0 7-16,1 0-35 15,5 0-32-15,1 1-27 0,5-1-45 0,3-3-107 16,2 1-203-16,2 0-468 0</inkml:trace>
  <inkml:trace contextRef="#ctx0" brushRef="#br0" timeOffset="161444.97">20783 7955 353 0,'0'0'1198'0,"0"0"-837"15,0 0-99-15,-54 5 36 16,44-5-43-16,4 0-62 0,-1-3-46 16,7 0-89-16,0-1-58 0,11-3 0 15,-1-1 15-15,2-2 20 0,5 1-6 16,4 0-7-16,1 5-6 0,1 1-15 16,2 3 15-16,-2 0 0 0,1 6-3 15,-3 3-10-15,-2 0 0 0,-7 3 13 16,-4 4 3-16,-3 1 19 15,-5 7 16-15,-9 1-19 0,-3 6-9 16,-5-1-7-16,-1 1 0 0,-1-2 0 16,-2-5-6-16,5-2-1 0,1-7-11 15,5-2-1-15,2-4-3 0,0-3 2 16,5-2-12-16,1-4-2 0,2 2-8 16,0-1-47-16,0 0-31 0,2 1 88 15,5 1 13-15,1-1 13 0,2 1 22 16,1 0 19-16,1-3 19 0,3 0-26 15,1 1-18-15,-1-1-4 0,-1 0-9 16,-2 0 0-16,1 0-16 0,-1 0 0 16,-1 0-16-16,-1 0-6 0,0 0-35 15,-2 0-83-15,3 1-80 0,-1-1-30 16,-2 0-39-16,5 0-73 0,-5-1-56 16,4-3 73-16,-3-4-186 0,-1 1-42 15,-4-7 162-15</inkml:trace>
  <inkml:trace contextRef="#ctx0" brushRef="#br0" timeOffset="161845.13">20892 7941 118 0,'0'0'75'15,"0"0"82"-15,-64-59 605 0,42 38-439 16,-5 1-83-16,0-1 92 0,2 6-57 16,0 3-49-16,2 2-32 0,1 6-36 15,1 3 2-15,-2 1-13 0,5 4-9 16,-1 8-56-16,3 5-43 0,3 8-17 15,-1 7 3-15,5 13-6 0,5 17-2 16,4 14-16-16,9 5-2 0,7-7 2 16,3-8 0-16,-1-21 2 15,-1-11-2-15,-1-6-1 0,1-6-4 0,4 3-37 16,5 0 0-16,8 0 15 0,-1-7 4 16,2-5 22-16,2-8 0 0,0-5 19 15,7-7-16-15,-5-10 36 0,4-8-4 16,-1-6 9-16,-1-8 16 15,-4-4-9-15,2-11-10 0,-3-12 0 16,-3-11 0-16,-6-2 6 0,-13 5 4 16,-6 10 5-16,-8 16 26 0,0 9 0 15,-4 8-10-15,-4 4 3 0,-2-4-4 16,-11 0 1-16,0-1-26 0,-4 3-32 16,-4 5-14-16,1 5-22 0,-6 5-59 15,1 6-52-15,0 4-53 0,0 4-68 16,0 3-136-16,10 2-206 0,-8 9-666 15</inkml:trace>
  <inkml:trace contextRef="#ctx0" brushRef="#br0" timeOffset="175761.14">19102 12928 135 0,'0'0'91'0,"0"0"-9"15,0 0 270-15,0 0 348 0,0 0-284 16,0 0-218-16,0 0-107 0,0 5-23 15,2-5 81-15,2 0 42 0,1-3 38 16,-3-2-42-16,6 1-33 0,0-2-42 16,0 0-42-16,-1 0-35 0,7-1-19 15,1 0-14-15,1 1 1 16,3-1-3-16,1 0 0 0,1 0-1 0,6 1-2 16,2-1 1-16,0-1-1 15,0 0 0-15,2 0-17 0,-4-1-18 16,-5 2-19-16,5 0-39 0,-4 1-20 15,-6 1 33-15,-1 1-75 0,-4 0-29 16,-3 3-43-16,-1 0-94 0,-2 1-170 16,-4 0-17-16,-2 0-147 0</inkml:trace>
  <inkml:trace contextRef="#ctx0" brushRef="#br0" timeOffset="176079.14">19421 12633 352 0,'0'0'333'16,"0"0"162"-16,0 0-36 0,0 0-180 16,0 0-78-16,0 0-110 0,0 0-75 15,0 0-15-15,0 0 70 16,0 0 10-16,12 27 32 0,0-4 20 15,-1 6-21-15,-1 9-21 0,2 5-14 16,-3 3-20-16,-1 1-21 0,-4 1-7 16,4 1-18-16,-3-1-11 0,-5-1-1 15,0-2-1-15,0-4-14 0,4-5-22 16,-4-4-78-16,0-7-45 0,0-4-65 16,4-8-62-16,-2-5-91 0,0-7-161 15,0-1-82-15,0-5-27 16</inkml:trace>
  <inkml:trace contextRef="#ctx0" brushRef="#br0" timeOffset="176303.22">19495 12947 66 0,'0'0'1274'0,"0"0"-773"16,0 0-163-16,0 0-31 0,-50 36-46 15,38-25-65-15,2 5-39 0,-1 1-54 16,1-3-20-16,2 4-13 0,-3 1-23 15,3 0-8-15,-2 0-14 0,4 2-23 16,-7-1-2-16,9-1-16 0,-2-1-22 16,0-3-3-16,2 2-61 0,-3-4-68 15,1-2-38-15,6-3-27 0,-2 0-85 16,2-5-133-16,0-1-253 16,0-5-359-16</inkml:trace>
  <inkml:trace contextRef="#ctx0" brushRef="#br0" timeOffset="176977.22">19840 12914 63 0,'0'0'1065'0,"0"0"-645"0,0 0-115 16,0 0-78-16,0 0 32 0,0 0-65 15,0 0-120-15,0 0-74 0,0 0-119 16,0 0 90-16,-18-3 29 0,22 0 16 16,0-2-16-16,4 2 1 0,0-1 1 15,1-1 21-15,1 3 0 0,0-3-20 16,3 2 13-16,-1 0-3 0,1 0-11 15,1 2 1-15,1 1 13 0,-3 0-12 16,-2 4 12-16,1 4-14 0,-3 5 37 16,-2 3 3-16,-2 6-1 0,-2 3-5 15,-2 6-1-15,-4 1-6 0,0 1-3 16,-4 0 12-16,2-2 11 0,-5-5-14 16,7-2-35-16,0-7-3 0,0-5-17 15,2-5-15-15,2-4-48 0,0-3-133 16,4 0-20-16,2-9-39 0,-2-4-147 15,2 0-206-15</inkml:trace>
  <inkml:trace contextRef="#ctx0" brushRef="#br0" timeOffset="177183.16">20053 12698 259 0,'0'0'130'0,"0"0"1037"15,0 0-861-15,0 0-105 0,0 0-88 16,0 0-87-16,0 0 23 0,0 0-7 16,0 0-10-16,8 66-3 0,-3-47-17 15,-1 0-12-15,-2-3-13 0,0-1-55 16,-2-2-55-16,4-2-78 0,0-4-169 16,0-3-177-16,-4-1-434 0</inkml:trace>
  <inkml:trace contextRef="#ctx0" brushRef="#br0" timeOffset="177399.43">20210 12584 379 0,'0'0'13'0,"0"0"959"0,0 0-539 16,0 0-44-16,0 0-98 0,0 0-123 15,0 0-74-15,0 0-11 0,4 57 4 16,-4-29-20-16,0 0-15 0,0 2-31 15,0-1-21-15,0-3-13 0,0-2-9 16,2-4-23-16,1-2-113 16,-1-4-48-16,2-6-91 0,0 0-176 15,0-5-240-15,2-3-409 0</inkml:trace>
  <inkml:trace contextRef="#ctx0" brushRef="#br0" timeOffset="177711.94">20392 12753 1148 0,'0'0'732'0,"0"0"-242"0,0 0-158 16,0 0-187-16,0 0-132 0,0 0 51 16,0 0 26-16,0 0-16 0,0 0-20 15,0 0-41-15,60-6-13 0,-45 4-2 16,-1-2-11-16,-2 3-13 16,1 0-83-16,-3 1-93 0,-4 0-108 15,-1 2-130-15,-1 2-317 0,-4 7-452 0</inkml:trace>
  <inkml:trace contextRef="#ctx0" brushRef="#br0" timeOffset="177923.95">20392 12921 643 0,'0'0'1374'0,"0"0"-910"0,0 0-274 15,0 0-39-15,0 0 132 0,0 0-69 16,0 0-97-16,0 0-60 0,56-14-45 15,-44 9-12-15,1 0-3 16,1 2-16-16,-3 0-10 0,-1 3-95 0,-2 2-77 16,-4 5-30-16,0 4 6 0,-4 4-78 15,0 2-115-15,-2 5-138 16,-4 0 12-16,-2-1-49 0,0 0 355 16</inkml:trace>
  <inkml:trace contextRef="#ctx0" brushRef="#br0" timeOffset="178096.94">20471 13100 92 0,'0'0'154'0,"0"0"416"16,0 0-7-16,0 0-247 15,0 0-160-15,0 0 55 0,0 0 58 16,0 0 18-16,0 0 3 0,22 21-56 16,-13-26-68-16,-1 3-71 0,2-4-37 15,1-2-14-15,-1 2-33 0,2-3-11 16,3-1-16-16,-3-1-35 0,3-1-92 16,-3-3-39-16,3 0-17 15,-1 1-4-15,1 0-13 0,-3-1-52 0,-2-2-47 16,3 2-110-16,-5-2-109 15,-4 2-258-15</inkml:trace>
  <inkml:trace contextRef="#ctx0" brushRef="#br0" timeOffset="178311.94">20692 12519 200 0,'0'0'140'0,"0"0"1535"0,0 0-1195 0,0 0-158 15,0 0-162-15,0 0-57 0,0 0 15 16,8 57 4-16,-6-31-43 0,0 1-41 16,0 2-35-16,2-3-3 0,-1 0-25 15,-1-3-39-15,0-3-121 0,0-2-90 16,0-6-105-16,0-5-229 0,2-4-217 16,-2-7-250-16</inkml:trace>
  <inkml:trace contextRef="#ctx0" brushRef="#br0" timeOffset="178482.95">20826 12497 30 0,'0'0'1662'15,"0"0"-1143"-15,0 0-102 0,0 0-105 16,0 0-155-16,0 0-67 0,0 0-36 16,-29 67-19-16,27-44-35 0,2 2-1 15,0 0-31-15,2-1-6 0,2-1-71 16,1-1-119-16,3-5-81 0,-2 1-180 15,-4-7-482-15</inkml:trace>
  <inkml:trace contextRef="#ctx0" brushRef="#br0" timeOffset="178991.94">20777 12928 890 0,'0'0'814'16,"0"0"-234"-16,0 0-415 0,0 0-164 16,0 0 90-16,0 0 28 0,0 0-16 15,55-4-26-15,-40 1-38 0,1 0-20 16,-1 1-15-16,1 1 8 0,-3 0 1 16,-1 1-11-16,-1 0-2 0,-5 0-1 15,-4 0-2-15,2 0-19 0,-2 0 22 16,-2 0 42-16,0 0 39 0,0 0-21 15,0 1-40-15,-2 0-20 16,-2 3-20-16,2 0 1 0,-2 2-6 16,-3-2-14-16,3 2-9 0,-2 4-13 0,0-1-19 15,0 3 12-15,2-1 10 16,-3 0 13-16,1-2-23 0,2 3-64 16,0-4-62-16,-2 1-40 0,2 0-45 15,2-2-85-15,-5 1-73 0,1-1-97 16,0 0 247-16,-2-1 209 0,1 0 78 15,1-2 63-15,0 0 116 0,4-3 551 16,0 0-219-16,0-1-121 0,2 0-101 16,0 0-98-16,0 0-30 0,0 0 49 15,0 0 12-15,2 0-1 0,0 0-17 16,2-1-81-16,4 0-50 0,1-2-32 16,1 0-25-16,2-2-15 0,3-2-1 15,3 2-12-15,-1-2-7 0,4 1-83 16,-3 0-98-16,3 0-78 0,0-1-66 15,-1 0-72-15,1 1-207 0,-5 1-357 16,1-2 293-16</inkml:trace>
  <inkml:trace contextRef="#ctx0" brushRef="#br0" timeOffset="179333.28">21231 12696 148 0,'0'0'1755'16,"0"0"-1314"-16,0 0-115 15,0 0-120-15,0 0-62 0,0 0-13 0,0 0-6 16,0 0-45-16,0 0-61 16,0 0-19-16,-6 55 0 0,0-33-13 15,0 5-12-15,-2-2-46 0,1 1-111 16,-3-2-55-16,2-3-95 0,-3-3 132 16,5-6-115-16,-2-1-140 0,2-5-62 15,4-6-83-15,-2 0 229 0</inkml:trace>
  <inkml:trace contextRef="#ctx0" brushRef="#br0" timeOffset="179556.44">21161 12861 30 0,'0'0'115'0,"0"0"312"0,0 0 107 16,0 0-173-16,0 0-42 0,25-53-46 15,-19 45-50-15,0-1-19 16,3 1-1-16,1 0-23 0,2-1-22 16,3 2-34-16,-1 1-25 0,3 3-25 15,-1 0-26-15,3 3-7 0,-3 0-6 16,1 5 6-16,-3 2-9 0,-3 4 3 15,1 3-10-15,-1 5 4 0,-7 2 2 16,-2 4-5-16,-2 3-7 0,0 3-16 16,-4 1-1-16,-7-3-2 0,5 1-16 15,-2-2-44-15,2-8-60 0,-1-1-68 16,3-5-97-16,2-3-152 0,0-5-233 16,2-1-674-16</inkml:trace>
  <inkml:trace contextRef="#ctx0" brushRef="#br0" timeOffset="179959.46">21583 12403 125 0,'0'0'1244'0,"0"0"-740"0,0 0-190 16,0 0-68-16,0 0-23 0,0 0 15 15,0 0 6-15,0 0-31 0,0 0-92 16,0 0-32-16,6 77-35 0,-2-20-26 15,-2 18-12-15,-2 9-14 0,0-4-1 16,0-9 0-16,0-7-1 16,0-4 0-16,-2-4-3 0,0-10 1 0,2-9-11 15,0-11 10-15,0-5-38 16,0 0-25-16,4-2-68 0,0 2-44 0,5-9-59 16,-1-5-133-16,2-7 66 15,1-1-163-15,-1-8-199 0,-2-2-396 16</inkml:trace>
  <inkml:trace contextRef="#ctx0" brushRef="#br0" timeOffset="180137.17">21637 12907 109 0,'0'0'101'0,"0"0"1231"16,0 0-884-16,0 0-59 16,0 0-34-16,0 0-27 0,0 0-69 0,0 0-145 15,0 0-114-15,0 0-41 0,-21-1 41 16,33 9 19-16,3 2-19 15,1 3-11-15,1-3-14 0,1 1-4 16,3-1-57-16,0-3-176 0,-1 1-237 16,-5-4-542-16</inkml:trace>
  <inkml:trace contextRef="#ctx0" brushRef="#br0" timeOffset="180527.93">21922 12447 1039 0,'0'0'276'0,"0"0"417"16,0 0-208-16,0 0-82 0,0 0-105 16,0 0-161-16,-42 74-95 0,42-36-17 15,7 19 7-15,3 16-13 0,-2 3-17 16,1-4-2-16,1-9-3 0,-2-18-13 15,-4-8 0-15,0-9-38 0,-2-4-77 16,3 4-35-16,1 1-36 0,0-2-69 16,0-6-84-16,-2-7-281 0,0-7-126 15,-1-5 2-15</inkml:trace>
  <inkml:trace contextRef="#ctx0" brushRef="#br0" timeOffset="180877.76">21947 12727 122 0,'0'0'195'0,"0"0"897"0,-27-63-725 16,21 43 13-16,-1-1-21 0,5 4-43 15,0 1-53-15,2 0-113 0,6 1-89 16,3 2-33-16,3 0-27 0,0 2 15 16,5 0-3-16,4 2-11 0,3-2 11 15,1 3-12-15,2 2-1 0,2 0 1 16,-2 1 0-16,2 4 0 15,0 0-1-15,-2 1-2 0,-5 2 2 16,-1 4 0-16,0 4 1 0,-7 2 12 16,-1 8 9-16,-3 3 10 0,-2 9 0 15,1 4-7-15,-3 3-6 0,0 2 0 16,-4 2-3-16,4 0 0 0,-2-4-16 16,1-2 1-16,3-1-1 0,-4-8 0 15,2-2-2-15,2-5-14 0,-1-2-3 16,1-6-22-16,0-1-1 0,-4-3-69 15,5-5-119-15,-5-3-161 0,2-1-65 16,-4-2-92-16,0-7-142 0,-2 1-340 16</inkml:trace>
  <inkml:trace contextRef="#ctx0" brushRef="#br0" timeOffset="181083.76">22296 12689 203 0,'0'0'1429'16,"0"0"-903"-16,0 0-102 0,0 0-102 15,-54 40-120-15,42-16-68 0,-1 2-48 16,1 3-16-16,2 0-22 0,-3-2-23 16,3-2-25-16,2-2-1 15,-3-3-18-15,1-6-22 0,6-3-74 16,-2-6-32-16,4-2-48 0,0-3-34 16,-3-4-126-16,3-7-248 0,0-5-60 15,-4-4-74-15,2 3 373 0</inkml:trace>
  <inkml:trace contextRef="#ctx0" brushRef="#br0" timeOffset="181261.86">22052 12675 99 0,'0'0'176'16,"0"0"619"-16,0 0-281 0,0 0-95 15,0 0-140-15,0 0-159 0,0 0-55 16,-21 53 6-16,21-28-10 0,0 0-22 16,5 0-36-16,-1-3 0 0,2-3-3 15,0-5-18-15,-2-3-21 0,4-4 23 16,-1-2-16-16,-3-3-62 0,0-2-87 15,2 0-30-15,-2-9-16 16,5-1-82-16,-5-5-91 0,0-3-138 0,-2 3 13 16</inkml:trace>
  <inkml:trace contextRef="#ctx0" brushRef="#br0" timeOffset="181528.89">22124 12568 11 0,'0'0'186'0,"0"0"576"15,0 0-299-15,0 0-44 0,0 0-43 16,0 0-107-16,0 0-134 0,0 0-57 15,0 0-11-15,-18 55-12 0,16-37-16 16,2 0-20-16,0-4-19 0,0-2-22 16,0-1-7-16,2-4-16 15,2-4-17-15,0-1-86 0,2-2-20 16,-2 0 3-16,3-4 16 0,-1-3-20 0,0-1 33 16,2-3 55-16,-2 2 48 15,1-1 33-15,1 0 3 0,-2 2 1 16,0 2 22-16,-2 4-10 0,5 2 13 15,-5 0 0-15,0 3 20 0,0 7 13 16,-2 0-17-16,4 2-32 0,-4 1-13 16,1 3-80-16,-3 1-203 0,0 0-198 15,-5-2-265-15</inkml:trace>
  <inkml:trace contextRef="#ctx0" brushRef="#br0" timeOffset="181759.97">21998 12974 917 0,'0'0'749'0,"0"0"263"0,0 0-828 16,0 0 50-16,0 0 41 0,0 0-82 16,58 9-53-16,-37-9-59 15,4 0-37-15,2 1-21 0,-1-1-20 16,3 0-2-16,0 0-1 0,0 0-3 15,0 0-41-15,-2-1-105 0,-2-2-73 16,0-3-106-16,-5 3-199 0,-5 0-244 16,1-4-540-16</inkml:trace>
  <inkml:trace contextRef="#ctx0" brushRef="#br0" timeOffset="182526.76">22643 12664 203 0,'0'0'1441'15,"0"0"-1110"-15,0 0-211 0,0 0-74 16,0 0 9-16,-2 58 29 0,6-37-6 16,3 0-27-16,1-1-28 0,-2-1-23 15,0-1-26-15,5-3 0 0,-1-2 4 16,0-4 2-16,1-3-70 0,1-2-46 16,0-3-10-16,3-1 9 0,-1-3 59 15,-1-4 43-15,-1-1 28 0,-2-2 7 16,1 1 13-16,-1-1 49 15,-4 2 48-15,-2 2 1 0,-2 0 21 16,-2 1 37-16,0 3 67 0,-2 0 25 16,-2 2-49-16,-6 0-55 0,2 2-23 15,-3 6-45-15,1 4-48 0,-7 4-12 16,5 4-16-16,0 1-13 0,-1 3 0 16,5-2-3-16,-2 1-9 0,6-2 10 15,-3-3-2-15,7-2-15 0,0-3-9 16,0-4-7-16,4 0-7 0,3-2-5 15,3-4 2-15,-2 1 7 0,7-4-10 16,-1 0-71-16,3-5-89 0,-1-4-134 16,3-3-63-16,4-1-105 0,-3-2-85 15,-5 6-188-15</inkml:trace>
  <inkml:trace contextRef="#ctx0" brushRef="#br0" timeOffset="182800.77">22999 12864 161 0,'0'0'1175'15,"0"0"-671"-15,0 0-124 0,0 0-2 16,0 0-66-16,0 0-110 0,0 0-202 16,0 0-68-16,0 0 68 0,0 0 51 15,6-6-19-15,4 4 3 0,1 1-16 16,-1-1-6-16,2 2 3 0,3 0-13 16,-3 0 10-16,5 3-10 0,-5 0 13 15,-1 2-3-15,1 3 6 0,-6 1 0 16,-2-1 26-16,0 4 28 0,-2-1 3 15,-2 2-19-15,0-1-25 16,0-2-16-16,-4 0-13 0,2-3-3 0,0-3-12 16,0-3-48-16,2-1-54 15,-2 0-58-15,2-1-65 0,-2-5-162 16,0-3-173-16,-2-1-91 0,-2-2-139 16,1 1 235-16</inkml:trace>
  <inkml:trace contextRef="#ctx0" brushRef="#br0" timeOffset="183021.76">23032 12703 308 0,'0'0'988'0,"0"0"-669"0,0 0-40 16,0 0 20-16,0 0 37 0,0 0-49 15,0 0-85-15,0 0-71 0,0 0-76 16,0 0 12-16,-8 5 31 0,10 20-28 16,0 4-22-16,0 2-16 15,-2 1-7-15,2-1-12 0,-2-3-12 0,0-1-1 16,0-4-19-16,2-4-13 0,2-4-50 15,0-3-103-15,2-5-39 16,3-4-126-16,-1-3-93 0,4-3-80 0,1-10-111 16,-5 3-367-16</inkml:trace>
  <inkml:trace contextRef="#ctx0" brushRef="#br0" timeOffset="183227.67">23263 12547 141 0,'0'0'46'0,"0"0"1519"16,0 0-1062-16,0 0-160 0,0 0-31 16,-6 50-68-16,6-29-53 0,0 1-57 15,0 4-42-15,0-2-29 0,0 0-28 16,2 1-24-16,0-4-11 0,2 0-12 16,1-4-11-16,1-1-40 0,0-2-124 15,4-3-126-15,-1-3-188 0,-3-3-241 16,2-4-648-16</inkml:trace>
  <inkml:trace contextRef="#ctx0" brushRef="#br0" timeOffset="183539.57">23555 12851 337 0,'0'0'1746'0,"0"0"-1364"0,0 0-223 15,0 0-43-15,0 0-36 0,0 61-25 16,0-43-45-16,0-3-10 0,4-1-51 16,-2-1 0-16,2-2-98 0,0-1-103 15,3-4-58-15,-3-3-106 0,2-3-202 16,-4 0-391-16</inkml:trace>
  <inkml:trace contextRef="#ctx0" brushRef="#br0" timeOffset="183710.8">23677 12872 995 0,'0'0'827'16,"0"0"-399"-16,0 0-115 0,0 0-77 15,0 0-114-15,0 0-100 0,-17 56-22 16,17-44-45-16,0-3 7 0,4-1-33 0,3-1-84 16,-1-3-74-16,2-1-62 15,-2-3-135-15,0 0-140 0,3-6-128 16,-5 2 266-16</inkml:trace>
  <inkml:trace contextRef="#ctx0" brushRef="#br0" timeOffset="183858.89">23801 12891 89 0,'0'0'1217'16,"0"0"-551"-16,0 0-284 0,0 0-52 16,0 0-76-16,-2 49-81 0,2-36-77 15,4-2-43-15,0-1-53 0,4 0-38 16,-2-1-4-16,-1-2-179 0,3-2-220 15,-2-1-311-15,2-1-893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34:01.175"/>
    </inkml:context>
    <inkml:brush xml:id="br0">
      <inkml:brushProperty name="width" value="0.05292" units="cm"/>
      <inkml:brushProperty name="height" value="0.05292" units="cm"/>
      <inkml:brushProperty name="color" value="#FF0000"/>
    </inkml:brush>
  </inkml:definitions>
  <inkml:trace contextRef="#ctx0" brushRef="#br0">2183 6756 200 0,'0'0'352'0,"0"0"-202"0,0 0-104 15,0 0-4-15,0 0 26 16,0 0 11-16,0 0 2 0,0-1-6 15,0 1-7-15,-2 2-12 0,2 0 477 16,-2 0-79-16,2 0-182 0,0-2-123 16,0 3-66-16,-2-2-63 0,2 1-20 15,0 3-45-15,0 5-10 0,0 0 23 16,-2 6 16-16,2 2 13 0,0 1 0 16,-2 3 3-16,-1 3 0 0,1 0 2 15,-4 4 2-15,2 2 8 0,-2 0-9 16,0 2 9-16,-1 5 11 0,5 1 25 15,-4 6-25-15,-4 8-22 0,2 10-1 16,-1 7 3-16,-1 1 13 0,0-5 7 16,-1-7-20-16,7-3 13 0,-4 0 0 15,0 3 7-15,1 2-20 16,3 4 16-16,0 7-15 0,4 6-1 0,0 10 10 16,0 6 9-16,4 6-6 15,3 2 4-15,-1 1-1 0,6-2-19 16,-2 1-36-16,5-4 8 0,-3-6 8 15,3-9 7-15,-1-9-6 0,-5-11-16 16,1-4 9-16,0-12 3 0,-2-10 10 16,-3-10 1-16,-1 1 11 0,0 0 1 15,4 3 0-15,-2 5 12 0,-2-4-8 16,1-4 15-16,-3-3-6 0,2-3 6 16,0-4 7-16,-2-5-7 0,-2-1-16 15,6-4 1-15,-4 1-2 0,0-3-2 16,0-1-16-16,0-2-13 0,1 0-13 15,-1 0-22-15,0 2-17 0,0-2-6 16,4 3-30-16,0 0-87 0,4 3-120 16,-3-4-245-16,-3 8-242 0</inkml:trace>
  <inkml:trace contextRef="#ctx0" brushRef="#br0" timeOffset="1830.18">12719 8328 40 0,'0'0'17'0,"0"0"28"16,0 0 7-16,0 0-26 0,0 0-22 16,0 0 28-16,0 0 125 0,-2-11-115 15,2 7-40-15,0-2-1 0,0 3 12 16,0 0 40-16,0 2 44 0,0 0 24 16,0 1 26-16,0 0 2 0,0 0-21 15,0 0-34-15,0 0-35 0,0 0-24 16,0 0-5-16,0 2-4 0,-2 1 0 15,0 0 0-15,-2 3 16 16,-5 2 13-16,5-1 17 0,-4 2 22 0,4 1 7 16,-2-1 0-16,-3 4-20 0,5-3-13 15,-2 2-19-15,2 0-4 16,0-1-13-16,2 0-2 0,0 1-8 0,0 0-6 16,0-1-13-16,-1 3 13 15,-3 0-3-15,4 1 0 0,-2 1 3 16,0 1 3-16,0 1 4 0,0 2 3 15,0-1 0-15,-5 5 3 0,5-1-10 16,-4 2-6-16,2 0 0 0,1 2 0 16,-1 3 0-16,-2 1 0 0,0 3-10 15,2 3 20-15,-1 0 2 0,-3 2 4 16,4 4-3-16,-2 0-6 0,3 1 9 16,-3 1-13-16,0 1-3 15,0 1 0-15,-1 6 3 0,1 8 9 16,-2 8-5-16,1 2-17 0,3-12 13 0,4-14-13 15,-2-2 0-15,-4-5-3 16,6 0 2-16,-2 13-1 0,2 4-1 16,-3 19-1-16,3 5-2 0,2-5-13 15,0-6-19-15,0-7-7 0,4 0 0 16,1-3 10-16,-1-1 9 0,-2 3 1 16,4-4 6-16,-2 0 12 0,0 2 3 15,2 1 1-15,1-3 1 0,-1-8-1 16,2-10 2-16,-2-8-2 0,-2-3-1 15,7 6 0-15,1 5 0 0,-4 2 1 16,7 0 0-16,1-3 1 0,-3-2-1 16,1-1 1-16,1-4-1 0,1-1 3 15,-5-4 0-15,5 0 0 0,-1-3 0 16,-5-2-3-16,5-1 0 0,-5-1 0 16,2-2-29-16,-1 0-35 0,-3-2-37 15,2-1-25-15,-2-1-46 16,3-2-78-16,-5 0-179 0,0-3-108 15,0 4-249-15</inkml:trace>
  <inkml:trace contextRef="#ctx0" brushRef="#br0" timeOffset="7961.81">22362 7242 156 0,'0'0'235'0,"0"0"-49"0,0 0-52 16,0 0-14-16,0 0-45 0,0 0-36 16,0 0-39-16,0 0-19 0,0 0 6 15,0 0 13-15,0 0 1 16,0 0 12-16,0 0 0 0,0 0 16 15,0 0 10-15,0 2 20 0,0 3 16 16,0 0 3-16,0 2-19 0,0 1 2 16,0 1 226-16,-2 1-148 0,-4 1-70 15,2 1-21-15,-2 3-12 0,-1 1-10 16,1 3-13-16,-2 1 0 0,0 2 3 16,-3 0 17-16,3 2 2 0,-2 1-9 15,-1-2-3-15,3 2-7 0,2 0 0 16,-5 2-3-16,3 2-9 0,0-1-2 15,2 4-2-15,-5 1-1 0,3 0 1 16,2 2-2-16,0 1-1 16,-5 2 3-16,3-1-1 0,2 4-2 15,-2 0 0-15,1 3 3 0,-1 11 0 16,0 11-1-16,2 11 1 0,2 2-13 16,2-6 11-16,2-5-11 0,0-11-7 15,2-1 7-15,2 0-3 0,4-8 13 16,0-9 2-16,-2-7 1 0,3-2 1 15,-1 7 18-15,2 2-3 0,3 5 1 16,-5 0-16-16,2-2 12 0,3-3 3 16,-3-2-3-16,0 0-10 0,-1-2 17 15,1-2-20-15,0-7-13 0,1 0 10 16,1-1 0-16,-2-2 2 0,3-2 0 16,-1 1-1-16,-1-4-37 0,3-2 7 15,-4 1 2-15,1-4-18 0,3-1-56 16,-3-4-75-16,1 1-68 0,-2-4-46 15,-1-2-189-15,1-3-220 0</inkml:trace>
  <inkml:trace contextRef="#ctx0" brushRef="#br0" timeOffset="21471.69">25545 9972 57 0,'0'0'143'16,"0"0"574"-16,0 0-180 0,0 0-202 15,0 0-65-15,0 0-70 0,0 0-47 16,-8-4-66-16,8 4-61 15,0 0-26-15,2 0 35 0,2 0 59 0,1 0 18 16,3-2 4-16,4 0-13 16,-1 0 9-16,3-1 0 0,5 1 9 15,-3-4-9-15,7 4-27 0,4-4-9 16,-2 1 7-16,6 0-11 0,0 0-15 16,4 1-4-16,0 0-18 0,0 2 6 15,4-2-1-15,-4 3 1 0,7 0-8 16,-5 1-15-16,2 0 14 0,-4 0-11 15,-4 0 4-15,-4 0 0 0,0 0-3 16,-2 0-3-16,-4 0-4 0,-7 0 4 16,-2 0-16-16,-1 0 16 0,-3 0 6 15,-6 0-4-15,2 0-5 0,-4 0-14 16,4 0-2-16,-1 0 0 0,-1 0-19 16,-2 0-2-16,6 0-42 0,-4 0-39 15,2 0-28-15,0 0-23 16,-2 0-27-16,-2 0-71 0,2 0-80 0,-2 0-77 15,0 0-152-15,0 0-141 0,-2-5-417 16,-18 10 815-16</inkml:trace>
  <inkml:trace contextRef="#ctx0" brushRef="#br0" timeOffset="22083.18">25967 9456 360 0,'0'0'397'0,"0"0"365"0,0 0-427 16,0 0-66-16,0 0-35 0,0 0-83 15,0 0-50-15,0 0-69 0,0 0-29 16,0 0 23-16,-23 10 45 0,25-5 32 15,1 2 19-15,1-1 12 0,0 1 7 16,2 1-7-16,-4 2-20 0,0 3 0 16,-2 0-9-16,4 2-23 0,-4 3-16 15,0 1-13-15,0 6 0 0,0-1-12 16,0 3-16-16,0 3-3 16,-2 1-5-16,2 0-14 0,0 4 10 15,0-1-1-15,0 0-10 0,0 2 14 16,0-1-16-16,-2-1 0 0,2 2 0 15,0-4-2-15,0 0-1 0,0 1 1 16,0-3 0-16,0-1 2 0,0-2 0 16,0-2 4-16,0-1 11 0,2-4-12 15,0 0 13-15,0-4-13 0,0-2 13 16,-2-2-4-16,0-1-11 0,3-3-1 16,-3-2 0-16,2 0-19 0,-2-1-24 15,0-3-49-15,2 2-49 0,-2-2-77 16,2 0-131-16,0 0-109 0,0-2-194 15,-2 0-619-15</inkml:trace>
  <inkml:trace contextRef="#ctx0" brushRef="#br0" timeOffset="57373.14">21686 10646 4 0,'0'0'92'0,"0"0"-90"0,0 0 50 16,0 0 7-16,0 0 159 0,0 0 23 15,-18-22-81-15,15 18-33 0,3 2-6 16,0 0 6-16,0 1-13 0,0 0-46 16,0 0-26-16,0 1 33 0,0 0 23 15,0 0 19-15,0 0 32 0,0 0 33 16,0 0 6-16,0 0-13 0,0 1-33 15,-4 1-49-15,2 1-28 0,0 2-20 16,0 0-16-16,-4 1 3 0,4 3-3 16,-2 0 0-16,-2 1-4 0,1 2-2 15,-1 1-1-15,-2 5-6 16,2 0-13-16,0 2-2 0,-1 4-1 16,-3 1-3-16,2 1 2 0,-3 4 0 15,3-1 0-15,-2 1 1 0,2 2 1 16,-1-2-1-16,3 1 1 0,0 2 2 15,0 0-1-15,2 1 0 0,1-1 0 16,-1 1-1-16,2-1 1 0,-2 0 0 16,4 1 14-16,-6 1-14 0,2 1 14 15,-2 1-3-15,1 3 3 0,-1 3 4 16,0-1-4-16,2 3-13 0,0-2-3 16,0-1-19-16,0-1 3 0,4 1-4 15,-3-1 7-15,1-2-12 0,2 3-7 16,0-3 16-16,0 1 14 0,2-4 2 15,3 2-3-15,3-5 1 0,-2 2 0 16,4-3-1-16,-1-5-10 0,1 4 12 16,2-3-1-16,-3 0-33 0,3 0-20 15,-2 0-3-15,1 2 6 0,-1-1-12 16,0 0 9-16,-1 3 4 16,-1 0 48-16,0-2-22 0,0 1 8 15,1-3 5-15,-5-2-11 0,4-1 7 16,0-4 3-16,-6 1 12 0,7-1-16 15,-5-2 14-15,-2-1 6 16,4-1-3-16,-4-1 12 0,0 1-9 0,0-3 16 16,-2-1-6-16,0 2 3 0,4-3 0 15,-4-2 4-15,0 2-1 0,0-1 7 16,0-3 3-16,5 2-13 16,-5-3-14-16,2-3-2 0,0 0 0 15,0 0 0-15,0-2 0 0,-2 1 19 16,2-2 1-16,-2-1 12 0,0 1 3 15,0-1 20-15,0 0 26 0,0 0 15 16,0 0-13-16,0 0-15 0,0-1-11 16,0-3-34-16,-2-2-21 0,-2-1 33 15,0-1-22-15,-5-2-12 0,3-2 2 16,-2-1-1-16,0 1 1 0,1-2 0 16,-5-4 13-16,2 1-15 0,-1-3-1 15,-3 1 0-15,1-1-2 0,-1-2 0 16,-3 1-23-16,3-4 11 0,-3 3 14 15,3-3 22-15,-3 2 1 0,5-4 5 16,-4 1-26-16,3-2-1 0,1-3 12 16,-1 0 0-16,1-3-10 0,4 0 10 15,-5 0 9-15,7-1-6 0,0-2-3 16,-2 2 9-16,1 1-6 16,3-3 3-16,2 0-17 0,-2-1 0 15,2 0 0-15,0-1-1 0,2-4-1 16,-2 0-1-16,0 1-2 0,2-2-9 15,0 2 8-15,0-1-12 0,-4 1 14 16,4 2-1-16,-2-2 0 0,-1 2 0 16,3 0 0-16,0 1-10 0,0 1-6 15,0 3 3-15,0 1 0 0,3 2 13 16,-1 4-10-16,2 0 11 0,4 2-1 16,-4 0 0-16,2 1-13 0,3 1 12 15,-3-1 2-15,2 2 0 0,-2-2 1 16,3 3-1-16,-3 0 1 0,2-1-1 15,-2 3 0-15,0 1 1 0,1 2 0 16,3 1-2-16,-6-3 0 0,4 4 1 16,1 0 0-16,-1 1 1 0,4 0-1 15,-3 1 0-15,3-2 1 0,-2 1 1 16,1 1 1-16,1-2 2 16,-2 2-3-16,1-1 2 0,1 2 0 0,1-1-1 15,-5 2 0-15,2 1-1 0,0-1 0 16,-1 1-2-16,-5 2-1 0,2 2 1 15,-2 2 1-15,-2 0 1 16,2 1 1-16,-4 0-1 0,2 1 0 16,1 0-1-16,-1 1 0 0,-2 1-3 15,0 0 1-15,0-1-16 0,2 1-3 16,-2 0-13-16,0 0-7 0,0 0 13 16,0 0 13-16,0 0 15 0,0 0 0 15,0 1-12-15,0 0-12 0,0 3-17 16,-2-1-9-16,2 2-7 0,-2 1-19 15,2 1-23-15,0 3-26 16,0-2-84-16,0 0-107 0,0 1-109 16,0-2-88-16,0 0-177 0,4-83 260 0</inkml:trace>
  <inkml:trace contextRef="#ctx0" brushRef="#br0" timeOffset="59258.66">21434 12025 118 0,'0'0'105'16,"0"0"667"-16,0 0-436 0,0 0-109 15,0 0-41-15,-58 22-43 16,46-18-36-16,-1 1-29 0,-1-1 9 15,1 2-12-15,-3 1 9 0,-1 2 3 16,-1-1-6-16,-3 1-10 0,0 0-19 16,-1 2-7-16,-5 1-13 0,-2 1-16 15,-4 1 3-15,0 2-16 0,-5-1 0 16,-11 5-1-16,-13 8 0 0,-13 3 1 16,-5 3-1-16,-1 0 1 0,1-1-1 15,5 0 17-15,-5 0-18 0,-5 4 22 16,-2 3-4-16,-2 3 0 0,-10 4-16 15,0 3 23-15,-1 7-7 16,-1 2-17-16,-2 4 1 0,-3 3 0 0,5 1 16 16,4 3-17-16,0 0 21 15,4-1-4-15,4 1 10 0,4-1 3 16,7-3-3-16,1-1 0 0,7-3-4 16,8-2-2-16,12-11-4 0,7-10 0 0,16-10-3 15,2-3-15-15,-6 0 2 16,4 4 1-16,-2-3-2 0,2-4 1 15,7-4-3-15,3-5-2 0,9-3-14 16,2-5-7-16,2-5-18 0,4-1-84 16,0 0-177-16,2-4-51 0,2-5-100 15,2 1-266-15</inkml:trace>
  <inkml:trace contextRef="#ctx0" brushRef="#br0" timeOffset="60056.24">11096 14877 528 0,'0'0'339'0,"0"0"-62"0,0 0 16 16,0 0 45-16,0 0-49 0,0 0-101 15,50-19-36-15,-34 13-10 16,7-3-3-16,-2-1-7 0,8-2-29 16,2-1-7-16,14-4-10 0,13-6-15 15,17-4-1-15,5-3-19 0,3 2-13 16,-5 6-19-16,-9 6 7 0,-3 4-7 16,-6 5-16-16,-15 4-3 0,-10 3 16 15,-10 6-14-15,-8 4 14 0,-1 6 9 16,-5 5 10-16,-5 8 29 0,-6 13 59 15,-17 15 16-15,-3-3-57 0,-5-4-49 16,2-7-32-16,-4-11-1 0,-4 1 0 16,-4 5-1-16,4-6-2 0,-2-6-9 15,4-4-13-15,2-4-16 16,-2-5-57-16,11-4-73 0,-1-3-41 16,4-5-56-16,9-1-95 0,0-4-128 15,6-8-522-15,6 2-40 0</inkml:trace>
  <inkml:trace contextRef="#ctx0" brushRef="#br0" timeOffset="60437.3">12630 14469 588 0,'0'0'32'0,"0"0"913"15,0 0-302-15,0 0-226 0,0 0-118 16,0 0-81-16,0 0-33 16,0 0-26-16,0 0-45 0,-60-1-41 15,42 7-35-15,-1 5-3 0,0 3-20 16,-10 5 7-16,7 4-20 0,-3 4 11 16,4 0-1-16,1 2-12 0,5-1 0 15,1 0-1-15,3-3-3 0,7-6-11 16,4 1-4-16,0-3-10 0,0-3-2 15,6 1 2-15,5-1 1 0,1-3 9 16,-2 3-3-16,7-2 9 0,2-1 4 16,3 0 9-16,5 0 15 0,-2 1-11 15,8-5 8-15,0-1-12 0,2-3-2 16,5-3 0-16,-1-8-58 0,-2-5-137 16,2-3-65-16,-2-3-130 0,-1-4-131 15,-3 4-149-15,-9 2-61 0,3-2-46 0</inkml:trace>
  <inkml:trace contextRef="#ctx0" brushRef="#br0" timeOffset="61101.35">12965 14364 138 0,'0'0'1107'0,"0"0"-876"15,0 0-133-15,0 0 2 16,0 0 17-16,17-53 4 0,-3 41-5 0,5-1-2 16,7 4 6-16,-3-2-7 0,10 0 19 15,0 4-22-15,7 2-26 0,-1 1-4 16,-2 0-22-16,4 3-3 16,-1 1-16-16,-1 0-36 0,-4 1-1 15,-2 5 1-15,-8-1-2 0,-6 1 12 0,-3 0-10 16,-3 2 13-16,-11 0 13 15,-2 3 45-15,-7 1-1 0,-7 2-34 16,-3 2-26-16,-7-2-10 0,-1 3 9 16,-2-3-12-16,2 1 0 0,0-3-1 15,-4 1-2-15,7-1-16 0,1-2 0 16,0 2-3-16,7-2 2 0,-1-1 4 16,5-1 14-16,8 0-11 0,2 0-6 15,0 0-16-15,2 3 0 0,6-1 9 16,7 1 23-16,-3 1 3 0,11 3 1 15,0-1 12-15,1-1-11 0,3-1 1 16,2 1 16-16,-4 0 1 0,-2-1-19 16,0 0 18-16,-1 1-6 15,-7-1 0-15,-3 2-10 0,3 3 16 0,-7-2-3 16,-4 1 3-16,-4 2 0 0,0-2 13 16,-10 1-3-16,-1-1-10 15,-7-1 3-15,1-2-9 0,-3-2-12 16,-3-2-1-16,0-4-2 0,0-1 1 15,-6-2-21-15,3-2-7 0,-1 0 0 16,2-4 0-16,-2-1-6 0,-2-1 10 16,8 1-1-16,3-2 8 0,-3 1 18 15,11 2 0-15,-3-2-1 0,11 1 0 16,2-1-2-16,0 0-65 0,6-2 30 16,5-2 19-16,3-2 15 15,5 0 1-15,4-3-16 0,1 1 3 0,3-1-19 16,4 0-36-16,2 1-42 0,0 1 3 15,3 2-32-15,-3 1-104 0,0 0-140 16,-6 1-157-16,4-1-483 0</inkml:trace>
  <inkml:trace contextRef="#ctx0" brushRef="#br0" timeOffset="61536.54">13701 14481 674 0,'0'0'1098'0,"0"0"-881"15,0 0-54-15,0 0 37 0,47 5-45 16,-22-10-38-16,-6-3-37 0,10 0-22 16,-2-3-22-16,2-2-33 0,2 1-1 15,0 1-2-15,-2-2-2 0,-3 3-21 16,-3 2-57-16,0-1-11 15,-7 3-44-15,-1 4-7 0,-9 0-23 16,0 2-43-16,-6 0-94 0,0 3 107 16,-2 3 65-16,-6 1-43 0,-2 0-29 15,-5 1 72-15,1 0 87 0,-5-3 43 16,5-2 0-16,-7 0 14 0,4 0-11 16,-1-2 63-16,3 2 175 0,-1 0 6 15,3 1 56-15,1 1-24 0,4-1-32 16,2 1-47-16,1-1-80 15,3 1-55-15,0 0-65 0,2 1 0 0,0 0-20 16,0 3 19-16,2 1 0 0,2 1 1 16,-1 1 0-16,-1-2 0 0,2 2-1 15,-2-1-2-15,0 1-81 0,0 0-75 16,-2 0-110-16,0-2-172 16,0-1-210-16</inkml:trace>
  <inkml:trace contextRef="#ctx0" brushRef="#br0" timeOffset="61743.9">13790 14677 262 0,'0'0'632'0,"0"0"133"16,0 0-408-16,0 0-276 0,0 0 52 16,0 0 23-16,0 0-11 0,0 0-42 15,58-12-41-15,-34 2-21 0,-5 0-21 16,10-5-20-16,2 0-2 0,2-3-24 15,0-2-32-15,2 1-129 0,-2-4-124 16,0 3-88-16,-8 3-164 0,6-4-222 16</inkml:trace>
  <inkml:trace contextRef="#ctx0" brushRef="#br0" timeOffset="62306.58">14240 14133 685 0,'0'0'358'0,"0"0"202"16,0 0-138-16,0 0-66 0,0 0-91 15,-55-2-97-15,48 7-53 0,3 0-44 16,2 6-45-16,2 1-26 0,0 4-2 16,0 2 0-16,2 5 1 0,9-1 1 15,3 1-1-15,1-3 1 0,5 1 1 16,1-4 0-16,6-4 12 0,2-4-10 15,2-4 1-15,2-4 12 0,2-1-4 16,0-11-8-16,0 0-3 16,-2-8 15-16,0-1-16 0,-4 1 0 0,-2-4 0 15,-6 4 3-15,-7 1 13 16,-8 2 6-16,-3 1 29 0,-3 3 77 16,-9-3 25-16,-9 2-42 0,-1-1-54 15,-8-2-29-15,-2 1-10 0,-2 3-18 16,0-1-22-16,-2 1-10 0,0 1-28 15,0 3-35-15,0 1-64 0,2 2-29 16,0 5-1-16,6 0-8 0,0 9 39 16,3 3 26-16,7 1 6 0,1 4 3 15,5-2-72-15,5 1-103 0,4-2 8 16,0-1 59-16,6-2 98 0,3 0 54 16,5-1 58-16,-3-1 21 0,5 0 16 15,-4-1 7-15,7-1-4 0,-4-1 30 16,-3 0 55-16,7 0 30 0,-9-3 22 15,2 1 23-15,-3 1-4 0,-3-4-32 16,0 1-16-16,-2-2-14 16,2 0-12-16,-4 0-8 0,0 0-18 0,0 0-20 15,3 0-29-15,-3-1-26 16,4-3-3-16,0-3-13 0,6 0-81 16,-1-4-84-16,-1 2-75 0,7 0-212 15,-9 2-121-15</inkml:trace>
  <inkml:trace contextRef="#ctx0" brushRef="#br0" timeOffset="62993.9">14085 14552 894 0,'0'0'674'16,"0"0"-151"-16,0 0-439 0,0 0-3 15,0 0 75-15,0 0-11 0,60-13-22 16,-33 5-30-16,0-1-16 16,2-1-22-16,4 0-26 0,0-1-4 15,2 3-6-15,2-2-15 0,-3 2-2 16,-3 1 14-16,-5 1-14 0,-5 2-1 15,0 2 1-15,-11 2 0 0,-4 0 2 16,-4 0 12-16,-2 1 70 0,-6 6 4 16,-2 0-43-16,-4 1-31 0,-5 1-3 15,0 2-12-15,-3-3-1 16,-1 4 0-16,2-3 1 0,-3 2 1 16,1 1-2-16,5 1 0 0,-7 1-2 0,8 3-20 15,-3 2-10-15,5-2 7 16,-1 1 12-16,8-2 11 0,-1-1-18 15,5-5 1-15,2 0-9 0,0-3-4 16,0-3-13-16,0-1-16 0,2-2-42 16,1-1 16-16,-1 0 29 0,0 0-6 15,-2 0 3-15,2-3 19 0,0 0 38 16,4-2 2-16,0-2 2 0,0 0 1 16,1-1 3-16,3 0 12 0,6-1 16 15,-3-1 20-15,5-1 2 0,-1 1-2 16,4 1-4-16,3-1 13 0,-3 0-3 15,4 1-10-15,0 2 7 0,-7 1 9 16,7 1 9-16,0 1-6 0,-8 0-9 16,1 2-4-16,-5 2-22 0,-5 0 9 15,-4 0 10-15,-4 3 76 16,0 4 188-16,-10 5-148 0,-1 5-120 16,-1 2-44-16,-5 4 0 0,1 2 9 0,-7-2-11 15,2 1-1-15,5-1-1 16,-5-2-14-16,7-3-7 0,-3-2-12 15,5-6-27-15,8-3-55 0,-3-3-60 16,5-3-71-16,2-1-222 0,0-3-314 16,2-1-200-16,5-10-188 0</inkml:trace>
  <inkml:trace contextRef="#ctx0" brushRef="#br0" timeOffset="63354.37">14435 14539 674 0,'0'0'827'0,"0"0"-281"0,0 0-164 16,0 0-85-16,0 0-95 0,0 0-93 15,0 0-67-15,-56 48-16 0,50-31-14 16,-1-1-9-16,1 1 0 16,-4 1-3-16,4-3-2 0,2-2-27 0,2-1-48 15,-3-2-42-15,3-1-13 16,2-4-9-16,0-3-27 0,2-1-68 15,5-1-34-15,1-2 27 0,8-6 44 0,-3-2 112 16,5-2 65-16,-3-1 22 0,3 0 52 16,-3 1 78-16,-1 1 29 15,-1 3 23-15,-7 1-13 0,0 3-30 16,-4 3-16-16,-2 1 97 0,0 0 198 16,-8 5-229-16,2 2-119 0,-4 3-42 15,-3 2-28-15,3-1-13 0,-1 0-15 16,3-4-43-16,2 0-86 15,2-1-74-15,4-4-107 0,0-2-298 16,2 0-416-16,6-4 301 0,58-70 751 0</inkml:trace>
  <inkml:trace contextRef="#ctx0" brushRef="#br0" timeOffset="63876.38">15175 14046 526 0,'0'0'303'16,"0"0"637"-16,0 0-544 0,0 0-41 16,-60 10-68-16,45-4-68 0,1 1-50 15,-3 3-25-15,3 1-14 0,-7 2-41 16,0 3-45-16,3 4-28 0,-5-1-16 15,0 1 0-15,5 0-3 0,-5 3-19 16,7-3-7-16,-5-1-40 0,6 0-46 16,1-4 10-16,6-4-10 15,-1-2-26-15,1-3-13 0,6-4-13 16,2 0-20-16,0-2-75 0,0 0-212 16,8-3 247-16,-1-4 106 0,1 0 50 15,2-3 33-15,5 2 38 0,-3-4 3 16,2 1 13-16,-1 3 43 0,1-3 64 15,3 4 24-15,-3-1 28 0,7-1-3 16,-2 4-3-16,-1-4-11 0,7 5-6 16,-6 0-39-1,8-1-26-15,-1 4-25 0,3-1-8 0,2 0-2 0,0 2 12 16,0 0-10-16,-2 0-5 0,-4 2 5 16,0-1-25-16,-4 1-16 0,-9-2-12 15,-2 1 12-15,-3 0-12 0,-7 2 24 16,0-2 65-16,-9 2-90 15,3 1-55-15,-2 3-79 0,-3-1-55 16,-1 2-59-16,2 1-82 0,-7-1-85 16,7 3-128-16,2-5-85 0,-13 7-83 15</inkml:trace>
  <inkml:trace contextRef="#ctx0" brushRef="#br0" timeOffset="64273.59">15013 14458 278 0,'0'0'760'0,"0"0"-194"0,0 0-196 15,0 0-114-15,0 0-97 0,0 0-127 16,0 0-30-16,0 0-2 16,0 0 42-16,0 0 23 0,-4 53 9 0,11-46 0 15,5 2-3-15,-6 3 6 16,0 1-12-16,1 1-20 0,-1 3-20 16,0 2-21-16,0-3-2 0,-4 3-2 15,2-1-3-15,3-1-36 0,-3 0-6 16,4-1 7-16,-2-5 9 0,0 2 9 15,1-5 18-15,-1 0 1 0,8-4-1 16,-8-3 2-16,5-1 1 0,-1-1 15 16,0-7 7-16,-1-1 6 0,3-2 3 15,-2-1-7-15,-5-2-2 0,5-1-1 16,-8 0 4-16,6 1 6 0,-6-1 0 16,-2 1 19-16,0 1 23 0,-4 1 12 15,-6-2 13-15,0 3-26 0,-3 0-13 16,-3 2-9-16,-1 2-22 0,-4 2-26 15,-1 4-3-15,1 1-29 0,-2 0-12 16,1 6-10-16,5 1 4 16,-2 0-14-16,9 0-19 0,4-2-6 0,4-2-58 15,2 0-138-15,6-3-141 0,2 0-161 16,3-3-138-16</inkml:trace>
  <inkml:trace contextRef="#ctx0" brushRef="#br0" timeOffset="64620.94">15632 14595 2096 0,'0'0'747'0,"0"0"-258"15,0 0-219-15,0 0-146 0,0 0-80 16,0 0-22-16,6 50-22 0,-2-37-2 15,6-3-27-15,-4 2-43 0,-1 2-153 16,-1-3-132-16,0-2-290 0,-4 1-1086 16</inkml:trace>
  <inkml:trace contextRef="#ctx0" brushRef="#br0" timeOffset="66913.31">16626 14220 193 0,'0'0'225'16,"0"0"-140"-16,0 0 1029 0,0 0-802 15,0 0-85-15,0 0-43 0,0 0 1 16,0 0-8-16,0 0-19 0,-52-4-27 15,46 4-18-15,0 2-14 0,0 1-13 16,1-1-19-16,-3 2-16 0,0 4-29 16,0 2-22-16,-1 4-1 0,-5 6-22 15,4 6-2-15,-1 6 3 16,-5 7 3-16,5 4-10 0,1 3-12 0,0 0 12 16,8-1 3-16,2-2-2 15,2-3-8-15,6-3-15 0,4-5-10 16,3-4-6-16,5-2 0 0,1-6 28 15,2-4 13-15,2-4-3 0,4-6 13 16,2-4 16-16,0-4 26 0,0-6 9 16,2-7 36-16,-2-7-13 0,-2-2-4 15,-5-4-9-15,3-2 6 0,-2 1 17 16,-10-1 2-16,3 2 19 0,-9-1 10 16,-3 1 2-16,-4 1 0 0,-2-1 4 15,0-1-8-15,-8 0-18 0,-3-1-10 16,-5 2-18-16,-1 1-20 0,-6 1-28 15,-1 1-3-15,1 3 0 0,-4 0-19 16,-4 3-16-16,-2 5 4 0,2 3-16 16,-2 1-26-16,2 8-30 15,4 1-27-15,4 1-12 0,5 0-39 16,7 1-62-16,1 1-114 0,10 1-156 16,0-2-594-16,14-1 65 0</inkml:trace>
  <inkml:trace contextRef="#ctx0" brushRef="#br0" timeOffset="67461.61">17374 14330 366 0,'0'0'535'0,"0"0"41"16,0 0-241-16,0 0-98 15,0 0-91-15,0 0-46 0,-52-33 0 0,44 27 1 16,2 4-8-16,-2-1-12 16,-3 3-10-16,3 0-10 0,-2 3-19 15,-5 5-1-15,7 6-15 0,-6 7-26 16,3 2 0-16,3 6-2 0,-2 3-1 15,1 2 1-15,3 3-2 0,4-1-8 16,2 1 11-16,0-2-3 0,2-3-37 16,4-1-8-16,9-5-2 0,-3-3-14 15,11-6-6-15,-2-2 10 0,1-7 6 16,5-4-9-16,4-4 18 0,2 0 46 16,0-5 16-16,0-5 165 0,1-2-123 15,1-5-9-15,-6-6 6 16,-2 1 6-16,-7-4 42 0,1 1 34 0,-11-3 27 15,1 1 27-15,-7-2 12 0,-4-1-4 16,0 1-29-16,-11-3-25 16,-1 1-42-16,-3 3-19 0,-3-2-41 15,-5 5-26-15,0 0-17 0,-1 2-13 16,-5 6-12-16,2 1-6 0,-4 2-9 16,6 8-10-16,0 1-22 0,4 3-60 15,5 2-47-15,1 0-55 0,9 2-112 16,6 3-193-16,0-3-546 0,6 2-223 15</inkml:trace>
  <inkml:trace contextRef="#ctx0" brushRef="#br0" timeOffset="68072.17">17920 14837 304 0,'0'0'4'15,"0"0"761"-15,0 0-59 0,0 0-358 16,0 0-105-16,0 0-50 0,0 0-44 16,0 0-8-16,0 0-12 0,-21-63 2 15,17 43 3-15,0-7-13 0,0-1-28 16,2-6-33-16,-4-4-6 0,6-3-7 16,0-12-9-16,0-12-3 0,4-12-10 15,0 0 1-15,6 12-1 16,-2 18 0-16,-1 17 3 0,1 2-3 15,0-2 7-15,5-5-4 0,-1-3 7 16,0 6 2-16,1 3-5 0,-1 2-7 16,5 7-23-16,-5 1 14 0,0 7 10 15,-1 1-1-15,-1 6-1 0,-2 2 1 16,1 3-3-16,-1 0-9 0,2 8-10 16,3 5 9-16,-3 10 1 0,-2 7 2 15,5 6 7-15,-3 8 0 0,0 3-11 16,1 2-11-16,1-2-3 0,-2 0 1 15,-1-2 0-15,-1-1 1 0,-2-2-14 16,0-1-20-16,-1-3-2 0,-5-1-1 16,2-2-8-16,-2-5-15 0,0-3-8 15,0-4-19-15,0-4-15 16,0-5-17-16,0-2-16 0,-2-3 8 0,2-1 11 16,0-4 2-16,0-1 0 15,0-1-4-15,0-2-58 0,0 0-81 16,0-1-302-16,-5-6-674 0</inkml:trace>
  <inkml:trace contextRef="#ctx0" brushRef="#br0" timeOffset="68310.77">17874 14258 1434 0,'0'0'692'0,"0"0"-482"16,0 0-139-16,0 0-51 16,0 0-20-16,0 0 93 0,0 0 1 15,60-3-4-15,-39 6-3 0,4 3-32 16,2-1-17-16,2 0-22 0,-3 4-14 16,1-1-2-16,2-2-3 0,0-1-54 0,-4 1-169 15,-8-3-204-15,7-3-685 0</inkml:trace>
  <inkml:trace contextRef="#ctx0" brushRef="#br0" timeOffset="83462.48">23429 2038 1923 0,'0'0'296'15,"0"0"-122"-15,0 0 26 0,0 0-19 16,0 0-97-16,0 0-84 0,-17 0 0 16,15 0-36-16,0 1 7 0,-2 5-3 15,0-2 29-15,0 4 1 0,-3-1 2 16,3 2 25-16,-4 1 4 0,0 2 0 15,2 1 7-15,-1 3-7 16,-3 1 12-16,4 1 1 0,-4 3-3 16,5 1 34-16,1 0 17 15,2-1-1-15,2 1-28 0,0-1-23 0,2-2-10 16,4-1-8-16,3-1-5 0,3-1-12 16,3-3 9-16,1-1-12 0,1-3-2 15,5 0 0-15,-5-3 2 0,6-2 13 16,-3-4-12-16,1 0 18 0,2-6-3 15,-5-1-13-15,1-3 22 0,-2-3-12 16,-1-1 3-16,-1-2-13 0,-3-2 22 16,0 3-21-16,-1-3 21 15,-1-2-9-15,-6 0 3 0,0 3 3 16,-2-1 22-16,0-2-9 0,-2 1 9 16,-2-1-13-16,-2 1-7 0,-2-1-23 15,-4 0-2-15,-1 2-1 0,-1-1-13 16,-3 3 2-16,1 3-3 0,-5-1-9 15,3 4 9-15,-3 4 16 0,3 0-1 16,-5 3 1-16,2 2 19 0,3 1-2 16,-1 1-15-16,1 8 15 0,-1 2-17 15,3 5-1-15,1 3-28 0,1 6 14 16,0 0-1-16,3 1 14 0,1 2 2 16,4-1 0-16,4-3 0 0,0 2 0 15,2-4-1-15,8 1 1 0,-1-1 0 16,3-2 0-16,2-4-1 0,3-2 0 15,2-2 1-15,-1-2 1 0,1-4 2 16,4 0 0-16,-7-4-2 0,7-2 0 16,-3-2 0-16,-1-4 1 15,2-2 20-15,-5-1-18 0,1-5 11 16,-5 3 4-16,1-3-6 0,-3 0 9 16,-2 1-6-16,-4-4 18 0,1 0 13 15,-3-2-3-15,-2-1-16 0,0-1-6 16,0 1-21-16,-5-2 3 0,-1 2-4 15,-2 1-12-15,-2 1 12 0,-5 1-25 16,5 2-13-16,-9 3-9 0,5 0 0 16,-7 5 12-16,2 1 13 0,3 3 22 15,-3 3 0-15,1 2 22 0,1 6-3 16,1 2-19-16,-1 4-3 0,3 1-13 16,-1 1 1-16,3-3-1 0,6 1 0 15,-1-3-12-15,5 1-16 0,-2-4-102 16,4 0-117-16,4 3-192 0,0-5-275 15,3-1-1073-15</inkml:trace>
  <inkml:trace contextRef="#ctx0" brushRef="#br0" timeOffset="85147.01">23458 3292 47 0,'0'0'55'0,"0"0"-55"0,0 0 108 16,0 0 602-16,0 0-228 0,0 0-274 16,0 0-13-16,0 0-87 0,0 0-47 15,0 0-2-15,-11-4 5 0,9 4-25 16,2 0-19-16,0 0-17 0,0 0 10 16,0 0-10-16,0 0 30 0,0 0 2 15,0 0 4-15,0 0-3 16,0 0 22-16,-2 0-16 0,2 0-16 0,0 0 13 15,0 0 16-15,-2 0 9 16,2 0 1-16,-2 0-14 0,2 0-22 16,-2 0-16-16,0 0 19 0,0 0 7 15,2 0-4-15,-2 0-19 0,0 0 23 16,2 0-7-16,0 1-10 0,0-1-21 16,0 0-1-16,0 0-12 0,0 0-5 15,0 0-2-15,0 0 17 0,0 0-1 16,0 0 3-16,-2 0 16 0,2 0 6 15,-2 0-2-15,2 0-18 0,-2 0 20 16,2 0 10-16,-3 0 4 16,1 1-1-16,2-1-3 0,-6 0-4 15,6 1 8-15,-4-1 2 0,0 1 10 16,2 1-4-16,-2-1 20 0,0 0-16 16,-1 1-10-16,3 2-19 0,-4 1 0 15,2 1-16-15,-2 0 10 0,0 2-13 16,2 2 1-16,-3-1 1 0,1 4 23 15,2-1-6-15,0 2 0 0,0 1-6 16,4 2-10-16,0-2 13 0,0 1-15 16,0 3 1-16,4-2 1 0,2-3-1 15,2 2 1-15,-1-1-2 0,1-2-1 16,4 0 0-16,1-3-3 0,1-1 1 16,3-1 0-16,-1-2 1 0,1-2-1 15,-1-3 0-15,3 1 0 0,-1-2 1 16,-1-2-1-16,-1-1-20 0,1-3-4 15,-5-1-9-15,1-3 19 0,-3 2 16 16,1-3 1-16,-5 1 24 16,0-2-6-16,-2-1 19 0,0-2 0 15,-4 1 0-15,2-2-7 0,-2 0-5 16,0-1-7-16,0-1-16 0,-2-1 9 16,-2 2-9-16,0-1 0 0,-2-1 0 15,0 2 0-15,-3 0-1 0,1 1 0 16,-4 3 1-16,1 1 0 0,3 0 0 15,-4 1 23-15,-1 3 8 0,1 2-9 16,1 3 1-16,-3 1 27 0,6 2 0 16,-5 0-21-16,1 0-7 0,4 0-25 15,-3 2 0-15,-1 5-3 0,2 1-12 16,-1 2 12-16,1 5-17 0,2 0 17 16,1 3 1-16,-1 3-11 0,2 1 10 15,0 2 0-15,2 1 0 0,2-1-1 16,2 0 2-16,0 1 1 0,0-3 0 15,0 0 1-15,4-3 0 0,2-1 2 16,2-1 0-16,2-4 1 0,-1 1-2 16,3-1 0-16,3-3-2 0,-5-2 1 15,9-1 0-15,-7-1 0 16,2-2-1-16,1-3-3 0,3-1 4 16,-1 0 1-16,0-5 1 0,-1-4 19 15,1 1 2-15,1-2-10 0,-3-3 0 16,-1 1 2-16,-3-2-2 0,1 3 2 15,-6-3 1-15,-2 1-1 0,0 1 20 16,-2 1 5-16,-2-5 7 16,0 3-7-16,0-3 4 0,-2 0-19 0,-2 0-1 15,-2-2-21-15,-4 0 10 16,-1-1-11-16,1 1-2 0,-2 0-3 16,-3 4-10-16,3 0-5 0,-7 2-7 15,1 3-3-15,-1 5-6 0,2 0 18 16,-1 4 16-16,-1 1 0 0,3 8-2 15,-1-1-35-15,3 7 6 0,-1 0 9 16,5 4-3-16,2 0 0 0,1 2-3 16,1 1 3-16,4 0-6 0,2-1-55 15,0-3-68-15,8 1-127 0,1-3-168 16,-3-5-224-16,10-2-726 0</inkml:trace>
  <inkml:trace contextRef="#ctx0" brushRef="#br0" timeOffset="88436.86">23952 1944 1494 0,'0'0'1255'0,"0"0"-889"15,0 0-200-15,0 0 25 0,0 0-58 16,0 0-98-16,0 0 82 0,6-3 62 15,6-1-27-15,5 0-56 0,-1 0-14 16,7-1-2-16,4 0 19 0,-4 0 3 16,6 0-18-16,0 1-29 0,2-3-24 15,2 3-28-15,0-2-3 16,-2 0-1-16,2-1-36 0,-2 1-74 0,-2 1-65 16,-2 1-26-16,-7 2-100 0,-3 0-143 15,-5 2-150-15,-3 0-203 16,-5 2-671-16</inkml:trace>
  <inkml:trace contextRef="#ctx0" brushRef="#br0" timeOffset="88657.81">24020 2082 467 0,'0'0'2349'0,"0"0"-1968"0,0 0-224 16,0 0 24-16,0 0-80 0,0 0-54 15,-2 56 7-15,8-42-29 0,4 3-12 16,3 2-11-16,-3-1-2 0,3 1-2 16,-1-3-14-16,-2 0-15 0,5-2-89 15,-3-3-96-15,-6-3-113 0,3-2-144 16,-5-2-555-16,-2-4-439 0</inkml:trace>
  <inkml:trace contextRef="#ctx0" brushRef="#br0" timeOffset="88919.22">24039 2148 1699 0,'0'0'1444'0,"0"0"-1186"0,0 0-162 16,0 0 37-16,0 0 37 0,0 0-3 16,57-40-32-16,-30 28-7 0,2-2-28 15,6-1-1-15,1 1-19 0,3 0-6 16,4 1 13-16,-1 1-47 0,-5 2-22 15,-4 2-17-15,-2 3-1 0,-8 2-1 16,-7 3-2-16,-1 0 0 0,-7 1-18 16,-4 5-1-16,-2 3 1 0,-2 1-29 15,0 5-79-15,-4 0-39 0,-4 1-66 16,-3 2-106-16,1 0-120 0,-9-1-230 16,7-4-631-16</inkml:trace>
  <inkml:trace contextRef="#ctx0" brushRef="#br0" timeOffset="89134.61">24070 2300 1206 0,'0'0'1918'0,"0"0"-1476"16,0 0-397-16,0 0-42 0,0 0 152 16,0 0 49-16,0 0 3 0,55-6-32 15,-32 2-58-15,0-1-49 16,4 1-15-16,0-3-26 0,2 2-13 0,2 0-12 15,-5-1-4-15,-3 4-39 0,-2-1-101 16,-3 2-66-16,-3 0-68 16,-5 0-112-16,-2-1-221 0,-1 0-172 15,-7-2-634-15</inkml:trace>
  <inkml:trace contextRef="#ctx0" brushRef="#br0" timeOffset="89342.18">24208 1906 30 0,'0'0'2809'0,"0"0"-2239"0,0 0-386 15,0 0-17-15,0 0-31 0,-12 51-45 16,12-17-32-16,0 2-14 0,0 1-20 16,6-2-23-16,-2 1 10 0,-2 0-12 15,2-5-52-15,-2-1-96 16,2-5-78-16,-2-3-47 0,3-7-110 0,-1-5-177 15,0-2-431-15,0-8-336 0</inkml:trace>
  <inkml:trace contextRef="#ctx0" brushRef="#br0" timeOffset="89543.57">24295 1941 1130 0,'0'0'1956'16,"0"0"-1592"-16,0 0-218 0,0 0-61 15,0 0 73-15,0 0 18 0,16 76-72 16,-14-45-48-16,3 0-25 0,-5 0-28 16,4 0 8-16,-2-1-11 0,0-5-103 15,0 2-98-15,2-5-99 0,-4 0-184 16,2-7-269-16,-2 2-737 0</inkml:trace>
  <inkml:trace contextRef="#ctx0" brushRef="#br0" timeOffset="89812.97">24245 2276 1494 0,'0'0'1716'16,"0"0"-1461"-16,0 0-87 0,0 0-39 16,-25 69-47-16,21-44-9 0,0 3 14 15,-2-3-29-15,4 3-30 0,-2-3-25 16,2-5 50-16,0 1 6 0,2-4-3 15,0-1-15-15,4-2-16 0,2-2-24 16,2-1 1-16,1-4-2 0,1 1-12 16,4-4 10-16,-1-1-1 15,5 0-19-15,-3-2 20 0,5-1-10 16,-5-1-19-16,6-5-28 0,-3 1 6 16,-1-4-19-16,-3-1-70 0,1-1-114 15,-7-1-93-15,-2-3-157 0,0 1-211 16,-4 5-474-16</inkml:trace>
  <inkml:trace contextRef="#ctx0" brushRef="#br0" timeOffset="89985.69">24384 2430 353 0,'0'0'1683'0,"0"0"-875"0,0 0-517 16,0 0-58-16,0 0 59 0,0 0-90 15,2 58-70-15,0-41-65 0,0-1-46 16,-2 2-21-16,0 2-1 0,0-2-29 15,0-1-83-15,-4 1-123 0,2-4-84 16,-4-2-143-16,-3-4-176 0,-3 2-624 16</inkml:trace>
  <inkml:trace contextRef="#ctx0" brushRef="#br0" timeOffset="90180.31">24119 2538 905 0,'0'0'1787'0,"0"0"-1002"16,0 0-510-16,0 0-124 0,0 0 35 16,0 0 23-16,0 0-42 0,48-42-80 15,-28 31-60-15,7 0-27 0,-2-2-15 16,8 0 12-16,0-2-90 0,0 2-124 16,9 0-109-16,-9-2-310 0,-6 5-642 15,6-6-733-15</inkml:trace>
  <inkml:trace contextRef="#ctx0" brushRef="#br0" timeOffset="90610.35">24791 1979 2187 0,'0'0'1677'16,"0"0"-1397"-16,0 0-96 0,0 0 14 15,0 0 79-15,0 0-160 0,0 0-50 16,0 0-67-16,0 0-15 0,0 0-25 16,-31 31-15-16,19-6-1 0,-7 4-33 15,-2 3 3-15,-4-1 3 0,1-1 12 16,1-3 12-16,4-3 9 0,-5-1-2 16,9-8 5-16,3-1 10 0,1-3-1 15,7-6-2-15,4-4-32 16,0-1-92-16,2 0-189 0,4-1 207 15,5-4 124-15,3 0 22 0,-1-3 3 16,1 1 13-16,-1 0 0 0,1 1 32 16,-2 0 97-16,-1 1 4 0,-1 2 8 15,2 0-3-15,-3 3-29 0,-1 0-25 16,2 4-20-16,-3 4-9 0,-3 5 31 16,0 7 58-16,2 4-21 0,-2 5-66 15,-2 2-36-15,2 1-22 0,-2 0-15 16,0-4-28-16,1-1-61 0,-1-6-71 15,0-2-65-15,2-4-48 0,-2-5-179 16,2-5-257-16,0-2-432 0,-2-4-322 0</inkml:trace>
  <inkml:trace contextRef="#ctx0" brushRef="#br0" timeOffset="90938.5">24965 1927 719 0,'0'0'2412'0,"0"0"-1900"16,0 0-109-16,0 0-50 0,0 0-134 16,0 0-120-16,0 0-98 0,0 0-1 15,-23 74-3-15,15-44 0 0,-3-1 0 16,3-1-16-16,0-3-8 0,-3-5 5 16,3-4 0-16,4-2-2 0,2-2-19 15,-2-5-10-15,2-3 13 0,2-1 6 16,0-3 6-16,0 0-16 0,0 0-18 15,0 0-3-15,6-1 49 0,-2-3 16 16,6 0 53-16,3-3 19 0,-1-1-7 16,9 0 3-16,0 0-21 15,1-2 5-15,7-1 10 0,4 2-13 0,0-1-36 16,0 0-13-16,1 3-18 0,1-1-68 16,-4 4-112-16,-4 1 92 15,-11 3-320-15,-6 0-346 0,-3 5-407 16,-16 8-713-16</inkml:trace>
  <inkml:trace contextRef="#ctx0" brushRef="#br0" timeOffset="91142.84">24925 2321 1411 0,'0'0'1391'15,"0"0"-856"-15,0 0-262 0,0 0 187 16,0 0-105-16,62-19-111 0,-37 11-57 15,-2-1-77-15,6-2-55 16,0 2-42-16,0-2-13 0,2 2-34 16,-2 2-82-16,0 1-124 0,-9 2-94 15,-1 3-136-15,-7-1-324 0,-1 1-803 0</inkml:trace>
  <inkml:trace contextRef="#ctx0" brushRef="#br0" timeOffset="91396.37">25116 1876 1008 0,'0'0'1824'0,"0"0"-1318"16,0 0-230-16,0 0 95 0,0 0-92 16,0 0-133-16,0 0-62 0,0 0-47 15,0 0 0-15,0 0 80 0,-7 79 89 16,9-11-68-16,-2 13-56 15,0 0-12-15,-2-9-24 0,0-8-13 0,2-15-20 16,-2-11-2-16,2-8-11 0,0-3-76 16,2 2-52-16,2 3-111 15,3 2-109-15,-1-11-399 0,2 2-1055 16</inkml:trace>
  <inkml:trace contextRef="#ctx0" brushRef="#br0" timeOffset="91853.79">25694 1650 233 0,'0'0'3029'0,"0"0"-2720"0,0 0-126 16,0 0 46-16,0 0-52 0,0 0-59 16,0 0-52-16,0 0-66 0,0 0 0 15,0 0 6-15,11 45-3 0,-7-20-3 16,-2 7-20-16,0-1-80 0,2 5-113 15,-4-5-64-15,2 3-173 0,0-8-269 16,-4 5-648-16</inkml:trace>
  <inkml:trace contextRef="#ctx0" brushRef="#br0" timeOffset="92027.64">25479 1927 363 0,'0'0'2512'0,"0"0"-2160"0,0 0-193 15,0 0 26-15,0 0-103 0,-37 68-66 16,37-42-16-16,0 4-29 16,4-1-2-16,-2-1-68 0,7 0-165 0,-3-1-56 15,-2-2-134-15,-2-11-344 16,0 8-673-16</inkml:trace>
  <inkml:trace contextRef="#ctx0" brushRef="#br0" timeOffset="92293.24">25446 2042 330 0,'0'0'2054'0,"0"0"-1600"0,0 0-127 16,0 0 81-16,56-37-149 0,-35 28-87 16,1 1-8-16,1 2-5 0,0-2-32 15,4 3-7-15,8 0-40 0,4-1-12 16,5 4-13-16,-3 0-24 0,2 2-31 15,5 0 0-15,-7 6-15 0,-6 1 14 16,-4 3-48-16,-16 1-16 0,-1-1-6 16,-7 3-6-16,-3 0 0 15,-4 2-4-15,0 1-3 0,-6 2-59 16,-7-1-83-16,-1 0-115 0,-1-3-127 16,1-3-195-16,-5 2-705 0</inkml:trace>
  <inkml:trace contextRef="#ctx0" brushRef="#br0" timeOffset="92647.17">25554 2169 1707 0,'0'0'1573'0,"0"0"-1490"15,0 0 16-15,0 0 119 0,0 0-48 16,64-4-38-16,-39-1-18 15,-3 2-70-15,3-2-32 0,2-1-12 16,-2 4-17-16,-9-1-52 0,3 1-32 16,-13 2-41-16,5 0-50 0,-7 0-27 15,-2 0 5-15,-2 1 16 0,0 3 60 16,-6-2 48-16,-1 1-110 0,1 3 44 16,0-1 156-16,-2 4 106 0,-1-1 11 15,1 4 8-15,4 1 17 0,2 4 25 16,-2 1 31-16,0 2-26 0,2 0-49 15,2 1-40-15,0 1-36 0,0-1-25 16,0-1-9-16,0-2-13 0,2-2 0 16,4 1-29-16,-4-3-47 0,2-4-126 15,2 0-130-15,-2-1-186 0,-2-4-587 16,-2-2-347-16</inkml:trace>
  <inkml:trace contextRef="#ctx0" brushRef="#br0" timeOffset="92803.29">25777 2294 2146 0,'0'0'488'0,"0"0"-304"15,0 0 2-15,0 0-96 0,0 0-84 16,0 0-6-16,0 0-32 0,62-17-138 16,-54 17-152-16,-2 0-302 0,-3 0-641 0</inkml:trace>
  <inkml:trace contextRef="#ctx0" brushRef="#br0" timeOffset="93011.4">25576 2252 1077 0,'0'0'1687'0,"0"0"-1050"0,0 0-402 15,0 0-87-15,0 0-19 0,-8 64-31 16,8-43 3-16,0 3-33 0,0 0-45 15,0 2-23-15,0-3-72 16,-2 1-57-16,-2-4-37 0,0-2-27 16,2-4-70-16,2-3-75 0,-2-5-106 15,0-1-145-15,2-4-398 0</inkml:trace>
  <inkml:trace contextRef="#ctx0" brushRef="#br0" timeOffset="93197.97">25566 2430 92 0,'0'0'111'0,"0"0"-39"15,0 0 1406-15,0 0-923 0,0 0-261 16,0 0 6-16,0 0-12 0,0 0-14 0,50 4-52 16,-30 3-30-16,3 0-54 15,2 2-3-15,6-2-16 0,2 0-20 16,2 0-53-16,4-1-30 0,3 0-15 16,-5-1-1-16,2-1-81 0,-4 1-65 15,-4-2-86-15,-4-1-127 0,-4-1-176 16,-4-1-190-16,-5-3-689 0</inkml:trace>
  <inkml:trace contextRef="#ctx0" brushRef="#br0" timeOffset="93551.63">26273 1646 2643 0,'0'0'437'0,"0"0"-80"0,0 0 48 15,0 0-91-15,0 0-83 0,0 0-83 16,0 0-85-16,0 0-63 0,0 0-25 16,0 0 25-16,-8 35 3 0,8-15-3 15,0 0-12-15,4 5-13 0,-2-2-55 16,2 0-88-16,0-2-69 0,3-2-87 16,-3-5-411-16,8-2-635 0</inkml:trace>
  <inkml:trace contextRef="#ctx0" brushRef="#br0" timeOffset="93722.72">26552 1596 1411 0,'0'0'2596'0,"0"0"-2273"0,0 0-116 16,0 0-80-16,0 0-90 0,-41 62-37 15,33-37-12-15,-7 8-25 0,5 2-148 16,4-3-119-16,-5 4-121 0,1-5-255 15,4-10-349-15,-3 10-349 0</inkml:trace>
  <inkml:trace contextRef="#ctx0" brushRef="#br0" timeOffset="94030.62">26170 1917 321 0,'0'0'2184'16,"0"0"-1968"-16,0 0-32 0,0 0 66 16,0 0-27-16,0 0-23 0,66 10-14 15,-48-10-53-15,7 0-64 0,4-1-35 16,2-4-20-16,-6 0-14 0,-2-1-1 16,0 2-24-16,-3 0-35 0,-9 0-6 15,-5 4 66-15,-2 0 38 0,-4 0 90 16,0 0-17-16,-2 4-111 0,-4 6-50 15,-3 4 26-15,-3 4 24 0,4 4 0 16,1 0-3-16,3-2-27 16,2-2 12-16,2-2-7 0,0-1-29 15,0-2-56-15,0 0-73 0,2-2-67 16,0-4-156-16,-2-1-135 0,0-3-260 16,0 0-377-16</inkml:trace>
  <inkml:trace contextRef="#ctx0" brushRef="#br0" timeOffset="94217.22">26288 2020 272 0,'0'0'319'16,"0"0"1897"-16,0 0-1866 0,0 0-165 16,0 0 123-16,0 0-47 0,0 0-75 15,57-6-86-15,-34 3-69 0,-4-1-31 16,1-1-48-16,3 3-147 0,-6 0-192 15,-3 0-296-15,-3 2-767 0</inkml:trace>
  <inkml:trace contextRef="#ctx0" brushRef="#br0" timeOffset="94433.1">26197 2155 1502 0,'0'0'1495'0,"0"0"-1243"0,0 0 174 16,0 0-89-16,57-3-140 0,-34-1-29 15,4 0-31-15,-2-2-82 0,0 0-45 16,6 1-10-16,-4 1-40 0,-1 0-71 16,-1 2-69-16,-8 2-131 0,-1 0-261 15,-7 0-447-15,-9 6-487 0</inkml:trace>
  <inkml:trace contextRef="#ctx0" brushRef="#br0" timeOffset="94669.35">26236 2215 1718 0,'0'0'1413'0,"0"0"-1333"16,0 0 121-16,0 0 62 0,0 0-105 16,50-9-73-16,-32 5-63 0,-3 2-22 15,5-2-28-15,-7 4-104 0,3-1-165 16,-10 1-166-16,-1 0-272 16,-5 1-748-16</inkml:trace>
  <inkml:trace contextRef="#ctx0" brushRef="#br0" timeOffset="95389.11">26172 2344 681 0,'0'0'1533'0,"0"0"-746"0,0 0-557 16,0 0 142-16,0 0-47 0,0 0-114 15,58-19-65-15,-42 11-62 0,11-2-64 16,-2 1-20-16,-2-1-84 0,1-2-69 15,3 3-76-15,-6-1-52 0,-7 3-46 16,-3 1-69-16,-1 1 19 0,-8 1 24 16,-2 1 194-16,0-2 159 0,-4 2 4 15,-4-2 125-15,0 1 98 0,1-2 15 16,1 3-4-16,-4-1 19 0,8 2-18 16,-2 1-42-16,2 1-45 0,-1 0-26 15,3 0-41-15,-2 0-85 16,0 7-16-16,0 4-62 0,-2 4 24 15,-2 5 26-15,0 4-4 0,2 0-6 16,-3 1-34-16,3 1-11 0,2 0 16 16,-4-2-12-16,2-4-13 0,-2 3-23 15,2-4-49-15,-3-3-9 0,3 0 12 16,0-2 3-16,-4-3 9 0,2-4 26 16,-1 2-6-16,3-5-4 0,0 0 9 15,2-2-48-15,-4-2-33 0,4 0 4 16,-7-2 103-16,5-4 98 15,0-5 296-15,0 1 19 0,2-3-159 16,-2-1-10-16,0-2 45 0,2 0-3 0,2-3-81 16,0 0-62-16,0 0 10 15,2 0 19-15,6 0-4 0,-4 0 1 16,4 1 9-16,3 2-9 0,-1 0-13 16,0-2 5-16,5-1-8 0,-3 3-1 15,1-1 7-15,3 0 2 0,-7 4-12 16,3 2 16-16,-4 3 12 0,-4 2 19 15,-2 3 6-15,-2 3 0 0,2 0 51 16,-2 0 7-16,0 3-143 0,3-1-19 16,3 4 0-16,-2 1 16 0,4 4 3 15,0 2 3-15,3 4 2 0,1 0 1 16,1 5 31-16,-1-1 0 0,7 1 0 16,-7 3-1-16,7-2-9 0,-5-1 7 15,3-1-32-15,-3 0-18 0,0-5 19 16,-1 0-22-16,-1 0-16 0,5-4 16 15,-7 0-4-15,3-1-51 0,-1-4-28 16,-2-1-38-16,1 0-56 0,-1-3-22 16,-6-3-54-16,4 0-193 15,-3 0-121-15,1-3-163 0,-6-8-504 0</inkml:trace>
  <inkml:trace contextRef="#ctx0" brushRef="#br0" timeOffset="95561.47">26608 2258 63 0,'0'0'1467'0,"0"0"-351"16,0 0-797-16,0 0 52 0,0 0-32 16,0 0-166-16,0 0-110 0,-60 36-50 15,48-17-13-15,-5 1-2 0,3 2-14 16,1 0 0-16,-1-1-47 0,3-2-91 16,3-4-81-16,2-3-141 0,2-5-274 15,4-3-696-15</inkml:trace>
  <inkml:trace contextRef="#ctx0" brushRef="#br0" timeOffset="95893.36">26740 1908 1232 0,'0'0'1352'0,"0"0"-940"16,0 0-217-16,0 0 9 15,0 0-109-15,0 0-60 0,0 0 41 0,0 0 66 16,0 0-35-16,0 0-28 16,42-13 15-16,-22 10-11 0,1 1 1 15,-2 1-10-15,5 1 1 0,-5 0-28 16,4 5-20-16,-1 1-25 0,-5 1 1 15,2 2-3-15,-5 2-4 0,1 6 1 16,-7 1 1-16,2 2-1 0,-8-1-40 16,-2 0-57-16,0 0-65 0,-2 0-39 15,-6-1-103-15,2-2-164 0,-3-5-246 16,-11 3-819-16</inkml:trace>
  <inkml:trace contextRef="#ctx0" brushRef="#br0" timeOffset="96132.51">26672 2021 154 0,'0'0'1019'0,"0"0"597"16,0 0-1468-16,0 0 124 16,0 0 59-16,54-2-122 0,-34 0-33 15,5 2-12-15,6-3-43 0,0 2-49 16,0-1-10-16,-2-1-22 0,2 0-12 15,-4 2-27-15,2-1-1 0,-4 0-1 16,-2 2-98-16,-7 0-41 0,3 0-86 16,-11 0-111-16,0 4-93 0,-6 0-99 15,0 1-151-15,-4 5-425 0</inkml:trace>
  <inkml:trace contextRef="#ctx0" brushRef="#br0" timeOffset="96369.52">26802 2132 242 0,'0'0'49'0,"0"0"2085"0,0 0-1783 15,0 0-283-15,0 0 131 0,0 0 91 16,0 0-20-16,0 0-24 0,54 1-57 16,-40-1-60-16,7 0-42 0,-4-1-25 15,8-3-28-15,-9 3-31 0,3 0-3 16,-3-1-18-16,1 2-66 0,-5-1-50 15,1 1-71-15,-7 0-66 0,-4 0-148 16,2 1-159-16,-4 2-166 0,0-2-73 16</inkml:trace>
  <inkml:trace contextRef="#ctx0" brushRef="#br0" timeOffset="96515.03">26883 2190 174 0,'0'0'1130'0,"0"0"209"0,0 0-1172 0,0 0-147 15,0 0 60-15,0 0-19 16,0 0 48-16,0 0-19 0,0 0-33 16,0 0-55-16,58-5-2 0,-42 4-96 15,-3 0-131-15,-1 1-157 0,-2 0-364 16,-1 0-688-16</inkml:trace>
  <inkml:trace contextRef="#ctx0" brushRef="#br0" timeOffset="96800.39">26761 2298 145 0,'0'0'1721'15,"0"0"-322"-15,0 0-1131 0,0 0-142 16,0 0-31-16,0 0-7 16,0 0 75-16,0 0 20 0,0 0-62 0,68-7-31 15,-47 4-19-15,8 0-18 0,0-1-19 16,0-1-16-16,2 0-17 15,0 0 12-15,-4-1-13 0,-3 2 0 16,3-1-34-16,-4 0-56 0,-2 3-46 16,-7-1-26-16,-2 0-17 0,-1 2-10 15,-3-1-32-15,-4 1-62 0,-4 0-66 16,2-1-21-16,-2-2 8 0,0-2-86 16,-2 2-313-16</inkml:trace>
  <inkml:trace contextRef="#ctx0" brushRef="#br0" timeOffset="97008.58">26964 1832 8 0,'0'0'97'0,"0"0"1822"0,0 0-1456 16,0 0-70-16,0 0-15 0,0 0-104 16,0 0-107-16,0 0-50 15,0 0-38-15,0 0-14 0,-29 12-2 16,29 4 1-16,0 8-24 0,0 7-15 15,0 0-23-15,0 4-2 0,0-6-20 0,2-2-85 16,0-3-64-16,0-1-65 16,4-2-150-16,-4 0-197 0,4-8-485 15,-6 3-462-15</inkml:trace>
  <inkml:trace contextRef="#ctx0" brushRef="#br0" timeOffset="97308.71">26922 2307 399 0,'0'0'1640'0,"0"0"-925"0,0 0-407 0,-20 54-40 16,13-36-45-16,3-1-106 0,2 1-57 15,2 0-13-15,0-1-47 16,2 1 0-16,4-2-3 0,-1-1-13 16,1 0 4-16,2-4 9 0,0-2-9 15,1-1-17-15,-3 1 10 0,4-5 0 16,0 0 4-16,-1-3 11 0,1-1 4 15,2 0 14-15,-1-7-1 0,-5 1-10 16,2-2 22-16,0-4-6 0,-1 0 0 16,-3 0 10-16,-4-2-1 0,0 0 19 15,0 0-3-15,-4-1-19 16,-5 2 0-16,-1 0 0 0,0 2-25 0,-3 4-62 16,-3-2-111-16,3 8-78 0,-5-1-77 15,3 2-189-15,1 0-812 0</inkml:trace>
  <inkml:trace contextRef="#ctx0" brushRef="#br0" timeOffset="97492.43">26941 2488 2275 0,'0'0'1461'0,"0"0"-862"16,0 0-244-16,0 0-161 0,0 0-194 15,0 0-22-15,0 0-64 0,0 0-24 16,0 0-147-16,60 11-211 0,-50-11-683 16,7 0-1145-16</inkml:trace>
  <inkml:trace contextRef="#ctx0" brushRef="#br0" timeOffset="98829.53">24129 3381 14 0,'0'0'2572'0,"0"0"-2093"0,0 0-284 16,0 0-36-16,0 0 16 0,0 0-23 16,0 0-42-16,0 0-69 0,0 0-29 15,0 0 35-15,36-12 10 0,-16 7 9 16,3 0 0-16,4-2-25 16,4 1-7-16,2 0-6 0,4 3-6 15,-2-2-21-15,-2 0 11 0,-4 3-12 16,-6 2-15-16,-2 0 14 0,-11 0-3 15,-6 2 4-15,-2 2 17 0,-2 3 79 16,0 3 216-16,0 6-63 0,-6 5-112 16,4 4-76-16,-4 3-27 0,-2 1-21 15,1-1-13-15,3 1-2 0,-2-2-10 16,4-1 10-16,2-2-16 0,-2-4-28 16,0 1-34-16,2-4-23 0,0 1-36 15,0-3-36-15,2-1-26 0,0-3-57 16,0-1-129-16,2 0-226 0,0-5-137 15,3-1-603-15</inkml:trace>
  <inkml:trace contextRef="#ctx0" brushRef="#br0" timeOffset="99106.58">24169 3798 412 0,'0'0'2962'16,"0"0"-2712"-16,0 0-186 0,0 0 8 15,0 0 95-15,60 2-3 0,-35-4 11 16,1-1-30-16,5 1-55 0,-2 0-31 16,2 2-10-16,0-3-30 0,0 3-17 15,0 0 0-15,-2 0-2 16,2 0-28-16,-4 0-77 0,0-1-53 15,-6-2-85-15,-1 3-94 0,3-3-177 0,-6-1-199 16,-5 4-528-16</inkml:trace>
  <inkml:trace contextRef="#ctx0" brushRef="#br0" timeOffset="99326.53">24834 3623 1267 0,'0'0'2685'0,"0"0"-2316"16,0 0-198-16,0 0-162 0,0 0 19 15,0 0 3-15,0 0 74 0,0 0-44 16,75 11-42-16,-48-10-16 0,4 2-3 16,2-3-10-16,2 1-106 0,2 0-110 15,-2-1-88-15,-10 0-254 16,4 0-736-16</inkml:trace>
  <inkml:trace contextRef="#ctx0" brushRef="#br0" timeOffset="99959.82">25481 3319 1513 0,'0'0'1678'0,"0"0"-1455"16,0 0-1-16,0 0 140 0,0 0-136 16,0 0-226-16,0 0-37 0,0 0-60 15,0 0 97-15,0 0 36 0,27 1 17 16,-6-1 3-16,2 0-6 0,4 3-6 15,-5 1-20-15,1 3-5 0,-2-2 3 16,-5 4-4-16,-1-1-16 0,-11 3 29 16,-2 3 31-16,-2 1 99 0,-4 9 78 15,-4 1-119-15,-7 7-75 0,3 0-30 16,-7 1-15-16,5 1-19 0,-5-1-36 16,7-4-21-16,-5-3 2 0,5-1-12 15,3-2-46-15,-3-6-72 0,8 0-97 16,0-6-257-16,2-4-457 0,2-5-554 15</inkml:trace>
  <inkml:trace contextRef="#ctx0" brushRef="#br0" timeOffset="100122.06">25624 3601 2531 0,'0'0'1450'0,"0"0"-1096"15,0 0 17-15,0 0-138 0,0 0-230 16,0 0-3-16,0 0-61 0,0 0 21 15,0 0 15-15,35 65-39 0,-18-47-81 16,-3-1-47-16,7-3-44 0,-7 0-112 16,3-5-306-16,-1 1-675 0</inkml:trace>
  <inkml:trace contextRef="#ctx0" brushRef="#br0" timeOffset="100420.48">25980 3209 2873 0,'0'0'962'16,"0"0"-783"-16,0 0 68 0,0 0-33 15,0 0-133-15,0 0-44 0,0 0-22 16,-5 72-13-16,5-46-2 0,0 4-37 16,0-3 6-16,3-2-37 0,1-1-34 15,0-3-56-15,0-3-72 16,-4-3-110-16,6-3-194 0,-6-4-626 16,0-3-469-16</inkml:trace>
  <inkml:trace contextRef="#ctx0" brushRef="#br0" timeOffset="100754.6">25990 3413 913 0,'0'0'2251'16,"0"0"-1616"-16,0 0-443 0,0 0-110 15,0 0 124-15,0 0 73 0,64-1-39 16,-41 1-62-16,8 0-71 0,0 0-52 16,2-2-25-16,0-1-15 0,0-2-13 15,-2 3-2-15,-4-2-52 0,-6 3-45 16,-1 0-115-16,-12-2-40 0,1 3-45 15,-9 0-73-15,0 0-12 0,0 0 255 16,-13 0-154-16,3 0-152 0,-7 3 116 16,3-1 210-16,-7 0 104 0,7 2-32 15,-5 3 28-15,9-3 7 0,-7 3 210 16,7 0 94-16,0 1 52 16,1 1-43-16,5 2-37 0,0 0-59 15,2 2-24-15,0 1-25 0,2 6-25 16,0-4-47-16,0 3-31 0,0 1-31 15,2 3-25-15,4 0-9 0,-4-1-28 16,7 1-27-16,-1-3-79 0,-4 1-65 16,4-5-80-16,-4-3-192 0,5-3-323 15,-7-1-900-15</inkml:trace>
  <inkml:trace contextRef="#ctx0" brushRef="#br0" timeOffset="100927.77">26345 3627 829 0,'0'0'1931'0,"0"0"-717"15,0 0-1088-15,0 0-126 0,0 0 41 16,0 0-22-16,54 0-19 0,-33 0-25 0,4 0-183 16,4 0-209-16,-7-2-225 15,1-3-950-15</inkml:trace>
  <inkml:trace contextRef="#ctx0" brushRef="#br0" timeOffset="101498.31">26773 3313 2572 0,'0'0'553'16,"0"0"-225"-16,0 0-24 15,0 0-207-15,0 0-96 0,0 0 104 16,0 0 44-16,58 4-3 0,-33-1-12 16,2 0-20-16,2-1 3 0,0 1-15 15,0 1-37-15,0 2-32 0,-13-3-17 16,3 4 5-16,-7-1-18 0,-8 6 16 16,0 1 17-16,-4 4 136 0,-12 10 17 15,0 4-119-15,-11 3-52 16,4 1-18-16,-3 1-37 0,-1-4-24 0,6-2 4 15,-1-5-20-15,5-1-29 0,1-5-38 16,4-5-37-16,3-1-103 0,5-6-204 16,0-3-276-16,0-2-478 0,5-2-49 15</inkml:trace>
  <inkml:trace contextRef="#ctx0" brushRef="#br0" timeOffset="101679.05">26959 3609 343 0,'0'0'1543'16,"0"0"-364"-16,0 0-733 0,0 0-60 0,0 0-79 15,0 0-71-15,0 0-128 16,0 0-108-16,0 0 0 0,0 0 13 16,33 33 2-16,-22-16-3 0,1-3-12 15,5 5-81-15,-5-2-36 0,9-1-67 16,-5-3-61-16,3-1-199 0,-5-5-150 16,5-2-181-16,-7-5-1245 0</inkml:trace>
  <inkml:trace contextRef="#ctx0" brushRef="#br0" timeOffset="102602.57">27468 3238 190 0,'0'0'193'0,"0"0"1481"0,0 0-1172 15,0 0-74-15,0 0 45 0,0 0-119 16,0 0-90-16,0 0-52 0,0 0-16 16,0 0-67-16,-33-11-58 0,31 18-34 15,0 7-34-15,0 11 25 0,-5 6 12 16,5 10-37-16,-4 3-1 0,4 2-2 16,2 3 0-16,0-4-2 0,0-1-10 15,0-4-16-15,0-5-27 0,8-4-10 16,-1-3-37-16,-3-6-37 0,2-5-48 15,2-3-67-15,5-5-165 0,-3-4-258 16,-4-3-445-16,-2-5-554 0</inkml:trace>
  <inkml:trace contextRef="#ctx0" brushRef="#br0" timeOffset="103039.6">27422 3248 814 0,'0'0'1400'0,"0"0"-806"16,0 0-203-16,0 0-18 0,0 0-127 16,0 0-136-16,0 0-16 0,0 0 1 15,38-52-14-15,-20 46-3 0,13 1-4 16,-2 0-5-16,4 2 20 0,0 2-15 16,-2-1 4-16,2 2-5 0,-2 0-30 15,-4 2-12-15,-2 0 9 0,-4 4-38 16,-1-2 26-16,-5 2 5 0,4 1-8 15,-9-1-4-15,4 3 4 16,-3-1 5-16,-1 0 16 0,2 1 0 0,-1 2-3 16,-5-3-7-16,8 3-11 15,-3 0-4-15,-3 1-6 0,0-2-3 0,3 3-11 16,-3 2 0-16,0 1 0 16,0 5 2-16,3 1 16 0,-5 4-4 15,0 1-14-15,-6 2 14 0,4 0-3 16,-4-2-9-16,0-1-1 0,0-3-2 15,0 0-10-15,0-5-11 0,0-1-22 16,0-1-18-16,0-2-27 0,0-1-25 16,0-1-6-16,0-2-1 0,0-2-16 15,0-1-24-15,0-2-29 0,0 1-65 16,0-2-111-16,0-3-147 16,0 1-151-16,0-2-442 0</inkml:trace>
  <inkml:trace contextRef="#ctx0" brushRef="#br0" timeOffset="103256.53">27865 3487 14 0,'0'0'29'0,"0"0"2427"16,0 0-1884-16,0 0-128 0,-66 14-103 16,49-2-150-16,-4 1-84 0,1 3-26 15,-1 1-43-15,0-2-35 0,1 1-1 16,3-1 0-16,-6-1-2 0,7-4-12 15,-1-1-45-15,5-2-55 0,-2-2-64 16,3-3-57-16,5-2-84 0,0 0-198 16,2-2-241-16,-5-3-546 0</inkml:trace>
  <inkml:trace contextRef="#ctx0" brushRef="#br0" timeOffset="103440.54">27546 3377 47 0,'0'0'124'0,"0"0"2018"0,0 0-1571 16,0 0-250-16,0 0-86 0,0 0-117 16,0 0-61-16,-16 58-16 0,14-34 3 15,2-4-42-15,0 2-2 0,0-2-1 16,2-2-18-16,2-2-3 0,-2-4-32 16,4-1-79-16,3-1-77 0,-3-6-65 15,0-4-62-15,0 0-174 0,0 0-302 16,5-8-411-16</inkml:trace>
  <inkml:trace contextRef="#ctx0" brushRef="#br0" timeOffset="103607.37">27660 3340 719 0,'0'0'66'0,"0"0"1095"15,0 0-934-15,0 0-84 0,-27 60-17 16,23-46-97-16,4-2-29 0,0-3-26 15,0-1-90-15,4-3-218 0,2-3-284 16,-1-2-144-16</inkml:trace>
  <inkml:trace contextRef="#ctx0" brushRef="#br0" timeOffset="103721.34">27704 3391 21 0,'0'0'127'0,"0"0"222"0,0 0 950 0,0 0-903 16,0 0-112-16,0 0-13 0,0 0-88 15,0 0-102-15,0 0 5 0,0 0-54 16,24 29-32-16,-20-18-2 15,5-1-59-15,-1 1-106 0,-4 0-139 0,2-3-461 16,-4 1-955-16</inkml:trace>
  <inkml:trace contextRef="#ctx0" brushRef="#br0" timeOffset="104076.26">27435 3811 438 0,'0'0'2146'0,"0"0"-1031"16,0 0-1023-16,0 0 87 0,0 0 56 16,0 0-42-16,54 17-4 0,-38-16-35 15,9 0-47-15,0 0-27 0,6-1-28 16,-4 0-16-16,4 0-17 15,2 0-4-15,-4 0-12 0,0 0 0 16,-1 0-1-16,-1 1-2 0,-8 2-11 16,6 1-32-16,-2-1-18 0,-7 0 12 15,3 1 15-15,-5 0 10 0,3-1 22 16,-7 0-38-16,0 1-6 0,3-1 15 16,-5-1 3-16,-2 1-15 0,-2-1-19 15,3-1-46-15,-3 1-81 0,-2 0-86 16,0-1-265-16,-2 0-572 0,0-1-1082 0</inkml:trace>
  <inkml:trace contextRef="#ctx0" brushRef="#br0" timeOffset="105813.47">23024 1639 112 0,'0'0'1057'0,"0"0"-865"16,0 0-55-16,0 0 25 0,0 0 4 15,0 0-36-15,0 0-23 0,-21-13-26 16,19 11-6-16,2 1 15 0,-2-1 20 16,2 2 0-16,-2 0 0 0,-2 0-23 15,4 0-43-15,-2 0-44 0,2 0-58 16,-3 0-33-16,-1 6-28 16,2 5 48-16,-4 3 39 0,0 4 13 0,0 7 19 15,-1 1 4 1,-5 8 8-16,0 7 1 0,-3 15 7 0,-3 12 9 15,-1 19-16-15,-4 13-12 0,-2 1-1 16,5-2-19-16,3-8-33 0,3-12-19 16,1-4-30-16,5 0 37 0,0 2 15 15,2 1 16-15,-1 0-25 0,3 6 39 16,2-2 18-16,2 0-11 0,0 2 12 16,0-5 13-16,4-2-10 15,5-4-3-15,1-5-52 0,-2 0 10 0,5-2 29 16,1-2-16-16,-2-3 25 0,7 0-41 15,-7-11 32-15,1-10 11 0,-3-7-18 16,-2-2-35-16,7 4 29 16,-1 7 9-16,3 3 14 0,-1-3 2 15,-1-6-1-15,2-1-34 0,-5-5 36 16,4-5 0-16,-3-2-1 0,1-3 0 16,-1-3-18-16,-3-2-30 0,0-3-143 15,1-1-98-15,-3-2-140 0,-4-3-153 16</inkml:trace>
  <inkml:trace contextRef="#ctx0" brushRef="#br0" timeOffset="107163.35">19199 2788 2572 0,'0'0'1013'16,"0"0"-1013"-16,0 0 0 0,0 0 10 15,67-12 208-15,-24 0-24 0,11-3-36 16,16-7-15-16,6 0-19 0,-3 2-25 16,-1 1-6-16,-8 3 11 15,-2-1-30-15,0 4-31 0,-6 2-18 16,-12 4-8-16,-11 1-17 0,-7 2-1 15,-9 1-11-15,2 3-81 0,-5 0-54 16,-2 0-26-16,-3 3-10 0,-7 3-10 16,-2-1 13-16,-4 4 45 0,-7-1-93 15,-3 3-84-15,-3-3-63 0,-3-1-15 16,-7 1-82-16,2-2-156 0,-6-3-92 16,8-2 75-16</inkml:trace>
  <inkml:trace contextRef="#ctx0" brushRef="#br0" timeOffset="107348.68">19698 2662 55 0,'0'0'538'0,"0"0"591"0,-62 0-736 15,37 0-47-15,8 4 15 0,5 0-40 16,4 3-85-16,1 1-42 0,5 5-68 16,0 6-72-16,2 6 3 0,0 4 24 15,2 7 7-15,2 3 14 0,1 3 0 16,-1-2-11-16,0 5-23 0,-2-1-15 16,2 1-25-16,0-2-25 0,-2 0 7 15,-2-2-10-15,4-3-34 16,1-2-65-16,1-5-85 0,0-5-71 15,2-6-57-15,-2-4-147 0,3-6-211 16,-5-7-569-16</inkml:trace>
  <inkml:trace contextRef="#ctx0" brushRef="#br0" timeOffset="107643.19">19569 2325 2997 0,'0'0'656'0,"0"0"-571"0,0 0-85 15,0 0 0-15,0 0 129 0,36 52 53 16,-14-9-12-16,11 19-55 16,11 19-41-16,1 5-33 0,3 0 14 0,-5-6 16 15,1-10-3-15,-5-4-12 16,-6-13-23-16,-6-12-14 0,-6-10-16 15,-3-5-3-15,1 4 0 0,6 1-65 16,-1 1-9-16,-7-4-18 0,1-7-20 16,-3-2-21-16,-7-5-48 0,0-2-58 15,-3-6-147-15,-3-6-327 0,0 0-531 16,-2-16-271-16</inkml:trace>
  <inkml:trace contextRef="#ctx0" brushRef="#br0" timeOffset="107842.33">19908 2417 2316 0,'0'0'1625'16,"0"0"-1380"-16,0 0-193 0,0 0 11 16,0 0-63-16,0 0-72 0,0 0 0 15,23 63-66-15,-2-45-142 0,2-1-129 16,-3-2-138-16,-1-4-161 0,6 5-488 0</inkml:trace>
  <inkml:trace contextRef="#ctx0" brushRef="#br0" timeOffset="108057.57">20074 2716 1042 0,'0'0'1865'0,"0"0"-1478"15,0 0-260-15,0 0 76 0,-4 64 91 16,4-39-96-16,0 5-98 15,0 4-35-15,-2 1-25 0,-5 2-12 16,3 1-12-16,-4 0 15 0,-2-1 6 16,-5 0-9-16,3-2-13 0,-3-3-15 15,1 1 0-15,-1-4-34 0,3-5-49 16,-2-1-42-16,1-6-63 0,1-5-47 16,1-6-97-16,1-2-157 0,6-4-213 15,-9-5-637-15</inkml:trace>
  <inkml:trace contextRef="#ctx0" brushRef="#br0" timeOffset="108409.01">19499 3008 879 0,'0'0'2207'0,"0"0"-1872"16,0 0-182-16,0 0-27 0,0 0-66 15,0 0-57-15,0 0 60 16,0 0 66-16,0 0 26 0,62-8-9 16,-39 3-28-16,4 1-31 0,-2 1-38 15,-1 0-18-15,1 1-12 0,-4 1-1 16,-5 1-17-16,-3 0 1 0,-7 0 1 16,-4 1 25-16,2 3 9 0,-4-2 83 15,0 5 92-15,0 1-44 0,-4 2-74 16,4 3-33-16,-2-2-21 0,-2-1-22 15,0 0-18-15,2-2 0 0,-2 0-1 16,1-1 1-16,-1-2 0 16,-2 3 0-16,2-3-3 0,0 1-37 15,0-3-36-15,0 1-43 0,4-2-85 16,0 1-110-16,4-3-284 0,4 0-420 16,0 0-249-16</inkml:trace>
  <inkml:trace contextRef="#ctx0" brushRef="#br0" timeOffset="108832.02">20355 2448 2444 0,'0'0'778'0,"0"0"-485"0,0 0-6 16,0 0 34-16,0 0-131 0,0 0-109 16,0 0-81-16,0 0-8 0,0 0 8 15,10 65 46-15,-1-32-34 0,-1 4-12 16,-2 1 0-16,2 1-24 0,-2-3-35 16,1-5-13-16,-3 0-43 0,2-2-39 15,-4-6-41-15,0-5-54 0,0-2-127 16,2-8-121-16,-2-3-156 0,-2-5-455 15</inkml:trace>
  <inkml:trace contextRef="#ctx0" brushRef="#br0" timeOffset="109122.05">20309 2571 624 0,'0'0'518'0,"0"0"611"0,0 0-809 15,-14-50-62-15,14 36 59 0,6-2-84 16,5 2-65-16,3-2-25 0,5-1-8 15,3 1-3-15,3 1-21 0,2 0-18 16,2 4-8-16,2 0 1 0,-2 2-8 16,4 3-13-16,-4-1 0 0,2 4-10 15,-2 1-11-15,-4 2-8 0,-3 0-8 16,-5 2-9-16,-5 7 2 0,1 1 7 16,-5 5 30-16,-2 3 92 0,-4 5-9 15,0 2-71-15,-2 1-56 16,0 2-14-16,0-5-52 0,0 1-64 15,0-2-49-15,0-4-19 0,2-2-17 16,-2-4-53-16,2 0-116 0,-2 0-130 16,0-4-156-16,-2 0-399 0,-6-2-389 15</inkml:trace>
  <inkml:trace contextRef="#ctx0" brushRef="#br0" timeOffset="109343.47">20429 2558 1376 0,'0'0'1900'0,"0"0"-1585"15,0 0-217-15,0 0-29 0,0 0-28 16,0 0 97-16,0 0 39 0,0 0-53 16,60-8-55-16,-41 2-44 15,4 1-14-15,-1-2-11 0,1 1-77 16,0 1-92-16,-5 1-114 0,-1 1-173 15,-7 3-282-15,-3 0-636 0</inkml:trace>
  <inkml:trace contextRef="#ctx0" brushRef="#br0" timeOffset="109546.08">20409 2737 27 0,'0'0'2790'16,"0"0"-2617"-16,0 0-38 0,0 0-132 0,0 0 220 15,0 0 19-15,0 0-9 0,55-11-38 16,-36 6-41-16,0 0-48 0,-1-1-35 16,1 0-40-16,2-2-27 0,-1 4-4 15,-1-3-22-15,-3 4-74 0,1 2-91 16,-7-1-100-16,1 2-96 0,-7 3-122 16,-4 3-105-16,2 0-561 15</inkml:trace>
  <inkml:trace contextRef="#ctx0" brushRef="#br0" timeOffset="109948.52">20293 3023 2884 0,'0'0'333'0,"0"0"-269"0,0 0 51 15,0 0 129-15,0 0-58 0,66-31-22 16,-39 20-29-16,-2-1-19 0,4-3-14 15,2 2 25-15,2-1-31 0,0 0-25 16,0-1 3-16,0 1-40 0,0-1-13 16,-4 3-2-16,0 0-18 0,-2 0-1 15,-4 3-1-15,-3 4-30 0,-5 1-55 16,-3 2-25-16,-2 2-28 0,-3 0-26 16,-1 0-39-16,-2 0-60 0,-2 0-138 15,0 0-190-15,-2 0-394 16,0-2-381-16</inkml:trace>
  <inkml:trace contextRef="#ctx0" brushRef="#br0" timeOffset="110238.66">20529 2386 2618 0,'0'0'492'15,"0"0"-199"-15,0 0 56 0,0 0-51 16,0 0-147-16,0 0-151 0,0 0-12 16,0 0 12-16,0 0 18 0,0 0 82 15,31 78 8-15,-17-40-5 0,3 10-20 16,1 12-15-16,3 9-28 0,-3 4-13 16,-3-15-14-16,-7-14-13 0,-6-15-1 15,2-5-67-15,1 6-9 0,-1-1-40 16,0 3-38-16,0-4-35 0,0-8-71 15,0-2-144-15,-2-5-266 16,0-5-428-16,-2-5-228 0</inkml:trace>
  <inkml:trace contextRef="#ctx0" brushRef="#br0" timeOffset="110564.54">20659 2894 585 0,'0'0'2171'0,"0"0"-1751"15,0 0-210-15,0 0-38 0,0 0-55 16,0 0-44-16,0 0-29 16,-33 69-19-16,22-45-23 0,-1-1 0 15,-2-1 1-15,1-2-2 0,3-3-1 16,-1-3-12-16,3-3-26 0,2-6-28 16,4-2-13-16,0-3-26 0,2 0-57 15,0-1-93-15,4-6 82 0,0-1 134 16,4-2 39-16,1-3 18 0,-1 1 18 15,2 2 50-15,1-2 29 0,1-1 16 16,0 3 0-16,3-1 28 0,1 0-23 16,5 2-23-16,-2-1-28 0,5 2-7 15,1 2 2-15,2 1-24 0,-2-1-41 16,2 4-15-16,-4 1 0 0,-5 1-35 16,-1 0-66-16,-3 1-69 0,-3 5-76 15,-7-2-81-15,0 0-305 0,0 1-168 16,-2 0-952-16</inkml:trace>
  <inkml:trace contextRef="#ctx0" brushRef="#br0" timeOffset="110867.67">20917 2325 1858 0,'0'0'1541'0,"0"0"-1227"0,0 0-116 16,0 0 119-16,0 0-78 0,0 0-149 15,0 0-90-15,0 0 0 0,0 0 49 16,4 62 13-16,3-30-22 0,-1 0-19 16,-2 2-21-16,2 0-67 0,-2-7-35 15,-2 2-19-15,0-5-18 0,0-4-17 16,-2-4-30-16,0 1-75 0,0-7-132 15,0-3-117-15,0-5-152 0,0-2-412 16,-2 0 16-16</inkml:trace>
  <inkml:trace contextRef="#ctx0" brushRef="#br0" timeOffset="110996.88">20930 2608 288 0,'0'0'1183'16,"0"0"-518"-16,0 0-302 0,0 0-92 16,0 0 18-16,2-58-91 0,4 47-13 15,4 2-24-15,1 3-15 0,5-3-36 16,-1 3-25-16,3 0-16 0,3-1-32 15,2 3-37-15,1 0-11 0,1-2 8 16,2 2-160-16,-2 2-90 0,-2 2-109 16,-9 0-270-16,-6 2-1009 0</inkml:trace>
  <inkml:trace contextRef="#ctx0" brushRef="#br0" timeOffset="111203.85">20948 2767 138 0,'0'0'2485'0,"0"0"-2077"0,0 0-344 0,0 0-38 16,0 0 229-16,0 0 49 0,0 0-55 15,52-19-44-15,-36 10-68 0,1-3-29 16,4 4-36-16,-1-3-29 0,1-1-31 16,0-1-12-16,3 1 0 0,-1-1-93 15,-2 1-105-15,-3 1-104 0,1 3-156 16,-4 0-233-16,-9 5-525 0</inkml:trace>
  <inkml:trace contextRef="#ctx0" brushRef="#br0" timeOffset="111485.84">21095 2319 1065 0,'0'0'1115'0,"0"0"-447"0,0 0-309 15,0 0 19-15,0 0-12 16,0 0-87-16,0 0-96 0,0 0-117 16,0 0-66-16,0 0-25 0,-21 4 25 15,25 25 80-15,3 20 13 0,-1 15-4 16,2 5-28-16,-4-1-27 0,5-8-9 16,-3-14-4-16,0-10-18 0,-2-7 0 15,2-3-1-15,0 2-2 16,1 4-23-16,1 0-32 0,2-3-31 0,-1-5-38 15,-1-5-46-15,2-5-41 0,0-3-109 16,-1-8-155-16,1-3-207 0,-2-1-501 16</inkml:trace>
  <inkml:trace contextRef="#ctx0" brushRef="#br0" timeOffset="111726.94">21314 2251 666 0,'0'0'2733'0,"0"0"-2325"0,0 0-178 15,0 0 23-15,0 0-70 0,-12 61-59 16,12-29-29-16,0 6-45 0,4 3-32 16,0 3-18-16,0-2-17 0,-2 1-26 15,2-4-34-15,0 1-25 0,1-5-50 16,-3-2-19-16,2-5-30 15,2-1-88-15,-2-5-127 0,0-6-139 16,-2-6-198-16,4-2-489 0</inkml:trace>
  <inkml:trace contextRef="#ctx0" brushRef="#br0" timeOffset="112120.98">21341 2439 757 0,'0'0'1499'15,"0"0"-511"-15,0 0-711 0,0 0 20 16,0 0 11-16,0 0-124 0,0 0-106 16,0 0-78-16,0 0-33 0,0 0 33 15,10-20 27-15,7 15-25 0,-3 1 0 16,11 1 16-16,2-1 84 16,6 3-18-16,0 0-57 0,4 1-14 0,1-2-1 15,-3 1-9-15,-2 1 0 0,-4 0-2 16,-7 0 1-16,-3 0-2 0,-9 0-1 15,-1 0 1-15,-9 1 22 16,0-1 55-16,0 2 165 0,0 1-10 16,0 4-110-16,0 2-83 0,0 5-18 15,2 9-9-15,2 2-12 0,-2 3-1 16,2 6-1-16,0 1 0 0,4 2 1 16,-3-1 0-16,-1-1-11 0,4-3-18 15,-4 0-1-15,0-5-8 0,2 2-13 16,-1-4-15-16,1 0-18 0,-6-5-13 15,4-3-12-15,-2-2-41 0,0-3-58 16,0-2-148-16,-2-4-175 0,0-3-221 16,0-2-482-16,-2-1-414 0</inkml:trace>
  <inkml:trace contextRef="#ctx0" brushRef="#br0" timeOffset="112351.85">21500 2444 177 0,'0'0'2224'15,"0"0"-1198"-15,0 0-773 0,0 0 5 16,0 0-50-16,0 0-105 0,-12 65-38 16,16-36-37-16,0 3-26 0,0 2-2 15,2-1-12-15,1 1-44 0,-3-3-78 16,4-4-49-16,0-1-43 0,-4-5-81 15,3-2-131-15,-3-6-193 0,-2-4-541 16</inkml:trace>
  <inkml:trace contextRef="#ctx0" brushRef="#br0" timeOffset="112555.9">21616 2439 1228 0,'0'0'1827'0,"0"0"-1301"0,0 0-145 15,0 0-73-15,0 0-125 0,0 0-134 16,0 0 13-16,4 64 0 0,0-29-41 16,0 4-18-16,0 3 13 0,-4-1 5 15,0 0 7-15,2-3-16 0,1-1-12 16,-3-5-11-16,0-2-63 0,0-4-62 16,2-4-99-16,2-5-129 0,0-5-272 15,-2-4-563-15,4-8-873 0</inkml:trace>
  <inkml:trace contextRef="#ctx0" brushRef="#br0" timeOffset="112763.39">22011 2877 1548 0,'0'0'2617'0,"0"0"-2599"16,0 0-18-16,0 0-132 0,0 0-982 15,0 0-219-15</inkml:trace>
  <inkml:trace contextRef="#ctx0" brushRef="#br0" timeOffset="120639.09">23460 4953 30 0,'0'0'23'0,"0"0"0"16,0 0 46-16,0 0-21 0,0 0 549 0,0 0-382 15,0 0-153-15,-15-17-36 16,15 16 10-16,-4 0 0 0,2-2 32 16,-2 0 17-16,2 1 6 0,0 1 6 15,-2 0 17-15,2 1 3 0,0 0 0 16,-3 0-36-16,1 0-9 0,2 0-17 16,0 0-55-16,0 4 0 0,-2 3-42 15,2 0 0-15,-2 4 19 0,2 0 7 16,0 3 12-16,0 0-10 0,2 3 14 15,0-3 4-15,0 3 9 16,0-1-13-16,0 1-4 0,2 2-9 0,2-2-3 16,0 2-10-16,4-1 7 15,0-1 8-15,1 1 11 0,1-3 2 16,4-1-1-16,-1 1 2 0,3-4 13 16,1-2-16-16,6-1-3 0,-5-4-36 15,5-2-29-15,0-2 68 0,0 0 3 16,-3-8 14-16,5-2-15 0,-6-2 17 15,-1 1-6-15,-3-3 3 0,-1 1 23 16,-6-1 0-16,-1-2-3 0,-1 3 22 16,-4-1 30-16,0 0-23 0,-2-3 13 15,0 0-36-15,-4 4 0 0,-2-6-16 16,-1 3-7-16,1-4-16 0,-4 3-3 16,0 0 0-16,-1-3-1 0,-1 4 0 15,-5 0 1-15,1 0-13 0,-1 1 12 16,1 3-1-16,-3 1 2 0,0 5 13 15,1 1-13-15,-1 2 0 0,3 2-16 16,-5 1 0-16,2 1 4 0,1 4 12 16,1 2 2-16,3 3-2 15,-3 1-11-15,3 1-12 0,3 2 4 16,-1 5-10-16,2 0 3 0,1 5 7 16,5 2-4-16,-4 1 3 0,8 2 19 15,0 2-15-15,0 0 16 0,6 0-2 16,0 0-1-16,5 0 1 0,1-3-15 15,3-2-15-15,1-4 9 0,3-2 10 16,1-4 11-16,-1-5 1 0,4-2-1 16,-3-2 0-16,3-3 1 0,0-4-12 15,-2 0 0-15,1-9 13 0,-1-2 0 16,-2-5 0-16,-3-2 29 0,-1-4-10 16,-3-3 7-16,-4 0 10 0,-1-1 0 15,-3-1-11-15,-4 0 11 0,0-1-16 16,0-1-8-16,-4 2 18 0,-3 0-27 15,-1 3 26-15,-2 3-27 0,-5 2-1 16,5 1 1-16,-7 5-2 0,7 3-28 16,-6 3-40-16,1 3-52 15,1 2-81-15,-3 0-199 0,9 2-247 16</inkml:trace>
  <inkml:trace contextRef="#ctx0" brushRef="#br0" timeOffset="121503.36">24043 4777 788 0,'0'0'319'0,"0"0"208"16,0 0-351-16,0 0-50 0,0 0 63 15,0 0-15-15,0 0 1 0,0 0-175 16,0 0-48-16,0 0 48 0,-17-21 77 16,40 17 17-16,0-1 2 0,6 2-5 15,6 0-14-15,2-2-29 0,4 3 0 16,1 0-16-16,3-2-16 0,1 2-15 15,-5-2 0-15,-2-1-1 0,3 3 0 16,-7 0 0-16,-4 0 0 0,-9 2-12 16,-1 0 8-16,-11 2-25 0,-1 2-15 15,-5 1-11-15,-4 1 36 0,0 1 19 16,-6 3-33-16,-3-2-57 0,1 0-29 16,-4 1-33-16,-1-3 0 0,-3-3-117 15,1-1-20-15,-3-2-91 16,-1 0 28-16,-4 0 30 0,5-5 100 15,-7-1 163-15,0 0 59 0,4-1 107 16,1 2 114-16,-1-1-32 0,7 0 0 16,-5 1 49-16,5 2 61 0,1 3-48 15,3 0-8-15,4 0 13 0,1 2-92 16,1 6-9-16,4 3-65 16,0 8-25-16,0 6 44 0,0 6 9 0,4 8-38 15,-1 3-29-15,1 0-22 16,0 2-29-16,4-1-1 0,-6 0-2 15,4 3-39-15,-6-1-63 0,0-4-43 16,0 0-19-16,0-4 0 0,-4-5-11 16,2-7-64-16,0-6-93 0,0-8-126 15,2-5-138-15,0-6-164 0</inkml:trace>
  <inkml:trace contextRef="#ctx0" brushRef="#br0" timeOffset="121717.48">24245 5106 412 0,'0'0'616'0,"0"0"401"16,0 0-736-16,0 0-58 0,0 0-103 16,0 0-53-16,0 0 20 0,0 0-3 15,0 0 2-15,48-45-18 0,-23 40-14 16,-5 0-28-16,5-3-25 0,0 3-1 16,0 1-2-16,-1 1-24 0,-3 1-15 15,0 2-129-15,-9 5-78 16,1 1-59-16,-3 5-118 0,-6-1-140 0,-4 4-15 15,-2 3-150-15</inkml:trace>
  <inkml:trace contextRef="#ctx0" brushRef="#br0" timeOffset="121905.85">24254 5336 4 0,'0'0'1745'15,"0"0"-1362"-15,0 0-371 0,0 0-11 16,0 0 69-16,0 0 60 0,0 0 38 15,59 9-13-15,-40-12-17 0,2-3-45 16,4 2-32-16,-5 0-45 0,5-2-12 16,4 0-4-16,-2-1-16 0,-2 1-45 15,2 1-139-15,-3-2-126 0,1 0-228 16,-8 2-464-16</inkml:trace>
  <inkml:trace contextRef="#ctx0" brushRef="#br0" timeOffset="122176.98">24642 4773 135 0,'0'0'1827'0,"0"0"-1438"16,0 0-150-16,0 0-7 0,0 0 22 15,0 0-72-15,0 0-141 0,0 0-41 16,0 0-76-16,0 0 76 0,-23 33 60 15,30 18 7-15,3 15-28 0,-2 7-11 16,-2-5-8-16,-4-6-20 0,-2-9-25 16,3-7-29-16,-1-7-16 15,-2-11-42-15,0 0-58 0,0-1 0 16,0-1 35-16,0-1 32 0,0-8-4 16,0-8-87-16,2-5-169 0,2-4-235 15,0-1-5-15,0-16-130 0</inkml:trace>
  <inkml:trace contextRef="#ctx0" brushRef="#br0" timeOffset="122634.4">24617 4782 53 0,'0'0'1930'16,"0"0"-1583"-16,0 0-147 0,0 0 22 15,0 0-25-15,0 0-98 0,0 0-64 16,0 0 10-16,0 0 13 0,0 0 2 15,48-46-5-15,-23 46 2 0,2 8-13 16,-1-1-2-16,1 2-11 0,2 2-5 16,-4 2-25-16,0 4 12 15,-9 2-10-15,1 2 0 0,-11 4 10 16,-4 1 2-16,-2 2 11 0,-2 0 5 16,-4-2-27-16,-9 1 8 0,-1-4-12 15,-1-4-1-15,1-1-1 0,-3-2-11 16,3-4 1-16,-7-3-7 0,6-1-3 15,1-4-35-15,3 1-10 0,-1-3-29 16,2 1 7-16,1-2 25 0,3-1 23 16,0 0 41-16,2 0 6 0,3 0 7 15,3 0-10-15,0 0-3 0,0 0-36 16,0 0-22-16,0 2 58 0,7 1 90 16,1 2 31-16,2 3-13 15,1 1-19-15,5 2-3 0,1 3-10 0,-1-1-9 16,5 3-8-16,2-1-11 0,-7 2-26 15,3-2-7-15,-1 3-15 0,-3-1-2 16,-1-2-54-16,-1 2-52 0,-3-3-53 16,0-1-78-16,3-2-90 15,-5-2-99-15,0-5-246 0,7-4-454 0</inkml:trace>
  <inkml:trace contextRef="#ctx0" brushRef="#br0" timeOffset="122950.03">24934 4727 1634 0,'0'0'798'0,"0"0"-520"16,0 0-124-16,0 0-74 15,0 0-32-15,0 0 4 0,0 0 5 16,0 0-37-16,0 0 63 0,0 0 63 16,16 51 32-16,-6-19-51 0,3 15-48 15,-3 10-35-15,3-1-19 0,-1-6-25 16,-6-6-24-16,-2-8-4 0,3 4-32 16,1 2-7-16,-2-4 14 0,-2-7-30 15,0-6-50-15,0-8-68 0,1-5-114 16,1-6-133-16,-2-3-324 0,2-4-403 0</inkml:trace>
  <inkml:trace contextRef="#ctx0" brushRef="#br0" timeOffset="123367.59">24960 4822 17 0,'0'0'56'0,"0"0"1703"0,0 0-1385 15,0 0-93-15,0 0-10 0,0-55-43 16,5 49-55-16,-1 4-55 0,8-4-29 16,-4 1 3-16,9 4-12 0,-3-4-17 15,9 4-19-15,0-1-18 0,2-1 2 16,6 1-9-16,-2 0-3 0,2 2-15 16,2-4 2-16,0 3 10 0,-2-3-11 15,-2 3 14-15,-4-1-4 0,-3-1-10 16,1 3 1-16,-8 0 13 0,-3 0-13 15,-4 0 16-15,-6 3 10 0,2 0 34 16,-2 2 100-16,3-1 12 0,-1 8-69 16,2 3-47-16,0 2-19 0,-2 5-21 15,7 5-1-15,-1 1-7 0,0 1-10 16,-4 0-2-16,5-1 0 16,-1 0-2-16,-2 2-25 0,1-4-21 0,-1-1 15 15,4-2 3-15,-8-2-19 0,3-2-12 16,1 2-19-16,0-3-45 15,-2-1-66-15,-1 0-35 0,-1-3-36 16,2-1-92-16,-2 0-95 0,-2-5-178 16,2-2-405-16</inkml:trace>
  <inkml:trace contextRef="#ctx0" brushRef="#br0" timeOffset="123600.83">25436 5023 1126 0,'0'0'1137'0,"0"0"-746"15,0 0-172-15,0 0 24 0,-39 52-38 16,28-35-110-16,3 5-54 0,-6 2-6 16,1-1-35-16,1 4-1 0,-3-5-11 15,3-3-11-15,-3-3-37 0,-1-2-13 16,6-6-20-16,-7-3-35 0,7-3-38 15,-3-2-146-15,1-6-196 0,6 2-275 16,-9-10-263-16</inkml:trace>
  <inkml:trace contextRef="#ctx0" brushRef="#br0" timeOffset="123787.61">25153 4973 745 0,'0'0'541'0,"0"0"573"0,0 0-946 16,0 0-139-16,0 0 16 0,0 0 77 15,0 0-25-15,29 70-20 0,-23-48-29 16,4 3-20-16,-2-4-28 16,1 2-2-16,-3-4-1 0,0-2-22 15,0-3-81-15,1-3-58 0,-1-2-43 16,-4-4-93-16,2-4-181 0,0-1-101 16,0 0-73-16</inkml:trace>
  <inkml:trace contextRef="#ctx0" brushRef="#br0" timeOffset="123980.15">25262 4916 47 0,'0'0'55'0,"0"0"1238"0,0 0-660 16,0 0-373-16,0 0-141 0,0 0-51 16,0 0-39-16,0 0-29 0,-2 63-13 15,6-50-13-15,3-2-51 16,-1-3-66-16,-2-2-77 0,2-1-127 0,0-5-115 15,-2 0 6-15,3 0-92 16</inkml:trace>
  <inkml:trace contextRef="#ctx0" brushRef="#br0" timeOffset="124084.14">25324 4970 9 0,'0'0'446'15,"0"0"102"-15,0 0-73 0,0 0-30 16,0 0-98-16,0 0-117 0,0 0-120 16,0 0-108-16,0 0 17 0,0 0 7 15,4 28-26-15,1-13 0 0,1 0-26 16,-2-1-80-16,0 0-153 0,-2-5-293 15,0 5-595-15</inkml:trace>
  <inkml:trace contextRef="#ctx0" brushRef="#br0" timeOffset="124422.36">25047 5378 363 0,'0'0'1546'16,"0"0"-1005"-16,0 0-453 0,0 0 79 16,0 0 58-16,66 2-23 0,-41-5-20 15,0-3-16-15,4-1-8 0,2-1-44 16,0 1-42-16,2 0-31 0,0 1-6 15,-2 2-13-15,0 0-10 16,0 2-11-16,-4-1 12 0,2 0-12 0,-6 1 2 16,-1 1-3-16,5 1-9 0,-10 0-42 15,-1 0-34-15,-5 0-34 0,-1 0-62 16,2 1-45-16,-7 4-68 16,1 0-137-16,0-1-327 0,-4 2-830 0</inkml:trace>
  <inkml:trace contextRef="#ctx0" brushRef="#br0" timeOffset="126432.63">23466 6097 8 0,'0'0'52'0,"0"0"0"0,0 0 10 0,0 0 371 16,0 0-15-16,0 0-275 16,0 0-94-16,0 0 0 0,0 0 6 15,0 0 13-15,-12-7-22 0,9 6 58 16,-1-2 0-16,2 3 3 0,0 0 7 15,0 0 9-15,0 0-19 0,-2 0-23 16,2 0-6-16,-2 0-59 0,2 4-16 16,0-2-27-16,0 3-2 0,-3 0 25 15,-1 2-22-15,4 0 4 0,-2 1 20 16,0 3 2-16,0-2 0 0,2 2 32 16,0 3-13-16,0-2-15 15,2 3-4-15,0-1 0 0,0 1-1 16,0-1-2-16,4 1 0 0,0 1 1 15,2-1-14-15,2-2 14 0,3 2 0 16,-1 1-31-16,6-4 10 0,-3 0 7 16,3-1-10-16,1-1-19 0,6-3-49 15,-5-2-10-15,3-2 45 0,-2-3 5 16,3 0 53-16,1-5 2 0,-4-5 31 16,-1-3-10-16,-1-1-20 0,-1-3 0 15,-3 0 27-15,-1-1 23 0,-6 2-7 16,1-3-28-16,-3 1 9 0,0 3 6 15,-2-3-13-15,-2 0 11 0,0 2-14 16,0-4 0-16,-2 3-13 16,-4 0 10-16,-1-2 7 0,1 2-20 0,-4-1-33 15,0 2 33-15,-1 0 0 0,-3-1-2 16,-3 4-11-16,1 0 11 16,-1 5 2-16,-1-2-29 0,-1 6 6 15,-4 1 22-15,2 3 1 0,1 0 16 16,-3 6 26-16,0 3 14 0,3 1 12 15,-1 3-10-15,4 2-10 0,-3 3-22 16,7 3 13-16,-1 1-26 0,6 1-13 16,1 7-3-16,5-1-20 0,2 0 10 15,0 2 12-15,7-3-1 0,3-4-1 16,4-4-13-16,5-2 3 0,2-5-13 16,6-1-13-16,-5-5-16 0,3-3 0 15,4-4 3-15,0 0-3 0,-2-7 29 16,0-3 24-16,-2-5-2 0,-3-4 3 15,1 0 1-15,-9-7 18 0,1 0 17 16,-5-4-6-16,-4 2 1 16,-3 0 12-16,-3 1 26 0,0 4-13 15,-7-1 13-15,1 4-20 0,-4 2-5 16,-3 0-24-16,1 6 7 0,-5 2-3 16,5 5-23-16,-4-1-29 0,3 3-55 15,1 3-201-15,6 0-338 0,-7 0-830 0</inkml:trace>
  <inkml:trace contextRef="#ctx0" brushRef="#br0" timeOffset="128029.59">24394 5757 4 0,'0'0'1779'16,"0"0"-1387"-16,0 0-197 0,0 0 5 15,0 0 0-15,0 0-14 16,0 0-42-16,0 0-57 0,0 0-87 0,0 0-15 15,0 28 14-15,0-11 0 0,2 0-1 16,0 0 0-16,-2-1-14 16,2-1-6-16,-2-1-52 0,2-1-102 15,0-3-78-15,0-1-131 0,3-5-280 16,-3 0-343-16</inkml:trace>
  <inkml:trace contextRef="#ctx0" brushRef="#br0" timeOffset="128195.59">24516 5741 295 0,'0'0'352'0,"0"0"1130"0,0 0-1084 15,0 0-163-15,0 0-68 0,0 0-90 0,-31 51-51 16,29-34-23-16,-2 1-3 16,4 0-18-16,-2-3-21 0,2 1-66 15,0-6-85-15,2 2-78 0,2-4-131 16,-2-5-309-16,-2-2-536 0</inkml:trace>
  <inkml:trace contextRef="#ctx0" brushRef="#br0" timeOffset="128385.66">24223 5842 1126 0,'0'0'822'15,"0"0"-661"-15,0 0-161 0,-5 56-3 16,12-41-46-16,5-5-22 16,5-1-81-16,1-5-95 0,3-4-131 0,2 0-29 15,-7-2-164-15</inkml:trace>
  <inkml:trace contextRef="#ctx0" brushRef="#br0" timeOffset="128564.04">24731 5661 856 0,'0'0'1086'0,"0"0"-452"16,0 0-251-16,0 0-130 0,0 0-49 16,0 0-58-16,0 0-38 0,-39 55-39 15,30-41-50-15,1 1-19 0,0-1-60 16,2-1-54-16,2 0-63 0,-1 0-56 16,1-1-62-16,0-1-95 0,-4-3-121 15,4-1-280-15,-7 1-396 0</inkml:trace>
  <inkml:trace contextRef="#ctx0" brushRef="#br0" timeOffset="128938.36">24183 6013 161 0,'0'0'1838'0,"0"0"-1549"16,0 0-260-16,0 0-26 0,0 0 42 15,0 0 59-15,46 12 38 0,-21-19 22 16,1-2 13-16,1-3-39 0,4-1-46 16,0-3-25-16,2 2-44 0,0-2-21 15,1 0-2-15,-1 1-18 0,-2 2-43 16,-5 0-115-16,1 4-81 16,-4 2-36-16,-11 3-47 0,-1 2-46 0,-5 2 34 15,-6 0 225-15,0 0 127 0,-4 2 33 16,-6 2 6-16,-3 0 0 15,-5 2 111-15,3-2 71 0,-6 3 22 16,1 1 23-16,1 1-39 0,-4-1-24 16,7 2-39-16,-3 3-61 0,5-2-39 15,-1 3-64-15,5 1-7 0,2 2-15 16,-1-1-4-16,7 0-6 0,2 0-13 16,0-1-61-16,0-4-81 0,2 2-71 15,7-7-154-15,-5 0-212 0,2-4-86 16</inkml:trace>
  <inkml:trace contextRef="#ctx0" brushRef="#br0" timeOffset="129114.9">24504 5959 122 0,'0'0'19'0,"0"0"597"0,0 0 561 16,0 0-846-16,0 0-140 0,0 0-56 16,0 0-54-16,0 0-78 0,0 0-3 15,0 0 0-15,12-25 20 16,-12 33 47-16,0 5-37 0,-4 1-30 15,2 3-3-15,-4 1-74 0,4-2-81 16,-3 0-107-16,1-4-306 0,-2 1-447 0</inkml:trace>
  <inkml:trace contextRef="#ctx0" brushRef="#br0" timeOffset="129338.85">24318 6136 115 0,'0'0'1873'0,"0"0"-1604"0,0 0-243 0,0 0 58 0,0 0 78 16,0 0-10-16,51-22-24 0,-36 14-15 16,1-1-59-16,5 2-40 15,-2-4-14-15,1 1-3 0,5 0-19 16,-6-2-59-16,-1 3-118 0,-1 0-108 15,-3 2-130-15,-3 2-272 0,-5 2-352 0</inkml:trace>
  <inkml:trace contextRef="#ctx0" brushRef="#br0" timeOffset="129573.05">24371 6182 366 0,'0'0'98'16,"0"0"868"-16,0 0-601 0,0 0-47 16,0 0-24-16,0 0-94 0,54-25-61 15,-39 18-55-15,-1 1-30 0,-2-2-41 16,5 2-13-16,-7 0-1 0,1-1-15 16,1 4-3-16,-8 0-36 0,2 2-119 15,-4 1-71-15,1 0-66 0,-3 0-79 16,0 1-81-16,-9 9-507 0</inkml:trace>
  <inkml:trace contextRef="#ctx0" brushRef="#br0" timeOffset="129896.59">24183 6350 1 0,'0'0'1642'0,"0"0"-1282"16,0 0-358-16,0 0 98 0,0 0 72 16,0 0 64-16,0 0 6 0,66-14-5 15,-45 4-41-15,2-3-15 0,2-2-22 16,1 3-26-16,1-2-35 0,0-1-38 16,0 2-19-16,4 0-25 0,-2 2-16 15,2 0 0-15,-2-1-1 0,-4 5 0 16,-2-1-15-16,1 1-35 0,-5 1-15 15,-3 0-25-15,-1 2-20 0,-5 0-26 16,-1 2-32-16,-5-2-29 0,-4 2-11 16,0 1 58-16,0-1 74 0,-7-1-204 15,1-2-202-15,-2 3-155 0,0-2-40 16</inkml:trace>
  <inkml:trace contextRef="#ctx0" brushRef="#br0" timeOffset="130086.66">24483 6084 627 0,'0'0'1235'0,"0"0"-827"16,0 0-81-16,0 0 1 0,0 0-30 16,0 0-113-16,0 0-128 15,0 0-44-15,0 0 15 0,-6 51-2 16,14-33-11-16,-4 4-3 0,4 0-12 16,-1 0-1-16,1 0-15 0,-2-2-25 15,0 3-99-15,1-6-93 0,-5 2-49 16,2-3-124-16,-4-2-236 0,0-4-330 15</inkml:trace>
  <inkml:trace contextRef="#ctx0" brushRef="#br0" timeOffset="130348.21">24411 6328 467 0,'0'0'362'16,"0"0"784"-16,0 0-799 0,0 0-56 15,0 0-21-15,0 0-55 0,0 0-145 16,0 0-70-16,0 0-105 0,0 0 88 16,-9-10 17-16,18 9 16 0,-1 0-3 15,0-2 9-15,5 1 4 0,-1 1 2 16,0-3 17-16,3 1 16 0,-3-2-26 16,1 0-16-16,3 0-16 0,1-2-1 15,-1 1-2-15,1-3-34 0,-1 2-58 16,3-1-71-16,-5 1-107 0,3-1-134 15,-3 4-322-15,-5-3-696 0</inkml:trace>
  <inkml:trace contextRef="#ctx0" brushRef="#br0" timeOffset="130875.82">24743 5838 1411 0,'0'0'406'15,"0"0"-237"-15,0 0 58 0,0 0 32 16,0 0 5-16,0 0-35 0,67-57-18 15,-51 48-23-15,7 0-45 0,-5 1-32 16,3 2-16-16,0 3-23 0,-7-1-15 16,3 3-22-16,-7 1-20 15,-4 0 1-15,3 0 0 0,-7 1-15 16,-2 5 21-16,0 3 19 0,-2 2-21 16,-5 5-20-16,-1 0-15 0,-2 1-42 15,-3 0-15-15,1-3-3 0,-2-1-23 16,-1-1-22-16,3 0 12 0,-7-3-4 15,7 1-41-15,-1-1-13 0,1-1 9 16,2-1 63-16,-1 0 88 0,5-4 6 16,0 1 93-16,4-2 13 0,2-1 19 15,-2-1-7-15,2 0-118 0,0 0 13 16,2 0-13-16,4 0 118 16,2 0 22-16,5 0-16 0,-5-1-1 0,6-2-19 15,1 0-35-15,-3 0-31 16,5 0-23-16,-5 0-15 0,3 0-1 15,-1 0-17-15,-4 3-7 0,3 0-54 16,-5 0-60-16,-6 0-57 0,2 0-24 16,-2 5-61-16,0 2-76 0,-2 1-147 15,0 0-502-15</inkml:trace>
  <inkml:trace contextRef="#ctx0" brushRef="#br0" timeOffset="131201.97">24723 6089 343 0,'0'0'489'0,"0"0"869"16,0 0-995-16,0 0-180 0,0 0-96 16,0 0-19-16,0 0 118 0,0 0 50 15,0 0-48-15,51-21-55 0,-34 14-29 16,6 1-16-16,-3-2 0 0,1 0-28 15,6 3-19-15,-8-1-19 0,3 0-10 16,1 4-12-16,-6 2 0 0,1 0-2 16,-8 2-10-16,1 4 8 0,1 0 2 15,-6 2-1-15,1 0-19 0,-1 1 0 16,-4 0-12-16,2 1-1 0,-4-2-31 16,0 0-34-16,0 0-24 0,0-1-31 15,-6-2-26-15,2 2-66 0,-3-4-64 16,1 1-77-16,2-3-273 0,-8-1-380 0</inkml:trace>
  <inkml:trace contextRef="#ctx0" brushRef="#br0" timeOffset="131407.97">24890 6020 14 0,'0'0'1381'0,"0"0"-670"0,0 0-348 16,0 0-76-16,0 0-17 15,0 0-72-15,0 0-61 0,0 0-83 16,0 0-35-16,0 0 32 0,6 41 0 0,1-17-32 15,1 2-18-15,-4 3-1 16,0-3 0-16,0 0-13 0,-2-2-3 16,2-4-44-16,-4 0-48 0,3-6-45 15,-1 0-71-15,-2-6-104 0,2-3-151 16,2-4-320-16,-4-1-448 0</inkml:trace>
  <inkml:trace contextRef="#ctx0" brushRef="#br0" timeOffset="131583.97">24890 6121 649 0,'0'0'81'16,"0"0"1439"-16,0 0-1136 0,0 0-84 0,0 0-19 15,0 0-93-15,0 0-83 16,-49 3-98-16,42 7-7 0,3 3-38 16,-2 1-1-16,2 3 1 0,0-1-32 15,2 1-48-15,-2 1-67 0,-3-3-27 16,5-3-91-16,-2-1-134 0,2-1-298 15,-2-5-382-15</inkml:trace>
  <inkml:trace contextRef="#ctx0" brushRef="#br0" timeOffset="132170.67">25097 5805 223 0,'0'0'2148'16,"0"0"-1729"-16,0 0-149 0,0 0 46 15,0 0-40-15,0 0-78 0,0 0-66 16,0 0-69-16,0 0-63 0,0 0-10 16,0-7 9-16,0 9 1 0,0 1 29 15,0 1-14-15,-2 4-15 0,-2 2-15 16,0 1 13-16,-1-1 1 0,3-2 0 15,0-1-22-15,-2-1-21 0,4-1 0 16,-2-2 9-16,-2-1 13 0,4-2-9 16,0 0-23-16,0 0 4 0,0 0 12 15,0 0 3-15,0 0 4 0,0 0 5 16,0 0 4-16,0 0 19 0,0 0 2 16,0 0 0-16,0-1-12 0,0 0-9 15,4-1 22-15,-2 0 38 0,4-2-12 16,-1-2 2-16,3 1 13 15,0-1 0-15,4 0 6 0,-5-2-6 16,3 1 7-16,0 1-20 0,-3 2 3 16,-1 0-3-16,2 0-2 0,-4 3-1 15,4 1-22-15,-3 0 0 0,-3 0-1 16,0 0-1-16,0 1-1 0,0 2 0 16,0 0 13-16,-2 2 2 0,0 2-1 15,0 2 5-15,0 0-7 0,0 3-11 16,0 0 1-16,-2 2-2 0,-2 3-1 15,0 1-18-15,-3 1-16 16,-1 2-25-16,0 3-24 0,0-3-11 0,-1 3-2 16,-1-3 5-16,0-1 6 0,-1 0 26 15,3-6-10-15,-2 3 26 16,3-4-14-16,-1-3-60 0,0-1-154 16,4-2-102-16,-2-2-95 0,3-1-282 15,-3-2-348-15</inkml:trace>
  <inkml:trace contextRef="#ctx0" brushRef="#br0" timeOffset="132477.67">25062 5975 265 0,'0'0'193'0,"0"0"1157"16,0 0-925-16,0 0-105 0,0 0-95 16,0 0-112-16,0 0-113 0,0 0 19 15,0 0 0-15,0 0 61 0,18 26-6 16,-7-10-19-16,3 2-27 16,1 0-12-16,-1 3-16 0,3-2 0 15,3-1-1-15,-3 3-1 0,6-5-27 16,-7 1-60-16,3-1-72 0,-5-5-54 15,5 0-95-15,-5-4-202 0,-3-2-214 16</inkml:trace>
  <inkml:trace contextRef="#ctx0" brushRef="#br0" timeOffset="133866.47">25409 5920 285 0,'0'0'88'15,"0"0"805"-15,0 0-497 0,0 0-272 16,0 0-95-16,0 0-29 15,0 0 166-15,0 0 15 0,0 0-6 16,0 0-26-16,58-17-7 0,-42 11 0 16,7 0-39-16,-2 1-52 0,2 3-13 15,3 2 17-15,-7 0 9 0,2 1-3 16,1 5 9-16,-7 3-9 0,-1 1 19 16,-5 3-1-16,-7 6 38 0,0-1 23 15,-2 6-46-15,0-4-40 0,-2 1-23 16,-6-3-12-16,3 0-19 0,-3-1-2 15,2-3-23-15,0-3-44 0,2 2-86 16,-1-2-67-16,-3-4-78 0,6 0-166 16,0-4-288-16,-4 0-605 0</inkml:trace>
  <inkml:trace contextRef="#ctx0" brushRef="#br0" timeOffset="134096.5">25843 5784 1168 0,'0'0'1480'0,"0"0"-1100"0,0 0-233 15,0 0-70-15,0 0 12 0,0 0 38 16,15 57-29-16,-9-31-41 0,0 4-41 16,0 0-16-16,0 0 0 0,1-1-3 15,1-4-29-15,-4 0-12 0,2-5-64 16,-4-1-61-16,2-5 48 0,1-6-309 15,-1-2-96-15,-2-5-267 0,-2-1-595 16</inkml:trace>
  <inkml:trace contextRef="#ctx0" brushRef="#br0" timeOffset="134508.59">25893 5795 63 0,'0'0'737'0,"0"0"799"0,0 0-1203 15,0 0-130-15,0 0 34 0,0 0-14 16,0 0-57-16,56-47-17 0,-30 44-23 16,-3 0-57-16,0 3-37 0,4 0-29 15,0 4 22-15,-5 3-6 0,-3 4-2 16,4 3-17-16,-11 0 0 0,1 5 2 16,-5 1 10-16,-6 3 7 0,-2 4-16 15,-4-1-3-15,-5 1-3 0,-1-4-41 16,0 0-16-16,-9-4-12 0,7-1-23 15,-1-4-6-15,-3-3-3 0,1 0 18 16,-3-3-19-16,3-2-4 0,-3-1 4 16,3 1 50-16,-1-5 26 15,5 1 29-15,-3-2 21 0,8 0 100 16,-1 0 26-16,5 0 9 0,2 0-23 16,0-2-44-16,0 2-48 0,2-1-3 15,1-1 78-15,5 0 4 0,0-2-19 16,2 1-26-16,1 1-29 0,3 1-27 15,1 0-19-15,5-1-12 0,1 2-4 16,0 0-24-16,1 0-71 0,1 0-27 16,0 0-82-16,0 0-110 0,-5 0-124 15,1 0-240-15,-3 0-539 0</inkml:trace>
  <inkml:trace contextRef="#ctx0" brushRef="#br0" timeOffset="134732.63">26395 5985 1012 0,'0'0'1695'0,"0"0"-1079"0,0 0-340 15,0 0-137-15,0 0-66 0,0 0 71 16,0 0 23-16,48 0-20 16,-28 0-73-16,3 0-46 0,2 0-26 15,2 0-2-15,-3 0-12 0,-1 1-53 16,2 1-82-16,-2 2-79 0,-7 1-137 15,3-1-230-15,-13 0-474 0,2 1-810 0</inkml:trace>
  <inkml:trace contextRef="#ctx0" brushRef="#br0" timeOffset="135502.6">27216 5378 636 0,'0'0'247'0,"0"0"1164"0,0 0-1036 16,0 0-9-16,0 0-24 0,0 0-88 16,0 0-87-16,0 0-82 0,0 0-54 15,0 0-31-15,-29-5-18 0,23 21-23 16,1 6 9-16,-3 19 32 0,-2 16 2 16,-5 16 1-16,5 6 19 0,0-4 1 15,1-5-5-15,9-12 8 0,0-12-15 16,0-9-11-16,0-11-3 0,9-4 1 15,1 3-20-15,-2-1-6 16,9 1-32-16,-1-2-41 0,9-6-102 16,-2-2-38-16,2-4-108 0,4-4-144 15,-7-3-282-15,11-3-479 0</inkml:trace>
  <inkml:trace contextRef="#ctx0" brushRef="#br0" timeOffset="135937.68">27344 5736 43 0,'0'0'2086'0,"0"0"-1685"16,0 0-378-16,0 0 112 0,0 0 74 16,54-14-10-16,-32 6-23 15,3-1-52-15,6 1-60 0,2-5-33 16,0 3-21-16,0 0-10 0,-2-1-16 16,-4 3-13-16,0-1-22 0,-12 4-12 15,-3 2 12-15,-8 1 51 0,-2 2 25 16,-2 0 160-16,-6 0-11 0,-2 0-76 15,-3 5-57-15,5 0-32 0,-6 7-9 16,-3 1-25-16,9 4-3 0,-4 8 9 16,2 2 17-16,-1 3 2 0,7 0-2 15,2-3-14-15,0-3 3 0,2-4-3 16,2-2-3-16,3-1-44 0,3-4-92 16,-2-2-68-16,0-2-72 0,-1-2-117 15,1-2-232-15,-2-3-381 0</inkml:trace>
  <inkml:trace contextRef="#ctx0" brushRef="#br0" timeOffset="136101.62">27511 5857 109 0,'0'0'1755'0,"0"0"-1340"0,0 0-169 16,0 0 12-16,0 0-30 0,13-54-91 15,-5 47-95-15,2-1-33 0,3 0-9 16,1 2-12-16,3 0-59 0,-3 3-118 15,-3 1-97-15,3 2-115 0,-8 0-381 16,-6 9-477-16</inkml:trace>
  <inkml:trace contextRef="#ctx0" brushRef="#br0" timeOffset="136244.6">27495 5984 79 0,'0'0'1934'15,"0"0"-1484"-15,0 0-363 0,0 0-25 16,0 0 70-16,0 0 19 0,0 0 22 15,64-3-26-15,-46-6-80 0,7-2-67 16,4 0-89-16,0-3-164 0,0-1-98 16,0 0-241-16,-8 3-437 0</inkml:trace>
  <inkml:trace contextRef="#ctx0" brushRef="#br0" timeOffset="136596.76">27776 5607 584 0,'0'0'97'0,"0"0"1180"16,0 0-843-16,0 0-47 0,0 0 17 16,0 0-149-16,0 0-112 0,0 0-83 15,0 0-59-15,0 0 0 16,-37 65 28-16,37-32-4 0,0 4 7 16,4-4-7-16,2 1-22 0,2-7 19 15,-2-2 3-15,3-2 4 0,1-7 2 16,2-3-18-16,-1-4-13 0,3-3 0 15,-1-3-13-15,3-3-9 0,1-5 9 16,-1-7-21-16,1-2 9 0,-1-5 6 16,-3-2 0-16,-7-1 19 0,0-5 22 15,-4 0 3-15,-2-2 7 0,-2-2-1 16,-4-1-6-16,-2 1-9 16,-7 0 0-16,5 2-6 0,-5 1-10 0,1 5-28 15,4 2 12-15,-9 6-3 0,9 4-18 16,-5 3-52-16,-1 5-85 0,7 3-99 15,-7 5-76-15,6 5-209 0,5-1-548 16</inkml:trace>
  <inkml:trace contextRef="#ctx0" brushRef="#br0" timeOffset="136800.72">27735 5680 21 0,'4'6'205'0,"-4"-4"1799"0,0-2-1513 15,2 1-240-15,0 2-158 16,4-3 32-16,0 0 28 0,2 0 19 15,3 0-27-15,3 0-56 0,-1 0-36 16,5 0-34-16,-1-4-18 0,4 0-1 16,-7 0-12-16,5 0-77 0,-9 0-78 15,6 0-72-15,-7 2-42 0,-7 2-24 16,0 0-70-16,-2 0 22 0,-2 6 97 16,-6 0-206-16,-3 2-66 15,3-2-59-15</inkml:trace>
  <inkml:trace contextRef="#ctx0" brushRef="#br0" timeOffset="137316.58">27768 5809 63 0,'0'0'147'16,"0"0"1035"-16,0 0-746 0,0 0-306 15,0 0 107-15,0 0 35 0,0 0-47 16,0 0-44-16,0 0-37 0,0 0-38 16,35 2-46-16,-29-3-21 0,4 0-1 15,3-1-22-15,-5 0-16 0,2 0 0 16,1-1 0-16,-5 1 0 0,0 1 2 15,2 0-1-15,-6 1 1 0,0 0 11 16,-2 0 29-16,0 1 62 0,-2 5 125 16,-6 2-135-16,0 4-82 0,2 6-12 15,-7 2-13-15,-1 4-2 16,-1 0-4-16,-3 3 0 0,5 0-10 16,-5-1 10-16,5-1 3 0,-3-3 4 0,3-2 9 15,1-4-10-15,2-3 10 0,3-6-13 16,3-2-28-16,4-2-32 15,0-3-42-15,0 0-128 0,0-6-65 16,6-3 156-16,3-1 49 0,1-5-56 16,0-2-139-16,3-1-196 0,3 2 19 15,-7-1-14-15,7 3 58 0,-6 0 256 16,1 4 178-16,1 0 139 0,-1 2 252 16,-5 1-58-16,2 3-37 0,0 1-32 15,-1 1-17-15,-3 2-16 0,0 0-46 16,-2 0-36-16,-2 1 3 0,4 4 42 15,-2 4-4-15,-2-1 6 0,2 3-14 16,0 1-19-16,4 2-32 0,-4-1-33 16,5-1-6-16,-1-1-26 0,0 1-15 15,4-5-7-15,1 0-13 16,-3 0-6-16,0-2-21 0,5 0-1 16,-3-3 6-16,0 0-9 0,7-2-19 0,-5 0-88 15,5-2-133-15,-1-5-88 16,-1 0-183-16,1-8-946 0</inkml:trace>
  <inkml:trace contextRef="#ctx0" brushRef="#br0" timeOffset="137929.54">28198 5636 278 0,'0'0'636'0,"0"0"355"0,0 0-638 16,0 0-45-16,0 0-9 0,0 0-17 15,0 0-103-15,0 0-147 0,0 0-31 16,0 0-1-16,-17-11 102 0,29 8 43 16,1 0 13-16,8 0-38 0,1-2-57 15,1 3-38-15,4-2-25 0,4-1-1 16,2 2-71-16,-2-3-92 0,2 0-159 16,-2 0-105-16,-8 3-281 0,0-1-904 0</inkml:trace>
  <inkml:trace contextRef="#ctx0" brushRef="#br0" timeOffset="138152.63">28433 5519 1209 0,'0'0'1728'0,"0"0"-1268"0,0 0-67 15,0 0-85-15,0 0-164 16,0 0-104-16,0 0-12 0,-51 60 3 0,36-33-19 15,1 2-12-15,-5 4 0 0,0 3-3 16,1-1-15-16,-1-2-44 16,1-2-47-16,-1-3-43 0,7-5-33 0,-1 0-29 15,1-6-21-15,4-4-85 0,1-6-107 16,1-1-185-16,6-4-473 16</inkml:trace>
  <inkml:trace contextRef="#ctx0" brushRef="#br0" timeOffset="138377.68">28239 5713 818 0,'0'0'238'16,"0"0"1021"-16,0 0-882 0,0 0 9 15,0 0 13-15,0 0-102 0,0 0-121 16,0 0-132-16,0 0-32 0,0 0-12 16,14 34 41-16,-7-9 1 0,1 3-39 15,-4-1 16-15,6-1 3 0,-1-1-4 16,-3-3-15-16,-2-1-3 0,0-1-12 15,6-2-4-15,-3-3-60 0,-3-1-71 16,2-5-86-16,0-3-126 16,4-3-150-16,-1-3-150 0,-3-3-590 0</inkml:trace>
  <inkml:trace contextRef="#ctx0" brushRef="#br0" timeOffset="138680.86">28390 5784 89 0,'0'0'2312'0,"0"0"-1935"0,0 0-149 16,0 0-151-16,0 0 10 0,0 0 28 15,0 0-4-15,0 0-41 0,60-17-39 16,-44 11-31-16,5 2-19 0,-4 0 16 16,1-1-12-16,-5 0-5 0,-1 3-27 15,-4-3-4-15,-2 5-6 0,-4-1-1 16,1 1 58-16,-3 0 13 0,0 0 111 15,0 0-61-15,-5 0-62 0,5 0 0 16,-4 0-1-16,2 0 2 0,0 0 49 16,-2 1-23-16,0 5-28 0,2 4-20 15,-4-1-5-15,4 7-4 16,-3 1-3-16,3 0-76 0,2 0-71 16,-2 0-39-16,-2-2-49 0,4-2-101 15,-4-2-252-15,-2 1-368 0</inkml:trace>
  <inkml:trace contextRef="#ctx0" brushRef="#br0" timeOffset="138893.94">28468 5886 856 0,'0'0'1010'0,"0"0"-378"0,0 0-76 16,0 0-93-16,0 0-125 0,0 0-159 0,0 0-110 15,0 0-69-15,0 0-53 16,0 0 53-16,5-2 26 0,9-1 6 15,-6 1-20-15,11 1-10 0,-5 0-2 16,5 0 0-16,-5 0-22 0,9-1-60 16,-4 0-69-16,-1 0-54 0,-1 0-90 15,4 0-127-15,-3-2-187 0,-8 3-509 16</inkml:trace>
  <inkml:trace contextRef="#ctx0" brushRef="#br0" timeOffset="139274.11">28832 5274 1809 0,'0'0'1385'0,"0"0"-1133"0,0 0-163 15,0 0-20-15,0 0 14 0,0 0 33 16,0 0 4-16,0 0-11 0,0 0-20 16,58 54-30-16,-46-31-18 0,5 7 9 15,-5 3-10-15,1 1 19 0,-5 3 3 16,2 1-12-16,-3 5-4 0,1-2-15 15,-2 3-16-15,-4 2 1 0,-2-1-16 16,0 1-13-16,0-3-70 0,0-1-13 16,-2-1-22-16,-4-2-25 0,2-6-9 15,-7-2-1-15,5-3-46 16,-2-5-144-16,0-6-234 0,-7 0-648 0</inkml:trace>
  <inkml:trace contextRef="#ctx0" brushRef="#br0" timeOffset="144413.04">23509 7020 40 0,'0'0'90'15,"0"0"-89"-15,0 0 41 0,0 0-3 16,0 0 528-16,0 0-391 0,0 0-85 16,0 0-3-16,-20 2-3 0,20-2-4 15,0 0-12-15,0 0 5 0,0 0-12 16,0 0-34-16,0 2-28 0,0 0-16 16,0-1-13-16,0 3 3 0,0-1 13 15,0 1 11-15,0 0 2 0,-2 1 3 16,2-3 20-16,-2 2-1 0,2 0 18 15,-7-1 44-15,7 0 66 0,-2 0-4 16,-2-3-23-16,2 4-19 0,-2 0-30 16,2-2-32-16,0 1 0 0,-2-1-12 15,2 2-27-15,2-3 10 16,-2 1-13-16,2-1-2 0,0 1-11 16,0-1-7-16,0 0 4 0,0-1 3 15,0 0 0-15,0 2 13 0,0 0 3 16,0-2 30-16,0 6 2 0,0-3-12 15,2 2-20-15,-2 4 10 16,2-1-12-16,2 0-1 0,0 1 0 0,2 1-2 16,0 0 2-16,3-1 0 0,-3-2-18 15,2 0-8-15,2-1 13 16,1 2 10-16,-1-3-13 0,2-1 12 16,-1 3-12-16,1-1 15 0,5-2 1 15,-5 1-2-15,3-2 2 0,1 1 1 16,-1-3-1-16,-1-1-2 0,-4 0-11 15,7-3 11-15,-9-1-14 0,3-2 3 16,-3-4 10-16,2 1-9 0,-4-3-1 16,-1 0 13-16,1-1 2 0,-4-2 14 15,0 0 0-15,0 1 0 0,-2-3 0 16,0 3 1-16,-2 1-1 0,-2-5-14 16,0 5 21-16,2-2-1 0,-3-1-2 15,1 1-18-15,0 0 11 0,-4 2 3 16,2-3-13-16,-3 3-1 0,3 1 15 15,-4 1-1-15,-3 1 0 0,5 2 0 16,0 2-3-16,-4 0 19 0,1 3-6 16,3-1 0-16,-2 2 13 0,-1 0-4 15,3 1-3-15,2 1-9 0,-2 0-21 16,-1 0-2-16,3 0 0 16,0 0-3-16,-2 1-17 0,1 3 18 15,1 0 1-15,0 0 1 0,0 1 2 16,2 1 2-16,-5 1 15 0,1-1-19 15,2 3-1-15,2 1-2 0,0 2-10 16,-5 0 10-16,5 2-17 0,-2-1 17 16,2 2-10-16,0 0 11 0,0 1 0 15,2-1 0-15,-1-2-1 0,-1 2 0 16,4 1 1-16,4-3-11 0,-1 3 13 16,3-1 1-16,2-1-1 0,0 5-1 15,5-5 1-15,-5 1-2 0,6-1-24 16,-1-3-6-16,-1-1 9 0,5-1 7 15,-5-3 16-15,3-2 0 0,3-2 1 16,1-2 0-16,-5 0 1 0,7-6 2 16,-4-1-4-16,3-3-7 0,-3-2-12 15,1-3 16-15,-1 0-36 0,-3 0-13 16,1-1 4-16,-1 0 6 0,-5 3 25 16,-3-1 17-16,-2 0 14 0,-2 0 12 15,-2 0 13-15,0-1 3 16,-6-1 0-16,0 1 7 0,-3-4 9 15,-3 5 6-15,-1-3-22 0,-3 0-6 16,1 4 12-16,-1-1-6 0,-1 3-10 16,5 1-13-16,-9 2-16 0,9 3 1 15,-5 1-4-15,5 4-20 0,-2 0-15 16,3 0-45-16,5 3-82 0,-4 4-116 16,8-4-176-16,-3 9-533 0</inkml:trace>
  <inkml:trace contextRef="#ctx0" brushRef="#br0" timeOffset="145533.81">24247 6847 1277 0,'0'0'46'15,"0"0"1057"-15,0 0-784 0,0 0-62 16,0 0-129-16,0 0-102 0,0 0 54 15,0 0 25-15,0 0-3 0,0 0-32 16,60-38-39-16,-39 26-28 0,2-1-1 16,-3 3-2-16,1 2-1 0,-2 2-68 15,-7 2-97-15,0 3-80 0,-1 1-78 16,-7 5-190-16,-4 1-288 0,-2 8-540 0</inkml:trace>
  <inkml:trace contextRef="#ctx0" brushRef="#br0" timeOffset="145714.73">24280 6982 1816 0,'0'0'568'0,"0"0"-333"0,0 0-128 0,0 0 131 16,0 0 66-16,0 0-50 0,54-29-48 16,-33 17-80-16,-3 2-73 0,5-2-42 15,0 2-11-15,2-1-22 0,-7 4-70 16,5 1-56-16,-11 3-96 0,3 3-94 15,-7 2-148-15,-2 2-252 0,-6 11-485 16</inkml:trace>
  <inkml:trace contextRef="#ctx0" brushRef="#br0" timeOffset="145911.95">24361 7206 1540 0,'0'0'1021'0,"0"0"-821"16,0 0-36-16,0 0 83 0,0 0 8 15,0 0-37-15,62-18-66 16,-41 7-67-16,-5-5-54 0,9 0-15 16,-6 1-16-16,3-4-2 0,3 1-17 15,-4-1-85-15,4-1-91 0,-3 1-113 16,1 0-189-16,-8 6-126 0,5-5-519 0</inkml:trace>
  <inkml:trace contextRef="#ctx0" brushRef="#br0" timeOffset="146244.93">24737 6785 1239 0,'0'0'1043'0,"0"0"-745"16,0 0-5-16,0 0-95 0,0 0-111 0,0 0 41 15,0 0 24-15,0 0-3 16,77-16-57-16,-48 11-51 0,2 2-25 16,-4 2 0-16,4 1-4 0,0 0-12 15,-7 3 1-15,-1 4 3 0,-8 4-2 16,-5 3 10-16,-4 4 7 0,-6 5 10 16,-8 4-4-16,-9 6-10 0,-1 5-11 15,-5-1 8-15,-2 2 1 0,-2-2-13 16,2-5 0-16,7-2-1 0,-5-5-18 15,9-6-28-15,1-3-67 0,5-4-95 16,4-5-80-16,4-2-118 0,0-4-252 16,0-1-502-16</inkml:trace>
  <inkml:trace contextRef="#ctx0" brushRef="#br0" timeOffset="146409.9">24934 7074 818 0,'0'0'1014'0,"0"0"-314"16,0 0-278-16,0 0-195 15,0 0-48-15,0 0 21 0,0 0-20 16,0 0-76-16,0 0-57 0,0 0-28 16,64 19-17-16,-48-9-2 0,1-4-1 15,-1 1-52-15,1-1-54 0,-1 2-92 16,-1-2-120-16,1 0-174 0,-5-3-215 16,-3 3-629-16</inkml:trace>
  <inkml:trace contextRef="#ctx0" brushRef="#br0" timeOffset="146781.02">25219 6729 735 0,'0'0'1691'15,"0"0"-1279"-15,0 0-193 0,0 0-175 16,0 0 43-16,0 0 79 15,0 0 12-15,54-4-27 0,-30 1-40 16,5-1-61-16,0-1-25 0,2-3-25 16,2 1-1-16,-4 1-36 0,2-1-77 15,-8 4-31-15,-8 1-52 0,-3 2-171 16,-2 2-137-16,-8 1-283 0,-6 10-572 0</inkml:trace>
  <inkml:trace contextRef="#ctx0" brushRef="#br0" timeOffset="147145.02">25204 6931 871 0,'0'0'2006'16,"0"0"-1564"-16,0 0-334 0,0 0-7 16,0 0 83-16,0 0 11 0,67-12-25 15,-43 3-57-15,7-1-42 0,0-2-36 16,2-1-15-16,1 1-20 0,-1 1-1 15,-7 1 1-15,1 2-68 0,-10 2-79 16,-3 3-32-16,-7 3-16 16,-7 0-33-16,0 3 40 0,-3 4 89 15,-5 0-45-15,-4 4 0 0,-1-3 51 16,1 3 25-16,-2-1 10 0,1-1 45 16,-1 0-16-16,1 0-6 0,3-1 35 15,-2 2 63-15,3 2 66 0,5-1-4 16,-2 4 20-16,4 2-21 0,2 0-22 15,0 0-41-15,0 2-45 16,4-1-15-16,2-3-1 0,-4 1-16 0,4-5-38 16,3-1-55-16,-1-4-38 0,0 1-45 15,-2-3-56-15,5-2-227 16,-3-2-260-16,2 0-356 0</inkml:trace>
  <inkml:trace contextRef="#ctx0" brushRef="#br0" timeOffset="147598.75">25748 6792 666 0,'0'0'1903'0,"0"0"-1350"16,0 0-142-16,0 0-52 0,0 0-113 16,0 0-84-16,0 0-82 0,0 0-80 15,0 0 0-15,0 0-52 0,-35 50 21 16,31-21 12-16,-7 0-3 0,1 2-25 15,4-3 1-15,2-3-7 0,2-5 6 16,2-2 5-16,0-4-2 0,0-1-12 16,2-1 5-16,2-3-12 0,4 0 13 15,3-2 0-15,-1-2 2 16,4-3-9-16,3 0 26 0,-1-2 30 0,3-3 1 16,4-3 0-16,-7-5-2 15,5-3-26-15,-7 0 18 0,3-1 10 16,-7-1 19-16,1 2 16 0,-3-2 6 15,-4 4 4-15,2-3-4 0,-4 4-10 16,-2 1-2-16,0 3-1 0,0 1 0 16,0 3 20-16,0 2 5 0,0 1-53 15,0 0-3-15,0 1-73 0,0 8 76 16,4-1 10-16,1 3 21 0,1 2-12 16,0 2-18-16,2-3 1 15,-4 1-2-15,3-3-11 0,1 2-2 0,2-3-6 16,-2-2-47-16,1-1-66 15,3 0-49-15,-2 0-128 0,-1-4-162 16,-1 0-153-16,6-2-488 0</inkml:trace>
  <inkml:trace contextRef="#ctx0" brushRef="#br0" timeOffset="147880.73">26250 6717 308 0,'0'0'2365'15,"0"0"-1931"-15,0 0-68 0,0 0-24 16,0 0-126-16,0 0-108 0,0 0-61 16,0 0-47-16,0 0-21 15,0 0-7-15,-29 25 6 0,15 0 3 16,-3 3-35-16,1 2-40 0,-3 2-35 15,3-3-26-15,-7-2-25 0,9-1-21 16,-3-4-13-16,7-2 3 0,1-9-89 16,-1 0-91-16,8-5-106 0,2-5-89 15,0-1-111-15</inkml:trace>
  <inkml:trace contextRef="#ctx0" brushRef="#br0" timeOffset="148063.52">26133 6913 161 0,'0'0'297'15,"0"0"491"-15,0 0-170 0,0 0-161 16,0 0-70-16,0 0-84 0,0 0-44 15,0 0-65-15,0 0-39 0,0 0-28 16,51-21 2-16,-47 36-26 0,7 3-43 16,-5 5-34-16,-4 3-23 0,2 0-3 15,2 0-23-15,-4-2-46 0,0-2-12 16,5-3-11-16,-3-4-31 16,2-3-70-16,-4-2-100 0,4-3-143 15,0-6-181-15,-1-1-450 0</inkml:trace>
  <inkml:trace contextRef="#ctx0" brushRef="#br0" timeOffset="148287.69">26360 6894 730 0,'0'0'1083'0,"0"0"-529"0,0 0-237 16,0 0-25-16,0 0-45 0,0 0-120 15,0 0-50-15,60-42-1 0,-42 36-6 16,3 0-17-16,2 1-11 0,0-2 18 15,1 3-48-15,-1-1-11 16,0 2-1-16,0-2-3 0,-7 3-98 16,3-1-54-16,-9 1-49 0,-2 1-13 15,3 1-1-15,-7-2-50 0,-2 2-133 16,-2 0-229-16,0-1 129 0,-6-2-542 0</inkml:trace>
  <inkml:trace contextRef="#ctx0" brushRef="#br0" timeOffset="148512.69">26496 6714 859 0,'0'0'277'0,"0"0"1034"0,0 0-934 0,0 0-21 15,0 0-28-15,-53 49-56 0,48-34-71 16,3 2-40-16,0 1-30 0,2 0-29 16,0 1-24-16,4-2-20 0,1 1-5 15,3-3-13-15,4-2-15 16,-1 1 2-16,1-2-14 0,2-3-1 0,-3 0-9 15,5-2 13-15,-3-1-16 0,-1 0-1 16,7-1-33-16,-9-1-47 16,5 0-54-16,-1-1-55 0,3-1-73 15,-1-1-112-15,3-1-275 0,-9 0-379 16,11-1-913-16</inkml:trace>
  <inkml:trace contextRef="#ctx0" brushRef="#br0" timeOffset="149356.83">27077 6667 757 0,'0'0'707'16,"0"0"46"-16,0 0-374 0,0 0-96 15,0 0-46-15,0 0-23 0,0 0-45 0,0 0-68 16,0 0-60-16,0 0-38 15,-20 30-3-15,13-5 35 0,5 7 6 16,-2 2-9-16,0 1 6 0,4 1-16 16,0-3-7-16,2-4 7 0,4-2-9 15,5-1 6-15,-3-6-3 0,2-3 9 16,5-1 3-16,-1-4-6 0,5-1-3 16,-5-2-7-16,11-5-10 0,-6-1-2 15,3-1 0-15,5-2-21 0,-4-4-32 16,-2-4-16-16,1-1-44 0,-1-3-17 15,-4-1-70-15,-1 1-74 16,-3 1-153-16,-7 1-203 0,2-1-531 16</inkml:trace>
  <inkml:trace contextRef="#ctx0" brushRef="#br0" timeOffset="149679.92">27329 6719 745 0,'0'0'1344'0,"0"0"-794"0,0 0-405 16,0 0-17-16,0 0 74 0,0 0-1 16,48-1-32-16,-25 0-61 0,-1 1-36 15,7 0-40-15,-2-1-31 0,6-2 1 16,-2 1-2-16,2-2 0 0,-6 2-95 16,4 0-79-16,-6-3-135 0,-8 4-151 15,-5 1-291-15,-4-3-426 0</inkml:trace>
  <inkml:trace contextRef="#ctx0" brushRef="#br0" timeOffset="149918.69">27511 6656 882 0,'0'0'980'16,"0"0"-549"-16,0 0 8 0,0 0 1 16,0 0-68-16,0 0-66 0,0 0-63 15,0 0-87-15,0 0-63 0,-45 61-25 16,43-31-21-16,0 1-13 15,0 4-20-15,2 0-14 0,0 1-3 16,4-1-12-16,0-1-22 0,2-3-66 16,4-5-24-16,-1-1-32 0,-1-6-21 15,2-4-9-15,3-3-52 0,-3-7-158 16,2-3-115-16,1-2-209 0,-1-2-401 0</inkml:trace>
  <inkml:trace contextRef="#ctx0" brushRef="#br0" timeOffset="150073.59">27619 6941 366 0,'0'0'241'0,"0"0"-48"16,0 0 953-16,0 0-806 0,0 0-74 16,4-53-15-16,2 44-26 0,-2 2-75 15,7 0-92-15,1 1-58 0,-2 0-1 16,1 0-31-16,5 2-4 16,-8 3-85-16,1 1-56 0,1 0-54 0,-6 2-125 15,-2 7-169-15,-2 3-38 16,-6-3-196-16</inkml:trace>
  <inkml:trace contextRef="#ctx0" brushRef="#br0" timeOffset="150210.75">27666 6972 180 0,'0'0'330'0,"0"0"647"0,0 0-499 0,0 0-200 15,0 0-16-15,0 0 22 0,0 0-53 16,0 0-61-16,0 0-27 0,0 0-50 16,54 13-46-16,-42-14-36 0,7-4-11 15,-2 0-89-15,3-2-150 16,-1 1-72-16,2-2-86 0,-9 2-313 15,9-3-570-15</inkml:trace>
  <inkml:trace contextRef="#ctx0" brushRef="#br0" timeOffset="150654.01">27974 6648 1194 0,'0'0'621'0,"0"0"98"16,0 0-358-16,0 0-127 0,0 0-116 16,0 0-57-16,-10 50-16 0,12-31-26 15,6 2-19-15,3 0 0 0,-1-5-13 16,0 0-38-16,3-4-42 0,1-2-34 16,1-2-40-16,-3-5 0 0,3 0-7 15,3-3-24-15,-5 0 46 0,1-3 71 16,-2-2 55-16,-1-3 3 0,3 1 23 15,-5-2 26-15,-1 0 3 16,2 1 39-16,-2-2 48 0,-3 3 30 16,-3 3 2-16,-2 0 13 0,0 0 29 15,0 3 12-15,0 0-11 0,-5 1-51 16,-1 0-52-16,-8 8-56 0,-1 4-18 16,-3 7-12-16,3 4-1 0,-5 2 12 15,5 0-13-15,-4 0 1 0,7-2 18 16,4-3 9-16,-3-2 16 0,9-3 0 15,0-1 3-15,2-4-15 0,0-3-1 16,0-1-27-16,4 0-4 0,5-2 0 16,1-1-29-16,-2-3-46 0,11 0-45 15,0-6-32-15,3-2-77 0,5-3-20 16,2-3-85-16,-8 3-280 0,12-5-646 16</inkml:trace>
  <inkml:trace contextRef="#ctx0" brushRef="#br0" timeOffset="150884.09">28353 6680 438 0,'0'0'2123'0,"0"0"-1525"15,0 0-410-15,0 0-89 0,0 0 53 16,0 0-29-16,53-23-38 0,-30 13-44 15,4 1-41-15,-4 0 0 16,-1 2-25-16,-1 1-114 0,-6 1-120 0,3 5-115 16,-10 0-108-16,-1 0-325 15,-7 6-538-15</inkml:trace>
  <inkml:trace contextRef="#ctx0" brushRef="#br0" timeOffset="151062.13">28431 6767 844 0,'0'0'1071'15,"0"0"-262"-15,0 0-408 0,0 0-200 16,0 0-45-16,0 0 47 0,0 0-2 16,0 0-21-16,0 0-55 0,60 8-26 15,-41-9-40-15,-1-1-18 0,-1-3-28 16,-1 1-13-16,1 1-3 0,-3-1-47 16,-5 2-71-16,-1-1-80 0,-4 2-104 15,0-1-187-15,-4 1-172 0,0-3-339 16,-6-1-522-16</inkml:trace>
  <inkml:trace contextRef="#ctx0" brushRef="#br0" timeOffset="151250.13">28518 6623 1665 0,'0'0'1092'0,"0"0"-634"0,0 0-35 0,0 0-164 16,0 0-143-16,0 0-40 15,0 0-1-15,0 0 43 0,0 0-9 16,0 0-47-16,27 62-37 0,-19-40-25 15,0-1-13-15,-3 4-89 0,-1-4-72 16,-4 2-71-16,2-2-93 0,-2 1-145 16,0-3-122-16,0-6-221 0,-6 5-436 0</inkml:trace>
  <inkml:trace contextRef="#ctx0" brushRef="#br0" timeOffset="151449.13">28462 6965 795 0,'0'0'1181'0,"0"0"-456"15,0 0-279-15,0 0-83 0,0 0-119 16,0 0-140-16,0 0-54 0,0 0 22 16,0 0-6-16,0 0-5 15,25 24-24-15,-15-23-12 0,7 0-10 16,-3-1-13-16,5 0-2 0,-3-5-4 16,5 3-74-16,-6-3-38 0,3 0-41 15,-3-2-58-15,3 3-106 0,-5-2-156 16,1 2-205-16,3-7-577 0</inkml:trace>
  <inkml:trace contextRef="#ctx0" brushRef="#br0" timeOffset="152025.01">29210 6751 729 0,'0'0'62'0,"0"0"1431"16,0 0-1005-16,0 0-81 0,0 0-60 16,0 0-113-16,0 0-54 0,0 0-42 15,0 0-28-15,0 0-104 0,-51 16-6 16,40 1 0-16,-5 2 1 0,1-1 2 16,-3-1 13-16,3 0-13 0,-3-3 12 15,3-4 7-15,-3-1-20 16,3-3-2-16,3-4-14 0,-1-2-2 15,5 0-9-15,0-4-12 0,-2-4-44 16,7-4-24-16,3-3-5 0,0-2 10 16,3-4 24-16,5 0 13 0,2-1 9 15,-2 0 25-15,9-1 27 0,-3 1 2 16,1 1 1-16,-1 0 0 0,-1 7 18 16,5 2 13-16,-5 3 25 0,-1 6-3 15,3 2-1-15,-7 2 26 0,8 8 22 16,-5 4-4-16,3 3 10 0,-3 5-20 15,-1 4-15-15,-4-2-16 0,2 4-25 16,1-2-16-16,-7 0-2 0,2-2-13 16,-2-2-27-16,0-3-73 0,2 1-77 15,2-3-113-15,-2-4-226 0,1 1-509 16,-1-6-728-16</inkml:trace>
  <inkml:trace contextRef="#ctx0" brushRef="#br0" timeOffset="152495.26">29444 6661 1090 0,'0'0'36'0,"0"0"1065"0,0 0-719 15,0 0-57-15,0 0-152 0,0 0-138 16,0 0 105-16,0 0 45 0,0 0-11 15,0 0-22-15,64-19-4 0,-37 19-13 16,-2 0-13-16,4 0-7 0,0 0-22 16,0 6-21-16,-5 0-32 0,-1 3-19 15,2 3 1-15,-8 1-7 0,-3 3-13 16,-8 2 1-16,-4-1 25 0,-2 5-6 16,-4 1 9-16,-4 3-13 15,-11 0-3-15,5-1-15 0,-7 0 0 0,3-1-52 16,-1-3-31-16,2 1-38 0,1-4-21 15,3-3-30-15,-1 1-35 16,6-5-93-16,1-4-132 0,5-2-85 16,2-4-59-16,0-1-600 0,7-6 351 0</inkml:trace>
  <inkml:trace contextRef="#ctx0" brushRef="#br0" timeOffset="152744.06">29915 6628 685 0,'0'0'980'0,"0"0"-493"0,0 0-32 16,0 0 40-16,0 0-87 0,0 0-70 16,0 0-45-16,0 0-119 0,0 0-113 15,0 0-60-15,11-19 0 0,-15 42 64 16,-1 8-21-16,-1 4-23 0,2 1-18 16,0-1 0-16,0-1-3 0,2-7 0 15,-2 0 0-15,4-5-31 0,0-1-16 16,0-4-12-16,4 0-18 15,0-6-32-15,0 0-55 0,2-3-43 16,0-2-84-16,-1-4-120 0,5-2-77 0,-4-1-107 16,0-4-396-16,3-7-53 0</inkml:trace>
  <inkml:trace contextRef="#ctx0" brushRef="#br0" timeOffset="153236.52">29938 6679 980 0,'0'0'579'16,"0"0"-59"-16,-2-54-77 0,2 35-88 15,4 1-57-15,2 3-43 0,3 3-36 16,1 1-62-16,2-1-25 0,1 3-15 16,5 1-26-16,-1 0-29 15,4 4-12-15,-3 2-16 0,1 2-3 16,-1 0-9-16,-1 6-9 0,-3 2 5 16,-1 2-2-16,-5 3-13 0,2 6 0 15,-5 0 19-15,-5 5-22 0,0 2 0 16,-5 1-13-16,-3-1-2 0,4 0-19 15,-4-1-4-15,2-2-2 0,-3-4 0 16,3-2-4-16,0-2 0 0,0-3 13 16,-1 0 12-16,-1-3 17 0,0 1 2 15,-2-3 1-15,-3 0 2 0,3-1 16 16,-5-1-17-16,1 1-1 0,2-4-1 16,-1 3-11-16,1-2-14 0,-1-1 12 15,-3-1 13-15,10 2 10 0,-3-3 49 16,1 0 19-16,4 0 0 0,2 0 12 15,2 0 3-15,0 0-1 0,0 0 32 16,0 0-2-16,0-2-39 16,0 1-31-16,0-2-18 0,4 0-13 15,2-2-8-15,2 3-13 0,-1-4 0 16,5 0 0-16,0 3-1 0,-1-1-12 16,5-1 10-16,-1 1-12 0,3 0 0 15,-3-1-40-15,3 0-74 0,-1-1-43 16,4 0-26-16,-1 0-29 0,1 0-62 15,0-1-112-15,1 2-13 0,1-2 154 16,0 0-201-16,0 0-282 0,-5 2 59 16,5-3-95-16</inkml:trace>
  <inkml:trace contextRef="#ctx0" brushRef="#br0" timeOffset="153469.58">30414 6707 1000 0,'0'0'673'0,"0"0"-186"0,0 0-160 16,0 0-140-16,0 0 9 0,0 0 23 15,0 0-47-15,0 0-57 0,0 0 15 16,0 0 19-16,18-10-42 0,-14 10 29 16,2 0-33-16,3 0-17 15,-5 0-5-15,8 0-13 0,-3 0-18 16,1 0-22-16,2 0-15 0,3 0-12 16,1 0 1-16,1 0-2 0,1 0-12 15,-1-5-40-15,2 4-39 0,-3-2-38 16,3 0-31-16,-3 0-60 0,1 1-12 15,-1 0-250-15,-7-1-570 0,-1 0-312 16</inkml:trace>
  <inkml:trace contextRef="#ctx0" brushRef="#br0" timeOffset="154782.38">23038 4791 118 0,'0'0'1874'15,"0"0"-1479"-15,0 0-92 0,0 0-39 16,0 0-21-16,0 0-58 0,0 0-58 15,-12 0-41-15,12 3-39 0,-2 3-15 16,0 5-7-16,-7 10 10 0,-1 16 22 16,-2 18 12-16,-9 19-3 0,2 13-7 15,3 7-24-15,-3 3 0 16,5 1-6-16,1 9-11 0,-3 6-2 16,5 10 6-16,5 5 0 0,-2 7 6 0,6 2-28 15,2 7 0-15,0 1 0 0,6-9 15 16,4-12 16-16,5-17-15 0,3-13-16 15,3-11-9-15,6-5 9 0,2-9 0 16,-2-15 0-16,-2-11-66 0,-5-12-27 16,1-6-15-16,8 3-40 15,2 0-72-15,4-1-73 0,4-6-65 16,-4-5-106-16,-6-7-294 0,9-6-861 16</inkml:trace>
  <inkml:trace contextRef="#ctx0" brushRef="#br0" timeOffset="155740.99">30540 4495 79 0,'0'0'1881'16,"0"0"-1531"-16,0 0-104 0,0 0-4 15,0 0-24-15,0 0-52 0,0 0-47 16,0 0-37-16,0 0-60 0,0 0 29 16,12 2 51-16,5 11 6 15,-1 3-14-15,5 7 10 0,2 8 6 16,5 15-12-16,6 22-10 0,7 30-32 0,-4 19-3 15,-4 10-10-15,-6 3 4 16,-6-3-47-16,-3 7-7 0,-1 2-14 16,1-7 5-16,-3-4-15 0,-1-8 31 15,-3-7-25-15,-5-4-21 0,-4-2-36 16,-2-2 4-16,-4-6-1 0,-9-7-15 16,-5-9 6-16,-1-9 34 0,-3-6 10 15,-7-6-10-15,2-10 42 0,8-10 12 16,-2-8 15-16,5-5-11 0,-5 5 11 15,-2 3-15-15,3-3-15 0,-1-4-68 16,3-6-60-16,3-4-166 0,1-3-108 16,1-6-298-16,1 1-892 0</inkml:trace>
  <inkml:trace contextRef="#ctx0" brushRef="#br0" timeOffset="160688.41">21004 1991 102 0,'0'0'137'0,"0"0"-88"16,0 0 19-16,0 0 737 0,0 0-401 16,0 0-180-16,0 0-32 0,0 0-4 15,-14 8-17-15,14-8-64 0,0 0-55 16,0 0-20-16,0 0-6 0,0 0 6 16,0 0 7-16,0 0-7 0,0 0-6 15,0-3-25-15,0-2 2 0,0-1 46 16,0-2 8-16,0-3 1 0,0-5-16 15,0-5-7-15,0-4-6 0,0-5-6 16,0-4-20-16,0-4 13 0,-3-3 0 16,1-4-3-16,0 0-12 15,-2-3 12-15,0 1-11 0,0-2-2 0,2 3-19 16,0-2 3-16,2 1-4 0,0 3 1 16,0 2 0-16,0 8 3 0,0 7 3 15,0 4-3-15,0 1 0 0,2-2 3 16,0-1 0-16,2 5 0 0,-2 3 12 15,0 4-2-15,-2 2-23 16,2 4-9-16,-2 0-10 0,0 3-7 16,2 1-6-16,-2 1-13 0,0-1-3 15,0 2 3-15,0-1 26 0,0 2 19 16,0 0 0-16,0 0-13 0,0 0 7 16,0 0 3-16,0 0-49 0,0 0-49 15,0 0-45-15,0 0-36 0,0 0 26 16,2 0 65-16,-2 0 116 0,2 0-1 15,-2 0 2-15,5 0 2 0,-3 0 50 16,2 0 49-16,-2 2 3 0,0-2 7 16,4 0-11-16,-2 0-15 0,0 0-36 15,5 0-24-15,-3 0-2 0,2-2 19 16,2-1 0-16,1 0-6 16,-1 0-7-16,3 1-9 0,-3-2-1 0,4 0 10 15,-1 0-9-15,5 0 6 0,1 0 3 16,0 0 0-16,3-1-13 15,1 1 0-15,4 0 4 0,0-2-18 16,6 1 40-16,0 0 26 0,2 0-29 16,11 1-27-16,7-4 1 0,11 1 4 15,13 1 5-15,6-1-9 0,8 1-10 16,-5-1 0-16,-5-1 1 0,-5 5-3 16,-3-4 2-16,-1 1-2 0,7 2-1 15,3-4 0-15,7-1 0 0,-2 1-2 16,4-3 2-16,2 1-1 15,0 1 1-15,-2 2 1 0,2 0 0 16,2-4 1-16,4-1 1 0,5 3 14 16,-3-1 12-16,2 2-7 0,-3 1-3 15,1 1 1-15,-4 0 2 0,4 0-6 16,5-1 7-16,-3 2-4 0,3 0-18 16,-1-1 3-16,0 4 7 0,-3 0-10 15,3 0-1-15,0 2 0 0,3-2-3 16,4 2 2-16,1 0 0 0,-5 0 0 15,1 0-2-15,-1 0 1 0,-3 0-9 16,1 0 11-16,3 0 0 0,5-4 1 16,-9 4-2-16,3-1 0 0,-5-2 1 15,-4 3-3-15,1-3 3 0,-1 2 0 16,2-1 0-16,3 2-15 0,-1 0 13 16,-6 0 2-16,0 0 0 0,-8 0 0 15,4 0 0-15,-4 1 0 0,-2 1 3 16,2 1 13-16,2-3-16 0,-9 0 1 15,3 0 2-15,-11 0 16 16,1 3-17-16,1-2 15 0,-5-1 2 16,-1 4 7-16,0-4-23 0,-2 0 0 15,5 4-1-15,-5-4 17 0,-2 2-3 16,0-2-12-16,-2 0 21 0,-4 0 7 16,0 0-12-16,-16 2-4 0,-7 1-13 15,-4-1 0-15,-10 0-1 0,-1 3-2 16,-1-4 0-16,6 2-3 0,4 2 1 15,2-1-11-15,2 0 0 0,0 2 13 16,-2 0 1-16,-2-1 0 0,0-1 0 16,-4 2-1-16,-2 0 0 0,-2-1-2 15,4-1-1-15,-5 2 0 0,-5-2 0 16,8 1-17-16,-7 0-2 0,-1-2-7 16,-1 1-6-16,1-2 12 0,0 0 1 15,-1 1-1-15,3 0 4 0,-3 0 16 16,7 0-10-16,-9-2 11 15,11 1 2-15,-6-2-4 0,-1 1-12 0,5-1-3 16,-8 0 0-16,5 0-1 16,-7 0 17-16,5 0 0 0,-5 0 1 15,-1 0 2-15,1 0 0 0,-5 3 2 16,4-1 0-16,-1 0 17 0,-1 2 7 16,2-2 6-16,3 3 1 0,-7-4-8 15,11 3 1-15,-7-2-3 0,5 0-7 16,-1 1-3-16,3-1-1 0,-5 0-10 15,5-1 18-15,-3 2-19 0,5-1 1 16,0 0 17-16,-3 0-3 0,3 1 0 16,-2 0-13-16,1 0 13 0,1 1-12 15,0-1-1-15,1 3-1 0,1-3 17 16,-2 0-19-16,6 0 2 16,-1 0 21-16,3-1 9 0,0-1-3 15,2 2 3-15,0-2-4 0,-4-1-12 16,6 2-12-16,-2-2 8 0,-2 0-11 15,-4 0-1-15,0 0-2 0,-4 0-14 16,-1 0 13-16,-3 0-13 0,-1 0 0 16,-5 0-3-16,-1 0-29 0,-4 0 6 15,0 0-12-15,-2 1-10 0,1 0-20 16,-3 0-12-16,0 0-23 0,0 0-43 16,-2 0-19-16,0-1-7 0,0 0-36 15,2 0-36-15,-2 0-94 0,0 0-73 16</inkml:trace>
  <inkml:trace contextRef="#ctx0" brushRef="#br0" timeOffset="161333.99">30500 933 14 0,'0'0'584'0,"0"0"510"0,0 0-867 16,0 0-58-16,0 0-72 0,0 0-35 16,0 0-43-16,0 0-17 0,0 0 14 15,0 0 13-15,-14 56 4 0,14-42 15 16,0 10 1-16,0 4 3 0,-2 5 2 16,0 3-12-16,2-2-3 0,0 0-3 15,0 0-11-15,0 1 1 0,4 2 22 16,-2 7-6-16,8 9-10 0,1 11 1 15,1 13-1-15,5 7-3 0,-3-1 3 16,-4-3-32-16,-1-5-1 0,-3-7-19 16,0 0-9-16,-4-1 1 0,-2-1 2 15,2-2 0-15,-2-2 25 16,4 2 1-16,0-4 13 0,-4-1 0 16,5-1-10-16,-3-6 0 0,0 3 0 15,0 0-2-15,0 1 12 0,-2 5-9 16,2 4-1-16,-2 0-3 0,0 1 0 15,2 0-3-15,-2-2-1 0,0 0-12 16,4-3 13-16,-4 0-23 0,2-2-25 16,0-3 6-16,2-1-4 15,-4-11 4-15,2-5 10 0,-2-9 9 0,0 1 13 16,0 4 13-16,0 4 3 0,0 5 30 16,0-1 15-16,-2 0 13 15,2-3-9-15,0 1-23 0,0-2-10 16,0-2-7-16,0-1-12 0,2-4-1 0,1-3-22 15,-1-5 7-15,-2-4 0 16,2-4 0-16,-2-1 3 0,0-4 11 16,0 0 1-16,-2-2 0 0,0-1 0 15,-1 2 0-15,3-2-22 0,-2 1-16 16,2 0-2-16,0 0-11 0,0-1-29 16,0 0-80-16,2-1 38 0,1-1-56 15,-3 0-113-15,2-2-27 0,-2 0 62 16,0 0 72-16,0-1 12 0,0 1-133 15,0-3-92-15</inkml:trace>
  <inkml:trace contextRef="#ctx0" brushRef="#br0" timeOffset="163165.25">30629 4379 223 0,'0'0'26'0,"0"0"91"16,0 0 1179-16,0 0-993 0,0 0-125 15,0 0-32-15,0 0-124 0,0 0-21 16,0 0-1-16,0 0 0 16,-19-24 33-16,15 19 61 0,0 1 67 15,0 2 16-15,-3 0 13 0,1 0-11 16,0 2-29-16,-2-1-16 0,1 1-26 15,-3 0-35-15,6 0-20 0,-4 0-8 16,-3 0-14-16,-1 1-30 0,0 1-1 16,-3 0 0-16,1 0-1 0,-3 0 0 15,-4 2 1-15,1-2 1 0,3 3 28 16,-3-3-14-16,-3 2 17 0,2 0-1 16,0-2-9-16,-1 0 4 0,-1 1-11 15,2-2 4-15,-1-1-6 0,-1 0-11 16,-2 0 1-16,-2 0-1 0,2 0-2 15,-2-2-3-15,-1 0 2 16,1-1 0-16,-4 0-1 0,2 2-2 16,-4-1 4-16,0 1 0 0,-1-1 0 15,-1 2 0-15,0-1-3 0,0 0 0 16,-4 1 2-16,0 0-14 0,-5 0 12 16,5-2 1-16,-5 2 0 0,-5 0-1 15,5 0 0-15,-11 0 1 0,-12 0 2 16,-5 0 0-16,-2 0 3 0,3 0-1 15,7 0 0-15,4 0 1 0,-2 2-1 16,0-2-2-16,-2 0 0 0,-2 0-2 16,0-2 0-16,0-1-1 0,0 2-9 15,-3 1 9-15,-1-1 3 0,2 1-2 16,-4 0 1-16,-3 0-2 0,-1 0 2 16,1 0 1-16,3 2 12 15,-2 1-12-15,-3-1 0 0,3 0 2 0,1-2 1 16,1 2 13-16,-5 0 2 0,3-2-2 15,0 2-14-15,1 1 11 16,-5-2-13-16,7 1 1 0,-1 2 1 16,2-3 0-16,2 2 0 0,-1 0 10 15,-1-3-10-15,4 1 13 0,-2-1-13 16,0 0 1-16,1 0 10 0,-5 0-11 16,6-1 0-16,-2 1-2 0,-3 0-1 15,3 0-1-15,0 0 2 0,-2 2-1 16,-1 3-1-16,-1-1 1 0,-4 1 1 15,1 1 1-15,5-2 1 0,-9 3-2 16,3 1 0-16,-1-1 0 0,1 2 0 16,-3 0 3-16,3 0-2 0,1-1 12 15,-3 0-10-15,-1-1 23 0,5 2-1 16,-5 3-13-16,1-2 1 0,3-1 2 16,1 1 1-16,-3-1 0 15,5-1 15-15,2 2-9 0,0-5 9 0,1 1 16 16,-3-3 2-16,6 0 1 0,0-1-29 15,0-2-18-15,-1 1 7 16,3 0-10-16,-2-1 0 0,6 2-3 16,-4-2-16-16,0 2 4 0,-2 0-4 15,2 0 19-15,0 1 0 0,-2 3 0 16,-1-2-12-16,3 2 12 0,0 1-2 16,-2-1 1-16,2 0 1 0,2 2 0 15,0-3 2-15,0 4 10 0,2-4 0 16,0 1-8-16,0-1 20 0,2-2-5 15,2 0 12-15,1 0 3 0,-1-3-12 16,8 0-1-16,11 0-19 16,-13 0-2-16,13 0 0 0,0 0-3 15,-6 0 0-15,3 0 0 0,-3 0-12 0,-5-1-1 16,-1-1 16-16,3-1-2 16,1 2-10-16,1-2-4 0,3 1-2 15,-4-2 16-15,5 2-9 0,-3 0 11 16,6 2 1-16,-5-1 0 0,5 1 1 15,2 0 1-15,-2 0 19 0,2 0-22 16,2 0-2-16,0 0-10 0,2 0-4 16,0 0 13-16,2 1-9 0,0-1-4 15,4 2 14-15,0 0-1 0,9 1-7 16,-5-2 10-16,4-1 12 0,5 2-9 16,2-1-1-16,3-1 14 0,3 0-16 15,2 0-16-15,2 0-12 0,0 0-21 16,-2 0-7-16,2 0 15 0,0 0 16 15,0 0 25-15,0 0 12 0,0 0 19 16,-4 0-29-16,0 1 14 0,0-1-4 16,-2 0-10-16,-1 0 11 15,1 1-13-15,-4 0-1 0,4-1 0 16,-3 3 0-16,3 0 1 0,-2 0 2 0,2-1 1 16,1 0 12-16,1 0-12 15,0-2 16-15,2 0-7 0,2 0-12 16,0 0-3-16,0 0-22 0,0 0 1 15,0 0-8-15,0 0-2 0,0 0 3 16,0 0 3-16,0 0 6 0,0 0 19 16,0 0-28-16,0 0 28 0,0 0 3 15,-2 0 2-15,2 0 13 0,0-4-2 16,-2-1 6-16,0-2 2 0,0-4-2 16,-2-2-6-16,0-3-11 0,-3-1 0 15,1-4 10-15,0-3-9 0,0-4 0 16,-2-2-1-16,-1-5 2 0,1-4-2 15,0-4 0-15,-1-2 1 0,-1-3 0 16,0-7 9-16,-5-8-8 0,1-8 14 16,1-2-2-16,1 5-13 0,2 7-1 15,1 9-2-15,1 8-34 0,2 3 12 16,0 11-3-16,2 1 14 16,0-9 11-16,-3-4 3 0,1-3-1 15,0 0-2-15,-2 2-1 0,4 6-12 16,-1 3 11-16,-1 4-1 0,2 4-12 15,0 5-14-15,-2 0-8 0,2 4-13 16,-1 1-17-16,5-1-14 0,-4 0-36 16,4 5 26-16,-2 0 15 15,2 3-9-15,-2 2-46 0,2 0-31 0,0 3-81 16,0-2-94-16,6 1-103 16,-2 1-147-16,1 1-100 0</inkml:trace>
  <inkml:trace contextRef="#ctx0" brushRef="#br0" timeOffset="164468.77">21484 3520 27 0,'0'0'274'0,"0"0"810"0,0 0-788 16,0 0-72-16,0 0-42 0,0 0-27 16,0 0-58-16,0 0-19 0,-56 19-39 15,43-16-23-15,1-2-16 0,0 2-21 16,-5 2 19-16,0-1-49 0,-3 2 51 15,-1 0 13-15,0-2 9 16,-3 3 17-16,-1 0 35 0,-2-1-22 0,-2 1 25 16,0 0 17-16,-2 1-20 15,-2-2-29-15,0 0 9 0,-4-1-28 16,0 0-26-16,-3 1 0 0,-1-1 3 0,-2 1 39 16,-3 1-42-16,-2 0-18 15,1-2-2-15,-9 5 1 0,-8-3-7 16,-6 3 16-16,-3-1 10 0,7-3 19 15,6-2-16-15,9-2 20 0,-3-1-7 16,0-1-14-16,2 0 14 0,-1-3-3 16,-1-1 6-16,-2 0-6 0,2-3 6 15,-1 0-9-15,-1-1-7 0,0-2 5 16,-2 0-8-16,2 0-2 0,3-2-10 16,-1 1 12-16,0-2 3 0,11 2 13 15,3 2-15-15,11-2-1 0,1-1 22 16,-6-1-3-16,-7-4 7 0,2-2 6 15,0-1 16-15,1-4 0 16,1 0-20-16,6-2-2 0,0 1-7 16,6-6-17-16,0 0-2 0,7-2-3 15,-1-5-29-15,7-1 0 0,-1-1-3 16,3-5 9-16,10 0-15 0,-2-9-10 16,2 7-10-16,0-3 6 0,2 3 7 15,4 6 13-15,7-5 13 0,-3 0 6 16,5 2 12-16,1 2-18 0,5 1 6 15,4 0-3-15,-1 1 6 0,7-2-3 16,2 4 16-16,5-3-17 0,1 3 14 16,4-2 3-16,3 1-1 0,10-4 1 15,8-6 2-15,8-4-1 0,7 0 12 16,-1 4-12-16,-8 7 15 0,-1 5 1 16,1 1-16-16,4 2 1 0,3 1 1 15,-1 0 16-15,5 5-3 0,-2 0 0 16,-1 3-12-16,3 2-4 15,-1 2-3-15,3 0 2 0,0 6 1 0,3 1 1 16,-1 0 3-16,2 5-3 0,-4 4-1 16,-3 3 0-16,-1 2-1 15,-5 0 0-15,-1 5 1 0,1 5-3 16,-4 3 2-16,3 0 0 0,-3 2 1 16,-4 0 1-16,2 5 0 0,-4-4 3 15,-4 7-2-15,-2-2-2 0,-10-1 0 16,-11 1 0-16,-8-4 0 0,-4 1-1 15,4 6-1-15,2 5-10 0,2 6 12 16,-6 0 3-16,-3 2 0 0,-3 2-1 16,-2-2 11-16,-5 1-11 0,3-1-1 15,-7 0 0-15,0 0 2 0,-1 1-1 16,-1-1 11-16,-2 3-12 0,-4 1 2 16,-2 1-3-16,-2 3-22 0,-6 7-3 15,-11 10-14-15,-3 15 10 0,-3 1 7 16,-6-7 19-16,2-9-14 15,2-6 15-15,4-14 2 0,3-4 0 0,1-7 16 16,2-5 4-16,-3 5 5 16,-1 6 27-16,-6 2 2 0,0-1-5 15,0-2-27-15,1-3 26 0,1-2 0 16,-2-3-13-16,-2-2-16 0,2-4-15 16,-2 2 8-16,2-2-11 0,-2-2-1 15,0-3-12-15,0-1-14 0,5-2-25 16,-1-3-87-16,4-3-29 0,0-1-65 15,3-4-120-15,5 0-249 0,-5 1-417 16</inkml:trace>
  <inkml:trace contextRef="#ctx0" brushRef="#br0" timeOffset="170818.48">21194 926 955 0,'0'0'554'16,"0"0"-350"-16,0 0-178 0,0 0-3 15,0 0 140-15,-56 19 51 0,46-15-27 16,0-1-73-16,-1 1-59 16,1-2 16-16,2 1 3 0,2-1 38 15,-3-1 30-15,3 2-14 0,2-3-35 16,0 0-42-16,-2 0-12 0,1 0-17 16,-1 3-3-16,0-3 13 0,0 0-15 15,0 0-17-15,-3 0-16 0,1 1 16 16,0 2-1-16,-2 0-1 15,1-2 2-15,-1 3 0 0,4-2 35 0,-5 2-9 16,7-3-1-16,-2 1 4 0,0-1-4 16,4 1-13-16,0-1-12 15,2-1-16-15,-2 1-6 0,2-1 9 16,0 2 13-16,0-2 2 0,0 0 17 0,0 0 13 16,0 0 3-16,0 1-3 15,0-1-10-15,-2 2-3 0,2-1 9 16,-2 2-2-16,-1 1-7 0,1 2-7 15,0 0-9-15,2 5 16 0,-2-3-17 16,2 5 0-16,-2 3 0 0,2 3 0 16,0 4-1-16,0 2 1 0,0-3 1 15,0 4 10-15,-2 1 0 0,0 1-1 16,0 2-9-16,-4 3 13 0,2 4 0 16,-3 3 6-16,1 2-19 0,0 0 13 15,-4 3-13-15,4 1-2 0,-1-4-1 16,1-3 0-16,4-4-13 0,0-4 1 15,2-6-10-15,0-2 0 0,0-5-7 16,2-2-12-16,0-3-29 16,0-1-2-16,2-4-2 0,-2 2 11 15,3-2 25-15,-3-1 6 0,-2-2-19 0,0 1-16 16,2-2-36-16,-2 2-25 16,0 1-26-16,0 0-46 0,0 0-65 15,0 2-46-15,0 1-98 0,0-3-145 16,-4 8-493-16</inkml:trace>
  <inkml:trace contextRef="#ctx0" brushRef="#br0" timeOffset="182005.21">28628 2853 365 0,'0'0'339'0,"0"0"121"15,0 0-164-15,0 0-85 16,0 0-81-16,0 0 78 0,0 0-23 16,-40-25-20-16,36 23-46 0,0-1 30 15,0 0 5-15,-2 2 20 16,2-1 2-16,-1 0-48 0,1 2-48 0,0 0-4 15,-2 0-9-15,2 4-44 0,-4 3-23 16,1 5-35-16,1 7-3 0,-4 6-3 16,-1 6 13-16,3 6 28 15,0 2 29-15,2 3 3 0,-3-4 15 16,9 0-5-16,0-4-17 0,0-5-22 16,7-3-3-16,1-3-19 0,2-4 17 15,1-4 1-15,5 1-21 0,-1-8-4 16,7-1 7-16,1-6 19 0,4-1 22 15,-2-8 1-15,2-6-4 0,6-5 12 16,-4-2-2-16,0-4-16 0,-5-2-12 16,-3-2 0-16,2 1 21 0,-11-1 3 15,5-2-3-15,-9 4 16 0,-4-2 3 16,-2 1 25-16,-2 2 26 0,-2 1 8 16,-6 0-14-16,-5 4-12 0,-3 1-2 15,-1 3 3-15,-3 2-57 0,-3 5-15 16,0 2-3-16,1 4-25 0,-3 3-25 15,0 1-12-15,6 3-19 0,1 3-43 16,5 2-30-16,-1 0-44 16,8-1-117-16,4 3-107 0,2-4-191 15,2 1-376-15,8 0-73 0</inkml:trace>
  <inkml:trace contextRef="#ctx0" brushRef="#br0" timeOffset="182469.27">29047 2810 2270 0,'0'0'417'15,"0"0"-140"-15,0 0 4 0,0 0-93 16,0 0-105-16,0 0-33 0,0 0-37 15,0 0-13-15,0 0-51 0,0 0 7 16,-56 59 12-16,50-34 32 16,2 2 14-16,2 4 8 0,0 1-6 15,2-2-15-15,0 0-1 0,8-4 0 16,-2-2-3-16,3-2 2 0,1-5 0 16,4-2-24-16,-3 0 22 0,5-5-32 15,-1-4-9-15,3-1 12 0,3-4 17 16,-2-1 15-16,-1-3 2 0,-1-6 14 15,3-4 19-15,-5-2 0 0,-1 0 3 16,-1-3 0-16,-5 0 10 0,0-1 18 16,-4-2 39-16,-4 0 30 0,0 1-25 15,0-3-44-15,-8 0-21 0,2 0-11 16,-2 0-15-16,-3 3 3 0,-3 1-20 16,4 1-2-16,-7 3-16 15,7 5-18-15,-5 0-36 0,1 4-15 16,3 2-18-16,3 2-55 0,-2 2-73 15,6 0-136-15,2 2-170 0,2-2-697 16,0 5-93-16</inkml:trace>
  <inkml:trace contextRef="#ctx0" brushRef="#br0" timeOffset="182931.99">29459 3108 1034 0,'0'0'1127'0,"0"0"-732"16,0 0-205-16,0 0 61 0,0 0-18 0,0 0-140 16,0 0-49-16,0 0 1 0,0 0-32 15,0 0-11-15,-44-19 55 16,38 6-19-16,2-5 3 0,-4 1 7 15,5-5-29-15,-1-1-16 0,4-4-1 16,-2-5 17-16,2-2-17 0,0-3-1 16,2-3 0-16,2-1 2 0,5 0 10 15,-3 2 12-15,2 5 19 0,0 4 4 16,5 8-7-16,-5 4-10 0,2 5-15 16,-3 7-16-16,3 3 2 0,-2 3 13 15,1 3-15-15,5 6 0 0,0 6 2 16,-3 5 13-16,7 8 4 0,-7 1 6 15,3 4-23-15,-1 2-2 0,-3-2 0 16,0 0-1-16,-1-2 1 0,1-2-1 16,-6-2-71-16,6-5-3 0,-1 0 15 15,-3-5-73-15,-2 0-41 0,-2-5-14 16,0-2-1-16,-2-1-45 0,0-3-21 16,-2 1-3-16,-4-6-144 15,0 1-356-15,-11-2-401 0</inkml:trace>
  <inkml:trace contextRef="#ctx0" brushRef="#br0" timeOffset="183097.35">29407 2857 73 0,'0'0'2383'16,"0"0"-1852"-16,0 0-195 0,0 0-295 16,0 0-41-16,0 0-9 0,0 0 9 15,0 0 38-15,0 0-26 0,62 3-8 16,-41-3-4-16,7 0-45 15,1 0-156-15,0-3-97 0,-10 3-186 0,14-3-705 16</inkml:trace>
  <inkml:trace contextRef="#ctx0" brushRef="#br0" timeOffset="185298.59">29818 2741 40 0,'0'0'1598'0,"0"0"-1244"0,0 0-85 16,0 0-30-16,0 0-62 0,0 0-177 16,0 0-161-16,0 0 161 0,0 0 68 15,0 0 64-15,0 0-29 0,54-20-3 16,-35 15-30-16,1-1-15 0,1-2 6 15,0 2-13-15,-3-1-13 0,-1 3 0 16,-5 1 0-16,-2 0 3 16,-3 3-9-16,-5 0-16 0,0 0 15 15,-2 0 80-15,0 0 92 0,0 3-58 16,-4 3-67-16,0 4-56 0,-3 4-19 16,1 5-19-16,-4-1 18 0,8 0-1 15,-4-5-10-15,3-1 9 0,3-1-23 16,0-1 14-16,0-3-1 0,3 1 10 15,1 0 2-15,-2 1 1 0,6-3 0 16,0 0-13-16,-2 3 11 0,3-4 0 16,1 1-14-16,0 0 4 0,1-1 11 15,-5-2-1-15,8 0-33 0,-3-3-47 16,-3 0-26-16,6-6-28 16,-1-5-84-16,-1-2-94 0,1-5-183 0,-5 5-314 15,-2-12-397-15</inkml:trace>
  <inkml:trace contextRef="#ctx0" brushRef="#br0" timeOffset="185482.58">30114 2607 1084 0,'0'0'784'16,"0"0"-175"-16,0 0-431 0,0 0-49 15,0 0-33-15,-13 62-51 0,13-50-45 16,0 1-1-16,5-2-34 0,1 1-14 15,0-2-66-15,-2 2-95 0,4-3-97 16,-1-5-151-16,-1 1-140 16,2-5-233-16</inkml:trace>
  <inkml:trace contextRef="#ctx0" brushRef="#br0" timeOffset="185666.59">30196 2613 360 0,'0'0'32'16,"0"0"1381"-16,0 0-861 0,0 0-146 0,0 0-91 15,0 0-69-15,0 0-205 0,0 0-41 16,0 0-70-16,0 0 70 16,-10 36 13-16,12-16-13 0,0-1-15 15,7 0-10-15,-5-1-17 0,0 1-83 16,2-3-96-16,0 0-130 0,5-1-50 16,-5-5-582-16,2-2-162 0</inkml:trace>
  <inkml:trace contextRef="#ctx0" brushRef="#br0" timeOffset="185894.76">30308 2619 2627 0,'0'0'453'0,"0"0"-105"16,0 0-13-16,0 0-199 15,0 0-136-15,0 0-2 0,-21 69 1 16,21-41 1-16,0 1-16 0,7-1-3 15,-1-2-16-15,0-1-18 0,2-3-61 16,-1-4-85-16,3-2-53 0,-2-2-81 16,2-4-102-16,-3-4-152 0,1-3-129 15,-2-3-398-15</inkml:trace>
  <inkml:trace contextRef="#ctx0" brushRef="#br0" timeOffset="186494.15">30356 2601 745 0,'0'0'1404'0,"0"0"-677"16,0 0-321-16,0 0-189 0,0 0-132 15,0 0-50-15,0 0-10 16,0 0 10-16,0 0 22 0,0 0-32 16,43-12-23-16,-28 10-2 0,-1-2-2 15,3 3 0-15,1-2-17 0,-1 1-22 16,-1-1-66-16,-1 0-74 0,-1 1-33 15,1-2 3-15,-5 2-1 0,-6-2-27 16,2 2 26-16,-6 1 97 0,0-3 116 16,0 4 58-16,-6-3-58 0,2-2-20 15,-4 0 20-15,-1 2 39 0,-3-1 29 16,6-1 0-16,-2 4 35 0,1-2-32 16,1 1-16-16,-2 0 7 0,8 2 60 15,-2 0 10-15,0 0-46 0,2 2-86 16,0 3-61-16,0 5 61 0,0 4 141 15,2 1 32-15,0 2 2 0,-2 3-45 16,6-1-48-16,-4 5 16 0,2-3-36 16,-2 0-21-16,0 0-6 15,0-3-7-15,-2 4 0 0,0-4-3 16,0-1-9-16,0 1-13 0,0-4-1 16,0 0 0-16,0-1-1 0,-2-6 0 15,0 1-1-15,0-2-2 0,-2-3-13 16,-2 1-7-16,2-1-22 0,-4-2-25 15,-3 1-10-15,-1-2 4 0,1 0-17 16,1-3 6-16,-2 0 17 0,6-4 5 16,-3 1 10-16,1-3 35 0,-2 2 19 15,8-2 32-15,-3 1 15 0,3 1 20 16,2 0 6-16,0 0-16 0,0 0-57 16,5 0-28-16,-1 0 28 15,4 1 25-15,0-1-6 0,0 1 3 16,1 0-22-16,5 0 0 0,1 1-19 0,-1 1 0 15,1 1 3-15,-1 1-126 16,1 2-120-16,-3 0-48 0,-2 0-158 16,-1 2-297-16,-5 7-398 0</inkml:trace>
  <inkml:trace contextRef="#ctx0" brushRef="#br0" timeOffset="187064.28">29341 3334 1221 0,'0'0'469'0,"0"0"153"16,0 0-357-16,0 0-46 0,0 0-55 16,0 0-87-16,0 0-32 0,-35 62-6 15,35-42-39-15,6-2-11 0,2-2-15 16,0-2 1-16,5-2-7 0,3-3-39 15,-1-5-45-15,1-2-16 0,1-2 0 16,1-3-23-16,1-8-39 0,-2 1-7 16,3-5-20-16,-7-2-58 0,5 1 93 15,-5-1 102-15,1 0 84 16,-4 1 45-16,-1-1 56 0,-3 4 143 16,-4 3 16-16,2 1 13 0,-2 4-27 15,-2 3-4-15,0 2-7 0,0 0-2 0,0 0 23 16,0 3-94-16,0 1-102 15,0 7-59-15,0 3 11 0,-2 7 23 16,-4 7 16-16,2 3-4 0,0 1-18 16,-3-1-4-16,-1-1-22 0,-2 0 9 15,4-1-12-15,-5-4-1 0,5-2-11 16,-4-2-7-16,6-3-35 0,2-1-44 16,-3-4-82-16,3-4-81 0,0 1-63 15,0-3-121-15,0-2-151 16,-2-3-152-16,0 0-342 0</inkml:trace>
  <inkml:trace contextRef="#ctx0" brushRef="#br0" timeOffset="187331.17">29293 3530 386 0,'0'0'1587'0,"0"0"-1078"15,0 0-255-15,0 0-218 0,0 0-33 16,0 0 135-16,0 0 58 0,0 0 34 15,58 8-46-15,-37-3-57 0,-1 3-36 16,7 0-21-16,0-2-4 0,0 2-29 16,-2-4 1-16,6 1-25 0,-4 1-10 15,2-3 0-15,0 1-1 0,-5-1-2 16,-3 0-19-16,0-2-40 0,-1 1-14 16,-5-1-21-16,-3 1-39 0,1-2-45 15,-3 0-80-15,-4 0-59 0,-2 0-177 16,0-3-483-16,-4-3-358 0</inkml:trace>
  <inkml:trace contextRef="#ctx0" brushRef="#br0" timeOffset="187705.57">29262 3605 1308 0,'0'0'731'0,"0"0"-213"0,0 0-402 16,0 0-71-16,0 0-45 0,0 0-38 16,-14 59-4-16,24-50-10 0,7 2-87 15,-1-4-65-15,7-4-29 16,2-2-11-16,-1-1-103 0,7-8 119 0,0-6 0 16,5-2 61-16,-1-3 34 0,-2-4 48 15,0-2 23-15,0 2 62 16,-6-2 13-16,-2 6 147 0,-11 3 143 0,-1 1 101 15,-7 5 90-15,-2 4-21 16,-2 3 40-16,-2 1 27 0,0 2-147 0,0 0-116 16,0 0-143-16,0 2-97 15,0 2-37-15,0 3-25 0,-2 1-6 16,0 3-3-16,0 2 9 0,2-1-6 16,0-1-71-16,0 1-45 0,0-2-52 15,0-4-86-15,0 0-137 0,2-3 26 16,2-3-225-16,-2 0-206 0,-4-99-285 15</inkml:trace>
  <inkml:trace contextRef="#ctx0" brushRef="#br0" timeOffset="187944.61">29773 3202 890 0,'0'0'2069'0,"0"0"-1672"0,0 0-397 16,0 0 28-16,0 0-28 0,0 0 134 16,0 0-11-16,66-4-41 0,-45 0-28 15,7-1-41-15,4-2-1 0,-1 1 2 16,-3-1-14-16,3-4-16 0,-2 5-31 16,-6 0-76-16,-2 2-109 0,-7 1-97 15,-3 3-121-15,-7 0-220 0,-2 0-366 16,-10 3 123-16</inkml:trace>
  <inkml:trace contextRef="#ctx0" brushRef="#br0" timeOffset="188265.63">29804 3313 826 0,'0'0'1025'0,"0"0"-435"16,0 0-377-16,0 0-39 0,-11 52 15 0,16-41-3 15,1 1-21-15,2-2-28 16,4 2-48-16,1-3-29 0,3-1-28 15,1-3-10-15,-1 1 6 0,5-3 7 16,-4-1-23-16,5-2 14 0,-1 0-8 16,0 0-2-16,-1-5-16 0,1-1 2 15,-2-1 0-15,-3-2 20 0,-1-3-22 16,-7 2-20-16,0-2-17 0,-2-1 37 16,-4-2 15-16,-2 0 29 0,0 1-44 15,-6-4-18-15,-4 0-8 0,0 2 11 16,-3 2 2-16,-3 3-6 15,-1 4-72-15,-4 4 18 0,-1 3-54 16,1 6-99-16,-2 2-30 0,1 4-26 0,3 1-48 16,2 1-13-16,1-3 22 15,6 1-73-15,1-5-104 0,3-1-281 16</inkml:trace>
  <inkml:trace contextRef="#ctx0" brushRef="#br0" timeOffset="188670.63">29948 3213 203 0,'0'0'150'16,"0"0"1286"-16,0 0-852 0,0 0-232 16,0 0-47-16,0 0-5 0,0 0-96 15,0 0-78-15,0 0-40 0,0 0-74 16,-18-10-12-16,14 23-50 16,2 3-7-16,0 7 31 0,-3 6 24 0,1-1-42 15,2-2-38-15,0-1-36 16,2-3-51-16,0 0-7 0,0-6 6 15,0-1-7-15,2-5 6 0,2-1-23 16,3-3-16-16,-5-2 12 0,8-1 16 16,-4-3 45-16,0 0 53 0,1 0 84 15,-3-2 16-15,2 0 65 0,-2-2 66 16,0 2 2-16,-4 1-13 0,2 1-19 16,-2 0-13-16,0 0-11 0,0 0 4 15,2 3-6-15,-2 3 9 0,4 2 38 16,3 2-22-16,-3 2-29 0,2 1-36 15,2-1-19-15,-2-1 3 0,3 0-32 16,-3-1 16-16,4-2-19 0,-1-3-2 16,-1 3 2-16,-4-6-16 0,6 2-7 15,-4-2-67-15,-1-1-60 0,1 2-69 16,-2-3-59-16,-4 0-98 0,2-3-180 16,0 0 22-16,-2-2-79 0</inkml:trace>
  <inkml:trace contextRef="#ctx0" brushRef="#br0" timeOffset="188825.36">30056 3503 444 0,'0'0'75'0,"0"0"1365"16,0 0-941-16,0 0-315 0,0 0-55 15,0 0-30-15,-23 56-70 0,21-42-18 16,0 1-11-16,-4 0-22 0,4-1-33 16,-4 1-54-16,-1-1-46 0,1 0-71 15,-4-1-69-15,4-2-209 0,-1-3-153 16</inkml:trace>
  <inkml:trace contextRef="#ctx0" brushRef="#br0" timeOffset="188970.38">29907 3580 102 0,'0'0'219'0,"0"0"364"16,0 0-143-16,41-57-304 0,-24 37-90 15,0-3-43-15,3 0-2 0,1-2-1 16,6-1-172-16,0-1-206 15,-9 7-114-15</inkml:trace>
  <inkml:trace contextRef="#ctx0" brushRef="#br0" timeOffset="189336.93">30281 3096 317 0,'0'0'2016'0,"0"0"-1455"15,0 0-212-15,0 0-104 0,0 0-86 16,0 0-118-16,0 0-29 15,-35 67 3-15,31-51-15 0,2 3-19 0,0-1 16 16,-2-2 2-16,2 0 0 0,0-1 0 16,-5-3 0-16,5-2-37 0,0-1-3 15,2-3-16-15,0-2-10 16,-2-1-6-16,2 2 0 0,0-4-17 16,0-1-12-16,0 1-19 0,0-1 40 15,4 1 53-15,3 0 28 0,1-1 28 16,0 0 27-16,0 0-4 0,5 0 4 15,-3 0 15-15,0 0 7 0,1 1-10 16,-1 2-1-16,-4 0 11 0,0-1-14 16,-3 2 4-16,-1 1 6 0,2-1 15 15,-4 4 28-15,0 2 19 0,0 4-40 16,-4 5-48-16,-1 2-35 0,-3 3-12 16,0 1-16-16,-7 0-40 0,5-2-30 15,-2-2-20-15,-1-3-23 0,1-1-64 16,2-6-132-16,-1-1-69 0,1-6-93 15,4-4-259-15,-9-4-416 0</inkml:trace>
  <inkml:trace contextRef="#ctx0" brushRef="#br0" timeOffset="189524.59">30180 3413 135 0,'0'0'267'0,"0"0"463"16,0 0-57-16,0 0-387 0,0 0 12 15,0 0-36-15,0 0-60 0,0 0 20 16,56-11-53-16,-44 19-80 0,3 2-41 15,-1 1 0-15,5 0-32 0,-5 2-15 16,3-1-1-16,-3 0-19 0,-1 1-48 16,5-1-77-16,-5 0 23 0,1-1-59 15,-2 0-293-15,-1-3-266 0,-1-2-279 16</inkml:trace>
  <inkml:trace contextRef="#ctx0" brushRef="#br0" timeOffset="190483.43">28925 3580 264 0,'0'0'443'0,"0"0"975"16,0 0-1088-16,0 0-133 15,0 0 47-15,0 0 0 0,0 0-78 16,0 0-42-16,0 0-45 0,0 0-28 15,-31 2-51-15,23 6 0 0,-4 4-1 16,-5 1 1-16,0 1 0 0,-3 2 19 16,-5-1 16-16,4 0 15 0,-1 1 1 15,-3-4-19-15,-2 2-13 0,2 0-19 16,-4-3-2-16,4 1-10 0,-2-2-13 16,9-1-1-16,-3-3-5 15,3 3-67-15,5-4 6 0,3-2-64 0,0 0-10 16,5-2-14-16,1-1-22 15,4 0-33-15,0-4-166 0,0-3-256 16,6-5 156-16,-3 3-63 0</inkml:trace>
  <inkml:trace contextRef="#ctx0" brushRef="#br0" timeOffset="190759.41">28572 3604 99 0,'0'0'117'0,"0"0"369"0,0 0 544 15,0 0-712-15,0 0-72 0,0 0-10 16,0 0-62-16,0 0-45 0,0 0-29 15,0 0-4-15,8-2-19 0,-8 5-10 16,0 5 3-16,-4 2-54 0,-2 5-16 16,-3 3 0-16,7-1 1 0,-4 2 25 15,0-1 12-15,-4-1-6 0,8-2-7 16,-5 2-3-16,7-5-2 16,-2 1-8-16,0-1 11 15,0-2-8-15,2-2-15 0,0-3 0 0,4 4 0 0,-2-5 0 16,7 3 15-16,1-3 20 15,2 1-6-15,1 0-13 0,9-4-16 16,-3 0 0-16,4-1-54 0,4-1-83 16,4-4-67-16,2-2-59 0,0 1-133 15,-8-2-588-15,10-2-518 0</inkml:trace>
  <inkml:trace contextRef="#ctx0" brushRef="#br0" timeOffset="192174.43">30380 3173 184 0,'0'0'78'0,"0"0"948"0,0 0-658 15,0 0-150-15,0 0 15 0,0 0-16 16,0 0 13-16,-35-52-14 15,31 50-43-15,2 0 4 0,2 2-37 16,0 0-19-16,0 0-60 0,0 3-61 0,-2 3-24 16,0 6-43-16,-2 4 53 15,0 12 14-15,-5 3 0 0,3 1 1 16,-2 4-1-16,0-4 18 16,-3-6-17-16,3 1 1 0,2-5 11 0,0-1-11 15,-3-6-1-15,5-1 13 0,4-6-14 16,-4 2 0-16,4-5-20 0,0 0-8 15,0-4-68-15,0 0-60 0,0 1-18 16,0-2 7-16,0 0 54 16,2-3 81-16,0-3 32 0,0-4 71 15,5-3 10-15,-3-5-36 0,-2-2-29 16,2-3 0-16,-2-2 13 0,0 0-26 16,2-4 0-16,0 2 10 0,-2-3-10 15,-2 2 20-15,2 3-21 0,1 0-2 16,1 3 26-16,-4 4-1 0,0 2 11 15,0 7-14-15,0 5 65 0,0 4 40 16,0 0 14-16,0 7-129 0,-7 6-12 16,5 11-92-16,-6 8 44 0,0 5 29 15,0 4 18-15,-1-1-1 0,3-1 0 16,0-4-11-16,0-5 13 0,0-2 1 16,-1-4 2-16,5-2-3 0,2-7-2 15,-2-3-1-15,2-2-23 0,0-4-9 16,0-2-13-16,0-3-58 0,0-1-6 15,2 0 12-15,-2-5 49 0,2-6 51 16,5-3 32-16,-3-4-3 0,-2-6-29 16,2-1-31-16,-2-3-14 15,0-2 9-15,0-1 14 0,0-2 2 16,0-2-5-16,0 4-1 0,0 0 6 16,-2 3-44-16,2 3 22 0,-2 10 42 15,0 5 23-15,0 7 64 0,0 5 93 16,-2 9-170-16,0 10-10 0,-4 14-13 15,2 5 13-15,2 5 48 0,0 4-6 16,2-6-10-16,0 3-3 0,0-5 10 16,2-2-4-16,0-5 16 0,4-5-3 15,0-4-28-15,7-4-20 0,-3-5 0 16,2-3-13-16,3-4-64 0,-1-4-77 16,3-4-26-16,-3-1-82 0,-5-4-507 15,7-9-824-15</inkml:trace>
  <inkml:trace contextRef="#ctx0" brushRef="#br0" timeOffset="43363.16">22439 9112 131 0,'0'0'0'0,"0"0"-38"0,0 0 38 15,0 0 14-15,0 0 5 0,0 0-3 16,0 0 17-16,12 4 16 0,-10-2-49 16,-2-2 368-16,0 0-198 0,2 0-115 15,-2 0-29-15,0 0 59 0,0 0 22 16,0 0-38-16,4 0-24 0,-2 0 7 15,-2 0-12-15,0 0 5 0,2 0 4 16,0 0 3-16,1 0 13 16,-3 0 46-16,2 0 6 0,-2 0 9 0,2 1-9 15,0-1-3-15,-2 0-20 16,2 0-13-16,0 2-32 0,0-2-4 16,0 0-19-16,2 0 0 0,-2 0 3 15,4 0-26-15,-4 0 46 0,3 3-1 16,-3-3-13-16,2 0-2 0,2 0 22 15,-2 0 6-15,4 0-6 0,-3 0-4 16,1 0-3-16,0 0-15 0,4 0 12 16,1 0-10-16,-1 0-14 0,2 0-21 15,3 0 0-15,-1-3 1 0,3 3-1 16,1-3 13-16,1 1 0 16,4 0-11-16,0 0 11 0,-1 0 3 0,7-2 32 15,0 2-6-15,2-2-17 0,0 1-23 16,2-2 12-16,0 0-14 0,2 1-3 15,1-1 3-15,1 2 1 0,-2-3-1 16,4 3-1-16,0-1-12 16,1 1 13-16,-1 1-2 0,0 0 0 15,-1-2 1-15,3 4-1 0,-2 0 0 16,2 0-1-16,-1 0 1 0,-3 0 1 16,4 0 2-16,-1 0 2 0,1 0-1 15,-2 0 10-15,3 0-9 0,1 0 16 16,4 0-6-16,-3 0 12 0,6-1-23 15,-5 0 33-15,11 1-31 0,6-2 43 16,6 2-27-16,2 0 5 0,-4 0 13 16,-10 0-6-16,-2 0 3 0,-2 0-13 15,1 2 4-15,-1 0-4 0,2 1 7 16,2-1-4-16,-1-1-3 0,5 2 25 16,-4-2-24-16,2 0-4 0,2-1 0 15,2 0-4-15,-2 0-4 0,0 0-9 16,4 0-1-16,-2-2 1 0,0-1 8 15,-2 2-10-15,6-1 0 0,-4 2-1 16,0 0-1-16,2 0-1 16,0 0 1-16,-4 0-1 0,2 3 1 0,0-1 2 15,-2 2-2-15,4 0 0 16,-6 0 0-16,0 3 0 0,0-4-1 16,2 4 3-16,0-3-11 0,0 3 9 15,-2-3-11-15,2 1 13 0,0 0 16 16,2-2-13-16,-4 0-2 0,-1 2 12 15,1-5-13-15,4 1 0 0,-6-1 11 16,-2 0-11-16,2 0-1 0,-1 0 1 16,-5 0 2-16,6 0 14 0,-15 0-16 15,-4 0 0-15,11 0 10 16,-13 1-10-16,2 1 1 0,5-2 2 0,-9 0 13 16,8 0-1-16,7 0-14 15,-5 0 0-15,0 0 11 0,1 0-12 16,-1 0-2-16,-3 0 1 0,1 0-1 15,0 0-1-15,1 0 3 0,-3 0 1 16,2 0 1-16,1 0-1 0,-1 0 1 16,-2 0 0-16,-2 0 20 0,3 0-10 15,1-2-11-15,-2 1-1 0,-2 0 2 16,-1-2 1-16,-3 1-2 0,-2 1 0 16,2-3 0-16,-2 4-1 0,-4-1-1 15,-3 0 1-15,5 1 0 0,-2 0-1 16,0 0-1-16,-2 0 1 0,-2 1 1 15,1 0 0-15,1 3-1 0,-2-4 0 16,-4 3-1-16,5 0-1 0,-7-3 3 16,2 1 0-16,-3 2-2 0,5-3 2 15,-9 0 0-15,5 0 4 16,-3 0-4-16,-1 0-19 0,-1 0-19 0,-4 0-22 16,3 0 6-16,-3 0-3 0,-2 0 7 15,-2 0-1-15,0 0 10 16,3 0-10-16,-5 0-22 0,0 0-23 15,-2 0-6-15,2 0-30 0,-2 0-28 16,0-2-27-16,-2 1-197 0,-2 0-334 16,-9-2-624-16</inkml:trace>
  <inkml:trace contextRef="#ctx0" brushRef="#br0" timeOffset="45127.99">22368 9257 17 0,'0'0'1460'16,"0"0"-1086"-16,0 0-199 0,0 0-155 15,0 0-19-15,0 0-1 0,0 0 29 16,0 0-6-16,0 0-4 0,0 0 13 15,42 4 11-15,-30-7 2 0,0 2 23 16,1-1 16-16,1-2 7 0,1 3-8 16,3 0 8-16,-3-2 12 0,3 0-26 15,-1 0 13-15,4 1-39 0,-1-3 1 16,3 3-20-16,0-3-3 0,4 3-13 16,-2-1 6-16,-1 1-9 15,7 1 31-15,0-1-18 0,0-1 0 0,7 2-4 16,-3-1 0-16,4-1 1 15,-2 3 2-15,7-1 1 0,-3-1 9 16,2 2-10-16,5 0 7 0,-3-1-13 16,9-1 3-16,12 0-9 0,7-2 9 15,-1 0 7-15,-2 0-4 0,-8-1-6 16,-4-1 0-16,-4 2-18 0,2 0 0 16,-1-1-2-16,3 2 1 0,-6 1-1 15,4 1 1-15,-2 1 0 0,-1 0-1 16,3 0 1-16,-2 0 0 0,2 1 0 15,0 1 19-15,-3 0-19 0,1-2 22 16,4 0-3-16,-4 0-3 0,-1 0-14 16,7 0 14-16,-8 0-15 15,4-2-1-15,2 0 1 0,-7 1 0 16,5 0-1-16,2-1-2 0,-6 2-1 16,4 0 3-16,1 0 1 0,-5-1 11 15,2 1 7-15,0 0 9 0,-1 0 4 16,1 0 6-16,4 0-10 0,-6 1 10 15,3-1-7-15,3 2 4 0,-4-2-23 16,2 1 16-16,0-1-24 0,-3 3-2 16,3-1 0-16,0 1-1 0,0 2-1 15,-4-1 0-15,5 0 0 0,-5 1-1 16,4 1 1-16,0 0 2 0,-5 0 8 16,5 0-10-16,-4 0 0 0,4 1 0 15,0-3 13-15,-5 1-11 0,5-2 15 16,-2 1-15-16,0-2 1 0,-1 1 0 15,-3-3-1-15,2 2 0 0,1-2 11 16,-9 0-12-16,-7 0-1 0,-8 0-1 16,4 0 1-16,2 0 3 15,6 0-1-15,11 0 1 0,-6 0-2 16,3 0 2-16,-3-2 10 0,3 1-10 16,-3 0 9-16,-1 1-10 0,1-1 0 15,-1 1-2-15,-3 0 3 0,3 0-3 16,-4 0 0-16,-1 0 0 0,1 0 0 15,2-1 2-15,-3 0 0 0,-1 0-2 16,-4-1 1-16,4 1 0 0,-4 1-1 16,5-1 0-16,-7 0 0 0,2 1-1 15,-2 0 1-15,-2 0 0 0,2 0 0 16,-4 0 0-16,2 0 1 0,2 0-1 16,-2 0 2-16,0 0-1 0,0 0-1 15,0 0-1-15,-2 0 0 0,0 0 1 16,-4 0-3-16,-2 0-1 0,1 0-14 15,-3 0 2-15,-2 0 1 0,-1 0-1 16,-3 0-7-16,-1-2-2 16,-1-1-3-16,-5 2-4 0,2-3 10 0,-1 2 0 15,-3-3 4-15,-2 2 14 16,2-1 4-16,0 1 0 0,-2-1 3 16,1 1 15-16,-3 0-5 0,0 1-10 15,2-1 13-15,-2 0-15 0,0 1 0 16,-2 1-1-16,2-2-16 0,0 3-6 15,-2-1-3-15,2-1 3 0,0 2 9 16,2 0 11-16,-2 0-10 0,0 0 11 16,3 0 1-16,-3 0 0 0,0 0-1 15,-2 0 0-15,0 0-3 16,2 0 1-16,0 0-9 0,0 0 9 16,0 2-1-16,-2-1 1 0,2 1 0 0,0-1 2 15,0 2 0-15,-2-1 1 16,6-1 2-16,-4 0 0 0,1 1 1 15,-3-2-1-15,4 2-2 0,-4-2-37 16,0 0-39-16,2 1-41 0,-2-1-51 16,0 0-78-16,0 0-165 0,0 0-339 15,-6-5-829-15</inkml:trace>
  <inkml:trace contextRef="#ctx0" brushRef="#br0" timeOffset="54498.86">27596 9312 40 0,'0'0'39'0,"0"0"-35"16,0 0 22-16,0 0-23 0,0 0 43 15,0 0-7-15,0 0-3 0,0 0 351 16,4 3-269-16,-4-1-81 15,0-2-37-15,0 0-72 0,0 0-16 0,0 0-26 16,0 0-36-16,2-2-39 16,2 0 27-16</inkml:trace>
  <inkml:trace contextRef="#ctx0" brushRef="#br0" timeOffset="55090.77">27600 9237 21 0,'0'0'45'0,"0"0"-6"0,0 0-9 16,0 0 28-16,0 0 1 0,0 0 6 15,0 0 199-15,0 0-104 0,0 0-20 16,33 56-13-16,-33-45-9 0,2 3-44 16,-2 0-18-16,2 3-11 0,0 2-6 15,-2 1-22-15,0 4-4 0,0 1-11 16,0 2 0-16,0 0 1 0,-2 2 14 15,-2 0 31-15,0 1 53 0,2 2 7 16,-6 1-17-16,0 2-27 0,-1 4 31 16,5 0 41-16,0 4-19 15,-4-4-72-15,-1-2-22 0,5-1 3 0,0-4-23 16,2-2-1-16,-2-1-2 16,4-2-2-16,-2-1-1 0,2 0-14 15,-2 2-12-15,2-2 13 0,-2 1-7 16,0 1-12-16,2-1-24 0,-2-2 4 15,2 2 20-15,-2-1 12 0,-5 2-10 16,7-2 1-16,-4 3 19 0,-2 1 13 16,2-2 0-16,2 0 2 0,-4 1 0 15,-3-1 15-15,5-3-16 0,-2-2 0 16,4-2-1-16,0-3 0 0,0-3-4 16,2-2-18-16,0-1-66 0,0-3-32 15,0 1-7-15,0-2-23 0,0 2-29 16,0-2-62-16,0-1 0 0,0 1-29 15,0-2-53-15</inkml:trace>
  <inkml:trace contextRef="#ctx0" brushRef="#br0" timeOffset="56109.18">27036 10606 151 0,'0'0'2'16,"0"0"41"-16,0 0-8 0,0 0 477 16,0 0-248-16,0 0-156 15,0 0-64-15,0 0-43 0,0 0 37 0,0 0 70 16,0 6 61-16,0 0 52 16,0 2-29-16,0-1-37 0,0 4-35 15,0-1-42-15,0 1-36 0,0 2-3 16,0 2 29-16,2-1-23 0,0 1 13 15,4 0-9-15,-2 1-23 0,9 0-4 16,-7 2 30-16,2 0 6 0,5 1-36 16,-3 0 27-16,2 2-20 0,5-5-28 15,-5 1 18-15,9-2-18 0,-5-1 18 16,5-3-16-16,-6 1 13 0,7-5-3 16,-5-1-1-16,-1 0 4 0,1-4-3 15,-3 2 3-15,-1-4-14 16,3 0 18-16,-7 0 5 0,5-4-25 0,-1-1 13 15,-3-1-10-15,4-2 1 16,-1 0 18-16,-1-3-6 0,5-2-15 16,-3 0 0-16,9-2 18 0,-2-4-16 15,-3 3-1-15,5-1 0 0,2-3-2 16,-3 2-48-16,3-1-16 0,2 1-26 16,-2-1 3-16,-4 2-6 0,-1 1-20 15,-3 3 19-15,1-2-3 0,-5 5-7 16,1 1-15-16,-5 1-60 0,-1 2-22 15,2 1-56-15,-6-1-107 0,0 3-174 16,-4 0-76-16</inkml:trace>
  <inkml:trace contextRef="#ctx0" brushRef="#br0" timeOffset="57827.76">27658 10653 70 0,'0'0'88'0,"0"0"-20"16,0 0-19-16,0 0 414 0,0 0-134 15,0 0-91-15,0 0-72 0,0 0-66 16,0 0-22-16,0 0-19 0,8 27-1 15,-8-27 1-15,0 0 38 0,0 0 62 16,0 0 55-16,-2 0-62 0,0 0-71 16,-4-2-36-16,-4-1-19 15,1 0 9-15,1-1-12 0,-4 0 0 16,-5-1-4-16,5-1-17 0,-9 2 0 16,0-5-2-16,3 1-13 0,-9 0 10 15,-4 0-16-15,4-1 16 0,-6 2-23 16,-2 0-3-16,-2-2 29 0,2 3 0 15,1 2 3-15,-1 0-1 0,0 0 11 16,2 0 3-16,4-2-13 0,-2 3-1 16,6 0 11-16,7-3-13 0,-5 4 0 15,6-2-2-15,-1 3-14 0,5-2 15 16,1 2-2-16,2-1-13 0,1 2-7 16,3 0-3-16,0 0 0 0,2 0-6 15,2 0-10-15,0 0-16 0,2 3-13 16,0 1 3-16,0 0 23 0,0 1 19 15,0 1 22-15,-2 0 3 0,2-1 1 16,-2 1 2-16,2-1 1 0,0 1-3 16,-2 0-13-16,2 0-7 0,0 0-6 15,0-1-9-15,2 3 15 16,2-2 7-16,0 1 10 0,0 0 3 16,6 0 29-16,-1 3 0 0,-5-5 1 15,4 3 25-15,0-1-10 0,1-1 0 16,-3 1 10-16,-2-1-22 0,4 1-20 15,0-1-12-15,-1 0 21 0,-1 1-6 16,-2 1 1-16,4-2-8 0,1 3-9 16,-1 0 0-16,-2-2 13 0,0 4 3 15,0-1-15-15,3-2 12 0,-1 3-13 16,-2-3 0-16,2 0 3 0,3 0 17 16,-3-3-19-16,-4-1 0 0,4 1 2 15,-3-1 10-15,3-2-12 0,-4 0 2 16,0-2 20-16,-4 0-10 0,4 0 0 15,-4 0-1-15,0-3-11 0,2-2-2 16,-2 0 1-16,0 0-2 0,0-2-21 16,0-1 20-16,0-2-10 15,0-2 12-15,0 2-2 0,2-5-23 16,-2 1 10-16,2-3-1 0,-2-2 1 0,2 0 3 16,1-1-3-16,-1 1 0 15,4-1 3-15,-4 1 0 0,0 0 10 16,0 1 1-16,-2 5 2 0,2-2 0 15,-2 6 26-15,0 2 3 0,0 2-13 16,-2 1-15-16,2 1-1 0,0 1 0 16,-2 2 1-16,2-1-1 0,0 1 0 15,-2 0-48-15,2 3-7 0,0 3 38 16,-2 3 17-16,2 1 20 16,-6 8-17-16,4 1 23 0,2 1 3 15,-3 3-13-15,1 0-14 0,2-2 18 16,0-1-19-16,0 1 2 0,2-4 0 15,1 1 13-15,5-3 4 0,-2-4-19 16,0 0 41-16,-2-2-16 0,5-3 6 16,1-1-9-16,-2 0-22 0,-2-4 15 15,3 1 0-15,-1-2 6 0,-4 0 4 16,2 0 9-16,-4-3-9 0,3-2 0 16,-1-2 0-16,0-1-4 0,-2-3 4 15,4 0-7-15,-2-4-16 0,2-3 1 16,-1 0-3-16,-3 0-1 0,2-1-4 15,0 2-18-15,-2 1 6 0,4 1 3 16,-4 2 10-16,0 4-10 0,2 0 11 16,-2 1 0-16,-2 3-2 0,0 2-12 15,3 0-6-15,-1 3-14 0,-2 0-15 16,0 0-4-16,2 0 33 16,-2 6 22-16,4 3 1 0,-4 5 28 15,2 1 3-15,-2 3-10 0,0 4-2 16,0-2-19-16,2-1 15 0,-2 1-13 15,0-4-1-15,2 0 0 0,2-2-2 16,-2-3-2-16,0-2-11 0,4 0 10 16,-3-4-16-16,1-1 19 0,-2-2-1 15,6 0-2-15,0-2 3 0,1-2 17 16,-1-4 18-16,0-2 4 0,2-3-7 16,1 1 0-16,-3-1 0 0,2-1-6 15,1-1 6-15,-5 1-10 0,0 0-9 16,-2 1-11-16,7 0 0 0,-7 3 1 15,0 2-3-15,0 4-19 0,-4 0-13 16,2 1 0-16,-2 1 7 16,4 0 12-16,-2 1 13 0,-2 2 1 15,2 0 21-15,-2 2 1 0,2 1-1 16,5 4 7-16,-5-4-6 0,-2 1-23 16,4-1-2-16,0 0-10 0,0 0-46 15,-2 0-54-15,6 1-65 0,1-4-95 16,1 0-214-16,-4-1-184 0,9-2-567 0</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37:33.632"/>
    </inkml:context>
    <inkml:brush xml:id="br0">
      <inkml:brushProperty name="width" value="0.05292" units="cm"/>
      <inkml:brushProperty name="height" value="0.05292" units="cm"/>
      <inkml:brushProperty name="color" value="#FF0000"/>
    </inkml:brush>
  </inkml:definitions>
  <inkml:trace contextRef="#ctx0" brushRef="#br0">982 2669 18 0,'0'0'62'16,"0"0"525"-16,0 0-483 0,0 0-104 16,0 0-22-16,0 0 20 0,0 0-5 15,-29-9 7-15,25 6 23 0,0 0 22 16,0 1-22-16,-3 0 13 0,1-2 78 16,2 3-29-16,0-2 16 0,2 2-46 15,0-1 33-15,0 1 94 0,2 1-29 16,0-1-36-16,0 1 10 0,0 0-27 15,0 0 11-15,-2 0-8 0,2 0 1 16,0-2 6-16,0 2 6 0,0 0 4 16,0 0-1-16,0 0-3 0,0 0 2 15,0 0-9-15,0 0-10 16,0 0-9-16,0 0-27 0,0 0-18 16,0 0-17-16,0 0 1 0,0 0-7 15,0 0-18-15,0 0-3 0,0 0-1 16,0 0-1-16,0 0 1 0,0 0 1 15,2 0 46-15,2 0-6 0,2 0 4 16,-2 2-14-16,-2-2-12 0,4 1 0 16,-1 1 0-16,-1-1-3 0,2 2-3 15,2-2-10-15,2 0 19 0,1 3-10 16,1-2 1-16,3 0 0 0,-5-2 12 16,2 3-6-16,3-3-4 0,-3 1 7 15,7 1 10-15,-5-2 2 16,3 2 1-16,-1-2 2 0,3 0 5 15,0 0-11-15,-1 0-3 0,5 0-12 16,-2 0 9-16,1 0-3 0,1 0-4 16,-2 0-5-16,2-2-1 0,-1 2-10 15,-3 0 17-15,6 0-6 0,-3 0-11 16,1 0 16-16,0 0-16 0,4-2 23 16,-7 1-12-16,5 1-1 0,0-1-11 15,0-1 15-15,0 0 15 0,-1 1-13 16,1-1-16-16,6-1 0 0,-6 1-1 15,2-1 1-15,2 0-1 0,0-2 3 16,0 3-1-16,4-3 9 0,-2-1-9 16,0 2-1-16,2 0-1 0,-2-1 2 15,0 1-2-15,-2 2-1 0,0 0 1 16,4-1-1-16,-4 1 0 16,2 0 1-16,8-1-1 0,-4 1 47 15,5 0-25-15,-3-1-21 0,0 2 1 16,2-1-2-16,-2 2 0 0,5 0-1 15,-5 0 1-15,0 0-2 0,0 0-1 16,-1 3-9-16,3-2 12 0,-2 1 0 16,4 0 1-16,1-2-1 0,-5 0 3 15,4 0-3-15,-1 0 2 0,3 0 11 16,-2 0-11-16,-1-2 1 0,1-1 12 16,2 2-2-16,-1-3-12 0,-3 2 1 15,2-2 0-15,3 2 1 0,-3-1-2 16,-2 0-1-16,1 0 0 0,1 0 2 15,0 0-1-15,-1 1-1 0,3-1 2 16,0-2-2-16,1 2 0 0,-5 1 1 16,2 1-1-16,3-1-1 0,-5 0-1 15,-2 0 2-15,5 0 0 16,-1 0 1-16,-2 1-1 0,3 1-1 16,-3-1 0-16,2 1-8 0,5-2 9 15,-7 2 11-15,2-1-11 0,-1-1-3 16,1 0 2-16,-2 2 1 0,0-5 2 0,-1 4 13 15,-1-2-15-15,2 0 2 0,-4 1-2 16,0 0 2-16,-1-2-2 16,-1 3 0-16,-2-2-2 0,0 2-1 15,-5-1-15-15,6 1 5 0,-4 0 11 16,-1 1 1-16,0 0 1 0,-2 0 0 16,-2 0 0-16,2 0 13 0,-3 0-13 15,-1 0-2-15,2 0 1 0,-3 0 1 16,-1 0-1-16,-3 0 1 0,3 0-1 15,-2 0-3-15,-1 2-11 0,1 0 12 16,-3-2-12-16,1 2 13 16,-1-2 1-16,-4 2 1 0,5-1-1 15,-5 2-1-15,-1-3-1 0,1 2 2 16,-2-1-1-16,0 1 1 0,-1-2-1 16,3 0 2-16,-4 2-1 0,2-1 1 15,-1 2-1-15,1-3 1 0,0 0 0 16,0 2 1-16,1 2-1 0,3-4 1 15,-2 1-1-15,1 0 0 0,3-1-1 16,-1 0-14-16,-3 0 13 0,4 0 1 16,-3 0 0-16,-3 0 0 0,4 0-1 15,-3 0 1-15,-3 0 0 0,4 0 0 16,-1 0-1-16,-1 2-10 0,-2-2 12 16,6 1 0-16,-1-1-3 0,-1 0-19 15,2 2 10-15,1-1 9 0,-5 0-1 16,7 0-11-16,-5 2 3 0,-2-1 10 15,-2 0-11-15,5 0 10 0,-5-1 1 16,0 0-1-16,0 0 1 16,3 0-1-16,-5 1-10 0,4-2 10 15,-2 2-12-15,0 1-1 0,-1-2-2 16,1 1-14-16,0-2 1 0,-2 0-6 16,2 0-10-16,0 2-12 0,-3 0-21 15,3-1-35-15,-2-1-43 0,2 2-67 16,-2 2-106-16,2 0-121 0,-3-1-195 15,-3 4-761-15</inkml:trace>
  <inkml:trace contextRef="#ctx0" brushRef="#br0" timeOffset="6874.51">2512 4009 249 0,'0'0'202'0,"0"0"-202"15,0 0-62-15,0 0-26 0,0 0 46 16,0 0-7-16,0 0-121 0</inkml:trace>
  <inkml:trace contextRef="#ctx0" brushRef="#br0" timeOffset="7364.5">3361 4085 9 0,'0'0'26'0,"60"0"-7"0,-31 0 69 0,2 0-62 16,-2 0 4-16,2-1-27 0,0-1 13 15,2 2-15-15,-2 0 2 0,-2 0-2 16,2 0 0-16,2 0 0 0,-4 3-2 16,2 0 1-16,2-1-2 15,-2 0-28-15,2 4-61 0,-8-3-9 16</inkml:trace>
  <inkml:trace contextRef="#ctx0" brushRef="#br0" timeOffset="7928.96">7551 4065 16 0,'0'0'359'0,"89"-6"-157"0,-48 1-104 16,1 2-62-16,-1 0-33 0,-2 1-2 16,3 0-1-16,1-1 0 0,-2 0-65 15,1-1-20-15,-1 2-29 16,1-2 19-16,-1 1 11 0,0-1 45 15,-2 0 35-15,-1 1-11 0,3 0 15 0,-4 2 1 16,0 1 0-16,5 0-1 16,-3 0 0-16,0 0-1 0,3 0-77 15,-11-1-59-15</inkml:trace>
  <inkml:trace contextRef="#ctx0" brushRef="#br0" timeOffset="8611.82">9862 3941 23 0,'0'0'0'15,"87"-1"0"-15,-41 0 124 0,-5 1-66 16,4-1-41-16,1 1-4 0,-5 0-12 15,3 0 0-15,3 0 32 0,-3 0 9 16,1 0 23-16,0-3 7 0,1 2-10 16,-1-1-13-16,5 0-23 0,-2 1-13 15,-3 1-12-15,5 0 0 0,5 0 0 16,8 0 1-16,7 0-2 0,-8 0 0 16,-11 1-12-16,-13 1 10 0,-7-2-14 15,8 0-10-15,0 3 22 0,9 0-12 16,-1-1 15-16,-1 1-1 0,-1 2 1 15,3-1 0-15,4-1-1 16,-3 1 2-16,1 0 0 0,-3-3 0 16,-5 2-3-16,7 0-10 0,-5-2-3 15,5 2 16-15,-3 1 0 0,-1-2-1 16,3 0 1-16,-5 0-1 0,1-2 1 16,3 2 0-16,-8-2 2 0,3 2-2 15,-1-2 0-15,0 0-15 0,-1 0-28 16,1 0-22-16,0 0 3 0,3 0 13 15,-5 0 14-15,0 0-11 0,3 0 17 16,-3 0-1-16,0 0 4 0,-2 0 25 16,1 0 1-16,-3-2 0 0,4 1 0 15,-2 0 1-15,0-1 0 0,-1 0 12 16,3 0 0-16,-4-2-11 0,0 1 1 16,-2 3 10-16,0-2-13 0,0 0 0 15,-4 0 1-15,2 0 0 16,2-1-1-16,-4 2 0 0,2-1-2 15,0-2 2-15,-2 3 3 0,-2-2 13 16,2 2-14-16,0-1 1 0,-2 1-1 16,0-1-1-16,-2 1-1 0,1 0 0 15,1 0-3-15,-4-1-10 0,4-1 1 16,0 0 12-16,0 3 0 0,-2-4 0 16,-3 2 0-16,5-1 3 0,0 1 10 15,-2-1-11-15,0 1-2 0,4-1-31 16,-9 1-89-16</inkml:trace>
  <inkml:trace contextRef="#ctx0" brushRef="#br0" timeOffset="8815.11">14354 3849 13 0,'0'0'75'0,"62"-7"-10"16,-29 3-35-16,-2 0-18 0,0-1-12 15,2 2-4-15,-2-2 2 0,0 2 0 16,2 1 0-16,-2-1-2 0,4 1 1 16,-1 0-16-16,-1 0-14 0,2 1-58 15,0-1 56-15</inkml:trace>
  <inkml:trace contextRef="#ctx0" brushRef="#br0" timeOffset="8891.12">15121 3796 87 0,'0'0'94'0,"68"-2"-32"0,-33 1-32 16,-2 0-27-16,3 1-3 0,-3 0-62 15,2 0-62-15,-10 0 34 16</inkml:trace>
  <inkml:trace contextRef="#ctx0" brushRef="#br0" timeOffset="11507.61">15760 3787 117 0,'0'0'121'16,"49"-3"-36"-16,-18 3-23 0,2-2-26 15,0-1-34-15,1 3-2 0,-1-2-1 16,2 2-61-16,-2-1-23 0,0-1 26 15,0 1 20-15,6-2 16 0,-6 1 22 16,0 0 0-16,0 0 1 0,1 1 39 16,-1-2 13-16,-6 3-19 0,6-1-23 15,-2 1-9-15,0 0-2 0,0 0 0 16,2 0 0-16,0 0-12 0,-2 1 12 16,0 1-35-16,2-1 19 0,-4-1 1 15,0 0 13-15,-2 0 1 0,-3 0 2 16,1 0 10-16,2 0 62 0,0 0 52 15,0 0 20-15,-4 0-8 0,6 0-28 16,-3 0-33-16,-1-3-26 0,0 3-28 16,0-1-21-16,4-1 0 0,-2 1 0 15,-1-1 2-15,1 0-2 16,0 2-2-16,4 0 1 0,-2-1 1 16,2 0-1-16,-2 1 0 0,0 0-2 15,-2 0 1-15,0 0 0 0,-2 0-31 16,1 0 7-16,1 0-10 0,-2 0-9 15,-2 0-21-15,6 0 1 0,-4 0-3 16,2 0 9-16,-3 0 0 0,1 0-12 16,0 0-14-16,0 0 16 0,-5 0 27 15,1 0 19-15,2 0 7 0,-5 0 15 16,1 0 1-16,-2 0 13 0,3 1-13 16,-7 0 1-16,3-1-1 0,-1 0 1 15,-1 0 2-15,-1 2 23 16,1-2 33-16,0 2 29 0,-1-1-3 15,3-1 3-15,1 0-23 0,2 2-6 16,-3-2-27-16,5 0-15 0,1 0-15 16,-1 0-2-16,2 0-1 0,0 0 1 15,-1 0 1-15,5 0-1 0,-4 0 3 16,2 0 43-16,-2 0 12 0,3 0-12 16,-1 0-4-16,0 0 14 0,-2 0-14 15,2 0-9-15,-1-2-20 0,3 2 0 16,-4 0-13-16,4 0-1 0,0 0 1 15,-2 0-1-15,-3 0-1 0,9 0 1 16,-6 0-19-16,2 0 20 0,2 0 1 16,-4 3 0-16,2 0-1 0,4-2 0 15,-2 1 1-15,-1-1-1 0,3 1 0 16,0 0 1-16,3 1-1 0,-1-2 2 16,2 0-1-16,0 0 2 0,0-1-1 15,0 2-2-15,2-2-1 0,-4 0 0 16,3 0-2-16,-3 2 3 15,0-2-3-15,0 0 1 0,0 0 2 16,0 0-1-16,2 0 0 0,-2 0 0 16,4 0 0-16,-1 0-19 0,-1-2 19 15,0 2 0-15,0-2-1 0,2 1 1 16,-4-1 1-16,4-1 22 0,3 1 17 16,-3-1-12-16,-2 1-1 0,4 1-23 15,-1-2 10-15,-1 0-12 0,0 0-1 16,0 1-1-16,0 0 0 0,1 0-2 15,-3 0-14-15,2-2 14 0,-4 4-10 16,2 0 0-16,-2 0 10 0,0 0-17 16,0 0 7-16,-2 3-3 0,5 0 15 15,-5 1-3-15,4-2 1 0,-4 1-15 16,2 2 18-16,-2-1 0 16,0-2-1-16,0 3 0 0,2-2 1 0,-4 0 0 15,2 0 0-15,-2 2 2 16,0-3 24-16,2 0-24 0,-4 0 11 15,-1 0-10-15,3-2-1 0,-2 1 11 16,0-1 4-16,2 0-14 0,-4 0-1 16,2 0 1-16,0 0 10 0,-1 0 0 15,1-1 1-15,0 0-11 0,2-1 10 16,0 1-10-16,0-1-2 0,0 1 2 16,0 1-3-16,-2-4-2 0,2 4-1 15,-2 0-30-15,-3-2-9 0,1 2 10 16,2 0 9-16,-4 0 3 0,4 0 18 15,-2 0-14-15,-1 0 15 16,-1 0 0-16,4 0-2 0,-4 0 2 16,-1 0-1-16,1 0 2 0,0 2 12 15,0-2 30-15,1 4-19 0,-1-4 7 16,0 3 5-16,-2-3-5 0,1 2-1 16,1-1-26-16,-2 0 10 0,1 0-11 15,1 1 2-15,-2 0-2 0,2-1 11 16,-1 1-13-16,1-1 0 0,-2 0 2 15,-1 0-2-15,3 0 0 0,-4 1 0 16,3-2 1-16,-1 0 1 0,0 0-2 16,4 0 0-16,-1 0 0 0,-1 0 2 15,2 0 1-15,2 0-3 0,0 0-3 16,-2 0-13-16,1 0-7 0,-1 0 7 16,0 0 13-16,0-2-20 0,0 1 22 15,-3 0-1-15,3 0-15 16,0 0-2-16,-4-1 16 0,3 1-1 15,-1 0-12-15,-2-2 13 0,4 3-10 16,-1-3 12-16,-1 1 0 0,0-1 0 16,0 2-3-16,2-2-9 0,-3 0-9 15,3 1 5-15,-4 0 16 0,4 2 0 16,-3 0-1-16,5-1 0 0,-4 1 2 16,4-1 1-16,-2 1 22 0,1 0 9 15,3 0 4-15,-2 0-7 0,4 0 14 16,0 0-1-16,-2 0 4 0,2 0-7 15,2 2 6-15,-2-2-6 0,4 4 10 16,-2-1-23-16,1 1-13 0,1-1-13 16,-2 0 2-16,2-1 2 0,-2 1-2 15,2 1 13-15,0-3-15 0,-2 1 0 16,7 1 2-16,-5-2 0 0,-2 1 14 16,4-1-13-16,-4 0 10 0,0 1-13 15,0-1 0-15,0-1-1 0,0 1 0 16,3 0 1-16,-1-1-2 0,0 2 2 15,2-2 0-15,-2 2 23 16,2-1-23-16,1 0-2 0,-3 2-14 16,4-3 16-16,-2 2 1 0,3-1 1 15,-1 2-1-15,2-2-1 0,0 1-13 16,-1-1-13-16,-1 0 3 0,0-1 20 16,1 2-13-16,1-1 15 0,-2-1-1 15,0 0 0-15,3 1-1 0,-3-1 3 16,4 2-1-16,-3-2 0 0,3 0 1 15,1 0-1-15,-1 1-1 0,0 1 2 16,3 1 0-16,-5-3 0 0,5 2-1 16,-5-2 1-16,5 0 0 0,-7 0 1 15,2 0-1-15,-2 0 1 16,5 0-1-16,-7 0 3 0,0 0-3 0,3-2-2 16,-1 0 2-16,2-1-10 15,0 2 10-15,-1 1 2 0,3-2-1 16,-1 1-1-16,-1 1-2 0,2 0-14 15,5 0-10-15,-7 0 3 0,3 0 0 16,1 0 21-16,-2 0-21 0,-1 0 23 16,3 0 0-16,-3 0-1 0,-1 0 1 15,2 0 3-15,1 3-1 0,-3-3 0 16,5 0-2-16,-3 1 0 0,0 1 0 16,1-2 2-16,3 1-1 0,-5 1 0 15,1-2-1-15,3 0-1 0,-3 2 1 16,0-2 23-16,3 1 22 0,-3 0-15 15,1 0-1-15,3 2-16 0,-5-3 3 16,1 1-14-16,2 0-2 0,-1 1 13 16,-5-2 14-16,2 1-5 0,5-1 4 15,-3 2 13-15,1-2-16 0,-1 0 32 16,-1 0-3-16,-1 0-16 16,-2 0 3-16,5 0-6 0,-5 0-30 15,0 0 13-15,-4 0-16 0,5 0 0 16,-3 0-13-16,2 0 12 0,-2 1-12 15,0-1 0-15,-1 3 10 0,-3-2-26 16,4 2 6-16,-2-1 22 0,-2 4 2 16,6-3 1-16,-4 0-2 0,7 1 17 15,-7 2-17-15,2-3-2 0,0 3-21 16,-4-2 23-16,5 1 13 0,-5 0-13 16,0 1 0-16,0-1 0 0,0 1-12 15,0-1 12-15,-2 1 0 0,0 0 0 16,2 0 0-16,-4 0 0 0,2-2 3 15,0 4-1-15,0-3-2 0,0 1 1 16,-4-1-11-16,6 0 10 16,-2-2-2-16,-2 3 2 0,2-4 1 15,0 2 1-15,-2-2-1 0,0 2 23 16,0-2-24-16,0 1 0 0,-2-1 0 16,6 1-3-16,-4 0 6 0,4-2 4 15,0 2-5-15,0 0-2 0,4 0-1 16,-4-1 1-16,6 2 1 0,-1-1-1 15,-3 1 0-15,4-1-14 0,-4 2 14 16,4 0 1-16,-3 1 34 0,1 0-12 16,4 0-23-16,-2 1-1 0,-1-1 1 15,-1 0 0-15,0 0 2 0,-4 1-1 16,2 0-1-16,0-2 0 0,1 1 0 16,-5 0 0-16,2 0-10 0,0 0 10 15,-2 0-2-15,0-1-1 16,0-1 1-16,-2 3-14 0,-2-1 15 15,1-2 0-15,-1 0-3 0,0 2 4 16,4-1 4-16,-2 1-4 0,0-1-10 16,0 1 10-16,0 2 0 0,2-2-2 15,-2-1 2-15,-4 2-3 0,8 0 1 16,-8-1 1-16,-1 0 1 0,-5 0-45 16,4-1-40-16,-7-2-9 0,-1 3-10 15,-5-2 10-15,3-1-7 0,-5 1 16 16,-2-2-13-16,-2 1-6 0,-2-2-85 15,-2 0-121-15,0-1-58 0</inkml:trace>
  <inkml:trace contextRef="#ctx0" brushRef="#br0" timeOffset="15397.94">11524 3910 40 0,'0'0'17'0,"0"0"-4"0,0 0 9 15,0 0 47-15,0 0 390 0,0 0-296 16,0 0-110-16,0 0-27 0,-37 14 0 16,35-14 26-16,-6 0-20 0,8 0-12 15,-2 0-17-15,0 0 10 0,2 0-13 16,0 0 0-16,-3 0-19 0,3 0-7 15,0 0-13-15,0 0 6 16,0 2 33-16,0-2 0 0,0 0 94 16,0 0 30-16,0 0 42 0,0 0 26 15,0 0-23-15,-2-2-78 0,2 1-48 16,-4-1 9-16,0-1-19 0,0 2-33 16,0-3-16-16,-4 2 0 0,-1 0-7 15,-1 0-32-15,2 0-23 0,-5 1-20 16,-1 0 40-16,1 1 22 0,-3 0 13 15,-3 0-9-15,-1 0-7 0,-3 2 39 16,0 0 19-16,2 1 46 16,-5 0-26-16,-1-1-13 0,0 1-10 0,-2 2 7 15,-4-1-21-15,2 1-2 0,-4 1-6 16,2-2 3-16,0 2-14 0,-7-1-2 16,3 1-23-16,-2-2-4 0,2 0-6 15,-1 0 39-15,-3-2-36 0,4-1 36 16,0 1 12-16,-5-2 1 0,5 0 3 15,0-3 23-15,2 0-9 0,-5-1-4 16,3-1 32-16,2 1 20 16,-2-2-35-16,2 0-11 0,-2 0-1 15,3-1-18-15,-1 1-16 0,-2 0-33 16,2 1 36-16,-6 0-65 0,5 2-6 16,-3-3 6-16,-2 3-23 0,2-2 13 15,-7 2 39-15,3-1 19 0,-5 3 30 16,1 0 0-16,-1-3 14 0,-6 4-12 15,5-1 20-15,-1 1 11 0,-8 0 0 16,2 0 6-16,-12 0 3 0,2 3 10 16,16-1-3-16,1-1 10 0,10-1 2 15,-1 1-8-15,-3 1 5 0,4 0-22 16,-13 1 29-16,-12 2 10 0,-9 0-46 16,3 1-13-16,6 1-3 0,6-2-3 15,2 3-10-15,5-3-1 0,-7 1 1 16,4 0-13-16,0 0 13 15,-1-1 3-15,-3 1 20 0,2-2 16 16,-2 0-3-16,0-1 42 0,2 1-20 16,0-2 23-16,3 0-23 0,-3 0-22 15,2-2-36-15,0 0 0 0,-3 0-16 16,3 0-20-16,-2-2-22 0,-2-2-17 16,4 0-3-16,-6 1 30 0,0 2-14 15,3-2 13-15,-5 1 13 0,2 0 20 16,0 0 15-16,-2 1 1 0,2 0 30 15,0 1-30-15,-2 0 0 0,0 0 17 16,0 0-16-16,0 0 0 16,0 0 24-16,0-2 14 0,-2-1 13 0,0 2 32 15,2-3-32-15,0 1-3 0,2 0-1 16,-2 0-22-16,-3-2-22 16,1 2-4-16,-2-1-17 0,2 0 15 15,-2 1-21-15,0-1-6 0,0 1-10 16,-2 2-52-16,-3-2 30 0,3 2-50 15,0 1 24-15,0-2 12 0,-1 2 10 16,1 0 16-16,2 0 25 0,0 0 23 16,0 0 2-16,2 0 11 0,2 0-9 15,-5 0 13-15,3 0 76 0,-2 0-8 16,4 0-35-16,0 0-13 0,0 2-5 16,4-2-31-16,0 0-19 0,-4 0 2 15,5 0-15-15,-1 0-17 0,6 0 16 16,-4-2 11-16,5 0-11 0,-1-2 33 15,-2 1 36-15,4 0 6 0,7 0-19 16,4 1 0-16,8 1 19 0,4 0 13 16,-8 1-25-16,-11 0-14 0,3 0-16 15,-9 0-20-15,7 0 1 0,-5 2 6 16,5 0 11-16,-3 1 1 16,1 0-10-16,3 0 11 0,-3-1 16 15,1 0 23-15,5 2-39 0,-5-2-1 16,5 1 1-16,4-1 3 0,-3-1 43 15,3 2-27-15,4-2 1 0,0-1-18 16,4 2 11-16,0-2 6 0,-2 0 33 16,8 1-3-16,3-1 9 0,-5 2-55 15,2-2-2-15,7 1 1 0,-5 0-2 16,7 0 1-16,-5-1 9 0,9 1-7 16,-5-1 20-16,7 0 13 0,2 0-7 15,0 0-29-15,-1 0-13 0,5 0 13 16,-4 0-2-16,6 0-11 0,-2 0-29 15,2 0-75-15,0 0-149 0,0 2-76 16,0 0-12-16,2-1-86 0</inkml:trace>
  <inkml:trace contextRef="#ctx0" brushRef="#br0" timeOffset="21433.52">2400 4955 298 0,'0'0'1508'0,"0"0"-1206"0,0 0-30 15,0 0-36-15,0 0-30 0,0 0-55 16,0 0-51-16,0 0-33 0,0 0-58 15,0 0-5-15,6 35 59 16,4-14 8-16,5 6-8 0,-5 4-12 0,7 2-35 16,-5-1-3-16,1-5-13 0,3 1 0 15,-3-4-16-15,1-5-13 16,-4-2 1-16,3-2 12 0,3-3-6 16,-5-3 6-16,5-1 16 15,-3-3-2-15,3-4-1 0,-1-1 3 0,-1-1 0 16,5-6 4-16,-1-5 18 0,-3 0-21 15,5-2 15-15,-5-3-15 0,3 0 2 16,-3-4-2-16,1 2 15 0,-1-1-15 16,-1-1 0-16,1 0 2 0,-3 4 8 15,3 2-11-15,-5 3-19 0,0 4-13 16,3 4 3-16,-3 4 29 0,1 0 7 16,7 8 15-16,-5 4 16 0,5 4 7 15,-1 2 9-15,3 3 3 16,3-1-16-16,-4 2-38 0,3-5-2 0,-3-2 0 15,4-2 0-15,-1-4 25 16,-3-2-10-16,4-1-15 0,-5-2-1 16,-1 0 0-16,2-4 1 0,-7 0 1 15,7 0 10-15,-5 0-12 0,-2-4 0 16,3-2-2-16,-5 1-1 0,5-1 2 16,-3-1 0-16,-4 0 0 0,7-2-18 15,-5-2-3-15,1 2 0 0,3-1 20 16,-4 0-11-16,3 0 10 0,3 1-23 15,-3 3 7-15,3 4-12 0,-3 2 12 16,3 5 19-16,1 7 22 0,5 6 6 16,-5 3 10-16,6 4 4 0,4 0-20 15,-3-1-22-15,-1 2 12 0,2-6 1 16,2-2-10-16,0-5 23 0,-3-1-23 16,3-5-3-16,0-2-3 15,0-1-1-15,-2-4 3 0,0 0 1 0,0-1 2 16,-1-3 1-16,-7-3 0 15,8-2-1-15,-5 1 9 0,-3-2-9 16,1 0 9-16,-1-1-9 16,2 0-2-16,-5 0-1 0,5 0 1 0,-5-3 2 15,7 1-2-15,-7-1 0 0,7 3 0 16,-2 2-2-16,-1 2-33 0,5 2 20 16,-4 5-1-16,5 2 13 0,1 9 0 15,-2 1 3-15,0 5 3 0,6-2-1 16,-3 3 0-16,1 0-1 0,2 0 2 15,0-5-3-15,-2-1 0 0,4-4-3 16,0-2 2-16,0-2 1 0,2-4 0 16,0 0 3-16,0-4-2 0,0-3 1 15,0 0 0-15,-2-2-2 0,3 0 0 16,-3 0-16-16,2-2 4 0,-4 1 12 16,2 0 0-16,0 2-36 15,-5-1 20-15,1 1 0 0,4 3 14 0,-2-1-1 16,2 3 0-16,0 2 3 15,-2 1 2-15,2 2 36 0,2 3 3 16,0 2-6-16,0-2-10 0,1-1-23 16,1 2 0-16,2-3 11 0,0 0-10 15,2-3-2-15,3 0-1 0,-1-6-1 16,0-2-2-16,-1 2-13 0,3-2 15 16,-2 0-12-16,1-1-15 0,-3 2 6 15,2 0-7-15,-1 1 26 0,-1 0-8 16,-2 0 11-16,-2 5 0 0,2-1 0 15,-1 2 0-15,-3 3 12 16,2 4-10-16,2 3 17 0,0 0-3 16,0-1 22-16,1 1 0 0,-1-3 3 15,4 0 0-15,-4-6-9 0,9-1-7 16,-3 0 3-16,-1-4-15 0,1-1-11 16,0-5 0-16,3 0-1 0,-5 2-1 15,3-1 0-15,-5-3-1 0,2 2-12 16,-6 2 13-16,7-2-3 0,-3 1 1 15,0 0 1-15,1 1 0 0,-3 0-1 16,4 2 1-16,-2 3-12 0,1 2 13 16,-3 1-2-16,2 4 1 0,-2 2 1 15,1 3 1-15,-1 1 1 0,2 2 1 16,-2-2 10-16,3-1-12 0,-1 0 1 16,-4-3 11-16,8-1 3 0,-1-3-1 15,1-2-2-15,-1 0 6 16,1-4-7-16,0-2-12 0,-1 0 0 15,1-2 1-15,0 0-1 0,1 1 0 16,-3-1 0-16,3 0 0 0,-5 2 0 16,2-1 0-16,-1 3 0 0,-3 1-1 15,4 2 0-15,-4 1-1 0,1 2 0 16,3 5 2-16,-2 3 0 0,2 3 2 16,-1-1 14-16,3 2-13 0,-2-2 9 15,3 2 4-15,-1-4 0 0,3 0 6 16,-1-2-19-16,3-1 12 0,-1-3-13 15,9-3-1-15,-6-1-1 0,1 0 0 16,5-1-1-16,2-6-1 0,14-2 0 16,1 1-10-16,-11 0 10 0,-6-2-1 15,-11 5 1-15,-10-2 0 0,-6 3-1 16,0-1 1-16,6-1 2 0,5 0 0 16,3 2 1-16,0-2-1 0,-1 5-1 15,-1 1 1-15,0 0 1 0,-1 4 0 16,1 2 15-16,2 3-3 0,-3 1 2 15,1-1 5-15,2 1-4 16,1-1-1-16,-1-4 4 0,5 0-16 16,-1-2 13-16,1-3-13 0,6 0 12 15,-5-1-15-15,1-4 3 0,0-1-3 16,-7-1-2-16,4 0 2 0,3-4-2 16,-9 1 1-16,7 2-1 0,-3-2 0 15,-5 2 1-15,3 0-2 0,-4-1 2 16,1 1-1-16,-3 3 0 0,-4-1 2 15,0 3 1-15,0 0 1 0,-2 3-1 16,0 0 0-16,-6 0 12 0,2 6-10 16,-2 3 9-16,1-1-10 15,-3 4-1-15,0-1 1 0,2-1 11 0,0 1-12 16,-3-1 0-16,3-1 1 16,0-3 10-16,4-2 4 0,-4-1-13 15,6-3 0-15,-2 0 0 0,2 0 13 16,0-6-15-16,-2 0-1 0,2-4 1 15,2 1 0-15,-4-3 1 0,2 2-1 16,-2-2 0-16,-5-2 1 0,3 3-2 16,-2 0 2-16,4-1-2 0,0 0-1 15,-4 2 0-15,2 2 1 0,1 1-1 16,-1 3 0-16,2 1 1 0,2 3 2 16,-2 3 11-16,-2 2-10 0,4 5-1 15,-2 0-1-15,0 1-1 0,2 0 0 16,-2-1-1-16,2 0 1 0,0-2 0 15,0-3 1-15,0 3-1 0,0-4 0 16,-4 0 0-16,6-2 0 0,0-2 2 16,2 0-1-16,2-6 1 0,-1-1 11 15,-1 0-12-15,-2 0 1 16,0-3 1-16,-2 4-1 0,0-2-1 16,-4 1 15-16,4-3-15 0,-4 3-1 15,-3 1 3-15,7-1-3 0,-4 1 0 16,-2 2 0-16,4 2 1 0,-2 2 2 15,0 0 9-15,4 2 0 0,0 2 4 16,2 3-14-16,-2 1-2 0,0-1 0 16,4 1-1-16,-2 0 1 0,0-2 2 15,4 0-2-15,-2-1 0 0,5-3 0 16,-1 0 3-16,2-2 13 0,1 0-14 16,-5 0-1-16,6-2 0 0,-3 0 1 15,5-2 0-15,-8 0 1 0,7 0-2 16,-5 1 11-16,4-1-12 0,-3-1 0 15,-1 2 0-15,0 0 3 0,-2 2-2 16,1 1-1-16,-3 0 0 0,0 0 0 16,-2 4 1-16,-2 4 0 0,-4 2 0 15,4 1-1-15,0 4 2 0,-4 5 10 16,4-1-10-16,-2 4-2 16,0-1 1-16,2 1 1 0,0-2 0 15,0-1 11-15,2-2-12 0,2-5 2 16,2-1 19-16,0-1-1 0,0-6-2 15,3-2-4-15,3-3-2 0,-1 0-1 16,-3-3-9-16,2-2 12 0,-2-3-14 16,3-1 1-16,-3 1 2 0,-2-2-2 15,-2 0 0-15,3 0-1 0,-3 1 2 16,0-1 12-16,-2 1 1 16,0 0-1-16,2-1 4 0,-2 1-7 15,0 2 3-15,2 4-2 0,-1 3-10 0,-1 0 9 16,0 3-10-16,0 5 8 15,0 2-10-15,4 1-2 0,0 1 0 16,-4-1 0-16,5 1 1 0,-3 0-1 16,0-3 0-16,2-3 2 0,0-2 0 15,2 0 0-15,5-4 0 0,-1-1 12 16,-1-6-12-16,5-2 2 0,-3-3 0 16,1-1-1-16,1-1 0 0,-1-3-1 15,-6 1 1-15,3 0 15 0,-3 0-14 16,-2 0 0-16,-2 1 0 0,-2 2 0 15,0-2 0-15,-2 3 1 0,0 3-1 16,-2 1 1-16,-4 2-2 0,6 3 0 16,-4 3 0-16,2 0-1 0,0 4 0 15,-4 4 1-15,-3 2-1 0,5 0 0 16,0 2-2-16,0 1 0 16,-2-1 2-16,0-3-2 0,4 0 0 15,-2-2 2-15,-1-1 0 0,3-4 3 0,0-1-3 16,2-1 2-16,-2 0-1 15,4-5-1-15,-2-2-1 0,2 1 0 16,3-3 1-16,-5 2 0 0,2-2-2 16,0 0 1-16,-2-1-1 0,0 1 2 15,2 1 0-15,-2-2 1 0,-2 5 2 16,2-3-2-16,0 2 0 0,-2 0 1 16,0 4-2-16,-5 2 0 0,5 0 1 15,-2 0 1-15,0 6 1 0,0 2-1 16,-4 3-2-16,4 0 3 0,-3 3 9 15,3 0-12-15,-2 1 0 0,2-3-3 16,2 1 2-16,-2-2 1 0,6-4 2 16,-2-3 0-16,4-3 1 15,2-1 0-15,-2-1 8 0,0-5-11 0,3 0 0 16,-1-3 1-16,0 2-1 16,-2-2 1-16,0 0 0 0,1 1-1 0,-3-1 0 15,0-2-2-15,0 2 1 0,2-2-1 16,-2 1 2-16,0-1 1 15,-4 0 0-15,2 2 1 0,-2 0-2 0,-4 2 0 16,6 0 0-16,-6 3 0 16,1 4-2-16,-3 0 0 0,2 2 0 15,-2 4 0-15,-1 4 0 0,1 2 2 16,0-1-1-16,4 3 0 0,-5-3 1 16,5 2 0-16,2-4 1 0,-2 2-1 15,0-4 1-15,2-1-1 0,-2-2 1 16,0-1-1-16,6-3 2 15,0 0 10-15,0 0-9 0,2-6 10 16,-2-1-12-16,9-2 0 0,-5-4-1 16,0 2 1-16,0-1 1 0,2-1-1 15,-1-1-2-15,-3 3 2 0,-2-1-1 16,0 1 1-16,0-1 0 0,0 5-1 16,-4 1 0-16,0 1 0 0,-2 4 0 15,2 1 0-15,-2 0-2 0,-3 1 0 16,3 5 2-16,-2 1 0 0,2 2-2 15,-2 1-14-15,4-4 15 0,0 4 1 16,-2-3-1-16,4-1 0 0,-3-1 1 16,1-1 0-16,2-2 0 0,0-1-1 15,-2-1 1-15,2 0 0 0,0-2 3 16,2-3-1-16,-2-1-1 0,3 1 12 16,-1-3-10-16,-2 2-1 0,0-3-2 15,0 1 2-15,-2 1 0 16,0 0 1-16,-1 0 9 0,-3 1-9 0,2 1 0 15,0 1 1-15,-2 2-2 16,0 1-2-16,-1 1-1 0,-3 0 0 16,4 6 0-16,-2 0-1 0,1 2 0 15,-1 0 0-15,2 1 1 0,0 1 0 16,2-1 1-16,0-2 0 0,1-1 0 16,1-2 1-16,2-2 12 0,0-1-10 15,-2-1-2-15,4 0 1 0,1-1 1 16,-6-2 0-16,6-2-1 0,-1-1-2 15,0 1 0-15,4-2-2 0,-4-1 0 16,0 0 1-16,0 3 0 0,-4-2-1 16,4 1 2-16,-4 3-1 0,0-1 1 15,0 3 0-15,-2 0 0 0,0 1 0 16,2 0 0-16,-2 1-1 0,-1 2 0 16,1 2-1-16,0 4 0 0,0-2 1 15,0-1 0-15,4 2 0 16,-2-3 1-16,2 2 1 0,0-3-1 0,2-1 1 15,2-3 2-15,0 0-1 16,0 0 0-16,0 0 0 0,5-3-2 16,-5-1 1-16,0 0-1 0,2 0-1 15,-2 0 0-15,1-2 1 0,1 0-1 16,-2 4-1-16,2-3 0 0,-2 3 0 16,0-2 2-16,0-1 0 0,-3 4 1 15,1-1 2-15,-4 0-1 0,-1 2 1 16,-1 0 15-16,0 0-16 0,2 2 1 15,-4 0-1-15,0-1-2 16,2 4 0-16,-1-1 0 0,3-2-2 0,-4 0 0 16,2 1 2-16,-2-2 0 0,2 3 0 15,0-3 0-15,-3 3 2 0,1-2-2 16,2 0 1-16,0-2 1 0,4 0 11 16,0 0-13-16,-4 0 1 15,4-2 0-15,2-2 0 0,-2 1 1 16,0-1-1-16,2 0-1 0,-4 0 0 15,4 0 1-15,-2-2 0 0,-2 2 0 16,4 0-1-16,-2-1 0 0,0 0 0 16,2-2 1-16,0 1 0 0,-4 0 0 15,4 2-1-15,-8-1-1 0,2 1-1 16,-2 2 1-16,-2 1 1 0,-3 1-1 16,-1 0-1-16,-3 3-14 0,1 2 14 15,-3 1 2-15,3 1-1 0,-3 0 0 16,5 4 0-16,-3-4 1 0,3 0 1 15,0 0 0-15,1-2 1 0,5 0 1 16,-4-4 13-16,2 0-4 0,3-1 0 16,-1 0-11-16,0-2-1 0,-2-1-1 15,2-1 1-15,-1-2 0 0,-3 2 0 16,2-2 1-16,2 1 2 0,-7 0-1 16,3 0 0-16,0-1 1 15,-3 2-1-15,3 0 0 0,-7 0 1 16,7 2-1-16,-4-1 0 0,1 1 13 15,-3 1-13-15,3 1 13 0,-3 0-13 16,3 0-2-16,-3 1 1 0,1 1 0 16,-1-2-1-16,3 3 0 0,-1-1 0 15,1 0 0-15,-3 0 1 0,6 0 1 16,-5-1 14-16,3 0-13 0,-1-1-2 16,3 0 2-16,2 0 9 0,-5 0-9 15,1-2 0-15,-2 0 0 0,-1 1-1 16,-6 0 1-16,3 1-2 0,-5 0 0 15,-6 0-1-15,2 0-1 0,0 1-2 16,1 2-18-16,-1 1-7 0,4 0-51 16,-2 2-56-16,-2-1-96 0,5 1-57 15,-3-4-120-15,2 2-363 16,-6-4-980-16</inkml:trace>
  <inkml:trace contextRef="#ctx0" brushRef="#br0" timeOffset="38574.79">20318 5539 25 0,'0'0'62'16,"0"0"3"-16,0 0 26 0,0 0 552 16,0 0-191-16,0 0-162 0,0 0-60 15,-27 43-9-15,23-41-78 0,2-1 41 16,0-1-29-16,2 0-10 0,0 0-48 15,0 0-23-15,0 0 9 0,0 0 10 16,0 0 70-16,0 0-13 0,0 0-58 16,0-3-69-16,2 0-7 0,2-3 9 15,0-4 92-15,4-7 28 0,3-6-47 16,3-8-35-16,3-2-29 16,1-4-12-16,5-1-22 0,-2-4-1 15,-1 3 1-15,1 3 2 0,0-2 1 16,-5 7-2-16,1 4 2 0,-5 4 1 15,-4 9 18-15,1 2-19 0,-5 3 23 16,-2 5 8-16,-2 4 13 0,2 0 12 16,-2 0 7-16,0 0-1 0,0 0-19 15,0 0-46-15,0 0-15 0,0 2-22 16,4 2 3-16,-2 3 34 0,4 3 21 16,0 4 7-16,3 4 34 0,1 6 10 15,-2 1-20-15,3 1-30 0,-1 3-11 16,0-4-11-16,-1 0-1 0,3-3-1 15,-6-2-1-15,5-2-10 0,-5-4-8 16,0-2-35-16,0 0-21 16,-2-4-13-16,0-1-32 0,1 0-19 15,-3-3-38-15,0 2-51 0,-2-2-69 16,0 0-117-16,2-1-74 0,-2-1-125 16,0-2-179-16</inkml:trace>
  <inkml:trace contextRef="#ctx0" brushRef="#br0" timeOffset="39095.01">20578 5191 118 0,'0'0'144'0,"0"0"531"0,0 0-226 16,0 0-186-16,0 0-32 16,0 0-36-16,0 0-36 0,0 0-11 15,0 0-2-15,0 0 18 0,-12-19-22 16,12 18-23-16,0 1 6 0,0 0 3 16,-2 0 3-16,2 0-20 0,0 0-29 15,-2 0-18-15,2 2 9 0,-4 4 28 16,1 1 15-16,-1 5-116 0,-4 8-16 15,0 3 16-15,-3 8 0 0,5 4 26 16,-4 3 5-16,4 2 0 0,2-1 7 16,-1 1 3-16,3-1-6 0,2-4-1 15,0 0-9-15,7-2 7 0,-1-3-1 16,0 0-9-16,4-4 12 0,1-1-6 16,3-3 3-16,-1-2-16 0,1-2-14 15,0-3 12-15,1-1-10 0,1-3 19 16,-1-3-7-16,-1-1-13 0,1-1 17 15,-3-2-17-15,1-1 17 16,-1-1-17-16,-4 1 13 0,3-3-13 16,-5 2 11-16,2-1-10 0,-2-1-2 15,-2 0 1-15,3 0-2 0,-3 0-53 16,0 0-31-16,2 0-43 0,0 0-46 16,1 0-60-16,1 0-108 0,-2 0-264 15,2 0-516-15</inkml:trace>
  <inkml:trace contextRef="#ctx0" brushRef="#br0" timeOffset="40595.13">21380 5689 1355 0,'0'0'747'0,"0"0"-346"0,0 0-69 0,0 0-30 16,0 0-25-16,0 0-39 0,0 0-46 15,0 0-38-15,0 0-97 16,0 0-57-16,0 0-63 0,-23-13 63 15,34 10 24-15,3 0 4 0,5-1-14 16,-3-1-2-16,3-1-9 0,2-1 13 16,1 0-4-16,-1 0-10 0,0-1-1 15,-1 1 2-15,1 1-1 0,-2 2 1 16,-1 1-2-16,-3 1 0 0,-1 2 1 16,-1 0 1-16,-5 5-2 0,0 3 2 15,-4 4 22-15,0 7 50 16,-4 1 62-16,0 4-7 0,0 6-34 0,0 0-26 15,0-2-20-15,0 1-13 16,0-2-4-16,-4-2-8 0,2 0-10 16,0-2-12-16,-2-1 10 0,2-3-13 15,0-2-2-15,0 0-11 0,2-3-24 16,0-1-64-16,-2-2-41 0,2 1-44 16,0-4-38-16,0-1-100 0,-2 0-227 15,2-3-224-15,-9-1-664 0</inkml:trace>
  <inkml:trace contextRef="#ctx0" brushRef="#br0" timeOffset="40825.13">21461 6081 928 0,'0'0'2042'15,"0"0"-1614"-15,0 0-247 0,0 0-152 16,0 0 75-16,0 0 31 15,0 0 50-15,52-2-2 0,-36-2-53 16,5-2-43-16,1 1-28 0,5-3-16 16,-2 2-27-16,6-2-16 0,0 0-13 15,4-1-67-15,3 0-81 0,1 2-87 16,-2 1-113-16,-8 1-142 0,6-1-685 0</inkml:trace>
  <inkml:trace contextRef="#ctx0" brushRef="#br0" timeOffset="41364.32">22284 5861 1403 0,'0'0'1098'0,"0"0"-625"15,0 0-67-15,0 0 9 0,0 0-85 16,0 0-115-16,0 0-97 0,0 0-47 15,0 0-12-15,0 0-7 0,22-51-12 16,1 44-3-16,2-2-9 0,2 1-1 16,2 2 1-16,4 1-7 0,-2 1-19 15,4 0 11-15,-2 1-12 0,-2 0-1 16,-2 1-2-16,-2-1-47 0,-4 1-37 16,-1 1-28-16,-1-2-41 0,-5 0-34 15,1 1-62-15,-5-1-140 16,1-3-179-16,-5 4-107 0,-2-4-528 0</inkml:trace>
  <inkml:trace contextRef="#ctx0" brushRef="#br0" timeOffset="41765.19">22784 5623 791 0,'0'0'1789'0,"0"0"-1445"0,0 0-341 16,0 0 237-16,0 0 50 0,56-12-109 15,-32 10-61-15,5-3-19 0,2 2-13 16,5 1-7-16,-1 1-8 16,2 0-17-16,0 1-15 0,2 0-10 15,-4-3-6-15,-1 3-22 0,-3 0-2 16,-7 0 1-16,1 0-2 0,-8 3-2 16,-3 0-16-16,-8 0-23 0,-1-1-90 15,-3 0-30-15,-2 1 13 0,-5-2 41 16,-1 5-141-16,-6-1-157 0,-3-2-194 15,5-2-451-15,-13-1-128 0</inkml:trace>
  <inkml:trace contextRef="#ctx0" brushRef="#br0" timeOffset="41980.44">22939 5494 79 0,'0'0'2285'0,"0"0"-1740"0,0 0-116 16,0 0-122-16,0 0-127 0,0 0-104 15,0 0-42-15,0 0-12 0,0 0-6 16,0 0 25-16,-15 17 35 0,15 7 61 16,0 7 9-16,0 6-19 0,-2 1-56 15,-4 1-37-15,0 2-23 0,0-5-11 16,2-1-21-16,4-6-75 0,0-3-40 16,0-6-38-16,0-2-40 15,6-5-50-15,4-5-136 0,2-5-138 0,-3-3-173 16,3-3-412-16</inkml:trace>
  <inkml:trace contextRef="#ctx0" brushRef="#br0" timeOffset="42257.66">23046 5440 1862 0,'0'0'799'0,"0"0"-314"15,0 0-131-15,0 0-148 0,0 0-134 16,0 0-40-16,0 0-32 15,0 0 25-15,0 0 122 0,0 0 17 16,19 69-11-16,-15-37-20 0,-2 8-25 16,-2 1-31-16,0 1-24 0,0 1-19 15,0-3-20-15,0-3-14 0,0-1-18 16,0-3-10-16,0-5-46 0,2-2-40 16,0-5-17-16,4-2-12 0,-3-3-20 15,3-5-57-15,-4-1-83 0,4-5-60 16,-4-2-44-16,2-3 0 0,2-4-76 15,-1-2-102-15,-3-12-217 0</inkml:trace>
  <inkml:trace contextRef="#ctx0" brushRef="#br0" timeOffset="42452.26">23274 5355 14 0,'0'0'65'0,"0"0"1471"0,0 0-1059 16,0 0-367-16,0 0-45 0,4 54-13 16,-4-29-26-16,0 4-26 0,-2-1-2 15,2 2-21-15,0-4-77 0,0 0-147 16,0-2-143-16,0-10-124 0,0 3-520 0</inkml:trace>
  <inkml:trace contextRef="#ctx0" brushRef="#br0" timeOffset="42622.43">23400 5448 727 0,'0'0'1495'16,"0"0"-933"-16,0 0-315 0,0 0-186 16,0 0-61-16,0 0-26 0,0 0 13 15,6 61-16-15,0-42-54 0,2-2-100 16,1 1-65-16,-1-2-66 0,-2-4-430 15,2 3-708-15</inkml:trace>
  <inkml:trace contextRef="#ctx0" brushRef="#br0" timeOffset="42850.8">23439 5797 2051 0,'0'0'1659'0,"0"0"-1250"0,0 0-315 16,0 0-76-16,0 0-18 0,0 0 22 15,56-5-6-15,-31 3-15 0,-1 0-1 16,3 2-1-16,2 0-34 0,4 0 10 16,0 4-74-16,7 4-78 0,-1-1-68 15,4 1-133-15,-12-1-231 0,15 0-646 0</inkml:trace>
  <inkml:trace contextRef="#ctx0" brushRef="#br0" timeOffset="43501.55">24367 5559 109 0,'0'0'1509'16,"0"0"-947"-16,0 0-155 0,0 0-2 15,0 0-24-15,0 0-93 0,0 0-54 16,0 0-55-16,0 0-107 0,0 0-69 16,-43 32 31-16,37 1 26 15,-1 7 11-15,-5 1 1 0,2 1-7 16,6-4-22-16,-7-3-34 0,7-3-9 0,0-6-21 16,0-1-1-16,4-5-15 15,0 0-38-15,0-6-62 0,8-1-76 16,0-2-86-16,1-6-200 0,-1-2-201 15,4-4-580-15</inkml:trace>
  <inkml:trace contextRef="#ctx0" brushRef="#br0" timeOffset="44089.24">24437 5678 435 0,'0'0'2040'0,"0"0"-1336"15,0 0-319-15,0 0-160 0,0 0-106 16,0 0-87-16,60-55-30 0,-39 48 1 15,4 1-3-15,-2 1 0 0,1 1-3 16,3 1-10-16,-2-1 11 0,-4 3-33 16,-1 0-53-16,-5 0-28 15,-3 1-30-15,-5 0 0 0,-5 0 38 16,-2 0 108-16,0 0 70 0,-2 0-70 16,-7 0-42-16,1-3-18 0,-2 0 36 15,-1 0 24-15,1-1 26 0,0-1 12 16,1 4 29-16,3-3-6 0,0 2 56 15,2 0 29-15,2 2-5 0,0 0 1 16,2 0-22-16,-2 2-108 0,2 4-10 16,0 3-2-16,0 7 53 0,0 1 4 15,0 5 5-15,0 3-6 0,0 0-4 16,0 3-5-16,0-1-7 0,0-1-9 16,0-1-11-16,0 0-20 0,0-1-2 15,2-4-1-15,-2 0 2 16,0-1 1-16,0-2 0 0,0 0 1 15,-4-4 1-15,2-3 10 0,-3 0 0 16,3-2 1-16,-4-2-1 0,0-2 13 16,2-3-7-16,-4-1-15 0,1 0-3 15,-1-2-21-15,-2-4-13 0,1-4-9 16,1-1 6-16,2 1 6 0,-2-3 3 16,2-2 3-16,-1 0 12 0,3 2 13 15,2-1 0-15,0 1 16 0,2-1-16 16,0 2 0-16,0-1-12 0,2 2-4 15,4 0 4-15,1 3-7 0,-1 1-12 16,2 1 0-16,0 2 15 0,5 3 16 16,3-1 16-16,-1 2-15 0,5 0 0 15,-3 0-1-15,4 3-2 0,1 1-14 16,-1 2-40-16,0-2-81 16,3 1-96-16,-3 1-175 0,-2-3-303 0,-3 1-799 15</inkml:trace>
  <inkml:trace contextRef="#ctx0" brushRef="#br0" timeOffset="54035.07">25178 5535 2090 0,'0'0'498'0,"0"0"-163"15,0 0 23-15,0 0-94 0,0 0-134 16,0 0-73-16,0 0 22 16,20-43 6-16,-3 35-10 0,5 1-6 0,1-3 7 15,4 4 21-15,2 1-13 0,2-1-13 16,2 2-25-16,4 0-24 16,1 3-6-16,-1 0-15 0,0 1-1 15,0 0-3-15,-4 0-10 0,-4 1-15 16,-6 0-59-16,0 3-90 0,-11-2-34 15,3-2-50-15,-5 0-133 0,-6 0-109 16,-2 0-111-16,2 0-432 16</inkml:trace>
  <inkml:trace contextRef="#ctx0" brushRef="#br0" timeOffset="54232.19">25645 5314 405 0,'0'0'1988'0,"0"0"-1443"15,0 0-161-15,0 0-73 0,0 0-109 16,0 0-89-16,-64 60-25 0,35-17-22 16,-9 18 3-16,-7 13-19 0,-11 3 6 15,7-6-19-15,5-14-9 0,15-17-9 16,4-12-18-16,5 0-1 0,-5 0-22 16,0 4-43-16,0-2-60 0,5-5-85 15,7-4-128-15,3-7-287 0,4-6-574 16,6-6-579-16</inkml:trace>
  <inkml:trace contextRef="#ctx0" brushRef="#br0" timeOffset="54460.29">25240 5639 1008 0,'0'0'2205'0,"0"0"-1757"0,0 0-108 15,0 0-105-15,0 0-191 0,0 0 3 16,0 0 77-16,-3 61 89 0,6-32-63 15,-3 6-55-15,0 3-43 16,0 0-24-16,0-1-17 0,0-1-11 16,0 0-18-16,0-4-22 0,2-4-67 15,2-3-90-15,4-5-140 0,2-4-165 16,3-5-296-16,-5-6-477 0,4-5-404 0</inkml:trace>
  <inkml:trace contextRef="#ctx0" brushRef="#br0" timeOffset="54741.34">25399 5746 1642 0,'0'0'1148'0,"0"0"-846"16,0 0-79-16,0 0-60 0,60-39-87 16,-40 32-38-16,1 4-16 0,-2 1-13 15,5-1-9-15,-5-1-19 16,-2 4 19-16,-7-2 0 0,-4 2 0 15,0 0 0-15,-6 0 1 0,0 0 72 16,0 2 25-16,-6 2-54 0,0 2-43 16,0 1-1-16,2 4-12 0,-5 2 9 15,1 4 3-15,2 0 0 0,2 2-2 16,2 2-26-16,0-3-44 0,2 1-27 16,0-5-8-16,0 1-52 0,0 0-58 15,0-5-30-15,0 0-40 16,0-1-72-16,-3-3-14 0,-1 1-839 0</inkml:trace>
  <inkml:trace contextRef="#ctx0" brushRef="#br0" timeOffset="54932.6">25461 5904 1707 0,'0'0'1592'0,"0"0"-937"0,0 0-214 15,0 0-142-15,0 0-299 0,0 0 0 16,0 0 0-16,0 0 0 0,0 0 19 15,0 0-19-15,47 9-12 0,-28-8-13 16,4 2-18-16,3-3-68 0,-1 0-60 16,2-3-141-16,2-1-246 0,-8 0-246 15,12-6-987-15</inkml:trace>
  <inkml:trace contextRef="#ctx0" brushRef="#br0" timeOffset="55310.12">26312 5078 2977 0,'0'0'590'15,"0"0"-413"-15,0 0-97 0,0 0-80 0,-22 50-25 16,20-27 6-16,2 3-34 16,0-1-147-16,6 2-89 0,-4-2-115 15,0-7-235-15,-2 8-735 0</inkml:trace>
  <inkml:trace contextRef="#ctx0" brushRef="#br0" timeOffset="55548.17">25899 5328 2730 0,'0'0'806'16,"0"0"-620"-16,0 0-119 0,0 0-8 16,47 4 108-16,-15-4-7 0,3 0-32 15,4-4-57-15,6-1-31 0,-1 2-36 16,-5-1 8-16,0 2-12 0,-6 1 0 15,-6 1-19-15,0 1-40 0,-6 2-59 16,-9 3-70-16,-6 1-73 0,1-1-144 16,-7 3-158-16,0-1-57 0,-7-1-446 15</inkml:trace>
  <inkml:trace contextRef="#ctx0" brushRef="#br0" timeOffset="55709.49">26143 5378 418 0,'0'0'512'0,"0"0"714"0,0 0-851 0,0 0-107 15,-54 31-37-15,42-9-36 0,-7 14-10 16,1 18-27-16,-11 13-12 0,4 4-23 16,4-12-32-16,2-16-38 15,11-13-37-15,-6-6-16 0,5 3 0 16,1 3-72-16,-2 2-95 0,2-4-169 16,3-4-175-16,3-8-526 0,2 1-556 0</inkml:trace>
  <inkml:trace contextRef="#ctx0" brushRef="#br0" timeOffset="55940.75">26056 5573 1141 0,'0'0'774'16,"0"0"-291"-16,0 0-309 0,0 0-48 15,46-51-52-15,-28 43-42 0,9 1 0 16,2 0-19-16,2 2-13 0,2 1-1 15,0 3-12-15,0 1 10 0,-4 0-33 16,-8 0-50-16,-3 2-111 16,-5 3-26-16,-3 1-85 0,-10 0-248 0,0-2 51 15,-4-1-150-15</inkml:trace>
  <inkml:trace contextRef="#ctx0" brushRef="#br0" timeOffset="56308.56">26269 5541 405 0,'0'0'659'15,"0"0"-187"-15,0 0-34 0,0 0-127 16,-60 22-65-16,54-13-36 0,0 0-85 15,-3 1-51-15,1 5-32 0,4 1-4 16,0 3 7-16,-4 1 6 0,-1-1 4 16,3 1-17-16,2 2-21 0,0-3-17 15,4-3-13-15,0-1 0 0,0-3-9 16,2-1-16-16,4-3-7 0,2 0 16 16,7-3 3-16,-7-2 26 15,11-3 26-15,-1-2 0 0,3-4-26 16,-5-3-11-16,3-4-18 0,-4-2-3 15,-1 1 32-15,-8-1 7 0,-2-2 37 16,-4 0 5-16,0 3-2 0,0-1 8 16,-6 1-14-16,-4 1-18 0,-5 3-23 15,5 1 1-15,-9 7 1 0,7-1-2 16,-7 3-1-16,5 0-41 0,4 4 4 16,-3 0 12-16,7 2 5 0,2-1 20 15,4 0 0-15,0 1-34 0,0-1 15 16,0 1 20-16,0 0 31 0,6 0 21 15,0-2-30-15,5 0-9 0,-1-1-13 16,-2-1-2-16,5-1-14 0,-1-1-7 16,-4 2-44-16,5-2-112 0,-5 0-91 15,-4 0-157-15,0 0-382 0,-4 0-620 16</inkml:trace>
  <inkml:trace contextRef="#ctx0" brushRef="#br0" timeOffset="56559.22">25998 5834 1540 0,'0'0'1930'0,"0"0"-1541"16,0 0-388-16,0 0 210 0,50 2-27 15,-25-6-69-15,1 0-25 0,3-2-25 16,4 0-16-16,-6 0-27 0,6 1-9 15,-4 2-13-15,-4-1-18 0,-2 2-50 16,-4 1-90-16,-1-2-104 0,-8 3-106 16,-1-2-274-16,1 1-472 0,-10-4-725 15</inkml:trace>
  <inkml:trace contextRef="#ctx0" brushRef="#br0" timeOffset="56824.29">26302 5377 620 0,'0'0'1986'0,"0"0"-1497"16,0 0-106-16,0 0-70 0,0 0-144 16,0 0-87-16,0 0-25 0,0 0-29 15,0 0 60-15,-8 59 52 16,-3-3 21-16,-1 20-41 0,-7 7-31 0,5-5-6 15,-3-9-34-15,5-20-12 16,6-12-35-16,0-10-2 0,-1-3-18 16,5 1-41-16,2 4-36 0,0-1-37 15,0-6-63-15,11 0-85 0,-1-5-63 16,2-5-168-16,-1-5-166 0,3-2-617 0</inkml:trace>
  <inkml:trace contextRef="#ctx0" brushRef="#br0" timeOffset="57039.26">26544 5802 1065 0,'0'0'2887'0,"0"0"-2359"0,0 0-227 15,0 0-288-15,0 0-11 16,0 0-2-16,0 0 18 0,74-5-5 0,-45 5-13 15,0 0-39-15,0 0-158 16,4 0-66-16,-2 5-132 0,-8-2-273 16,2 2-546-16</inkml:trace>
  <inkml:trace contextRef="#ctx0" brushRef="#br0" timeOffset="57968.81">27026 5301 206 0,'0'0'2103'16,"0"0"-1404"-16,0 0-452 0,0 0-199 15,0 0 123-15,0 0-25 0,70-12-86 16,-43 7-25-16,4 0-16 0,-2 2-19 15,2-1 1-15,-2 2-1 0,-3 2-1 16,-7 0 0-16,-4 0-12 0,-7 0 11 16,0 0-20-16,-6 0-7 0,-2 2 29 15,-2 0 56-15,-6 3-27 0,0 1-29 16,-5 1-19-16,-1 4 3 0,-1 2 15 16,-1-1 1-16,3 2 25 0,-3 3 10 15,5-2-10-15,5 1-10 0,0-2-15 16,2 1-13-16,2-3-12 0,2-1 6 15,0 1 3-15,0-2-9 0,0-2-3 16,2-2-17-16,-2-2-2 16,0 0-26-16,2 0-19 0,-2-3-22 15,0 0-1-15,4-1-13 0,0 0-17 0,0 0-28 16,-2-1-56-16,5-2-26 16,1-3-174-16,-4 2-156 0,0-2-47 15,0-2 4-15</inkml:trace>
  <inkml:trace contextRef="#ctx0" brushRef="#br0" timeOffset="58512.27">27100 5447 190 0,'0'0'72'0,"0"0"668"16,0 0-496-16,0 0-114 0,0 0 0 15,0 0-61-15,0 0-37 0,0 0 23 16,0 0 14-16,-31 50 22 0,29-41-26 15,2-1 48-15,0-2 14 0,0-3 12 16,0 2 26-16,0-4 3 0,0-1 12 16,0 2-3-16,0-2-20 0,0 0-51 15,0 0-49-15,0 0-12 0,4 0 53 16,2 0 13-16,5 0-12 0,1 0-17 16,-2 0-22-16,9-2-32 0,-3-1-12 15,5-1-14-15,-4 1 0 16,3-1 1-16,3 0 13 0,-4 2-4 15,1-1-9-15,-5 0 15 0,-1 0-16 16,-5 0 13-16,-5 3-14 0,0 0 15 16,-4 0 25-16,0 0 56 0,-2 0 88 15,-4 6-64-15,-3 0-121 0,-5 2-49 16,1 4 21-16,-1-1 9 0,-1 1 0 16,5-1-9-16,-2-4-3 0,8-1-6 15,-3-3-19-15,7 0-65 0,0-3-118 16,5 0-39-16,1 0 10 0,6-4-4 15,-2-2-99-15,-1 0-257 0,7-7-458 16</inkml:trace>
  <inkml:trace contextRef="#ctx0" brushRef="#br0" timeOffset="59250.42">27497 5304 76 0,'0'0'108'16,"0"0"1964"-16,0 0-1636 15,0 0-175-15,0 0-66 0,0 0-105 16,0 0-30-16,0 0 23 0,0 0 0 16,-44 61-45-16,34-45-22 0,2-1-15 15,0 0 18-15,-1-3-16 0,1 0 19 16,2-5 4-16,4 1-4 0,-2-1-22 16,4-5 0-16,0 0-41 0,0 1-7 15,0-3 16-15,4 0 32 0,4 0 20 16,2 0 9-16,1-3 3 0,-1-1-7 15,4-3-12-15,1 2-1 16,1-2-9-16,-3 1 10 0,-3 1 0 16,1 1-11-16,-5 3 17 0,-2 0-16 15,-4 1-1-15,0 0 11 0,0 0-13 16,0 0-26-16,0 3 26 0,0 1 4 16,0 3 8-16,-2 0-12 0,-4 3-13 15,-5-1-82-15,1 3-90 0,-11 0-47 16,5 1-44-16,-7 3-59 0,0-1-47 15,-6-2-66-15,5 2 55 0,-5-4 178 16,6-1 133-16,4-3 43 0,1-3 33 16,7 0 6-16,1 0 107 0,2-4 134 15,6 0 101-15,2 0-34 0,0 0-194 16,0 0-78-16,2 0 135 0,6 0 68 16,-2 0-19-16,-2 0-15 15,0 0-3-15,-1 0-20 0,1 0-10 16,-2 1 5-16,0 1-10 0,-2 2-4 15,0 3-3-15,0 4 24 0,-4 6-42 16,-3 8-71-16,-1 3-43 0,-4 1-27 16,1 2 0-16,5-5-1 0,0 1-21 15,2-4 2-15,-2-3-12 0,4-2 7 16,2-3 11-16,0-2-2 0,6-1-13 16,-2-4-3-16,4 0-6 0,-4-2-10 15,7-3-12-15,-1-2-6 0,2-1 21 16,-1-7 19-16,3-2 23 0,-3-3 2 15,3-3 13-15,-2-1 5 0,-5-3-2 16,1-1 6-16,2-1 3 0,-1-2 3 16,-7-1-3-16,0 0-13 0,-2 0 16 15,0 3 3-15,0 2-30 0,-4 7 0 16,1 3-1-16,-5 3-17 0,-2 3-63 16,2 3-104-16,-1 0-49 15,-5 5-127-15,1 3-45 0,1 1-35 16,0-1-114-16,1 2-131 0,3 0 50 15,0-4-1-15</inkml:trace>
  <inkml:trace contextRef="#ctx0" brushRef="#br0" timeOffset="59758.32">27222 5767 99 0,'0'0'730'0,"0"0"-241"16,0 0-197-16,0 0-2 0,0 0-11 15,0 0-17-15,0 0-33 0,0 0-30 16,0 0-32-16,0 0-55 0,56 8-61 15,-42-8-9-15,-3 2-4 0,-1-1-12 16,0 0-1-16,-2 1 13 0,-3-1 13 16,-5 1 10-16,0 2 24 15,0 0 171-15,-7 6 6 0,-7 3-163 16,-1 3-58-16,-5 6-13 0,3-2-9 16,-8 4-16-16,7-2 9 0,-3 0-10 15,-2 0-2-15,7-1-1 0,-5-4-1 16,9-1 0-16,-1-3-17 0,3-4 4 15,6-1-16-15,4-4-35 0,0-2-41 16,0-2-53-16,0 0-29 0,6 0 47 16,11-8 69-16,-3-1-35 0,7-5-81 15,-3 1-51-15,5-1 41 0,0 1 47 16,-2-1 107-16,1 3 45 0,-5 1 20 16,4 1 41-16,-5 2 100 0,-4-1-4 15,1 2 4-15,-1 2-5 0,-3 1-9 16,-3 2-8-16,0 1-37 0,-2 0-39 15,2 2-13-15,-4 1 20 0,-2 4 52 16,2 1 23-16,0 1-11 16,-2 1-50-16,3 1-31 0,-1-2-28 15,2 2-7-15,-2-4-2 0,6 0 6 16,0 0 9-16,1-2-7 0,-1 0-2 16,0-1-7-16,7-1-2 0,-5-3-13 15,9 0-1-15,-5 0-24 0,7 0-99 16,-3-6-87-16,5 0-62 0,2-2-103 15,-4-4-220-15,-3 2-467 0,9-5-826 0</inkml:trace>
  <inkml:trace contextRef="#ctx0" brushRef="#br0" timeOffset="60271.18">27716 5605 242 0,'0'0'2847'0,"0"0"-2291"15,0 0-169-15,0 0-273 0,0 0-92 16,0 0-22-16,0 0 50 0,54-4-28 15,-25 0-19-15,4 0-1 0,0 0-1 16,0 3-1-16,-4-2 1 0,-2 3 0 16,-9 0 1-16,-1-1 1 0,-7 1 13 15,-10 0-1-15,0 0 78 0,0 1 6 16,-2 2-12-16,-6 1-87 0,-7 5-3 16,5 0-10-16,-4 1 13 0,-1 2 12 15,7 1-2-15,-5-3-10 16,1 2-15-16,6-1-4 0,0-1 7 15,-1 0 9-15,1-1-10 0,4-1 11 16,-2-1-10-16,2-1 11 0,0 1-1 16,2 0-10-16,0-2 9 0,0 1 3 15,0 0 15-15,6 1 10 0,2-1-1 16,1 2 16-16,1 2-6 0,-2 0-6 16,7-1-13-16,-5 3-12 0,7-2-1 15,-5 1-1-15,0 0-1 0,5-3-44 16,-7 0-67-16,3 1-31 0,-5-3-26 15,-2-1-30-15,-2-2-97 0,0-1-182 16,-2-2-567-16,-2 0 245 0</inkml:trace>
  <inkml:trace contextRef="#ctx0" brushRef="#br0" timeOffset="60525.01">28032 5770 350 0,'0'0'2023'0,"0"0"-930"0,0 0-654 15,0 0-29-15,0 0-184 0,0 0-136 16,0 0-41-16,-60 9-27 0,44 6-19 16,-7 2 15-16,4 3 4 0,-1 2 8 15,-3 0 16-15,4-1 22 0,5-3 54 16,4 0 46-16,1-2-61 0,1-3-43 16,6-1-22-16,2 0-21 0,10-3-20 15,3 0 2-15,-1-3 19 0,11-2-10 16,4-4 0-16,6 0-12 0,0-6-14 15,6-2-117-15,0-2-79 0,7 1-32 16,-5-4-155-16,-10 6-636 0,4-9-2254 16</inkml:trace>
  <inkml:trace contextRef="#ctx0" brushRef="#br0" timeOffset="61278.37">28615 5207 161 0,'0'0'2084'0,"0"0"-1515"0,0 0-19 16,0 0-85-16,0 0-106 0,0 0-108 16,0 0-115-16,0 0-99 0,0 0-15 15,-47 84 49-15,30-14 24 16,-6 5 34-16,5 0-10 0,1-19-21 16,5-18-19-16,1-9-24 0,7-4-28 15,-2 4-17-15,2 1-10 0,-2 4-24 16,4-8-40-16,2-2-55 0,4-5-67 0,4-4-38 15,2-4-95-15,5-5-206 16,-1-6-234-16,1 0-317 0,-1-8-496 16</inkml:trace>
  <inkml:trace contextRef="#ctx0" brushRef="#br0" timeOffset="61575.48">28603 5342 1424 0,'0'0'1102'0,"0"0"-610"0,-2-53 34 15,2 34-141-15,8 3-137 0,2 3-98 16,3 1-45-16,5 3-18 0,-1 0-16 16,8 4 3-16,-5 2-13 0,3 3-2 15,4 0-13-15,-2 7 0 16,-3 5 6-16,-1 1 0 0,2 3 9 0,-7 3 6 16,1 4 0-16,-5 7-3 15,-3 1 0-15,-5 4 0 0,-4 3 6 16,-11 2 0-16,5 2-22 0,-6-4-18 15,-3 0-27-15,7-4-3 0,0-3 0 16,0-3-36-16,-1-6-37 0,7 0-36 16,-2-5-25-16,4-3-18 0,-2-2-17 15,0-4-70-15,-2-1-89 0,0-2-129 16,-5-1-227-16,3-2-482 0,-6-2-783 0</inkml:trace>
  <inkml:trace contextRef="#ctx0" brushRef="#br0" timeOffset="61779.79">28644 5461 1077 0,'0'0'1901'15,"0"0"-1314"-15,0 0-236 0,0 0-88 16,0 0-113-16,0 0-79 16,0 0-37-16,0 0-18 0,0 0-13 15,56-20-3-15,-37 24-13 0,-3 1 1 16,5 1-38-16,-1 1-90 0,-3 0-101 15,-7 1-70-15,3-1-134 0,-9 0-133 16,-4-1-746-16</inkml:trace>
  <inkml:trace contextRef="#ctx0" brushRef="#br0" timeOffset="61944.16">28561 5597 1027 0,'0'0'1489'0,"0"0"-981"0,0 0-402 0,0 0 172 15,0 0-3-15,0 0-35 0,50 9-67 16,-33-8-92-16,5 1-40 16,-1 0-7-16,2-2-32 0,4 3-2 15,-3 0-44-15,-1-1-119 0,0 1-116 16,-7 1-133-16,-5-2-258 0,-7 4-658 0</inkml:trace>
  <inkml:trace contextRef="#ctx0" brushRef="#br0" timeOffset="62259.91">28561 5757 1088 0,'0'0'1904'16,"0"0"-1333"-16,0 0-473 0,0 0 10 16,0 0 2-16,0 0-47 0,67-2-10 15,-43 0-3-15,-7 1-27 16,4-1-20-16,-7 2 10 0,3 0-10 15,-9 0 9-15,-4 4 10 0,-2 1 6 16,-2 3 53-16,-6 3 174 0,-4 5-101 16,-11 4-105-16,2 2-46 0,-6 3-3 15,-1 0-1-15,-3 0-11 16,0-1 10-16,6-2-10 0,2-4-1 0,5-2-8 16,1-4-44-16,7-4-62 0,6-3-78 15,2-4-111-15,2-1-171 0,6-3 11 16,9-6 80-16,-1-4-86 0,5-1-132 15,0-4 5-15,3 2-10 0</inkml:trace>
  <inkml:trace contextRef="#ctx0" brushRef="#br0" timeOffset="62439.15">28663 5896 64 0,'0'0'522'0,"0"0"-86"0,64-43 40 0,-48 31-96 15,-1 2-72-15,-5 4-13 0,3 2-34 16,-7 4-36-16,0 0 2 0,-4 1-13 16,0 6-90-16,0 2 5 15,-2 5 45-15,0-1-11 0,0 3-37 16,0 1-35-16,-2-2-14 0,2-1-14 15,0 0-17-15,0-4-21 0,2 0-25 16,2-1-3-16,5-1-31 0,3-2-72 16,-2-4-71-16,9 0-53 0,-3-2-92 15,9-4-220-15,-8-1-255 0,8-8-862 16</inkml:trace>
  <inkml:trace contextRef="#ctx0" brushRef="#br0" timeOffset="63006.19">29256 5409 2089 0,'0'0'1454'0,"0"0"-1094"16,0 0-213-16,0 0-52 0,0 0 30 15,0 0-14-15,68-12-18 0,-45 12-28 0,2 0-25 16,-5 6-9-16,3 2 6 15,-8 2-21-15,1 0-13 0,-6 1 0 16,-7 6 0-16,-1 1 12 0,-4 0-15 16,-9 4-40-16,-5 0-65 0,-1 2-59 15,-6-3 0-15,3 0-3 0,-3-2 23 16,-2-2 40-16,7-3 25 16,1-2 26-16,3-1 15 0,3-5 18 0,5-2 20 15,2 0 3-15,2-4-3 0,2 5 1 16,0-4 24-16,0 5 79 15,2 1 13-15,0 2 8 0,0 2-20 16,4 3-37-16,-4 0-21 0,7 1 6 16,-5 3 0-16,-2 0 3 0,0 0 3 15,2 2 0-15,-2-1-10 0,-2 0-12 16,0-1 9-16,0 0 4 0,0-2-4 16,-6 0-6-16,4-3-16 0,-4 1-8 15,1-3-4-15,-3-3 0 0,2 1 1 16,0-4-1-16,-3-2-9 0,-3 0-3 15,2-1-14-15,-1-2-20 0,-5 0-3 16,6-5-15-16,-7-1-4 0,3-2-21 16,3-2-37-16,-3 1 9 0,5-5 39 15,-1 3 66-15,2 0 34 0,2 1 81 16,4 0-16-16,2-1-31 0,0 3-25 16,2-1-43-16,4 1-15 0,6 1-16 15,1 0-15-15,1 2-13 16,3 1-90-16,3 2-106 0,1 2-139 15,2 0-239-15,-9 0-474 0,11 0-842 0</inkml:trace>
  <inkml:trace contextRef="#ctx0" brushRef="#br0" timeOffset="63310.06">29738 5594 2534 0,'0'0'1623'15,"0"0"-1321"-15,0 0-28 0,0 0-181 16,0 0-91-16,0 0-2 0,0 0 18 0,64 4-18 15,-40 4-12-15,7 2-53 16,-2 2-104-16,-6 2-29 0,-2 1-35 16,-7 1-125-16,-7 0-181 0,-7 2-90 15,-3-4-67-15,-21 4-587 0</inkml:trace>
  <inkml:trace contextRef="#ctx0" brushRef="#br0" timeOffset="63462.29">29620 5914 63 0,'0'0'1975'0,"0"0"-1367"0,0 0-193 0,0 0 3 16,0 0-68-16,0 0-57 0,0 0-7 16,0 0-51-16,0 0-84 0,51 33-81 15,-32-32-40-15,4-1-30 16,2 0-1-16,-3 0-73 0,7 0-107 16,0 0-104-16,-4-1-247 0,-8-2-757 15,1-3-1230-15</inkml:trace>
  <inkml:trace contextRef="#ctx0" brushRef="#br0" timeOffset="63995.79">30327 5601 1381 0,'0'0'1568'0,"0"0"-1322"16,0 0-20-16,-33 50 22 0,22-27-132 15,1 1-46-15,4 0-20 0,2 1-27 16,4-4-23-16,0 1-34 0,6-3-33 16,6-5-84-16,5-1-33 0,1-2 10 15,5-5 43-15,4-2 12 16,-4-2 26-16,4-2 26 0,-5 0 51 0,-5-5 16 16,-1 1 35-16,-7-1 36 0,-5-2 82 15,-2-2 68-15,-2 2-25 16,-4-1-34-16,-7 3-27 0,-5 0-41 15,-1 5-40-15,-3 2-26 0,-5 8-28 16,4 2 1-16,1 2 50 0,3 1 18 16,0-1 18-16,11 0 22 0,0-2 2 15,4-2-30-15,0 0-38 0,2-1-19 16,2 0-9-16,2 0-15 0,2 0-13 16,3-2-11-16,5-1-41 0,1 2-50 15,7-1-43-15,5 0-45 0,2-2-121 16,4-1-271-16,-8-1-397 0,16-2-906 15</inkml:trace>
  <inkml:trace contextRef="#ctx0" brushRef="#br0" timeOffset="64380.78">30810 5832 131 0,'0'0'2741'0,"0"0"-2338"0,0 0-120 16,0 0 4-16,0 0-142 0,0 0-82 16,0 0-56-16,0 0 15 0,0 0-7 15,0 0 23-15,25-26-4 0,-8 26 13 16,8 0 3-16,-1 3-13 0,-1 2 6 15,2 1-9-15,-2 2 0 0,-3 0-6 16,-1 3-15-16,-5-1-1 0,-3 0-11 16,-1 1 2-16,-8 2 10 15,-2-1-10-15,0-1 18 0,-4 1 4 16,-8 0 0-16,-5 0-13 0,5-2-12 16,-7-1-49-16,5 0-22 0,-1-3-4 15,3-2-37-15,-1-3-25 0,5-1-45 16,2 0-105-16,4-3-164 0,2-5-227 15,0-1-495-15,2-7-97 0</inkml:trace>
  <inkml:trace contextRef="#ctx0" brushRef="#br0" timeOffset="64618.72">31034 5545 226 0,'0'0'492'0,"0"0"1128"15,0 0-1033-15,-11-51 16 0,5 45-92 16,4 3-130-16,2 3-91 0,-4 1-109 15,0 8-108-15,-4 7-18 0,-9 8 22 16,3 8 11-16,-5 7 19 0,-2 3-4 16,1 2-27-16,1 0-30 0,2-2-15 15,1-1-31-15,6-3-39 0,1-3-1 16,5-4-24-16,2-1-27 0,2-4-15 16,0-4-41-16,8-1-18 0,3-5-28 15,1-5-95-15,7-4-130 0,-3-4-125 16,3-3-100-16,-3-6-505 0,1-11-493 15</inkml:trace>
  <inkml:trace contextRef="#ctx0" brushRef="#br0" timeOffset="64848.59">31195 5569 662 0,'0'0'1185'0,"0"0"-483"16,0 0-5-16,0 0-110 0,0 0-114 15,0 0-139-15,0 0-162 16,0 0-92-16,0 0-49 0,0 0 36 15,-12 6 40-15,3 25-10 0,-1 4-45 16,0 0-27-16,-3 0-22 0,5 1 12 16,-5-5-15-16,7 0-45 0,0-2-65 15,2-2-42-15,2-3-20 0,2 0-37 16,0-5-54-16,2-4-103 0,2-2-101 16,2-6-114-16,5-2-145 0,-3-5-393 15</inkml:trace>
  <inkml:trace contextRef="#ctx0" brushRef="#br0" timeOffset="65129.88">31418 5564 141 0,'0'0'1327'0,"0"0"-541"16,0 0-388-16,0 0-205 0,0 0-110 16,0 0-54-16,-49 21-29 0,36-9 0 15,5 0-45-15,0-3-161 16,3 1-104-16,5-2-117 0,0-3-113 15,7-1 143-15,-1-4-56 0,6 0 134 16,1-4 263-16,-1-1 56 0,3-3 248 16,-1-2 68-16,-2 1 0 0,-1-1 104 15,-1-1-33-15,-4 4-47 0,1-1-90 16,-5 5-50-16,-2 1 22 0,0 2 136 16,-2 0-129-16,-5 4-197 0,1 3-32 15,-2 3-19-15,0 4 6 16,3-1-12-16,3 1-16 0,2 1-106 0,0-5-269 15,0-1-835-15</inkml:trace>
  <inkml:trace contextRef="#ctx0" brushRef="#br0" timeOffset="65631.55">31631 5779 1305 0,'0'0'1324'0,"0"0"-893"15,0 0 82-15,64 6-151 0,-41-3-204 16,-2-2-80-16,-5 1-6 0,-3-1-16 16,-5 2-16-16,-6-1-21 0,-2 1-4 15,0 4 32-15,-15 5 123 0,-3 5-69 16,-7 3-73-16,-4 3-28 0,0 2-2 15,-2 0 1-15,4-1 1 0,2-5 15 16,7 1 1-16,1-3 11 0,3-4 13 16,6 0-6-16,-1-3-9 0,7 1-15 15,2-2-10-15,0 0-16 0,2 1-2 16,9-2 6-16,-1-3-10 0,6 1 19 16,3 0-43-16,6-6-25 0,2 0-18 15,2 0-37-15,0-7-60 0,4-3-106 16,-2-3-168-16,-2-1-185 15,-9 2-381-15,9-12-554 0</inkml:trace>
  <inkml:trace contextRef="#ctx0" brushRef="#br0" timeOffset="65823.81">32030 5659 383 0,'0'0'1912'0,"0"0"-1453"15,0 0-4-15,0 0-92 0,-62 36-139 16,45-16-29-16,1 0 0 0,4 4-68 15,-1-3-96-15,3 2-31 0,2-3-14 16,1 1-52-16,3-4-71 16,0 0-61-16,4-3-82 0,0-2-162 0,4-5-10 15,2-2-52-15,1-4-188 0,-1-1-14 16,4-3-80-16</inkml:trace>
  <inkml:trace contextRef="#ctx0" brushRef="#br0" timeOffset="65960.29">32009 5815 83 0,'0'0'733'16,"0"0"-267"-16,0 0 28 0,54-59-72 15,-44 45-57-15,-1 6 9 0,-5 3 42 16,-4 4-11-16,0 1-90 0,0 0-196 16,0 6-119-16,-4 2-41 0,-2 4 23 15,1 1 2-15,-1 2-51 0,2 1-134 16,0-1-162-16,2 0-202 0,0-5-226 16,0 2-568-16</inkml:trace>
  <inkml:trace contextRef="#ctx0" brushRef="#br0" timeOffset="66159.31">32284 5711 2617 0,'0'0'978'15,"0"0"-707"-15,0 0-117 0,0 0-65 16,0 0 4-16,0 0 7 0,64 13-29 15,-39-3-46-15,0-1-25 0,0 2-24 16,0 0-84-16,-3-1-150 0,-5 1-135 16,-7-3-379-16,-10 1-786 0</inkml:trace>
  <inkml:trace contextRef="#ctx0" brushRef="#br0" timeOffset="66559.97">32224 5866 1419 0,'0'0'1608'0,"0"0"-1178"16,0 0-91-16,0 0-46 0,0 0-112 16,0 0 27-16,0 0 14 15,0 0-75-15,62 12-64 0,-41-9-44 16,2 0-39-16,-1-2 0 0,-1-1-55 16,0 0-70-16,0 0-57 0,-7 0-47 15,-2 0-57-15,1-4-105 0,-7-4-136 16,0 0 68-16,0-3-236 0,-4-2 51 15,1-3 78-15,1 0 116 0,-2-1 260 16,2-1 190-16,-2 3 260 16,-2-1 174-16,0 3 61 0,0 4 93 0,0 3-18 15,-4 4-45-15,-4 2-139 0,3 0-148 16,-3 5-81-16,0 5 3 16,0 2 23-16,-3 1 0 0,3 2-18 0,0 3-11 15,-1 0-16-15,3 0-58 16,0 4-50-16,4-3-27 0,0 3-3 15,2 0 0-15,0 3-3 0,6 2-15 16,0 0-40-16,3 0-99 0,1 2-56 16,0-3 9-16,1 0-22 0,-3-4-73 15,0-2-445-15,-4-7-475 0,-6-3-559 0</inkml:trace>
  <inkml:trace contextRef="#ctx0" brushRef="#br0" timeOffset="66716.71">32274 6110 674 0,'0'0'1880'0,"0"0"-1401"0,0 0 3 16,0 0-138-16,0 0-344 0,0 0-32 16,0 0 1-16,0 0 30 0,0 0-18 15,52-7 0-15,-32 10-16 0,1 0-44 16,2-2-69-16,4-1-94 0,-3 0-197 16,-5 0-527-16,8-4-528 0</inkml:trace>
  <inkml:trace contextRef="#ctx0" brushRef="#br0" timeOffset="67324.06">32772 5789 135 0,'0'0'2540'15,"0"0"-1982"-15,0 0-15 0,0 0-131 16,0 0-248-16,0 0-151 0,0 0 33 15,0 0 44-15,0 0-10 0,60-12-2 16,-43 15-2-16,1 2-5 0,-3 2-16 16,-3-2-12-16,0 2-12 0,-3-1-28 15,-5 0-3-15,-2 0-1 16,-2 0-11-16,-2 0-1 0,-8 2 10 0,-5 3-36 16,-4 0-63-16,1 3-49 0,-1-1-15 15,3 0 1-15,1-3 9 16,5-1 18-16,2 0 34 0,4-2 60 15,1-1 44-15,1-1 14 0,2-1 8 16,0 1 25-16,0-1 22 0,0 2 23 16,0 3-2-16,2-2-21 0,3 0-7 15,-1 4-9-15,0 0-7 0,2 0-9 16,-2 2 1-16,2 2-11 0,1-3 4 16,-3 4-3-16,0 0-6 0,-2 1-7 15,0 0-3-15,-2-1 1 0,0 1-11 16,0-2 0-16,-2-2 10 0,0 1-10 15,-2-3 0-15,0-3 11 0,-3-1-11 16,1-1 13-16,0-2 7 16,-2-2 5-16,-1-1-2 0,-3-1-10 15,0 0-15-15,-1-3-2 0,-3-3-22 16,3 1 2-16,-1-4-9 0,1 2-24 16,3-2-22-16,2 0-19 0,-3-2 3 15,5 3 34-15,-2-4 25 0,4 1 18 16,0 3 16-16,4-1 37 0,0 3 49 15,0 1-2-15,6-1-7 0,4 1-21 16,-1 3 9-16,1-2-1 0,2 4-8 16,1 0-26-16,1 0-30 0,3 0-15 15,1 4-46-15,3 3-121 0,-2-1-88 16,1 1-169-16,-5-3-548 0,3 2-567 16</inkml:trace>
  <inkml:trace contextRef="#ctx0" brushRef="#br0" timeOffset="67523.87">33082 6220 2569 0,'0'0'1185'16,"0"0"-549"-16,0 0-6 0,0 0-206 16,0 0-136-16,0 0-59 0,0 0-84 15,0 0-145-15,0 0-15 0,0 0-85 16,-12-1-84-16,12 7-25 0,0 0-94 15,0 2-300-15,0-2-809 0,-4-3-1339 0</inkml:trace>
  <inkml:trace contextRef="#ctx0" brushRef="#br0" timeOffset="70498.96">20901 5857 60 0,'0'0'156'0,"0"0"-156"0,0 0 522 15,0 0 35-15,0 0-349 16,0 0-13-16,0 0-3 0,4-11-33 15,-2 10-16-15,0 1 28 0,-2 0 71 16,0 0 106-16,0 0 13 0,0 1-81 16,0 0-106-16,0 0-93 0,0 1-71 15,0-2-10-15,0 2-41 0,0-1-3 16,0 3 29-16,0 2 15 0,-4 2 16 16,2 2 3-16,0 0-16 0,-2-1-1 15,1 1-1-15,-1-3-1 16,2 1-3-16,2-2-19 0,0-2-25 15,0-1-7-15,6 0-31 0,1-2-4 0,1-1 6 16,0 0 23-16,5-4 12 16,-3-3 7-16,2-3-17 0,3 0 20 15,-3 1-4-15,-4-1 19 0,3 2 23 16,-5 0 13-16,-2 1 25 0,0-1 26 16,-4 3 38-16,0 1 31 0,0-2-9 15,-4 0-23-15,0 0-12 0,0 0-29 16,-2 1-13-16,-3 2-16 0,3-1-6 15,-2 2-9-15,4 1 15 0,-4 1-3 16,-1 0-26-16,3 4-2 0,-2 4-32 16,0 3 7-16,-1 1 3 0,3 3 19 15,2 0-16-15,0-1-6 0,2-2-6 16,2-2-1-16,0-1 1 0,0 0 5 16,0-2 11-16,4-2 12 0,0 0-1 15,0-1-14-15,-2-2-8 16,4-1 4-16,1-1 19 0,-1 0 3 0,2-1 22 15,0-3 0-15,1-2 19 0,-1 0-3 16,0-1-3-16,-2 0-7 16,-2-1-3-16,3 2 0 0,-3-1 3 15,-2 0 7-15,0-1 6 0,0 3 10 16,-2-3 2-16,0 1-3 0,0-1 0 16,0 3-7-16,-2 1 1 0,0-1-4 15,-2 2-9-15,0 1-12 0,-3 2-1 16,1 0 44-16,-2 0-43 0,4 5-19 15,-7 2-53-15,5 4 1 0,-2 1-7 16,0 0 18-16,4-1 23 0,-1-2 2 16,1-1-6-16,4-3-3 0,0-1-9 15,0-1-13-15,0 0-3 0,2-1 12 16,3-1 13-16,1-1 22 0,-2 0 3 16,4 0 0-16,-2-3 2 0,3-2-2 15,-1-1-12-15,0-1 12 0,-4 3 22 16,0 0 10-16,-2-2 9 0,3 2 25 15,-5-1 21-15,0-1-3 0,0-1-19 16,0 1-12-16,0-1 5 16,-5 1-14-16,3 1-7 0,0 1-13 15,0 1-5-15,-2 3-18 0,2 0-1 16,-2 0-16-16,2 0-8 0,0 1-7 16,-4 4-18-16,-1 1-20 0,5 1 4 15,0 0-3-15,0 4-19 0,2-6-60 16,0 3-98-16,2-1-160 0,2-2-264 15,9 0-609-15</inkml:trace>
  <inkml:trace contextRef="#ctx0" brushRef="#br0" timeOffset="72256.01">20990 6813 177 0,'0'0'62'0,"0"0"212"0,0 0 1029 16,0 0-1017-16,0 0-85 0,0 0-33 15,0 0-65-15,0 0-22 0,0 0-20 16,0 0-19-16,-15 4-10 0,15-3 7 16,0-1 6-16,0 1 16 0,-4 1 9 15,4-1-23-15,-2 2-47 0,-2 1 0 16,0 3 3-16,-3-1 13 0,5 2 1 16,-2 1-1-16,0-1-15 0,0 0-1 15,2 1 0-15,0-3-13 16,2 0-16-16,0 1 0 0,0-1 10 15,0-2 0-15,2 2-1 0,2-3 1 16,0 2 0-16,2 2-4 0,1-6 1 16,1 2-1-16,0-2 22 0,0-1 1 15,1 0 1-15,-1 0 16 0,-2-4 37 16,2 0-3-16,-4 0-3 0,1-1-9 16,-1 0 6-16,0 1-1 0,-2 1 14 15,-2-1-1-15,0 0 4 0,0-1-10 16,0 0-16-16,0 1-19 15,0 0 3-15,-4-2 3 0,2 1-6 0,-4-1 0 16,1 2-3-16,1 0-10 16,-4-1 6-16,4 3-9 0,-4-3-1 15,1 4-2-15,-1-1-15 0,2 1 17 16,0 1 0-16,-5 0-34 0,7 3-6 16,-2 1-10-16,-2 2-3 0,4 1 6 15,0 1 13-15,-1-1 16 0,3 1 15 16,0-2-18-16,2-1-3 0,0 0-14 15,0-3-2-15,2 3-1 0,2-4 20 16,1 2 18-16,1 0 2 0,0-2 2 16,2-1 13-16,3 0 6 0,-3 0 7 15,2 0 15-15,-2-1 11 0,1-5 2 16,-1 2 3-16,-2 1-12 0,-2-3-7 16,0 1-6-16,-1 1-7 0,-1 1 10 15,0-3-3-15,0 2-10 0,-2-2-3 16,0 2 0-16,0-2-3 0,0 0 6 15,0 0 4-15,-2 1-1 0,-2 1 3 16,-1 0-15-16,1 0 0 16,0 2-13-16,-2 2 0 0,0 0-19 15,2 0-7-15,-3 0-12 0,3 0 0 16,-2 2-9-16,2 2-16 0,0 0 2 16,4 0-6-16,-2 0-9 0,2-2-30 15,0 3-38-15,0-2-26 0,0 0-13 16,4 1-111-16,2-2-163 0,-2 0-288 15</inkml:trace>
  <inkml:trace contextRef="#ctx0" brushRef="#br0" timeOffset="83492.95">738 6844 21 0,'0'0'13'15,"0"0"88"-15,0 0-26 0,0 0 974 16,0 0-763-16,0 0-78 0,0 0 42 15,0 0-61-15,-50 15-18 0,48-15-19 16,0-2-13-16,0 0-1 0,0 0-16 16,0-1-16-16,0 0-16 0,0 2 31 15,2-2 20-15,-2 2 2 0,2 1-4 16,0-1-7-16,0 0-28 0,0-1-13 16,0 2-5-16,0 0 1 0,0 0-6 15,0 0-15-15,0 0-14 0,0 0-14 16,2 0-4-16,0 0 3 15,0 0 19-15,0 0-1 0,2 0-2 0,2 2-7 16,3 0-6-16,1-1 0 0,-2 2-3 16,5-2 0-16,3 1-10 15,-3 1-8-15,5-2-1 0,-3 0 3 16,5 0 1-16,3 0 2 0,-2 0-2 16,2-1 2-16,5 0 4 0,-5 0 5 15,6 0 1-15,0 0-16 0,2 0 10 16,2-1-1-16,2-1 0 0,0 0-2 15,3-2-1-15,-3 2-9 0,4-2 1 16,-2 0 2-16,3 1-15 0,-5-1 21 16,4 1-2-16,2 0 2 15,-1 1-6-15,3 1-3 0,-6 0 13 16,5-2-10-16,1 3-3 0,-2-1-3 16,-1 1 9-16,1 0-5 0,2 0-4 15,1 0 0-15,-1 0 0 0,3 0 0 16,-3 0 0-16,5 0 0 0,1-1 12 15,7-2-8-15,4 1 8 0,14-2-6 16,1 0 6-16,-9-1 4 0,-2 1 8 16,-12 0-9-16,1-2 0 0,3 2-24 15,-4-1 12-15,2 2-12 0,-3-1-1 16,-3 3-1-16,-11-2 1 0,9 2 1 16,5-1-1-16,9 0 0 0,6-2 0 15,-10 0 1-15,-2 0 1 0,2-1 8 16,-5 1 0-16,5 0-11 0,-12-1 11 15,-7 4-9-15,-6-2 9 0,0 1-10 16,6-2 0-16,9 3 1 0,-1-1 0 16,3-1-1-16,-1 0 10 15,3-2-12-15,-3 3 2 0,-1-1 1 16,3 0 0-16,7-2 0 0,4 4 9 16,-2-2-11-16,-6 1-1 0,-9 2-2 15,-6 0 1-15,13 0-1 0,-1 0 1 16,1 0 1-16,-2 0 0 0,-7 0 3 15,9 2-2-15,-5-2 1 0,3 1 0 16,-3 1 0-16,-2-1 1 0,5 1 0 16,-5 1-1-16,1-2 1 0,5-1 12 15,-5 2-14-15,1 1 0 0,1-2 2 16,-1 0 13-16,3 1-16 0,-3-2 0 16,1 0 0-16,1 0 0 0,-1 0 1 15,12 0-1-15,4 0 0 0,10-3 1 16,-2-1 1-16,-4 1-1 0,-6 0 1 15,-16 1-1-15,-3 2 0 0,-10 0-1 16,0 0 0-16,4 0 1 16,7 0-1-16,3 0-2 0,1 2 1 15,-3 1-1-15,-2-2 0 0,-1 4-1 0,-1-3 2 16,-4 2-1-16,-2 0 2 16,0-1 0-16,-6-1-2 0,2-1 2 15,-2 3 1-15,-2-2 0 0,-7-2 1 16,7 3 0-16,-8-3-1 0,-3 1 0 15,-4-1 0-15,3 0-1 0,-9 0 1 16,0 0 0-16,-2 0 2 0,0 0 12 16,-2 0 3-16,0 0 0 0,0 0-17 15,0 0 0-15,0 0-1 0,0 0-27 16,0 0-25-16,0 0-20 0,-2 0-31 16,2 0-39-16,0 0-31 0,0 0-21 15,0 0-32-15,-2 0-104 16,2-1-171-16,0 1-226 0,-4-9-842 0,12 19-378 15</inkml:trace>
  <inkml:trace contextRef="#ctx0" brushRef="#br0" timeOffset="85473.78">674 6994 14 0,'0'0'228'0,"0"0"134"16,0 0 326-16,0 0-435 0,0 0-136 15,0 0 30-15,0 0 18 0,0 0-71 16,0 0 0-16,0 0 20 0,2-2 22 16,-2 2-1-16,0-1 1 0,2 0 2 15,0-1 0-15,-2 0-16 0,2 1-16 16,4-2-1-16,1 0 0 0,3-2 3 15,-2 1-3-15,7 0 12 0,1-1-13 16,-1 3-4-16,5-1-9 0,-3 0-5 16,4 2-2-16,1-1-9 0,-3 2-10 15,4 0 0-15,3 0-16 16,-3 3 10-16,4 0-3 0,2-2 2 0,0 2 1 16,2-2-1-16,2 2-5 0,0-2 2 15,0-1 6-15,2 1-12 16,0-1-9-16,3 0-3 0,-1 0-10 0,0 0 10 15,2 0-16-15,3 0 4 16,-7 0-10-16,4-1 0 0,2-1 0 16,1 0 13-16,-1 0-26 0,-4-1 13 15,5 0-3-15,-3 0-10 0,2 0 1 16,-1 0 15-16,-5 0-14 0,2 0 8 16,2 0 6-16,-2 2 3 0,3-2-9 15,-1-1 10-15,0 2-1 0,-2-1 6 16,5-2-2-16,1 1 14 0,-1 1 1 15,-3-1-10-15,4 1-3 0,3-3-24 16,-5 3 9-16,2-1-11 0,5 0 1 16,-7 0 0-16,3 0 1 0,-1 0 9 15,1 1-10-15,-5-1 0 0,2 2-2 16,1-2 0-16,-1 2 2 0,-4 0-1 16,-2-1 1-16,5 1 2 0,-5-2 11 15,2 3-12-15,0-2 12 16,-2 2-12-16,-2 0 15 0,0 1-18 15,0 0-1-15,-2 0 1 0,-4 0 1 16,4 0-1-16,0 0 1 0,-4 1 0 16,4 0 1-16,-2-1-2 0,-4 2 2 15,0-2 1-15,2 0 0 0,2 0 0 16,-3 0 12-16,-1 0 0 0,-2 0-14 16,2 0 1-16,0 0 0 0,-5 0 1 15,1 0 0-15,4 0 0 0,-5 0-1 16,1 0-1-16,2 0-1 0,-5 0-1 15,5 1 0-15,-4-1 0 0,-3 2 0 16,7-1-1-16,-6 2 1 0,3-3 0 16,-3 2 1-16,3 2 0 0,1-3 0 15,-4 0 1-15,3 1 1 16,-1 2-2-16,2-2 0 0,-1 1-1 16,-1 0 0-16,4 0 1 0,-5 3 0 15,7-4 2-15,-2 0-1 0,-3 2-1 16,7-2 1-16,2 0 1 0,-2-1 1 15,4 0 9-15,-2-1 0 0,0 0-11 16,4 0-1-16,-2 0 1 0,0 0 1 16,2-1 0-16,-4 0 1 0,4-1 0 15,0 0 15-15,-2 0-3 0,4 0-14 16,-4 0 10-16,2 0-10 0,3-3-1 16,1 1 3-16,0 1 0 0,0-2-1 15,3 1 15-15,-3 0-17 0,2-2 0 16,2 0 0-16,-3 1 2 0,3 1-1 15,-2-2-1-15,-2 2 1 0,1-1 2 16,3 1 10-16,-6 1-13 0,4 0-2 16,-3 1 2-16,-3 0 2 0,4 2 0 15,-2-2 10-15,0 1-12 16,-2 0 0-16,2 1 0 0,0 0 1 16,-2-1 0-16,1 1-1 0,1-1 12 15,-2-1-11-15,2 1 0 0,-2 0 1 16,0-1 0-16,0 0 0 0,0 0 0 15,-2 1 1-15,2-1 0 0,-2 0-1 16,2 2 0-16,-4-2 0 0,4 1-1 16,-4 0-1-16,2 1 0 0,0-2 0 15,0 1 0-15,-2 0 1 0,0 1-1 16,-4-1-2-16,6 1 1 0,-6 0-1 16,0 0 0-16,-5 0 2 0,5 0 2 15,0 0-1-15,-4 0 0 0,-1 1-1 16,-1 0-1-16,-1 0 1 0,-1 1-2 15,2-2 2-15,-3 0 0 0,1 1 0 16,1 0 2-16,3 1 0 0,-2-2 0 16,-1 0 0-16,3 0-1 0,0 0 0 15,-7 0 1-15,5 0-2 0,-3 0 1 16,1-3 1-16,-3 2-1 16,-4-1-1-16,1 1 0 0,-1 0 0 15,-6 0 0-15,5 1 0 0,-5-1 1 16,0 1 0-16,-4 0 0 0,2 0 2 15,0-2-1-15,-2 2 0 0,0 0 10 16,0 0-10-16,0 0-1 0,0 0 1 16,0 0-2-16,0 0 0 0,0 0-2 15,0 0-25-15,0 0-24 0,0 0-25 16,0 0-72-16,0 0-89 0,0-1-46 16,4-2-213-16,0 0-518 15,0-7-628-15,-16 27-328 0</inkml:trace>
  <inkml:trace contextRef="#ctx0" brushRef="#br0" timeOffset="90139.64">7402 6607 177 0,'0'0'69'16,"0"0"-40"-16,0 0 23 0,0 0 339 15,0 0 56-15,0 0-167 0,0 0-134 16,0 0-49-16,4-3 14 16,-6 3 22-16,0 0-6 0,2 0 6 15,-2 0-14-15,0 0-25 0,2 0-10 0,0 0-3 16,-2 0-4-16,2 0 1 15,0 2 15-15,0-2-6 0,0 1-7 16,-2 1-13-16,2-2-12 0,0 1-30 16,0 0-2-16,0-1 2 0,0 3-6 15,0-2 4-15,0 1-1 0,0-2 0 16,0 3-2-16,0-1-1 0,0-1 0 16,0 2-6-16,0 0-10 0,2 0-1 15,0 1-1-15,0 2-1 0,0 2 1 16,0 1 2-16,3-1-3 0,-3 5-35 15,4 1 35-15,-4 3 26 0,4 0-24 16,-2 2-2-16,0-3 0 0,3 1-19 16,-3-2 0-16,-4-1-1 0,8-5 8 15,-6 1 10-15,2 0-2 0,0-4 2 16,-2 0 1-16,3 0-2 0,-3-2-10 16,0-3-9-16,0 1-7 15,0 0-9-15,-2-2 3 0,4 0-17 16,-2 0 7-16,0-2 23 0,2-2 21 15,0-2 1-15,0-4 12 0,1-2 10 16,1-2-6-16,-4-3-3 0,6-2-13 16,-2-1 2-16,1-3 1 0,-1 1-3 15,0-3 1-15,2 1 2 0,-2 2-3 16,1 0-2-16,-3 5 2 0,2 3 2 16,-4 3-1-16,2 5 1 15,-2 0 0-15,0 4 1 0,-2 1 0 16,2 0-3-16,0 0-1 0,-2 1 1 15,0 0 1-15,0 0 0 0,0 0 0 16,2 0 3-16,-2 2-4 0,3-1 19 16,-1 4 3-16,4 1-6 0,-2 0 7 15,0 2-7-15,4 2-4 0,1-1-10 16,-1 3 0-16,0 0-1 0,0 0 0 16,1-2 0-16,1 0-1 0,-4 1-13 15,7-5 10-15,-5 1 1 0,0-1-2 16,-4-3 1-16,5 2 2 0,-3-3 1 15,-2 2 0-15,0-2 13 0,0 1 0 16,0-2-1-16,-2-1-8 0,-2 1 8 16,5 0-9-16,-3-1-2 0,0 0-1 15,-2 0-4-15,4 0-8 0,-2 0-1 16,0 0 10-16,0-2 3 0,0-1 0 16,2-4 16-16,0 0-4 0,0-5 17 15,3-1 6-15,-1-2 0 0,0-4-3 16,0-2-16-16,3 1-13 0,-3-2 0 15,0 3 10-15,0-2-11 0,0 4 11 16,3 1-13-16,-1 1-1 16,-2 3-2-16,-2 3-10 0,2 5 13 15,-4 0-3-15,3 4 0 0,-5 0 3 16,2 0 14-16,-2 6 18 0,0 4 13 16,6 3 15-16,-4 4 3 0,4 3-36 15,-2 3-27-15,2-2-3 0,1 0 0 16,-5 0 0-16,6-3 0 0,0-1-9 15,-2-2-1-15,3-2 10 0,-1-1-10 16,0-2 11-16,1-1-14 0,1-3 0 16,-2 0 4-16,0-3 8 0,1-1 1 15,-1-1-9-15,0-1 11 0,0 0-2 16,-1 0 0-16,1-3 1 0,0-2 2 16,1-1 2-16,-1-2 0 15,-2-3 2-15,-2 1 15 0,4 0-4 16,1-2-15-16,-3-1 1 0,-2 0 12 15,2-1 9-15,-2 0-9 0,0-1 9 0,1 1 0 16,-3 0-6-16,2 1 0 16,-2 1-13-16,2 2 0 0,0 3 0 15,-2-1-3-15,0 4 0 0,-2 2-22 16,4 0 10-16,-2 2 10 0,3 0 2 16,-1 2 2-16,0 4 20 0,2 3-6 15,0 1-4-15,-2 2-9 0,5 4 1 16,-3-1-1-16,0-1 0 0,0 1-1 15,0-2-1-15,1-1-1 0,-1-2 0 16,0 1-2-16,2-4 1 0,-1 0-2 16,-1-1-10-16,4-2 0 15,-2 0 1-15,1-2 12 0,-3 0-1 16,2-2-1-16,0 0-1 0,-1 0-12 16,-1 0 12-16,0-2 0 0,0-2 1 15,0 0 0-15,-2-2 2 0,3-1 1 16,-3-2 1-16,0-2 11 0,2 1-11 15,-2-2 12-15,3-1-14 0,-1 0-1 16,0 0 0-16,0-1 1 0,0 2-13 16,1-2 11-16,-1 4 0 0,-2 1 1 15,2 3 0-15,-2 0-12 0,0 4 10 16,-2 1 2-16,-2 0 1 0,2 1 1 16,1 0 15-16,-1 2-1 0,0 4 14 15,2 2-7-15,-2 1-9 0,2 1-11 16,0 2-2-16,-2-1 0 0,4 0-1 15,-1-2 0-15,-1 1 1 0,2 0 0 16,-2-2 0-16,0-2-2 0,0 0-11 16,2 0 11-16,-1-1 0 0,1 1-1 15,-2-3-1-15,0 3 1 16,2-2-9-16,-2-2 10 0,3 2-2 16,-1-2 1-16,-2-1-16 0,2-1 17 15,-2 0-23-15,0 0 9 0,3 0 15 16,-1-3 0-16,-2-1 1 0,4-3 3 15,-4-1 0-15,0-1 13 0,5 0 0 16,-5-2 0-16,0 0-4 0,2-1 1 16,0 1-10-16,-1 1-1 0,3 1 8 15,-4-1-10-15,0 4-16 0,2 0 3 16,-4 3 10-16,2 1 1 0,1 1 0 16,-5 1 0-16,4 0 2 0,-2 0 16 15,0 3 6-15,0 0-3 0,0 1 3 16,2 2-7-16,0 2-11 0,0-1 8 15,1 1-10-15,-1 0 0 0,0-1-1 16,2 2-1-16,-2 0 1 0,0-2-1 16,3 0 0-16,-3 0 0 0,0 0 0 15,2-1 0-15,-2-2-1 16,2 3-14-16,1-2 12 0,-3-2-16 16,2 1 17-16,-2-1-17 0,2 0 3 15,0-3 3-15,-1 0-6 0,1 1 0 16,0-1 3-16,0 0 4 0,-2-1-1 15,2-3 10-15,1-1 0 16,-1-1 0-16,-2 0 1 0,4-1 0 0,-2 1 0 16,-1-1 1-16,1 0 1 15,-2 1 0-15,0-1 0 0,0 0 1 0,-2 3 1 16,0-1 0-16,2 3-2 0,1 0-3 16,-3 1 1-16,2 1 1 0,-2-2 1 15,2 2 1-15,0 0 0 16,2 0-1-16,1 0 0 0,-3 0 1 0,0 0 2 15,0 0 9-15,0 0-10 16,0 2 11-16,2 1 3 0,-4 1-13 16,5 2 10-16,-1 3-13 0,-2-2 0 15,2 0-3-15,0 3 0 0,1-2-16 16,-3-2 17-16,2 1-14 0,-2-2 4 16,0-1-1-16,0-1-3 0,3-2-3 15,-3 1-16-15,0-1-3 0,0 1 0 16,0-2-19-16,0 0-16 0,0-3-80 15,1-3-133-15,-1-1-120 0,-2-2-229 16,0-5-869-16</inkml:trace>
  <inkml:trace contextRef="#ctx0" brushRef="#br0" timeOffset="100197.57">20570 8285 663 0,'0'0'186'0,"-60"-36"312"0,31 17-254 16,-6-1-130-16,-6-2-30 0,-1 1-22 16,1 1-30-16,-3 3-32 15,3 0-1-15,-4 1-21 0,1 1 20 16,-1 1-20-16,-1 2 22 0,-10-1-1 15,-6-2-3-15,-10 0 1 0,-2 2-8 16,5 3 11-16,5 2 0 0,9 1-16 16,1 0 13-16,-2-1 3 0,2 0 0 15,-4 0 14-15,3 0 22 0,-5 2-4 16,2-2-3-16,-6 1 23 0,-2-1-10 16,1 4 7-16,-1 0-29 0,-2-1-20 15,0 1 0-15,-2-1 0 0,-5 0-2 16,3 1-16-16,-7 2 17 0,1-3-21 15,-3 3 0-15,0-2-11 0,-1 2 31 16,-3-2-11-16,-4 4 12 0,4 0 1 16,-6 0-2-16,0 0-11 0,1 3 0 15,-1 0 10-15,-2 1 3 16,2-2-17-16,-2 3-4 0,4-1 20 16,0 0-20-16,-2 2 20 0,6-2 1 15,-4 3-1-15,2 0 0 0,5 0-1 16,-5 2-44-16,6 1 46 0,-3-1 2 15,3 0-1-15,-4 2-1 0,7-3 4 16,-7 3 12-16,6-1 0 0,-3 0 20 16,3 0 13-16,-2 5-4 0,-1-4 0 15,1 2-9-15,1-1-13 0,3 1 19 16,3-1 13-16,-3 1-16 0,5 2-37 16,-1 3 10-16,-1 1-12 0,-2 2-1 15,1-2-12-15,1 1 0 0,-5 1 10 16,-1 0-13-16,-1 2-7 0,-2 2 0 15,5 0 20-15,-7 2-13 0,8 1 15 16,-5 1 1-16,7 0 1 16,1 4 1-16,0-1 1 0,-3 1 0 15,3 4 1-15,1 0-2 0,3 3 11 16,-2 2-13-16,-5 0 0 0,1 6 0 16,1 1 0-16,-5 6 0 0,-1 4-1 15,-6 4-12-15,5 6 11 0,-5 0-2 16,6 2-9-16,-4-1-3 0,9 1-7 15,-5-2-28-15,5-4-14 0,5-1 13 16,3-4 13-16,0-5 16 0,4-3 23 16,0-1 15-16,4 0-2 0,-2 1-10 15,0 2 40-15,-2 1-1 0,-4 7 10 16,-3 2-17-16,-1 12 8 0,-2 5-8 16,-5 4-9-16,5 6 3 0,-3 1 4 15,7 7-4-15,0-3-3 0,3 2-4 16,5 2-2-16,7 2-20 15,1 4-13-15,4 2-26 0,1 5-48 16,1-2 35-16,7 1-13 0,-3 1-19 16,7-3-7-16,0-1 3 0,2 1 39 15,4-2 27-15,2-4 22 0,0-4 0 16,6-4-4-16,-2-3 1 0,5-3 0 16,1 2-30-16,0-3-6 0,5 3 4 15,0 1 5-15,-1 3-9 0,5 5 0 16,-5 4-224-16,3 0 263 0,-1 3 45 15,5 6-43-15,0 0 0 0,0 5-2 16,1-2-306-16,3-3 306 0,0-5 124 16,4-4-100-16,0-3-24 0,2 0-23 15,2-2 20-15,11-2 0 0,-3 4-9 16,5-5 11-16,1-1-1 0,3 1-103 16,2-1 73-16,-3-1 32 0,3-1 24 15,2 0 21-15,0 2-9 0,-2-2 3 16,1 1 7-16,5-2-4 15,-6-4-19-15,4 0-23 0,0 1-27 16,0-2-45-16,2 2 4 0,4 0-30 16,-2-4-19-16,2 0-66 0,2-3 40 15,4-2 91-15,2 0 16 0,1 0-23 16,3 1-81-16,-12-20-71 0</inkml:trace>
  <inkml:trace contextRef="#ctx0" brushRef="#br0" timeOffset="101600.28">20469 8093 447 0,'0'0'531'0,"0"0"-241"16,0 0 68-16,0 0-199 0,0 0 3 15,0 0-70-15,0 0-92 0,0 0-61 16,0 0 48-16,0 0 13 0,0 0 48 16,26 7 27-16,-13 0-14 0,3-1-2 15,1 5-20-15,4 0 3 0,1 1 6 16,1 2-9-16,6 5 3 0,2 0 10 16,4 4-7-16,2 2-13 0,7 3 23 15,8 6-6-15,14 7 21 0,10 9 4 16,5 0-9-16,-3-3 2 0,-7-2-25 15,-9-6 16-15,4 1-14 0,0 2-8 16,-8 0-4-16,2 3 9 0,0 1-12 16,-7 2-10-16,3 4 7 0,0 3-10 15,-2 3 0-15,8 2-15 16,-2 6 11-16,4 0-12 0,0 4-22 0,4-1 9 16,0 8 1-16,3-1-1 15,-5 3 0-15,0 5 13 0,-2 3-1 16,-4 2-2-16,-2 5 1 0,-7 5-1 15,-3 2-12-15,-5 8-43 0,-3 3 20 16,-7 6 2-16,-2 4 17 0,-4 3 3 16,-3 3 0-16,1 1 16 0,-4 3-13 15,-2 6-28-15,-7-1 41 0,0 5 6 16,-5 2 13-16,-3 1 4 0,-4 1-23 16,0 7-22-16,0 6 12 0,-6 2 7 15,1 0-14-15,-5-1-211 0,2-5 228 16,2-2 97-16,1 1-61 0,5 8-36 15,0 6-38-15,0 2-127 0,0-1-870 16,0-7 1035-16,-2-11 68 0,-10-6 127 16,-7 3-98-16,-1 4-93 15,-3 2-4-15,-4-1-192 0,-6-2-78 16,-6-9 270-16,-5-5 127 0,3-5 32 0,-7-8-58 16,3-5-65-16,-1-5-20 15,-5-8-16-15,3-1-37 0,-1-4 37 16,-1-2 12-16,-8-5 50 0,4-5 19 15,-1 1-33-15,-3-5-46 0,2-2-2 16,4-4-29-16,-2 1-10 0,5-2-3 16,-1 2-6-16,5 4-17 0,-3 2-7 15,5 1 7-15,1-1-55 0,-1-4-36 16,4-3-7-16,-3-3-58 0,1-7 58 16,0-1 7-16,-3-8-99 0,-3-2-87 15</inkml:trace>
  <inkml:trace contextRef="#ctx0" brushRef="#br0" timeOffset="104696.93">12124 10669 92 0,'0'0'101'16,"0"0"14"-16,0 0-60 0,-52-12 281 15,35 8-108-15,1 1-121 16,-1-2-45-16,1 1 33 0,-1 2-1 16,1 0-22-16,1 2-30 0,3 0-41 0,-7 0 22 15,1 0-23-15,-1 3 13 16,0 6-13-16,-1-1-2 0,-7 5 1 15,2 3-6-15,-2 3 7 0,-4 2 29 16,-2 4 7-16,2 0 39 0,-4 6 32 16,2 1 20-16,-2 1-7 0,-4 5-6 15,1 3 6-15,-5 9-17 0,-7 13-22 16,1 15-3-16,-7 2-7 0,10-2-19 16,1 0-17-16,6-6-34 0,-1 4-1 15,1 6-12-15,-4-1-4 0,8 4-3 16,-3 5 3-16,3 1-4 0,2 4 18 15,4 2-17-15,0 4 6 0,9 4 13 16,-3 2 0-16,6 1 0 0,1 1-1 16,3-3-28-16,5 0 4 0,6-8 25 15,2 1 1-15,6-5 38 0,5-2 6 16,5-3 10-16,5-3 16 16,6 1-52-16,4-1-18 0,6 1 16 15,4-3-17-15,11-1-12 0,-3-4-11 16,7-4-16-16,6-7-16 0,2-6-19 15,3-6 13-15,3-6 3 0,0-7-7 16,5-5 63-16,3-5-18 0,-4-3 18 16,3-5 2-16,-3-4 2 0,5-6-1 15,-7-3 12-15,5-6-10 0,-5-6 17 16,5-8-18-16,-3-7 14 0,0-12 7 16,3-1 13-16,-3-4-11 0,-5-2-12 15,3 0-11-15,-6 2 0 0,-2-4-2 16,-4 3 0-16,0-3 1 0,-6-3 2 15,0-5 10-15,-9 3-10 0,-8 5 36 16,11-10-20-16,-3-6-19 0,9-10 13 16,2-7 0-16,-11 2-10 0,-5 7-3 15,-7-7 20-15,-2-4-1 16,-2-6-6-16,-13 1 10 0,1-7-1 16,-1-2 4-16,-6 0 0 0,-3 3 9 15,-3 1 42-15,-4 4-3 0,0 1-32 16,-6-1 32-16,-3-1-7 0,-5 5 17 15,4-1-27-15,-9 3 20 0,4-2-20 16,-7 2-6-16,1-2-13 0,-2 4 6 16,-4 2-43-16,1 3 1 0,-1 5 14 15,0-2 9-15,-2 0-9 0,-2 4 0 16,-2 1-13-16,2 2 16 0,-4 2-3 16,2 1-13-16,2 1 20 0,4 6 2 15,4 5-12-15,6 8 6 0,-1 2-17 16,-1-7-2-16,-8-7-2 0,-4-5 2 15,2 0-3-15,-4 1 3 16,-2 1 1-16,0 3 12 0,-2 2 3 16,-2 5-15-16,-3 5 12 0,-1 2-1 0,1 5 1 15,1 3-13-15,-4 3 0 16,1 6 0-16,3-2-1 0,-5 4-14 16,1 4 3-16,6 2 10 0,-7 2 0 15,5 2-17-15,-3 0 4 0,-1 8-1 16,2 2 14-16,-1 4-14 0,-3 2 0 15,-1 5 3-15,1 1-3 0,-1 3 13 16,5 1 1-16,-5-1-10 0,3 1 10 16,5 2 2-16,-3-1 0 0,4 4 0 15,1-1-12-15,-1 5 11 0,0 11-2 16,-11 14-16-16,-8 19 6 0,0 11 11 16,1 3-1-16,5-2-20 0,9-4 22 15,1-2-15-15,5 2-19 0,6-1 16 16,2 2 17-16,8-1-1 0,5-1 0 15,1-2-16-15,3 1 18 0,4-1-1 16,-3-2-2-16,7 4-15 16,-2-3 7-16,2 1-4 0,2-1-4 15,2-1 1-15,0 0-9 0,0-2 5 16,6-7-2-16,4-4 9 0,1-6 16 16,1-1-4-16,7-4-21 0,-1 1 14 15,5-1 9-15,4-1 2 0,-4-9 0 16,1-8-1-16,-3-10 1 0,0-2-13 15,4 5 11-15,6 3-27 0,6 2 13 16,2-1 16-16,4-1 0 16,-3-4 0-16,7-2-1 0,-1-1-1 0,-1-3 1 15,5-2-12-15,-7-1 12 0,5-3-12 16,-3-2 13-16,-1 0-3 0,1-4-10 16,1-2 11-16,-1 0 2 0,3 0 2 15,-5-1 14-15,7-4 0 0,3 1 0 16,-5-1 16-16,2-2-28 0,-3-1 24 15,-1-4-8-15,1 0-8 0,3 0-9 16,-5-6 29-16,-1-4-12 16,5 1-4-16,-7-3-15 0,-1 1 1 15,4-2-2-15,-7 0 1 0,-1 0-1 16,-2-2 13-16,0 0-13 0,-2-2-3 16,2-1-19-16,-4-1 20 0,2-3-1 15,0 0-10-15,-2 0 13 0,1-2-1 16,-4 1-1-16,3 1 2 0,-2-2 3 15,-6 1-2-15,0 1 1 0,0-1 0 16,-5 4 0-16,-1-3 1 16,-1 2 13-16,1-2-13 0,-3 1-1 0,3-1 11 15,-5-3-10-15,5 0 10 16,-7-3 3-16,5-2-13 0,-1-1 10 16,-6-4-10-16,3 2 19 0,1-3-20 15,-8 1 11-15,7-2-10 0,-5 1 16 16,0-4-6-16,-2 0 6 0,0-1 6 15,-4-1 17-15,0-4-1 0,0-6 3 16,0 7-6-16,0-4-25 0,-2-1 6 16,2 7 3-16,0-4-19 0,2-2 20 15,0 0-8-15,2 0 1 0,3-8-14 16,-1 6-1-16,-2 2 3 0,0-9 8 16,-4-2-10-16,0-15 1 0,-2 1 16 15,-6 4 6-15,-3 8-21 0,5 16-4 16,-2 9-4-16,2 6 4 0,0 2-1 15,-5-3 1-15,5-1 1 0,-4-6 31 16,-5 3-16-16,7 2-13 0,-7 3 16 16,3 2-7-16,0 1-10 0,-5 2 20 15,3 3-20-15,-5 4 20 16,5-2-10-16,-7 5 1 0,6 1 5 16,-5 2 1-16,3-1-19 0,1 3 1 15,3 0 1-15,-1 2-2 0,3-2-3 16,-3 1 0-16,6 1 0 0,-1 0-16 15,5 1 17-15,-6 1-23 0,8-1 3 16,-4 2 20-16,4 0-23 0,-5 0-35 16,7 2-28-16,-2-1-4 0,2 1 19 15,-2 1-44-15,2 0-33 0,2-1-119 16,0-4-226-16,7 3-160 0,-1-15-765 16</inkml:trace>
  <inkml:trace contextRef="#ctx0" brushRef="#br0" timeOffset="106280.05">12932 12028 17 0,'0'0'33'0,"0"0"29"15,0 0-29-15,0 0-4 0,0 0 10 16,0 0 13-16,0 0-16 0,0 0 23 16,0 0 94-16,50-6 91 0,-46 6-152 15,2 0-37-15,0 0 10 0,2 0 0 16,-1 0 7-16,1 0 16 0,0 0-16 16,4-1 15-16,-5 0-5 0,5-1 2 15,3 0 1-15,-5 1-1 0,2 0-2 16,3-1-27-16,-1-2 13 0,5 2-19 15,-3-1-4-15,3 0-29 0,6 0 7 16,-5 0 3-16,5-1 36 16,4-1-27-16,0 1 24 0,2-2-24 15,0 0-2-15,2 1-4 0,4-1-16 0,1-3 22 16,-3 1 20-16,4 2-19 0,-2-3-36 16,0 2 29-16,3 0-13 0,-5 1-15 15,0 0 41-15,0-1-6 0,-2 1-17 16,0 2 10-16,2-3 32 0,1 2-45 15,-3-1-12-15,4 0 25 0,0 0-26 16,2-3 0-16,5 2-3 16,-3-5 3-16,0 3-3 0,7 0 2 15,-5-1 19-15,3 0 17 0,1 1 4 16,-3 1-22-16,1 0 18 0,3 2-38 16,-5-3 42-16,5 2-16 0,3-5-4 15,11-2-9-15,9-2-13 0,-1-1 1 16,-4 0-2-16,-14 3 2 0,-17 3 14 15,-4 3-14-15,-2 0 1 0,2 1-2 16,6-1 2-16,2 0-2 0,1 0 1 16,-1 2-1-16,-4 1 0 0,6 0 16 15,-3 1 10-15,-1 0-10 0,0 0 0 16,2-2 13-16,1-2-27 0,3 1 20 16,-2-2-22-16,1 3 16 0,-3-1-16 15,4 1-1-15,-5 0 1 0,-5 2 3 16,-2 0 29-16,-4 0 10 0,-5 3-10 15,1 0 3-15,-2 1 16 16,-5 0 16-16,3 0-17 0,-5 0-11 0,-3 0-17 16,5 0-20-16,-10 0 20 15,3 0-19-15,-3 0 16 0,-2 0 0 16,-2 0 0-16,-2 0 29 0,0 0 31 16,0 0 47-16,0 0 2 0,0-1-42 15,-2 0-74-15,0-2-2 16,-4 0-10-16,2 0-32 0,0 1-60 0,1 1-43 15,-1-2-16-15,2 3-45 0,2 0-81 16,-2 0-272-16,0 0-498 16,-2 0-488-16,39 17 1440 0</inkml:trace>
  <inkml:trace contextRef="#ctx0" brushRef="#br0" timeOffset="108738.16">17701 10892 145 0,'0'0'52'0,"0"0"3"0,0 0 40 16,0 0-20-16,0 0 511 0,0 0-403 15,0 0-112-15,-54-14 27 0,48 8-4 16,-5 3-16-16,3-2-19 0,-2-2-7 15,0 1 36-15,-3 1-30 0,5 0 7 16,-5-1 10-16,-1-1 12 0,4 3-31 16,-3-2-18-16,-1 0-8 0,-1 1-17 15,-1 1 9-15,-1 0 1 16,-1-1-4-16,-1 1 30 0,0-2-23 16,-5 0 6-16,1 2 43 0,0-2-4 15,-4 2 3-15,0-1-22 0,1 1 6 16,-1 0-16-16,0 2-23 0,0-2 10 15,-4 2-29-15,2 2-1 0,-2-1-15 16,0 1 3-16,2 0 10 0,0 0-20 16,-4 0 21-16,-2 0-11 0,2 0 10 15,0 0-10-15,0 1 12 0,-3 0-1 16,1 1 2-16,0 1 1 0,-2-1 12 16,2 0-13-16,-2 1 3 0,-1 0-1 15,1 0 21-15,-4 0-22 0,6 2 24 16,-2 1 17-16,-1 0 7 0,5 2-14 15,-2 1-3-15,0 1 0 0,6 0-32 16,-2 2-12-16,0 0 0 0,4 2-11 16,0 1 7-16,0 5-7 0,-2-4 20 15,3 4-19-15,-3 1 19 0,6 0-11 16,2 2 13-16,-4-1 1 0,9 2-13 16,-3-1 13-16,5 2 3 0,-3 0 10 15,5 3-12-15,-3-1-1 16,5-1 3-16,2 2-2 0,-5-5 12 15,9 2-12-15,2-1 1 0,0-2 21 16,2 0-22-16,0 1 1 0,2-2 27 16,2-1-26-16,5 5 10 0,-1-4-12 15,0 3 22-15,0-2-23 0,9 0 0 16,-7-3-3-16,7 1-22 0,-3-2 25 16,3 1 0-16,-1 0 2 0,3-1-2 15,-2 1-1-15,5-2-10 0,-3 0 11 16,6-1 3-16,-1 1 23 0,-1-3-25 15,2 3 1-15,0-3-1 0,0 2-1 16,-3-2 0-16,3 0-1 0,0 2 1 16,2-2-35-16,0-1 35 0,-2-1 16 15,3-1 10-15,3-2-25 16,0 3-1-16,0-3 18 0,3 0-18 16,-6-3 0-16,4 1 0 0,-4-2 0 0,-1 2 0 15,-2-3 0-15,2 0 14 16,0-1-14-16,2 0 0 0,-2-1 13 15,-3 0-11-15,5-2 1 0,0 2-2 16,-2 0 0-16,2-1-2 0,-2 1 0 16,-4 1 0-16,4 0-1 0,0-1-11 15,-3 1 13-15,1-1 2 0,-2-1-1 16,6-1 12-16,0 1-11 0,-2-1 1 16,4 0 0-16,-2 0 17 15,2-1-19-15,2-3 9 0,0 0-7 0,4-2-6 16,-4-3-7-16,2 1 8 15,0-3-21-15,-2-3 10 0,0 1-9 16,-4-1 3-16,0-4 19 0,0-2 1 16,-2 2 2-16,-2-3 13 0,0 2 0 15,-7-2-13-15,5 2 16 0,-4-1 1 16,-1-1-7-16,1 2-12 0,0-3 15 16,-3 1-14-16,3-1-2 0,-3 0 19 15,-1-3-18-15,-1 3 15 0,-4-1 3 16,1-1 10-16,-3 2-28 0,-2-3 18 15,0 2 16-15,-3-3-34 0,-1 0 10 16,0 1 24-16,0-1-33 0,-2 1-2 16,0 0-2-16,0-2 2 0,0 2 2 15,-4 2-1-15,2 1 21 0,-3 2-22 16,-3-1 22-16,0 4 1 0,0-2-7 16,-1 2-14-16,-5 0 11 0,1 0-11 15,1 0-2-15,-4 1 12 0,-1-1-8 16,-2 2-1-16,1-1 9 0,-3 1-12 15,0 0-2-15,3 2 2 16,-5-2-3-16,2 2 4 0,3 2-2 16,-3-1-1-16,-2-1 0 0,1 1 1 15,-1-1-1-15,-4 2-9 0,4-3 10 16,-4 3-2-16,-2-1 0 0,1 2 0 16,-1-3-10-16,-4 2 13 0,2 1 2 15,-3 2-2-15,3 0 0 0,-2-2-3 16,0 3 3-16,2 2 1 0,-2-1 2 15,4 2-3-15,-2 0 18 0,0 0-18 16,2 2 0-16,-4 1-2 0,4 1 0 16,-2 0-11-16,-2 0 13 0,2 0 22 15,0 0-20-15,2 1 11 0,-2 1-10 16,2 1-1-16,-2-1 1 0,7 3-3 16,-3 1-1-16,-4 0-10 0,4 1 9 15,0 0 3-15,-2 0-1 16,6 0 1-16,-4 2-1 0,-4 1-13 0,4 0 12 15,-1 2-1-15,-1 0 1 0,4 0 1 16,0-1 1-16,-2 1 18 16,2-2 3-16,9-1-3 0,-5 0 4 15,7 1-22-15,-3 0 0 0,5-2-1 16,-5 3-1-16,7 0-1 0,2 1-17 16,-3 1 6-16,-1 1 12 0,4 2-2 15,-9 1 2-15,9 0 0 0,-1 3 1 16,-3-2 11-16,2 1-11 0,1 0 1 15,5 0-1-15,-4 0-1 16,0-1-1-16,4-1 0 0,0 0-1 16,1-1 0-16,1-1 3 0,0 2-13 0,0-3 10 15,0 3 3-15,2-2 12 16,0 4-8-16,0-3 6 0,0-1-8 16,0 1 15-16,0-2-17 0,2 2 1 15,0-4-1-15,0 2 1 0,3-3 0 16,-1 2-2-16,0-1 1 0,2-1-1 15,0-1 1-15,2 1 0 0,-3-1 2 16,3 0 11-16,2 2-13 0,-2-1 0 16,-1 3 0-16,1-3 0 0,0 2 1 15,3-1 1-15,-5 3 1 0,4-3 1 16,2 1 8-16,-3 0-12 0,1 0 1 16,2-2 2-16,-3 2 9 0,3-1 4 15,1-1-14-15,-1 0 0 0,-4-1-2 16,9 1 1-16,-9 0 3 0,9 0 8 15,-5-3-12-15,0 1 0 0,7 2-2 16,-7-2 2-16,5-2 0 0,-3 1-1 16,3 0-1-16,-3 0 2 0,5 0-3 15,-5-2 1-15,7 1 0 16,-6-2 0-16,7-1-1 0,-5 2 2 16,4-2-1-16,-3-2-1 0,-1 3-10 15,1-1 12-15,-3-4-1 0,1 2-1 16,1 0 3-16,-7-2 0 0,9 3 1 15,-7-3-1-15,7 1 0 0,-7-1 2 16,5 0-1-16,-5 0-1 0,3 0 0 16,-3 0 0-16,-4 0-1 0,3 0-2 15,-3 0 1-15,-4 0 0 0,-2 0-11 16,2-1-6-16,-4 1 0 0,2-1-3 16,-2 1-10-16,0 0-35 0,0 0-80 15,2 0-132-15,5-2-144 0,1 2-121 16,2-4-656-16</inkml:trace>
  <inkml:trace contextRef="#ctx0" brushRef="#br0" timeOffset="112136.48">21424 11707 32 0,'0'0'2'0,"0"0"41"0,0 0 22 16,0 0 4-16,0 0 68 0,0 0 277 15,0 0-134-15,-23 11-134 0,23-11-12 16,-4 0 6-16,2 0-7 0,2 0-12 15,-2 0-11-15,2 0-29 0,0 0-19 16,0 0-4-16,0 0 14 0,0 0 12 16,0 0 7-16,0 0 6 0,0 0 16 15,-2 0-20-15,2 0-9 0,0 0-29 16,-3 0-23-16,-3 0-32 0,4 0 0 16,-4 2 1-16,0-1 5 15,-2-1-5-15,-3 0 20 0,3 0-18 16,-2 0 20-16,-5 0-10 0,1 0 25 15,-3 0-15-15,1 0-21 0,-3 0 33 16,0 0-12-16,-3 0-4 0,-1-3 10 16,2 3-13-16,-1 0 0 0,-3-2 10 15,2 0 12-15,-2 2 4 0,4-2-40 16,-3 0 14-16,-1 0-13 0,0 1 10 16,0-2 19-16,-2 0-19 0,3 0 2 15,-5-1-12-15,2-1 9 0,0 0-12 16,-4 0 16-16,0-1-16 0,0 1 12 15,-2-3-12-15,-2 1 0 0,0 0-1 16,-1-2 1-16,-1 1 0 0,-2 0 0 16,4-1 11-16,0 0-9 0,-3-2 0 15,3 0 1-15,-2-2-1 0,0 0 17 16,0-2-19-16,-1-2 1 0,-1 0 12 16,2-2-2-16,2-1-11 15,-2-2 0-15,-1-1-2 0,3 1 0 16,0-2-1-16,2 1 0 0,0-2 1 15,0-3-1-15,2 3 3 0,-2-4 1 16,2 1 0-16,2-3-1 0,0 1-1 16,-2-1 1-16,6-2 0 0,-2 1 0 15,0-1-3-15,5-2-29 0,-1 0 30 16,0-1-11-16,2 3 12 0,1-2-18 16,1 0 19-16,3 0 10 0,-3 1-7 15,5-1-1-15,1 0 0 0,3 0 1 16,0-2 0-16,1 3 10 0,5-3-11 15,-2 1 9-15,4 0-11 0,0 1-1 16,0-2 1-16,2 2 0 0,0-1 1 16,0 1 2-16,0-2 10 0,0 1 6 15,2 0-19-15,2 2 13 0,0-3-11 16,2 4 1-16,-2-4-3 0,7 3 1 16,-1-3-2-16,2 2-11 15,3-3 9-15,4-4 3 0,1 1-1 16,3-1 1-16,0 0-32 0,1 3-6 15,1 1 35-15,0 1 3 0,0 3 0 16,0 1-4-16,-3 4-7 0,1 1 11 16,2 4 0-16,-4 0 0 0,3 2 0 15,1 0 0-15,4 1 13 0,2 0 16 16,0 1 3-16,4-1 3 0,1 1-6 16,-3 1 9-16,4 0 0 0,2 1 0 15,-4 0-3-15,2 0 3 16,1 2 3-16,-1-3-19 0,2 3 1 0,0-1-4 15,11-2-16-15,14-1-1 0,10 0 1 16,5-3-2-16,-2 6-1 16,-7 2-1-16,-4 3-27 0,-4 4 5 15,2-1-8-15,-4 1 18 0,0 0 10 16,0 2-19-16,-6 1 21 0,1 2 0 16,-1 0 1-16,-2 2 2 0,2 1 1 15,-5 0 10-15,5 1-12 0,0 5 11 16,-9-2-11-16,-8 0 12 0,-8 3-12 15,-2-1 2-15,6 2 0 0,0 3 0 16,7 3-1-16,-11 1-2 0,2 3 1 16,-5 3 2-16,-1 2 9 0,-2 1-9 15,-2 4-1-15,-1 4 1 0,-3 2 0 16,-1 3 0-16,1 4 13 0,-1 4-15 16,1 2 2-16,2 11-1 0,1 8 11 15,1 9-11-15,2 1 11 0,2-7 6 16,-5-2 6-16,-1-9 0 0,-1 3-9 15,3 1-1-15,0 1-15 0,-7-1-2 16,5-1-14-16,-5 1 14 16,-3-3 0-16,-3-3-2 0,-2-3-7 15,-2 1 11-15,-4-1 2 0,0 0-2 16,0-2 2-16,0-7 14 0,0-7-13 16,-2-7 0-16,0 1-3 0,0 2-9 15,-2 10 8-15,-2 4-12 0,-1-1 12 16,-1 1 1-16,0-2 1 0,-4-1-1 15,1-3 3-15,-3-2 0 0,1-2-2 16,-3-2 1-16,-1-3 2 0,-1-2 18 16,-3-1-20-16,4-2 0 0,-5-1 14 15,-1 2-13-15,-2-1-1 0,2 0 1 16,-1 3-2-16,-1-3-1 0,-2 2 0 16,2-1-22-16,-4 0 9 0,0 1 10 15,0-4-9-15,0 1-1 0,-2-3 10 16,0 1-22-16,0-3 12 0,0 0-6 15,-4 0 7-15,2-1-11 16,0-1 4-16,-2 0 7 0,2 2-1 0,0-3 10 16,2-2-13-16,0 0 14 15,2-2 0-15,6-3 2 0,0-2 1 16,3-2 1-16,1 0 0 0,5-3 11 16,-3-3-10-16,5 0 13 0,-3-1-14 15,1 0 17-15,1-2-17 0,-1-3 1 16,1-1-1-16,1 0 0 0,0 0-2 15,-1 0 0-15,-1-1-3 0,1 0 0 16,1 1 1-16,0-1-1 16,-3-2-16-16,1 3 3 0,1 0 15 15,1 0-12-15,-1 1 11 0,5 0-1 16,0 2 3-16,0 0-25 0,1 2-17 16,3-1-15-16,-2 2 3 0,2-1 3 15,0 1-31-15,-2 0-33 0,-1 0-23 16,3 0-19-16,2 0-33 0,-2 1-39 15,-2 1-40-15,4-1-78 0,2 0-176 16,-2 1-184-16</inkml:trace>
  <inkml:trace contextRef="#ctx0" brushRef="#br0" timeOffset="114436.08">20504 11643 141 0,'0'0'202'15,"0"0"379"-15,0 0-379 0,0 0-95 16,0 0 46-16,0 0-3 0,49 30-59 16,-28-25-56-16,6-1-32 0,4-3-1 15,2 1-2-15,0 2-16 0,2-3 12 16,-2 2-15-16,0 0 18 0,-2-1-12 15,-2 3 11-15,0-1 0 0,0-1-11 16,-2 2 13-16,0-2 15 0,2 2-13 16,0 0-1-16,2 0 0 15,-4 1-1-15,4-2 13 0,0 0 26 16,-4 0-20-16,-1 1 17 0,3-2-20 16,-4 0 14-16,0-1-14 0,0 1-15 15,-2-2 57-15,-3 0-41 0,-1-1 9 16,4 0 19-16,-5-1 1 0,1-3-11 15,-1-2 27-15,3-1 6 0,0-1-3 16,-3-2 6-16,3-2 3 0,0-1 10 16,1-2-6-16,-1-5-13 0,2 1 15 15,0-2-19-15,-1-1 7 0,-1 0-26 16,2-2 0-16,-5-1 12 0,3-1-12 16,-2-2 19-16,-1 0 0 15,1-2-29-15,1 1-4 0,1 2 1 16,0-2 0-16,-3 4 0 0,5-3-29 15,-2 0 3-15,-1-2 22 0,3 1 1 16,-2-2-25-16,0-1 2 0,3-1 13 16,-7 2 0-16,4-2 13 0,-3 0-10 15,-1 2-16-15,-1 1 0 0,1-1 26 16,-1 0-13-16,-3 0 19 0,-1 1-23 16,1 3 23-16,-1-3-22 0,-4 4 3 15,3-3 6-15,-1 2-9 0,0-1-11 16,-2 0 26-16,-1 0-25 0,-1-1 16 15,-2-1-16-15,-2 3-1 0,-2-2-2 16,0 2 3-16,0-2 13 0,-2 4-15 16,0-1 2-16,0-1 13 0,0 1-14 15,-4 1 0-15,4 0 1 0,-1 1 0 16,1 1 13-16,0-2-14 0,0 1 9 16,0-1-11-16,0 0-2 15,0-1 2-15,2 1 0 0,-2 0 3 16,-2 0 0-16,2 1 19 0,2 0-20 15,-2 2-1-15,-2 0 11 0,2 1-11 16,-1-1 1-16,1 1 14 0,-4 2-4 16,4-2-10-16,-2 2 1 0,2 0 10 15,-2 1-12-15,0 2 0 0,-5-1 1 16,3 2 0-16,0 1 1 0,0-2 0 16,2 2 12-16,-5-1-14 0,-1 0 2 15,4 0 10-15,0-3-13 0,-5 2 0 16,1-2 0-16,2 2 1 0,-1-2 1 15,-5-1 0-15,4 0 0 0,-3 0 2 16,1 1 8-16,-1 0-11 0,1-1 0 16,0 3 1-16,1 0 0 0,-3-2 11 15,1 2-13-15,-1 1 3 0,2-2-2 16,-1 0 0-16,1 0 0 16,-3-1 1-16,-1 2 0 0,-1-2 1 15,1 1 19-15,-1 0-20 0,-1 1 10 16,-1 1-12-16,0-1 1 0,1 1-1 15,-3 0 1-15,0 0 2 0,1 2 8 16,-3-2-11-16,0 3 0 0,-2-1 1 16,-1 1 11-16,1 2-12 0,-2-2 13 15,2 2-10-15,-4-1 0 0,4 1 0 16,-4 0 10-16,0 0 3 0,3 1-15 16,-1-2-1-16,-2 3 1 0,2-1 0 15,-2 0 0-15,-2 1 2 0,2-2 9 16,-2 2-9-16,2 0 0 15,-2-1 13-15,2 3 0 0,0-1-15 0,0 1 1 16,2 3 0-16,0-1-2 16,5 2 0-16,-5 2-1 0,6 0-18 15,-4 0 3-15,1 3 0 0,-1 3 13 16,0-1-16-16,0-1 18 0,0 2 0 16,1-2 1-16,-1 2 1 0,-4 1-1 15,4 1 0-15,-2 2 0 0,-4-1 1 16,2 3-1-16,-2 0 0 0,0 3 0 15,-2 0-1-15,0 0 0 0,0 1 0 16,2 1-12-16,-2-1 10 0,0 0-12 16,2 3 14-16,0-1-1 0,0-1-11 15,2 2 11-15,0 1-11 0,0-3 13 16,2 2-2-16,2 1-1 0,-2-1 2 16,1 1-1-16,-1-1 0 0,2 4-1 15,0-2 0-15,0 0 1 16,0 2-14-16,3 2 15 0,-3 2 0 0,2-2 0 15,-2 3-2-15,3-1-10 0,-5 2 11 16,6 0-1-16,-2-1 0 16,1 2-12-16,1-4 15 0,2 0 0 15,3 2-1-15,-1-3 1 0,-1 0 2 16,1 0-2-16,3 2 2 0,-1-4 0 16,-1 1-1-16,3-1-1 0,-3 1-2 15,5-2 0-15,-1 1-1 0,2 0 0 16,-1-2 3-16,1 2 0 0,2-1 0 15,-1 0 1-15,-3-2 2 0,6 3-2 16,-2 2 0-16,1-3-1 0,3 1 0 16,-4-1-2-16,4 0-16 0,0 2 17 15,0-3 1-15,-1 3-1 0,1-1-12 16,2 1 11-16,0-2 1 0,0 3 0 16,0-4 0-16,2 3-1 0,0-2-1 15,0 0-9-15,0 0 12 0,0 1 2 16,0-2 2-16,0 1-1 0,0 1-1 15,0 1 10-15,0 0-12 0,0-2 1 16,2 0 1-16,0-1 13 16,2 2-15-16,-4-3 1 0,9 1-1 15,-5-2 2-15,0 2-1 0,0-3 1 16,4 0 11-16,-4 0-12 0,0 0-1 16,5-1 2-16,-5 2-2 0,2-1 2 15,2 0-2-15,-1-2 0 0,1 1 3 16,0 2-2-16,0-2 0 0,1-2 0 15,1 1-2-15,0-2 2 0,-1 2 0 16,1-2-1-16,0-1 1 16,3 0-1-16,-3 0 2 0,0-1-2 15,3 0-18-15,-3-1 18 0,2 1 0 16,3 0 2-16,-1-1-1 0,1 0-1 16,6 2 1-16,-5-1-1 0,7 1 1 15,-3-1 1-15,-1 1 0 0,6-2 0 16,-2 1-1-16,-5-2 2 0,7 2-3 15,-4 0 1-15,-1-4 0 0,1 3 0 16,2 0 0-16,-5 0 0 0,3 1 0 16,0-1-1-16,-1 1 3 0,1-1-3 15,0 1 1-15,1 1-1 0,1-2 1 16,-2 0 1-16,4-1 2 0,-3 0-3 16,1-1-1-16,-2 0 1 0,2 1-1 15,-5-1-1-15,3-2 1 0,-3 2 1 16,3-1-1-16,0-1 2 0,-3 3-1 15,1-2 2-15,2 2 9 0,-1-2-8 16,1 2 11-16,-2-1 1 16,1 1 0-16,-1-3-4 0,2 1 7 15,-3 0-7-15,1 0 1 0,-1-1-12 16,-1-3 1-16,-3 2 1 0,-3-4-2 16,-1 2 2-16,-2-2 1 0,-1-1 8 15,-5 0-10-15,-2 1 12 0,2-2 8 16,-2 0 15-16,0 0-3 0,0 0-2 15,0 0 11-15,0 0-12 0,0 0-31 16,0 0-24-16,-2-2-75 0,2 1-46 16,0 1-47-16,0-1-35 0,0 1-168 15,0 0-354-15,-7-8-532 0,16 20 131 16</inkml:trace>
  <inkml:trace contextRef="#ctx0" brushRef="#br0" timeOffset="115839.69">20210 9690 17 0,'0'0'56'0,"0"0"9"15,0 0-29-15,0 0 36 0,0 0 32 16,0 0 300-16,0 0-208 0,0 0-115 16,0 0 17-16,0 0 39 0,21-26 45 15,-21 25 3-15,0 1 7 0,0 0-27 16,0 0-48-16,0 0-32 0,0 0-14 16,0 0 3-16,0 0-19 0,0 0-10 15,0 0-15-15,0 0 18 0,0 4 17 16,0-1-14-16,0 2-25 0,0 1-3 15,0 0-11-15,-2 3 14 0,0-1 0 16,-2 0 6-16,-3 1 3 0,1-1 11 16,-4 3 2-16,0 0-35 15,-5 1 12-15,-1 3 4 0,-3 3 3 16,-4-1-19-16,-2 2-10 0,-1 2-1 0,-3 0-1 16,-2 0-2-16,-2 0-1 0,-3 0 2 15,3 0 0-15,-2 1 2 16,-4-3 11-16,2 1 0 0,-3 1 6 15,-3-4-16-15,4 5 20 0,-3-2-20 16,1-2 0-16,2 3 0 0,-1-3-1 16,3 1 12-16,0-1-12 0,2-2 0 15,2 1 30-15,-2 0-32 0,4-3 3 16,-2 3 13-16,4-3 1 0,0-1-17 16,-2 4 0-16,4-3 2 0,-2 0-2 15,-2 2-1-15,4-2 1 0,-2 3-2 16,0-1 1-16,2 1 2 0,-4 0-14 15,6 2 13-15,-1-1-2 0,-1 3-1 16,2 0-1-16,-4-1-8 16,8 2-12-16,-6 1 22 0,3 0-9 15,-5 1 8-15,2 1-13 0,0-1 14 16,0 1-14-16,-2-1 3 0,2-1-3 16,-2-2 14-16,2-1-1 0,-1-1 3 15,3-2 0-15,0 0 2 0,-2-2 17 16,4-3-17-16,1 2 2 0,-1-1-1 15,-2 0-1-15,4-1 11 0,1 1-13 16,-3-3 3-16,2 3-3 0,-1-3-1 16,5 0 1-16,-2 0-16 0,1-3 16 15,1 1 0-15,1-1 1 0,-1 1-1 16,3-2-2-16,-3 1-16 0,3-1 18 16,-3 0 2-16,7 1-1 0,-3-1 2 15,3 0 10-15,-2-1-13 0,-1 0 13 16,5 3-10-16,-2-2 19 0,-1-1-9 15,1-1-12-15,6 2 12 0,-4-1-11 16,3-2 20-16,-1 0-9 16,-2 1-13-16,4 0-1 0,2-2 0 15,-4 1 1-15,4 0 1 0,-1-1 2 16,1-1 1-16,0 2 15 0,-2-1-3 16,0-1-14-16,4 0 11 0,-4 1-1 15,2-2 8-15,0 1-18 0,2-1 14 16,-2 0-13-16,0 0 19 0,-2 2-9 15,1-1-11-15,1-1-2 0,-2 1 0 16,-2-1-1-16,0 2-2 0,2 0-20 16,0 0 7-16,-1 0-6 0,-1 1-13 15,2-1-13-15,-2 1-13 0,0 1-22 16,4 0-39-16,0 2-74 0,2 0-120 16,0 0-135-16,2-2-329 0</inkml:trace>
  <inkml:trace contextRef="#ctx0" brushRef="#br0" timeOffset="118390.8">21382 15398 50 0,'0'0'55'16,"0"0"14"-16,0 0-14 0,0 0-16 16,0 0-3-16,0 0 69 0,0 0-8 15,-51 15 96-15,40-14-125 0,3 1-16 16,-2-2 7-16,1 2-4 0,-1 0 10 16,2-1 33-16,2 1-26 15,-5-1-17-15,1-1 14 0,2 0-11 16,-1 0 1-16,-3 2-7 0,4-2 19 15,-5 0-25-15,1 0-17 0,0 0-3 16,-3 0 20-16,-1 0-1 0,-3 0-19 16,-2 0 10-16,3 0 0 0,-5 0 19 15,-2 0-16-15,0 0-10 16,0 0 16-16,-3 0 20 0,3-2-13 0,-4 2-26 16,0 0 3-16,0-1 10 0,-2-1-6 15,0-1-33-15,-2 1 19 0,2-1 0 16,-4-1 1-16,2-1-19 15,-3 2-1-15,-1-2 2 0,-2 0 25 16,2 0-11-16,-5 1 10 0,1-2-23 16,2 1 20-16,-5-1 13 0,3-1-36 15,-2 0 16-15,-1-1 6 0,1-2-19 16,-1 0 7-16,1-2-8 0,0-2-4 16,-3-2-21-16,1 0-19 0,-1-3 16 15,-1-2-7-15,-1 0-25 0,1-2 35 16,-1 0-2-16,-2-2 23 0,5-3 1 15,-1 2 0-15,3-10 1 0,0-2 13 16,-7-9-13-16,-4-14 24 0,-8-7-22 16,0-2 12-16,8 12-11 0,17 12 29 15,8 15-31-15,-4-4 17 0,-4-15-5 16,-13-12 3-16,5-12 36 16,8 8-10-16,8 3-3 0,8 10-26 0,7-4 35 15,-1 1-48-15,9-1 1 0,-4 1 1 16,8 0-2-16,0 8 20 15,2 9-1-15,0 5 0 0,0 5-16 0,4-8 19 16,2-4-20-16,4-5 11 16,5-8-13-16,5-7-3 0,7-10 0 15,6 0-23-15,4 2 10 0,1 8 14 16,-5 5-11-16,6 3 9 0,-2-2-8 16,3 2 8-16,-3 8 2 0,-8 8-1 15,-5 5-13-15,3 5 13 0,0-4 0 16,6-3 2-16,7-3 0 0,-3 4-12 15,0 6 11-15,-2-2-1 0,4 4 0 16,1 1 0-16,-3 3 3 0,2-1 0 16,0 6 12-16,-1 0 8 0,3 1 2 15,-4 2 4-15,5 2 7 0,-1 1-11 16,0 1-21-16,1 3-1 0,1 2 0 16,0 3 2-16,3-2 18 0,-3 3-17 15,1-1-2-15,1 1 15 0,1 0-14 16,-1 0-1-16,1 0 1 0,-1 4 1 15,-2-3-3-15,1 5-2 0,-1 2-10 16,-1-1 12-16,1 0-2 16,-4 2 1-16,3 1-1 0,-5 2-11 15,2 1-1-15,0-1 14 0,1 4 0 16,1 2 0-16,0-1 0 0,5 4-2 16,-3 0-14-16,1 0 3 0,-1 2 12 15,-2 2 0-15,-1 0 0 0,-3 0-10 16,-4 3 11-16,-2-3 1 0,-4 1 0 15,-2 1 16-15,-5-1-16 0,3-1 12 16,-2 1 3-16,-5 2-14 0,-1-1 1 16,-1 2 23-16,-3-2 9 15,1-1 4-15,-2 3 6 0,1-2-29 16,-1 3 23-16,0 0-27 0,3 1 14 16,-1 1 0-16,1 2-23 0,-1 0 10 15,0 1-12-15,3 1 0 0,-3 0-1 16,1 0 0-16,-3 1 12 0,2 1-12 15,-5 2 0-15,-1 1 1 0,-4 7-1 16,-2 13 13-16,-11 10 6 0,-5 9-16 16,-1 0 19-16,1-9-19 0,6-6-3 15,-1 0-20-15,3-4 7 0,0 3-6 16,4-2-22-16,-5-5-11 0,3 0 39 16,-4-1 13-16,1-2 0 0,1-10 12 15,0-5 11-15,0-8-22 0,-1-3 2 16,-3 6 10-16,-2 4-4 15,-1 5-9-15,-6-4-1 0,5 0 0 0,-5-3 0 16,0 0 0-16,1-1 1 16,-5-1 0-16,0-3 0 0,0 1-2 15,1-1-1-15,-3-2-26 0,0 0 3 16,0-3-6-16,2 1-10 0,-2-4-9 16,3 1-10-16,-3-2-1 0,2 0 7 15,-2-4-3-15,-2 2-13 0,4-5-13 16,-4-1-74-16,0 1-47 0,5-4 17 15,-3 0 6-15,2-5-36 0,0-1-130 16,6-2-157-16,-10-3-56 0</inkml:trace>
  <inkml:trace contextRef="#ctx0" brushRef="#br0" timeOffset="119434.08">19838 13257 216 0,'0'0'65'0,"0"0"320"0,0 0 52 16,0 0-242-16,0 0-88 0,0 0-19 16,0 0-52-16,0 0-3 0,0 0 28 15,0 0 14-15,4 8 16 0,-4-9 3 16,0-2-55-16,0 0-36 0,-4-2 19 16,0 1 4-16,-2-1 3 0,0-2 14 15,-7 0-8-15,5-1 4 0,-2 0-16 16,-5 2 16-16,3-2 6 0,-3 1 10 15,3-1-3-15,-3 1 13 0,1-1-1 16,-1-3 4-16,-1 2 3 0,-1-1-13 16,1-2 0-16,-3-1 0 0,1 0-19 15,-3 0-23-15,0-3-15 0,1-1 1 16,1 2 1-16,-6-3 13 16,2 0-14-16,5 0-2 0,-7-1-1 0,2 0-2 15,5 0 2-15,-5-2 0 16,-2 1 0-16,2-1 1 0,-1 0 1 15,-1-1 1-15,-4 0 1 0,2 0 17 16,-2-1-8-16,-4-2 3 0,2 1-15 16,-4-1 0-16,2 2-1 0,-4-2-1 15,-3 1 2-15,5 3 1 0,-4 0 1 16,0 3 14-16,-1-1-3 0,1 5 10 16,0 0-10-16,2 0 6 0,-3 3 10 15,5 2-28-15,0 0 0 16,2 3 2-16,0-3-2 0,0 3-1 0,4 1-13 15,4 0 12-15,0-1-15 16,3-1 13-16,3-1-29 0,2-1-80 16,3-1-20-16,4 0-30 0,-1 1-15 15,1-3-53-15,6-1-88 0,0 5-238 16,-1-12-460-16</inkml:trace>
  <inkml:trace contextRef="#ctx0" brushRef="#br0" timeOffset="123953.37">13267 13289 652 0,'0'0'283'0,"0"0"653"15,0 0-579-15,0 0-179 0,0 0-123 16,0 0 52-16,0 0 15 0,14 27 10 16,-8-18-39-16,3 0-19 0,1 0-23 15,-4 2-6-15,5 0-3 0,3-1-10 16,-2 1 3-16,1 0 16 0,3 3 10 16,1-3-13-16,-1 3-4 0,7-3 1 15,-6 3-10-15,3-3-7 16,-5 1 17-16,3 0 2 0,-5 0-9 0,3-1-3 15,-3 0 9-15,1 0 3 16,3 2 4-16,-7-1 5 0,7 0 7 16,-5 1-3-16,3 1-4 0,-3-3-14 15,5 3-11-15,-1 1 0 0,7-1-12 16,-5 1 9-16,5 0-3 0,-4 0 0 16,1 0-10-16,3 0-11 0,-6 0 14 15,5 2-17-15,-5 0 2 0,0-1 13 16,-1 1 6-16,1 0-4 0,-1 1 4 15,1-1 3-15,-1 2 0 0,1-1-7 16,3 3 1-16,-3 0 2 16,4 2 10-16,-3 1-18 0,5 0-13 0,0 1-3 15,1 1 0-15,1 1 1 16,4 0 2-16,0-2 3 0,-2 4-1 16,-2-2-1-16,2 2 11 0,-2-2 6 15,1 2-2-15,-5 0 6 0,6 2-7 16,-2 0 3-16,0 0-15 0,-5-2 18 15,5 2-18-15,2 0 16 0,-2 0-17 16,-3-2 10-16,7 0 3 0,-2 0-12 16,4 0 0-16,0-4 0 0,0 3-2 15,0-3 0-15,-2 2 2 0,0-5-1 16,-2 1 1-16,-2-1-3 0,2 0-1 16,-5-2-11-16,1 3 12 0,0-3-2 15,2 0 1-15,-5 1 1 0,3-2 0 16,2 0-3-16,-4 0 3 0,1-1 0 15,3 0 0-15,-8 0 0 0,5 0 0 16,1 0 3-16,-4 0 0 0,1 2 9 16,-3-3 0-16,4 3-9 0,-1-2-3 15,-3 3 1-15,6-2 1 16,-5-2-2-16,3 4 1 0,0-3-1 0,-1 3 2 16,3-2 0-16,-2 1-1 15,-5-1 12-15,5 2-12 0,-3-3-1 16,3 2 2-16,-6-1 0 0,3 2 1 15,-1-2-2-15,1 0 2 0,1 1-1 16,-3 2-1-16,5-1 0 0,-4 0 1 16,3 0 1-16,-3-1-3 0,4 2-1 15,-7-2-23-15,7-1 23 0,-3 2-1 16,-1-1 0-16,1 1-2 0,-1-2 1 16,2-1 0-16,-3 3 0 0,3-3 0 15,-5-1-12-15,3-3 12 0,-3-1-10 16,-6-1 11-16,7-1-10 0,-9-1-9 15,2-2-10-15,-1-1 0 0,-1-1-3 16,-2 0 0-16,0-2-15 0,-2 0-10 16,0-2-28-16,-2 2-6 15,4-2-17-15,-4 2-25 0,7-3-57 16,-3 1-89-16,6-2-165 0,-2-1-285 16,-1-2-365-16</inkml:trace>
  <inkml:trace contextRef="#ctx0" brushRef="#br0" timeOffset="127005.26">17622 15793 135 0,'0'0'140'0,"0"0"-19"16,0 0 293-16,0 0 188 0,0 0-365 15,0 0-100-15,-56-27-10 16,44 20-7-16,2 2-30 0,-3-2-38 16,1 0-16-16,-3-2-4 0,-1 2-28 15,1-2-6-15,-3 0 4 0,3 0-4 16,-5-3 2-16,-5 0 0 0,4 1-3 16,-4 1-12-16,-2-2 15 0,-4 1 14 15,0 0-12-15,-2 2 9 0,-2-1 18 16,0 1 7-16,0 1-4 0,-4 1 13 15,1 1 14-15,-5 0-1 0,2 2-30 16,-3 1-28-16,-5-1-3 0,-1 1-1 16,-14 2-12-16,-8-1-9 0,-9 2 25 15,7 0 2-15,5 3 0 0,5 0-2 16,2 1 19-16,0 2 20 0,2 1 9 16,5 3 30-16,-3-2 12 0,0 4-3 15,12-2-4-15,9 0-12 0,6 0-17 16,0-2-6-16,-4 4-32 0,-4 1 10 15,-7 4 2-15,5-1 17 0,2 0-10 16,1 2-6-16,1-1 3 16,2 1 0-16,4-1 3 0,0 3 0 15,4-2-7-15,0 1 1 0,5 2-10 16,5-1-6-16,0 0-13 0,5 0 0 16,6 1-3-16,0-1-17 0,-3 1 1 15,9 0 7-15,0 0-4 0,7 3 0 16,1-3-10-16,-2 2 14 0,4-2 9 15,7 4-1-15,-3-1-21 0,7 1 24 16,-4-2-2-16,3 4 3 16,5-1 2-16,2 0-2 0,-2 2 1 0,4-1 0 15,2 1 0-15,2-2 0 0,2 0 1 16,2 0 17-16,2 1-6 0,3-4 25 16,-3 3-12-16,0-3-14 0,3-1 4 15,3 0-13-15,-1-2 10 0,-3-1-10 16,6 1 0-16,-3-4 7 15,-1-2-10-15,7-1-1 0,-1-1-1 16,3-4 1-16,-4-1-11 0,3-2 12 16,-7-2 0-16,12 1 1 0,-5-1-1 15,-1-2 0-15,6-1-1 0,-1 0 0 16,18 0-11-16,-3-6 12 0,-16 2 0 16,-9 0 0-16,-14-1-1 0,-2-1-18 15,6 0 6-15,3 1-2 0,3-3 12 16,-2 2 1-16,1-1 2 0,-7 2-1 15,4 1-1-15,-8-1 2 0,0 0-1 16,2 0 1-16,-4-1 2 0,-1 0 11 16,1-1-13-16,-6 1 3 15,2-2 10-15,-3 0-12 0,1 1 1 16,-4-3 1-16,-1 0 9 0,-1 1-12 16,-3-2-1-16,0-1 1 0,3-2 3 15,-7-1-2-15,-2 0 1 0,3-2-1 16,-3-1-1-16,-2 0 0 0,-4-4 0 15,2 3 0-15,-2-2 0 0,0 0-35 16,0-1 0-16,0 3 0 0,0-1 4 16,-2-2-14-16,-2 3 0 0,2-1 13 15,-7 0 7-15,5-1 22 0,0 2 3 16,-4 1-1-16,-4-3-19 0,-1 2 20 16,1-1 4-16,-5 2 37 0,1-1-22 15,-3 1-6-15,-4 0 13 0,5 2 12 16,-7-1-6-16,6 2-13 0,-3-1-18 15,-3 0 11-15,2 2-8 0,2 1-4 16,-3 0-14-16,-3 0-2 0,2 1-16 16,-2 1 19-16,-2 1 13 15,0 1 0-15,-2-1-3 0,0 2-9 16,0 1-8-16,-4 0 17 0,2 0-13 16,-2 2-6-16,2 0-7 0,-2 1-12 15,1 1 5-15,-1 2-12 0,0-1 7 16,0 1 5-16,-2 1 34 0,-5 0 2 15,7 0 0-15,-2 0 13 0,0 3-2 16,-2-1-9-16,-3 1-4 0,-3 4 2 16,1-1-1-16,-1 1-12 0,-3 0 13 15,3 0-2-15,-5 1 2 0,7 1 2 16,-3-1-1-16,3 1 15 0,0 1-3 16,3 1-12-16,-5 0 12 0,8 0 9 15,-3 0-3-15,1 3 10 0,2-3-6 16,-2 5 9-16,-1-2 3 0,3-1-3 15,2 4 0-15,2-1-18 0,0-1-14 16,4 2-3-16,-2-1 3 0,8-1 1 16,0 1-1-16,3-1 1 15,5 0-1-15,7-2 1 0,-2 2-1 16,6-2 2-16,-1 2-1 0,5 2-1 16,0-1 3-16,0 1 25 0,5 0-8 0,-1-1-20 15,6-1 0-15,-2 1-16 16,1 0 16-16,5-2 0 0,-4 2 12 15,5-1 1-15,3-1-11 0,-3-1 14 16,8 3 0-16,1-3-4 0,-1 1-11 16,4 1-1-16,6-2 1 0,0 0-1 15,9-1 1-15,-1-1 1 0,0-1 0 16,3-2-2-16,3 0-2 0,-3-1 2 16,3 1 0-16,-1-3 0 15,-1-2 1-15,9 2 0 0,8-2 1 16,8 0-1-16,0-2 2 0,-3 0 0 15,-1-1 0-15,-8 0 0 0,-1-1 10 16,1-2-13-16,2 0 0 0,0 0 1 16,-2-1 0-16,-6-1-1 0,2 0 0 15,-11 0-19-15,-8 2 0 0,-6 0-7 16,-2 0 7-16,4-1 17 0,4-2-1 16,4-1 2-16,1-2-2 0,-1 0-17 15,-4-1 8-15,-2-2 10 0,-2 2-1 16,-6-2 3-16,-2 0 2 0,-1-3-2 15,-5 4-3-15,-3-5-16 0,-3 3 19 16,-3-2-3-16,-2-1-10 0,-2-1 12 16,0-1 0-16,-4-1-12 0,0 0 13 15,0 0-2-15,-2-1-17 16,-4 1 16-16,4-1-13 0,-2 1 13 16,-2 2-16-16,2-4 18 0,-3 3-1 0,-3-2-23 15,4 1-42-15,-2-2 44 16,-5 1-2-16,1-1 12 0,-3-1-10 15,-1 2-15-15,1-3 38 0,-5 4 13 16,1 0 3-16,-2-1 13 0,1 3-10 16,-1-2 19-16,-4 4-37 0,0 0 3 15,3 0 24-15,-1 2-15 0,-2 2-13 16,0 0 0-16,5 0-13 0,-5 2 3 16,2 1 8-16,2 0-19 0,-1 1 19 15,-5-1 1-15,4 0 1 0,-4 0 3 16,0 3 13-16,-2-2 16 0,1 1-6 15,-6 1-4-15,3-1-19 0,-2 1 1 16,-2-1-1-16,0 0 11 0,0 2-14 16,0 0-16-16,0 1 3 0,-3 1 12 15,1 0-16-15,-2 1 17 0,2 1 0 16,0 0-2-16,1 0-11 0,-3 3 0 16,0 3 11-16,-5 1-24 0,5 2 25 15,0 2 1-15,0-1-1 16,-3 2 0-16,1 0 1 0,4 4 2 15,2-2 30-15,-1 4-9 0,5 0-7 16,0 2-14-16,2 2 0 0,5 0 0 16,-1 3-2-16,-2-3 3 0,2 3 0 15,5 0 20-15,-1 0-4 16,0-2 0-16,9 2 0 0,-1-1 0 0,1 0-6 16,4-1-11-16,4 1-2 0,2-3 0 15,2 1-2-15,0-2-14 0,2-1 3 16,2 2-6-16,4-4-16 0,4 1 0 15,-1-2 33-15,-3-1-1 0,6-1 3 16,-1-1-11-16,-1 0 11 16,7-3 3-16,-5 2 10 0,5 0-12 15,-5-2 15-15,7 0-14 0,0 1 14 16,-3 0-3-16,7 0 0 0,0-2 0 16,-2 1 9-16,6-1-20 0,2-1 17 15,0 0-17-15,2-1 0 0,0-1 11 16,2 0-12-16,0 1 2 0,0-1-3 15,-2-2 1-15,2 1 3 0,3 1-3 16,-9-2 0-16,4 0 0 0,-2 1-2 16,-4-2 2-16,-1 2-1 0,-1 0 0 15,-6 0 2-15,4 1-2 0,-3-1-1 16,-3 3-2-16,1-2-20 0,-3 0 4 16,3 1 16-16,-3 0-35 0,-5-1-17 15,7 1-8-15,-7-1-5 0,5 0-44 16,-1 0-71-16,-4 0-88 0,9-1-124 15,-9-2-202-15,11-3-581 0</inkml:trace>
  <inkml:trace contextRef="#ctx0" brushRef="#br0" timeOffset="129237.78">17647 16251 21 0,'0'0'101'0,"0"0"-13"0,0 0-88 15,0 0-20-15,0 0 20 0,0 0 33 0,0 0-7 16,-4-9 10-16,4 9 9 16,0 0-9-16,0 0-13 0,0 0 6 15,0 0 79-15,0-2 22 0,0 2-29 16,0 0 4-16,0 0 9 0,0 0 3 15,0 0 0-15,0 0 4 0,0 0-17 16,0 0-23-16,0 0-19 0,0 0-10 16,0 0 10-16,0 0 9 0,0 0-16 15,0 0-9-15,0 0 3 0,0 0-1 16,0 0-12-16,0 0-36 0,0 0-1 16,0 0-32-16,0 0 31 0,0 0 2 15,0 0 13-15,0 0 0 0,0 0 23 16,2 0 22-16,0 0-12 0,2 0 9 15,-2 0-3-15,0 0 6 0,-2 0 7 16,4 3-1-16,1-3-12 16,3 3 6-16,-2-3-16 0,4 2 3 15,1 0-12-15,3 0 15 0,-1 0-3 0,5-1-23 16,-3 0 17-16,3-1-20 16,1 3-18-16,-1-3 12 0,3 1 23 15,-2-1-23-15,-1 1 31 0,-1-1-15 16,4 0 13-16,1 0-7 0,-1 0 1 15,4 0-8-15,2 0 11 0,-1 0-4 16,-1 0 0-16,6-1-3 0,0 1-30 16,-2 0 40-16,0 0-23 0,0 0 6 15,2 0-12-15,0 0 16 0,-2 0-14 16,2 0 17-16,0 0-3 16,-2 0 0-16,2 0-14 0,2 0-2 15,0 0-10-15,0 0-1 0,0 1 2 16,7-1-3-16,-1 0-1 0,-2 0-4 15,2 1 3-15,1-1 0 0,-3 1-11 16,4 1 10-16,-2-2 0 0,-1 3 0 16,-1-2 2-16,-4 1-2 0,0 0-9 15,0 1 11-15,0 0 1 0,-2-2-1 16,0 0-2-16,-2 1 2 0,0 0-3 16,0-1 1-16,-2 0 1 0,4 0 1 15,-2 2-11-15,0-2 11 0,0 0 0 16,0 2-3-16,-5-1 2 0,1-1-1 15,-2 2 2-15,0-1 1 0,-3 0 1 16,1 2-1-16,-4 1 2 0,-1-2-2 16,1 1 1-16,-1-1 0 0,-1 1 11 15,-1-2-13-15,3 1-1 0,-3 0-2 16,3 1 3-16,1-2 0 16,1 3-2-16,0-3 2 0,-3 2-1 15,3-2 1-15,-1 2 3 0,-1-2 10 16,-1 0-13-16,1-1 2 0,-5 0-2 15,-1 0 0-15,-3 0 1 0,0-1-1 16,-2 0-2-16,-6 0 1 0,4 0-1 16,-1 0 2-16,-1 0 1 0,-2 0 0 15,0 0 0-15,0 0-1 0,0 0-3 16,0 0-41-16,0 0-11 0,0 0-2 16,0 0-16-16,0 0-39 0,0 0-45 15,2 0-71-15,0 0-130 0,2 0-190 16,2-6-504-16,-20 12 250 0</inkml:trace>
  <inkml:trace contextRef="#ctx0" brushRef="#br0" timeOffset="131308.92">21215 16010 14 0,'0'0'254'16,"0"0"-250"-16,0 0 22 0,0 0 68 16,0 0 317-16,0 0-115 0,0 0-172 15,-25-54 49-15,21 47-1 0,2 1-52 16,0-2-35-16,2 2-33 0,-2 0-16 15,2 0 6-15,0 0-40 0,0 1-2 16,0 1-26-16,0-2 25 0,0 0 1 16,0 2 19-16,0-3 7 0,0 2-3 15,-2-1 29-15,-2 0 16 0,-1 0 10 16,1 1 16-16,-2-1 13 0,0 1-26 16,0-1-20-16,-5 1 0 0,3-1-9 15,-4-1-17-15,-1 2 4 0,3-2 0 16,-5-1-4-16,-1 0 1 0,-3 0-4 15,1 0 29-15,-3-1 19 16,0 1-6-16,1 0-13 0,-3-2-42 0,0 2-6 16,-2 1 3-16,1 0 6 15,-5 0-22-15,2 0 1 0,-6 1 1 16,0-2 1-16,-3 4 1 0,-1 0 18 16,0 2-6-16,-4 1 10 15,-1-1-10-15,-1 2 0 0,2 0 3 0,-3 5 13 16,7 1-31-16,-4 4 0 0,1-1-1 15,3 3-2-15,2 1-14 0,0 3 0 16,2 0 3-16,2 2-9 0,0 1 6 16,0 1-4-16,-2 4 8 15,0-1-4-15,-2 4 14 0,-3 0 0 0,-3 6-1 16,0-1 1-16,-3 2 1 16,-1 4 1-16,-1 2-2 0,-1 1 1 15,1 3-2-15,3 1 2 0,-3 8-12 16,-1 10 12-16,1 9-1 0,3 2 2 15,14-4-4-15,4-9-18 0,13-5-39 16,4-8-9-16,1-9 2 0,5-6 11 16,2-4-43-16,0 8-13 0,4 4-16 15,3 3 6-15,3 0 33 0,4-3-7 16,7 0 51-16,2-2 43 0,4-2 1 16,6 1-13-16,4-1 14 0,2-2-14 15,5 0 2-15,3-1-23 0,7 4-16 16,12 1 26-16,15 4-32 0,-1-1-49 15,-5-5 19-15,-5-5 29 0,-12-7 1 16,8 1 29-16,-6-2 29 0,0-2 0 16,-4-2 3-16,0 0 23 0,-1-3 36 15,1 0 16-15,-2-3-13 0,0-1-10 16,-1-1-10-16,-7-1-3 16,-9-4-12-16,-8-1-17 0,-2-4 19 15,-4 1 20-15,6-2 6 0,6-1 1 16,6 0 15-16,5 0 13 0,-1-6 17 15,-2-5 9-15,-1 2 3 0,-1-4 12 16,0-5-12-16,5-9 9 0,1-3-19 16,1 0-30-16,-7-4-22 0,3 3-19 15,-5 1-19-15,4 0-3 0,-3 0-11 16,1 1 14-16,-4 0-3 0,0-2 15 16,-8-2 7-16,0-4 3 0,-4-1 13 15,-4-3 12-15,-5-3 7 0,-3-1 2 16,-7-1-12-16,-2-1 6 0,-4-1-41 15,0 0-22-15,0 1 19 0,-6-2-18 16,2 3-1-16,-4-2-3 16,-1 3-1-16,3-2-15 0,-4 1 0 0,-7 0-6 15,1-2 19-15,-5-1 0 0,-4-1 3 16,-2 3 0-16,-4 0 0 16,-2 0-24-16,-4 1 21 0,-4 2-10 15,3 0 10-15,-7 2 2 0,2 2 1 16,-3 0-1-16,3 2 1 0,-7 3-2 15,7 2-1-15,-3 1 1 0,1 4 0 16,1 2 0-16,1 3 0 0,2 2 1 16,1 0 1-16,1 4 3 0,0 3-3 15,2 1-1-15,-3 1-2 0,-1 3-19 16,0 1 0-16,-1 2-6 16,3 3 6-16,-2 0 6 0,3 2 0 15,-1 1 4-15,4 0 9 0,-2 5-10 16,4-1 11-16,4 5 1 0,-2 0 0 15,4 0 1-15,0 1 2 0,2 2 1 16,0 2-1-16,1 0 1 0,-3 4 10 16,2 2-13-16,-4 2-1 0,0 0-2 15,0 1 1-15,0 2-11 0,-2-1 11 16,2 4-1-16,-2-2-13 0,4 1 3 16,-2 2 12-16,2 1-12 0,1 1-2 15,-3 0-1-15,2 3-6 0,-2 1-7 16,0 0-3-16,0 1 10 0,2 1 19 15,0 3-16-15,0 1 6 0,1 1 1 16,1 0 9-16,-2 0-25 0,4-2-7 16,0 1 9-16,5-1 23 0,1-1 2 15,5 0-2-15,-1-2 0 16,5 1 0-16,2-2-13 0,0 0-32 16,2-1 10-16,2-2 12 0,-1 0-3 15,3 3 13-15,0-1 4 0,0 1 9 16,0 2-17-16,5-1 20 0,1 3 2 15,0-3 18-15,2-1-8 0,3-2-12 16,1-2-12-16,2 2 8 0,5-2-18 16,4-3 22-16,2 1-1 0,-1-1-1 15,3-3-27-15,2 0 7 0,0-2 9 16,-2-2-10-16,0-4 23 0,-4-5 0 16,-1 2-2-16,5-4 2 0,2 3-16 15,8 0 16-15,5-1 13 0,-1-1-13 16,3 0-18-16,-3 0 5 0,2-3 12 15,1 0-21-15,-1-1-27 0,3 0-12 16,-3 0-13-16,0-1-54 0,1-1-53 16,-5-2-42-16,4 1-43 0,-3-1-62 15,1-2-147-15,-14 2-147 0</inkml:trace>
  <inkml:trace contextRef="#ctx0" brushRef="#br0" timeOffset="139080.83">22339 8440 1699 0,'0'0'1080'15,"0"0"-845"-15,0 0-78 0,0 0-26 16,0 0-17-16,0 0 29 0,0 0-10 16,-41 1-67-16,41-1-66 0,-2 2-16 15,2-1-25-15,0 5 13 16,0 4 28-16,-2 4 32 0,-6 5 2 16,-3 10-15-16,-7 15-19 0,-11 18-2 15,-13 20-42-15,-5 8-26 0,6-2-6 16,-1-8 7-16,9-11 30 0,8-6 39 15,3-14 3-15,11-10 41 0,1-11 35 16,2-6 10-16,3 4-23 0,3-1-22 16,-2 1-9-16,4-5 3 0,0-6 0 15,2 1-4-15,2-4 7 0,5-3-1 16,-3 2 5-16,6-3-1 0,-1 1 3 16,1-3-6-16,3 0-4 0,1 0-3 15,3 0-12-15,3-2 3 0,3-1-13 16,6 1 1-16,13 1 5 15,9-4 7-15,20-1 0 0,7-6 6 16,1-4-6-16,-5-3-10 0,-9-2-15 16,-12 3-1-16,-11 4-70 0,-11 3-63 15,-8 2-68-15,2 0-51 0,-3 3-72 16,1 0-119-16,-8 4-99 0,-11 3-125 16,0-1-136-16,-12 6-219 0</inkml:trace>
  <inkml:trace contextRef="#ctx0" brushRef="#br0" timeOffset="139432.92">21947 9419 259 0,'0'0'1890'0,"0"0"-1215"16,0 0-424-16,0 0-210 16,0 0 10-16,43-52 87 0,-16 25 30 15,12-9-25-15,23-15-48 0,17-15-29 16,10-8-19-16,2 1-15 0,-3 2-1 16,-5 10-9-16,4 2-19 0,-2 1-3 15,6 1-2-15,-2 2 1 0,-1 2 1 16,-5 2 0-16,0 4 0 0,-13 7-1 15,-4 6-37-15,-14 9 10 0,-15 11-7 16,-10 5 17-16,-6 4-30 0,3 3-43 16,-1 2-36-16,0 0-57 0,2 1-46 15,-11 8-217-15,1 0-277 0,-9 4-742 0</inkml:trace>
  <inkml:trace contextRef="#ctx0" brushRef="#br0" timeOffset="140162.17">22062 12358 1244 0,'0'0'2211'0,"0"0"-1897"0,-58 56-173 16,34-36-81-16,1 4-35 0,0 1 16 16,0 3-19-16,3 4-22 0,-3 5-20 15,-2 10 1-15,-4 15-38 0,0 9 4 16,0 8 3-16,1-4 3 0,5-5 12 15,0-7 19-15,6-2 15 0,-3-3 0 16,3-10 0-16,7-12-1 0,4-8 2 16,0-3 25-16,-1 3 38 0,3 1 19 15,2 2 9-15,2-4-12 0,0-5-10 16,8-3-10-16,5-5-9 0,1 0-16 16,7-5-19-16,6-2-12 0,0-2 18 15,6-3-2-15,2-2-7 0,2 0 1 16,2-1-10-16,3-5-3 15,1-2-2-15,-4-3-45 0,-1-1-108 0,-1-2-65 16,-4-3-60-16,-6 4-184 0,-2 1-340 16,-13 6-633-16</inkml:trace>
  <inkml:trace contextRef="#ctx0" brushRef="#br0" timeOffset="140580">21537 13659 1183 0,'0'0'1601'0,"0"0"-1229"0,0 0-130 0,0 0-137 15,-10-51 3-15,22 20 65 16,11-12 0-16,14-18-40 0,21-21-24 15,6-13-25-15,9-8-9 0,1-6-1 16,-2-2-3-16,7-9-12 0,2-11-26 16,3-4-33-16,1-2 0 0,2-5 1 15,0 3 27-15,0-4-4 0,1 1-24 16,-1 1-25-16,2-5 25 0,0 2 10 16,4-2 8-16,-2 1 10 0,4 1-28 15,-2-2-48-15,-4 0 5 0,-2 9 21 16,-5 3 3-16,-1 7-2 0,-6 5-44 15,-7 4-13-15,-4 11 10 0,-6 5-10 16,-11 13-6-16,-3 10-20 0,-13 18-2 16,-13 18-20-16,-1 14-51 0,-11 5-48 15,-2 2-100-15,0 2-122 16,-4 3-67-16,0 10-58 0,-6 6-420 16</inkml:trace>
  <inkml:trace contextRef="#ctx0" brushRef="#br0" timeOffset="141207.17">21606 15490 2554 0,'0'0'591'0,"0"0"-291"15,-56 37-47-15,39-24-10 0,3 5-14 16,3 1-46-16,3 2-71 15,0 4-44-15,4 6-35 0,2 4-32 0,2 12 0 16,2 13-1-16,6 12 0 16,4 3-12-16,1-6-7 0,-1-15 4 15,-8-15-4-15,3-11-40 0,-5-2-12 16,2 5-3-16,4 2 15 0,-4 2 15 16,0-5 10-16,2-1 19 0,-1-6 15 15,-1-3 0-15,2-6 0 0,2-2-19 16,0-5 7-16,1-1 12 0,5-1 18 15,3-3 25-15,-1 1 4 0,5-2 6 16,2-1-19-16,2-1-11 0,1-6-23 16,1-2-28-16,0 0-44 0,0-4-34 15,-2-3-7-15,2-2-38 0,-3-1-95 16,-3-1-91-16,0-1-204 0,-5 0-145 16,-5 5-373-16,-7 0 64 0</inkml:trace>
  <inkml:trace contextRef="#ctx0" brushRef="#br0" timeOffset="141670.21">21496 16505 1816 0,'0'0'1371'0,"0"0"-1120"15,0 0-171-15,0 0-7 0,21-50-73 16,1 6 117-16,7-19-1 0,13-20-15 15,5-11-70-15,3-6 7 0,4 2 9 16,-5 6-5-16,7-6 1 0,0-2 4 16,4-4 6-16,4-4 3 0,6-8-9 15,2-4-25-15,5-10-22 0,2-3 0 16,3-2 4-16,-3-3 30 0,1-3-16 16,3-2-18-16,-2-6-6 0,1-3 6 15,1-7 0-15,2-3 22 0,4-5-3 16,-7-5-19-16,5-1-68 0,-6-4 25 15,-1 3 43-15,-3 0 26 16,-7 2-26-16,-2 4-4 0,-6 7 4 16,0 8 41-16,-4 4-4 0,-8 8-37 15,2 4 12-15,-7 5-12 0,-2 7 22 16,-5 4-1-16,1 9-21 0,-6 5-28 16,-8 5-31-16,-2 8 19 0,-1 5 6 15,-9 8-10-15,1 6-24 0,-6 6 8 16,-1 5-15-16,-1 11-7 0,-4 15 13 15,0 8 0-15,-2 5 3 16,0-4 25-16,2-1-19 0,-2-1-51 16,0 0-83-16,0 4-131 0,0 4-229 0,-4 5-452 15,-6-4-473-15</inkml:trace>
  <inkml:trace contextRef="#ctx0" brushRef="#br0" timeOffset="142423.93">12888 9995 1479 0,'0'0'1597'16,"0"0"-1335"-16,0 0-157 0,0 0-74 15,0 0 17-15,0 0 15 0,0 0-29 16,-57 45-34-16,42-28-47 0,-1 10 5 16,-1 18 1-16,-10 16 6 0,0 19-16 15,-2 6 7-15,11-2 31 0,1-5 11 16,7-9 2-16,6-6 16 0,4-12 19 16,0-11 25-16,4-11-9 0,2-3-19 15,7 6 3-15,-3 0-7 16,13 4-9-16,-1-6-16 0,7-3 10 15,6-3 3-15,3-6-14 0,5-6-2 16,-2-5 0-16,9-8-25 0,-2-6-17 16,-5-10-158-16,-2-8-96 0,3-6-241 15,-22 7-264-15,5-19-707 0</inkml:trace>
  <inkml:trace contextRef="#ctx0" brushRef="#br0" timeOffset="143107.39">12655 10951 1657 0,'0'0'1261'0,"0"0"-948"0,0 0-134 16,0 0-178-16,0 0 53 15,0 0 19-15,45-54-13 0,-22 29-9 16,2-6-17-16,8-14-11 0,4-9-8 15,15-16-11-15,0-2-3 0,-1 0 11 16,-1 4-12-16,2 2-1 0,-1-3-1 16,3-5 0-16,8-2 2 0,-2-3 1 15,4-3 12-15,2 2 2 0,0-1-12 16,7 0 20-16,-1-1-5 0,4 2-1 16,11-4-15-16,2 0-2 0,4-2 22 15,8 1 7-15,7-3-1 0,2-1-9 16,1 1-19-16,5 0 0 0,0 1-11 15,2 3-4-15,-3 5-36 0,3 4 17 16,2 4 31-16,-6 3-13 0,4 9 16 16,-3 6 12-16,1 5 1 0,2 4 6 15,6 4 25-15,-2 4-6 16,4 0 2-16,2 5-2 0,6 5-13 0,1 1-9 16,10 5 13-16,-1 2 5 15,3 3-2-15,2 0-8 0,2 2-2 16,0 3-3-16,4 1-3 0,-4 2-16 15,-3 1-1-15,-3 4 1 0,6 1 1 16,-6-1 0-16,6 2 11 0,-5 0-9 16,7 0 0-16,-6 0 10 0,4 0-10 15,-4-2 11-15,2 2-14 0,-7 0-3 16,-5 0-9-16,-7 0-4 0,-6 5-15 16,-8 0-31-16,-5 1-19 0,-12 1 7 15,-8 3-16-15,-6 1 17 16,-8 0 20-16,-5-1 15 0,-8 0 35 15,-14 0 1-15,-9-2 0 0,-12-2 2 16,-6 0 4-16,4 2-1 0,-1-3-1 16,3 2-2-16,-6 0-2 0,-4 1-17 15,-3-2-19-15,-5-2-60 0,1 1-32 16,-6-2-42-16,0 0-52 0,-1-1-46 16,-1 0-52-16,4 3-28 0,-4-1 9 15,0 2 33-15,2 0-15 0,1-2-169 16,-3 3-151-16</inkml:trace>
  <inkml:trace contextRef="#ctx0" brushRef="#br0" timeOffset="144204.54">20615 7982 115 0,'0'0'1937'0,"0"0"-1571"15,0 0-166-15,0 0-142 0,0 0-32 16,0 0 19-16,0 0 48 16,0 0 33-16,0 0-27 0,0 0-22 15,52 18 0-15,-35-15-4 0,3-3-3 16,3 0-13-16,2 0-9 0,2 0-16 0,2-2-10 16,2 0 3-16,4 0 1 15,4-1 12-15,0 2 3 0,5 1-6 16,7 0 2-16,11 1-2 15,11 5 3-15,3 0 3 0,1 4 0 0,-7-1-13 16,0 1 0-16,3 1-3 0,5-3 0 16,5 1 4-16,2-2 8 0,4 1-1 15,1-3-5-15,4 0 0 0,-6 0-9 16,1-1 3-16,0 0-6 0,-2-1-19 16,-4 3 0-16,-5-3 0 0,1 4 2 15,-11-1-2-15,0 0 0 0,-2 0 0 16,-2 0-1-16,-2-1 0 0,-4-1-2 15,-8 0 1-15,-13 0-1 0,-6-2-22 16,-4-1-9-16,2 2-31 0,-2-1-21 16,4 1-14-16,-6-1-20 15,-3 0-13-15,-3 1-12 0,-5 0-68 16,-3-2-91-16,-1 2-102 0,-2 0-215 0,-3 1-202 16</inkml:trace>
  <inkml:trace contextRef="#ctx0" brushRef="#br0" timeOffset="145188.89">23906 8344 818 0,'0'0'2093'0,"0"0"-1750"16,0 0-86-16,0 0-16 0,0 0-37 16,0 0-157-16,0 0-44 0,0 0 74 15,118-22 29-15,-19 16 0 0,7 1-10 16,3 1-19-16,-7 4-21 0,-3 4-10 16,-2 4-27-16,-8 5-17 0,-11 5-2 15,-16 1-13-15,-14 2 1 16,-19-1-22-16,-11 2-9 0,3 9-1 15,-6 3 10-15,-5 7 0 0,-10 2 13 16,-15-2 18-16,-3-1 3 0,-7-3 0 16,-6-5 0-16,-2-4-15 0,0-4-25 15,0-3-26-15,2-6-9 0,0-5 10 16,0-4 20-16,4-4 33 0,4-2-7 16,-2-6 0-16,5-3-3 0,1-3 0 15,1-2-22-15,3-3-12 0,-4 0 15 16,5-1 12-16,0-2-15 0,1 1 31 15,-1 1 13-15,-1 2 2 0,7 0 29 16,-2 4 1-16,-1 1 21 16,7 5 20-16,0 4 2 0,4-1-2 15,-2 3-27-15,2 3-46 0,-2 8-13 16,0 7 13-16,0 7 56 0,-5 9 16 16,5 12-13-16,-2 14 0 0,0 15 9 15,2 1-6-15,0-1 12 0,2-10-3 16,0-17-34-16,0-10-37 0,2-8-15 15,2-5-16-15,4 4 7 0,1-1-23 16,-1 5-11-16,-2-6-39 0,5-6-11 16,-5-5 2-16,0-1-23 0,-2-6-53 15,2-3-86-15,1-5-229 0,-3-1-489 16,-2-10-521-16</inkml:trace>
  <inkml:trace contextRef="#ctx0" brushRef="#br0" timeOffset="145484.06">25244 8585 894 0,'0'0'1067'0,"0"0"-752"0,0 0-5 16,0 0-20-16,0 0-37 0,0 0-14 15,0 0-7-15,0 0-5 0,-17 64-41 16,-1-28-42-16,-9 4-47 0,0 5-25 16,4-2-35-16,4-1-37 0,1-4-14 15,5-5-29-15,7-2-82 0,-2-4-32 16,6-4-47-16,0-4-7 0,2-3-66 16,0-7-78-16,0 1-186 0,0-6-110 15,4-4-137-15,2 0 6 0</inkml:trace>
  <inkml:trace contextRef="#ctx0" brushRef="#br0" timeOffset="145809.3">25213 8743 871 0,'0'0'398'0,"0"0"851"16,0 0-760-16,0 0-134 0,0 0-57 16,0-53-80-16,0 49-35 0,0 2-62 15,6-1-40-15,4 1-28 0,7 1-6 16,1 1 5-16,9 0 4 0,2 0-12 15,8 3-1-15,3 3-9 0,1 1 0 16,0 0-7-16,-3 3-24 16,1 1 1-16,0 0-2 0,-2 3 0 15,-8 1-2-15,-2-1 0 0,-4 4-1 16,-13 2 1-16,-4 4 2 0,-6 4 10 16,-6 5 6-16,-6 6 10 0,-9 2 6 15,0 2-3-15,-1 2-30 0,-5-4-1 16,8-2-19-16,-1-4 1 0,3-4-4 15,0-4-18-15,1 0-34 0,-1-6-12 16,7 2-7-16,-6-5 0 0,5-1-16 16,-3 0-31-16,-1-2-30 0,7-2-66 15,0-3-116-15,2-1-231 0,1-4-236 16,3-5-517-16</inkml:trace>
  <inkml:trace contextRef="#ctx0" brushRef="#br0" timeOffset="146097.07">25975 8685 220 0,'0'0'1728'0,"0"0"-964"0,0 0-337 15,0 0-159-15,0 0-56 0,56-56-41 16,-47 51-42-16,-5 2-48 0,0 1-37 15,0 2-21-15,-2 5 5 0,-2 5-3 16,0 9 6-16,-12 7 25 0,-1 8-56 16,-7 9-12-16,-9 1-69 0,2 0-45 15,-2-2-44-15,6-7-32 0,0-3-14 16,5-6-13-16,3-5-5 16,7-4-7-16,2-4-170 0,2-5-111 0,4-5-119 15,0-2-340-15</inkml:trace>
  <inkml:trace contextRef="#ctx0" brushRef="#br0" timeOffset="146431.76">25934 8712 1974 0,'0'0'622'16,"0"0"-207"-16,0 0-118 0,0 0-100 0,39-56-42 16,-22 46-29-16,8 0-25 15,4 3-32-15,6 2-16 0,10 2-1 16,17 3-12-16,6 0 4 0,7 5 6 15,-17 3 6-15,-11 1-6 0,-18-1-7 16,-4 3-9-16,6 3 0 0,0 4-3 16,2 5-3-16,-8 6-15 0,0 3 2 15,-11 4 1-15,-3 13-1 0,-9 12 0 16,-11 11-2-16,-5 1 5 16,-13-3-18-16,-2-8-12 0,0-8-13 0,-4-9 10 15,10-8 2-15,1-7 10 16,-3-5-9-16,-4 5 9 0,-4 4-22 15,-2-1-15-15,0-2-35 0,-1-1-21 16,5-6-35-16,-2-3-23 0,4-3-28 16,-2-3-46-16,7-1-84 0,-1-6-149 15,2-2-136-15,11-5-206 0,-13-3-418 0</inkml:trace>
  <inkml:trace contextRef="#ctx0" brushRef="#br0" timeOffset="146711.81">26056 8965 2602 0,'0'0'553'0,"0"0"-225"16,0 0-37-16,0 0-162 0,0 0-110 15,0 0-7-15,0 0 10 16,0 0 44-16,0 0 7 0,0 0-4 15,52 45 5-15,-32-34-5 0,-1 0-13 16,2 1-19-16,-3-5-26 0,5 4-11 16,-2-4-34-16,-5 2-90 0,3-2-57 15,-5-1-68-15,1-3-89 0,-3 3-182 16,-8-5-261-16,-2 2-562 0</inkml:trace>
  <inkml:trace contextRef="#ctx0" brushRef="#br0" timeOffset="147119.8">26914 9326 2571 0,'0'0'591'0,"0"0"-298"0,0 0-17 16,0 0-122-16,0 0-154 15,0 0 0-15,0 0 63 0,0 0 51 0,87-2 4 16,-34 2-18-16,22 1-16 16,1-1-19-16,7 1-22 0,-6 1 4 15,-11 0-4-15,4 0-22 0,-2 3-5 16,-2-2-15-16,0 4 1 0,1 0 0 16,-7 1-2-16,-13-2-2 0,-6 0-13 15,-16 0-50-15,0 1-68 0,4 0-101 16,0 3-93-16,-4 1-246 0,-9-4-653 15,-10 1-733-15</inkml:trace>
  <inkml:trace contextRef="#ctx0" brushRef="#br0" timeOffset="148166.69">27776 10703 499 0,'0'0'433'0,"0"0"721"15,-72 5-795-15,43-6-240 0,-11 0 4 16,5 0-17-16,-4-1 7 0,-4 2-7 16,-11 0-29-16,-8 0-33 0,-17 0-15 15,-6 2-13-15,9-1 3 16,-5 0 0-16,7-1-19 0,0 0-12 0,-9-1-20 16,0-5-16-16,-6-1-32 15,2-5 54-15,-1-1 26 0,-5-4 16 0,4-2 90 16,0-4 44-16,-2-2 6 0,4-3 6 15,0 0-52-15,-4-6-40 0,-2 2-45 16,4-5-25-16,-2-1-15 16,0-3 12-16,-6-4-54 0,2-2-15 15,2-1-30-15,-4-5 17 0,-2 1-1 16,0 1-6-16,-1-4 44 0,3 0 25 16,6-3 23-16,0-2 26 0,9-1 41 15,-1 0 0-15,6-3-7 0,-1 2-47 16,3-6-13-16,5-2-10 0,4-1 7 15,2-1-13-15,4-2 13 16,12-2-13-16,-3 0-9 0,9 1 9 0,7-4-35 16,2 4 32-16,4-3-4 15,9 2-18-15,7 2 9 0,9-1 29 16,4 3 2-16,6 2 1 0,11 1 25 16,8 0-22-16,6 2 10 0,6 1-13 15,6 0-16-15,3 4-6 0,7 4-1 16,3 0 4-16,4 5 0 0,6 3 18 15,9 4-2-15,5 3 0 0,1 6 2 16,8 1 1-16,8 5 0 0,4 2 22 16,11 4 55-16,6 1-10 0,6 2-10 15,2 7-3-15,4 4 3 0,0 2-6 16,5 6-13-16,-3 3 13 0,7 5-7 16,1 6-12-16,-1 3-16 0,3 4 2 15,7 5 4-15,-6 2-9 0,12 6 6 16,-11 4-6-16,5 5-11 0,-8 3 1 15,1 7-2-15,-3 2 2 16,1 6 10-16,-7 0-12 0,-11 4 0 0,0 3 1 16,-13 4 10-16,1 2 4 15,-13 2 0-15,-8 2 6 0,-4 2-3 16,-11 2-19-16,-2 1 16 0,-5 4-4 16,-5 2-12-16,-5 2 0 0,-9 1 0 15,0 0 0-15,-15 2-1 0,-9 0 0 16,-11 1-30-16,-7-3-20 0,-6 0 20 15,-14-4 18-15,-5-3 12 0,-10-2 1 16,-6-4 3-16,-7-2 19 0,-3-5 0 16,-9-6 13-16,-6-1-12 0,-6-5-23 15,-2 2 0-15,-6-2 3 0,-7 1 16 16,4-6-18-16,-1-1 2 0,1-7-1 16,3-2 1-16,6-5 0 0,-3-3-3 15,5-6-16-15,0-3-44 0,0 2 10 16,0-4 2-16,0-1-2 0,4-4 6 15,2-2-7-15,4 0-91 16,8-4 97-16,13-1-69 0,4-1-40 16,4-1-89-16,-4 1-179 0,7-3-382 15,-20 0-812-15</inkml:trace>
  <inkml:trace contextRef="#ctx0" brushRef="#br0" timeOffset="153907.49">14234 9653 174 0,'0'0'32'16,"0"0"1867"-16,0 0-1559 0,0 0-120 0,0 0 8 16,0 0-64-16,4-62-46 15,-4 52-19-15,0 1-7 0,-2 1 10 16,2 4 15-16,-2 1 19 0,2 2 41 15,0 1 40-15,0 0-33 0,0 4-35 16,0 8-51-16,4 9-30 0,0 14-24 16,5 19-23-16,5 17-18 0,-1 4 9 15,-3-12-8-15,2-17-4 0,-5-19-11 16,-3-2 1-16,4 1 10 0,2 3 31 16,-1 1 6-16,-1-8-10 0,0-5-2 15,4-1-13-15,-5-7-12 0,1-3-12 16,-2-3-13-16,7-3-12 0,-5-5 4 15,2-8 5-15,7-7 28 0,-5-7 16 16,7-13-14-16,-3-15 20 0,7-14-19 16,2-4 15-16,-5 3-2 15,1 7-13-15,-6 15-3 0,1 12 0 16,-8 7-3-16,7 4-12 0,-3-4 15 16,3 2 2-16,5-3 0 0,1 8 1 15,-2 6-1-15,-1 7 16 0,-3 6 7 16,5 5-1-16,-5 9 19 0,4 10-6 15,-7 8-9-15,7 7-10 0,-9 5-3 16,6 5-12-16,-3-2-1 0,1-1 14 16,3-4-1-16,-3-4 6 0,5-5-5 15,-5-4-4-15,5-4-12 0,-3-4-1 16,1-2 1-16,-3-5 2 0,5-1 0 16,-6-2 0-16,3-2 10 15,-1-4-11-15,3-1 1 0,-3-1 0 0,5-3 0 16,-3-7 10-16,3-2-8 15,-1-3 8-15,2-5 0 0,1-2-9 16,-3-6 0-16,6-3 12 0,0-2-14 16,-1-4-1-16,-3 0-15 0,4 0 15 15,0 0 0-15,-7 4 1 0,3 4-1 16,0 4 2-16,-7 8 1 0,-1 5 0 16,1 6-1-16,-8 6 1 0,3 6 19 15,1 12 5-15,0 17-3 0,-2 16-22 16,1 1-2-16,3-2-24 0,-6-7 0 15,-2-10 8-15,5 3 4 0,3-1 10 16,-4-6-25-16,3-4 8 0,1-7 7 16,-2-3 9-16,1-5-12 0,1-3 13 15,-1-4-1-15,-5-2 0 0,2-1 3 16,4 0 0-16,-5-3 2 0,1-3 13 16,-2-2-12-16,4-1 28 15,-3-3-1-15,-1 0 1 0,2-1-1 16,0-3-5-16,-1 3-7 0,-1-2 3 15,0 3 0-15,0 1-18 0,5 2 0 16,-3 3-3-16,-2 3-1 0,4 3 1 16,7 0 1-16,-7 2-1 0,9 4-3 15,-3 1 1-15,5-1-13 0,-4 3 3 16,5 0 9-16,-1-2-18 0,-2-1 8 16,3 0-2-16,-1 0-3 0,-2-4 6 15,5 1 9-15,-7-3 0 0,6 0 1 16,-1-1-1-16,-3-3 2 0,2-1 1 15,-7-2 0-15,5 1 1 0,-5-3 14 16,5 0-13-16,-7 0 0 0,3 2 0 16,-5 1 10-16,-2 1-11 0,3 2-1 15,-3 3 2-15,-2 0-1 0,2 8 2 16,5 5 0-16,-3 8-3 16,0 3-25-16,5 3-6 0,-5 0 4 0,5-1 6 15,-1-5 2-15,-1-3 4 16,3-6 0-16,-3-5 13 0,5-2-14 15,-1-5 16-15,3-2 1 0,-5-6 18 16,5-4 8-16,-5-1-2 0,4-5-1 16,-5 3-3-16,5-5-5 0,-9 3-4 15,2 0-9-15,-1 1 9 0,-5 3-10 16,2 3 12-16,3 3-14 0,-5 1-1 16,0 2-2-16,0 4 0 0,-2 0 2 15,7 4 1-15,-3 4 3 0,0 5-1 16,7 2-2-16,-5 1-1 15,2-1-11-15,5 0 0 0,-5-2 9 16,5-2-12-16,-1-3 12 0,5-3-16 0,-2-1 18 16,5-2-10-16,-1-2 11 15,2-3 1-15,-4-3 0 0,3 0 0 16,-3-1 0-16,-2 0 1 0,-1 0-1 16,-3 1-1-16,-1 4 0 0,-1-2 1 15,-3 3 1-15,2 1-2 0,-1 0 1 16,-5 0 1-16,4 2 0 0,1 1-1 15,-5-1 0-15,2 4-1 0,0-4-2 16,3 1 0-16,-5 0 1 0,2-2-2 16,3-1-9-16,-1 0 10 15,-2 0-1-15,-2 0-8 0,3-1 11 0,-1-1 0 16,-4 1 0-16,2-1 0 0,-4 1 0 16,0 1 0-16,2 0 1 0,-4 0-1 15,5 0 0-15,-1 0 0 0,-2 1 1 16,0 1 0-16,0-1-1 15,0 0-1-15,0 0-1 0,0-1 0 16,-2 0 2-16,4 0 0 0,-4 0 18 16,2 0 16-16,-2 0-1 0,0-2-5 15,0-1-7-15,0 0 9 0,0-4 7 16,0 0-10-16,0-4-6 0,0-1-8 16,0-4-11-16,0-1-1 0,-2-5 1 15,2-2 0-15,-2-1 1 0,2-5-3 16,0-2 0-16,0-1 0 0,4-5 2 15,-2-2 19-15,7-10-6 0,-1-12-3 16,0-12-9-16,0-3 13 0,3 4-1 16,-1 7-12-16,-6 6 15 0,5 1-3 15,-5 2 0-15,4 3 10 0,-4 7-13 16,-4 9 6-16,2 8-18 0,-2 4-23 16,0-3 21-16,0-2 2 0,-4 2 0 15,-2 2 12-15,0 7 0 16,-1 4 0-16,-1 1 0 0,0 5-9 15,0-1 12-15,1 3-3 0,1 1 1 16,2 0-10-16,-2 1 15 0,0 1-6 16,-1 0-10-16,3 3 10 0,2-2-9 15,-2 2 9-15,2 0-9 0,2 0 9 16,-2 1-11-16,0 1 0 0,-2-1 1 16,0 0 0-16,2 0 0 0,-3-1-1 15,3 2-1-15,0-1 0 0,0 1 0 16,0-1-1-16,-2 1 1 0,2-2 0 15,0-1 0-15,-2 2 1 0,-2-1 0 16,-1-1 0-16,1 0 2 0,-2 0 0 16,0-1 0-16,-7 1 10 15,5 0-12-15,-5-1 0 0,-1 2-1 16,-5-1 2-16,5 0-1 0,-9 0-1 16,0 2 1-16,-2-1-1 0,-4 1 0 15,0-1-1-15,-10 2 1 0,4 0 1 16,-7 0-1-16,-10 0 2 0,-6 0 10 15,-12 2-11-15,-2 0 11 0,3-1-9 16,5-1 15-16,6 0-18 0,0 0 1 16,0-3 0-16,0-3 0 0,1-2 0 15,-6 0-1-15,3-1 0 0,-4-2 2 16,0-1-2-16,2 1 0 0,-6 1 0 16,2-2 0-16,-5 2 1 0,-1-2-1 15,-3 3 0-15,3 0 0 0,-3 2 2 16,-1 0-1-16,1 2 1 0,1-1-1 15,-3 4 0-15,3-2-1 0,1 0 0 16,3 2-2-16,0 0 2 0,4 0-1 16,1 2 0-16,3 0 0 15,6 0 0-15,3 0 1 0,-1 4 0 16,12 0 1-16,9 2 1 0,6-2 0 0,5 1 1 16,-5 1-1-16,4 1 13 15,-6 1 3-15,6-2-17 0,4 2 1 16,7-2-1-16,-1-1-1 0,9-1-12 15,0 1 9-15,2-2-12 0,4 0-9 16,0 2-3-16,0-1 3 0,0 0 21 16,6 2 0-16,-4 1 1 0,4-1 0 15,-4 1 1-15,7-1 1 0,-5 2 1 16,0-2 14-16,-2 2 0 0,2 0 3 16,0 3-6-16,0 2-9 0,-2 3 9 15,5 4-10-15,-3 2 1 0,-2 8 0 16,2 0 0-16,-4 5 0 0,0 2 0 15,4 4 0-15,-2 3 9 16,2 8-10-16,-2 10 10 0,-2 11-9 16,0-7 10-16,0-13-13 0,0-14-25 0,0-11 10 15,0 6 13-15,0 5 2 16,0 4 3-16,0-3 9 0,2-1 0 16,0-4-10-16,5-2 1 0,-5 0-2 15,2-5 0-15,-2 0 0 0,0-3 1 16,0 0 0-16,2-5-1 0,0 3-1 15,0-6 0-15,-1 1-2 0,5-3-11 16,-4-2 12-16,0 0-11 0,-4-1 10 16,4-4 0-16,0 1-1 0,-2-1 0 15,1-2 1-15,-1 2 0 0,0-2-1 16,-2 0 0-16,4 0-9 16,-2-1 0-16,2 0 0 0,-4 0-6 15,2-1-12-15,0 0-10 0,0 2 1 16,-2 0-7-16,2 0-8 0,-2 0-31 15,2 0-46-15,0 1-36 0,3 1-59 16,-1 0-158-16,4 3-315 0,-6-4-850 16,-2 8-757-16</inkml:trace>
  <inkml:trace contextRef="#ctx0" brushRef="#br0" timeOffset="167061.48">20956 6581 76 0,'0'0'3'0,"0"0"20"0,0 0 75 16,0 0-82-16,0 0 7 0,0 0 19 15,0 0 213-15,0 0-21 0,0 0-77 16,3 4 2-16,-1-3 69 0,2-1-10 16,-2 3-49-16,0-2-16 0,4 0-62 15,0 0-33-15,0-1-22 0,5 0-23 16,-3 0 7-16,2 0 2 0,5 0-20 15,-3 0 11-15,5-3-13 0,-3 0 0 16,3 1-1-16,-1-3 1 0,1 3 4 16,2-3 64-16,-1 2-23 0,3 1 7 15,-1-1 3-15,1 0-13 0,4 1-20 16,0 0 11-16,4 1-20 16,-2-2-11-16,4 3-2 0,4-3 2 15,0 1-2-15,2-2-1 0,2 2 1 16,1 0 1-16,5 0 38 0,-2 0-10 15,5 0 26-15,8-1 6 0,4 0-13 16,12-3 1-16,0 1-1 0,-5 1-6 16,-3-2-20-16,-6 2-19 0,-3-2 16 15,3 0-3-15,4-1-14 0,0 1 1 16,0 0 39-16,4-3-16 0,-1-1 22 16,1 0 29-16,2 2 15 0,-2-2-24 15,2 2-1-15,-2 0-23 0,5-3-9 16,-3 4-9-16,2-2-9 0,0 1-15 15,1 1 8-15,-3 1-10 0,0 1-15 16,2 2 6-16,-3-3-4 0,-1 4 13 16,0-1 0-16,-4 0 1 0,8 2 1 15,-4-1 11-15,1 2-11 16,1-1 26-16,-2 0-27 0,2-1-1 16,0 0 0-16,-2-2 0 0,1 1 1 15,-1-2 12-15,0 0 12 0,-4 2-12 16,4-1-10-16,-6-1 29 0,4 2-17 15,0 0-12-15,-2-1 16 0,0-1-17 16,-2 4 22-16,2-3-24 0,-2 4-3 16,-4-2 3-16,0 2 0 0,2 0 1 15,-5 0-1-15,-1 0 0 0,4 0 1 16,-4 2 18-16,5-2-18 0,-3 1 0 16,2-1 15-16,0 2 0 15,2-2 28-15,-3 0-38 0,1 0 7 0,6-5-10 16,-4 2 13-16,-2-1-4 0,0-2-10 15,6 1 24-15,-8 0-23 16,1 0 41-16,3 1-32 0,2-1 4 16,0 2 3-16,-2 0-16 0,0 2-2 15,2 0 16-15,-2 1-17 0,-5-2-1 16,3 2 1-16,2 0 1 0,-6 0 0 16,4 0 1-16,-1 2-1 0,-1-2 24 15,4 2-12-15,0-2 3 0,-6 0 15 16,3 0-29-16,3 0 1 0,-6 0 13 15,4 0-13-15,-2 0 13 0,-3 0-13 16,5 0-2-16,-2 0-1 0,-3 0 0 16,3 0 17-16,-10 0-17 0,-7 0 0 15,-6 0 3-15,2 0-3 0,2 0-1 16,11 3 1-16,1-1 2 0,-1 1 10 16,5 0-8-16,-5 0-1 0,1 1 0 15,-1-2 12-15,1 2 1 0,-1 0-13 16,1-1 0-16,3 2 19 0,-5-4-22 15,3 3 3-15,-1-3 19 16,3 0-3-16,0-1-18 0,3 2-1 16,9-2 0-16,11 0 11 0,-3 0-8 15,-12 0 12-15,-13 0-15 0,-3 0-1 16,-7 1-2-16,4 1 1 0,13-1 1 16,0 0 1-16,-3-1 3 0,1 2 22 15,-1-1-25-15,1 1 1 0,0-2 24 16,1 1-13-16,-1-1-10 0,4 1 1 15,12 1-2-15,4 1 0 0,-6-3 1 16,-4 5-2-16,-10-4 0 0,3 2 1 16,-3 1 0-16,2-2 2 0,-9 1 12 15,-8-3-13-15,-4 1-2 0,2 0 2 16,0 1-1-16,11 1 1 0,3-2 11 16,-1 1-12-16,3 1 10 15,-1-2-11-15,-2 3-3 0,-1-2 3 0,-2 0 1 16,5 1 2-16,-7-1-3 15,1 2 22-15,3-2-19 0,-1 2 13 16,-1-1-15-16,-2 1-1 0,1 0 15 16,-1-1-13-16,-2 0-1 0,3 1 0 15,-3 0 0-15,0-2 2 0,-2 2-2 16,5 0-1-16,-5 0 0 0,2 2 0 16,0-1 0-16,3 2 1 0,-3-3 1 15,0 1 1-15,1 0 0 0,-1 1-2 16,-2-1-1-16,2-1 0 0,-1 1 0 15,-1 0 1-15,-2 1 0 0,4-1-1 16,-2-1 2-16,1-1-2 0,-3 2 3 16,4-2 0-16,-2 0-1 15,3 1-1-15,1-2 1 0,0 3 1 0,-4-2-3 16,5 1 0-16,-5-2 0 16,2 4 0-16,-2-3 0 0,-1 1 0 15,-1-2 1-15,-2 2-1 0,-2-2 2 16,-2 1-1-16,-2-2-1 0,-1 4 0 15,-5-4-1-15,-2 1 0 0,-3-1-1 16,-3 1-32-16,-5-1-34 0,-2-1-16 16,-2 1-16-16,-4-1-29 0,0 0 16 15,-2 0 9-15,-6 0-162 0,2-2-453 16,-19-5-1018-16</inkml:trace>
  <inkml:trace contextRef="#ctx0" brushRef="#br0" timeOffset="168148.79">31050 6313 184 0,'0'0'1053'16,"0"0"-789"-16,0 0-108 0,0 0-156 15,0 0 13-15,0 0 29 0,0 0 43 16,0 0 9-16,0 0 7 0,0 0-4 16,0 0 3-16,31 17 30 0,-25-9 28 15,3 3-9-15,-1 4-14 0,0 5-29 16,-4 6 19-16,7 5-22 0,-3 12-52 15,2 15-19-15,-1 16 10 16,1 7-17-16,-4 0 17 0,0 0-4 0,-2-1 10 16,3 3 37-16,-5 5 20 0,-2 4-10 15,0 5 3-15,-2 3-10 0,-5 2-12 16,-3 0 2-16,0 2-17 16,-3 3-24-16,1 3 1 0,-3 7 5 15,1-1 1-15,0 1 21 0,-3-2 19 0,3 3-6 16,-1 3-47-16,-4 4-31 15,5 0-3-15,0-2 1 0,-3-3 2 16,5-3-1-16,-1-2-14 0,-1 1-10 16,1-2-12-16,-1 3 15 0,1-5 4 15,-1-3 5-15,0-2 11 0,-3-3-13 16,3 1-16-16,-1 1-4 0,-2-2 20 16,3 0 14-16,-3-4 1 0,1-4 2 15,1-3 13-15,-1-5-15 0,-1-2-19 16,1-2 15-16,-1-1 4 0,3 0 2 15,-5-3 0-15,5 4 19 0,-3-3-5 16,3-3 6-16,1-3-20 0,1-6-2 16,2-6 0-16,-3-1 11 0,3-3 2 15,0-5 2-15,-3-7 13 0,7-10-9 16,-2-7 5-16,1-5 4 0,1 6 0 16,-4 0-6-16,6 2 12 0,-4-5-16 15,3-6-16-15,-1-3-2 16,4-5-3-16,0-4-28 0,2-2-15 15,0-3-66-15,0-2-158 0,4-3-245 16,0-3-274-16,-2-2-394 0,-2-8-413 0</inkml:trace>
  <inkml:trace contextRef="#ctx0" brushRef="#br0" timeOffset="168472.71">30172 11639 180 0,'0'0'1578'15,"0"0"-1202"-15,0 0-139 0,0 0-24 16,-2 69 22-16,14-27-39 0,9 16 15 16,-1 10-29-16,7 0-17 0,-8-16-17 15,-5-15-31-15,-3-13-32 0,1 3 15 16,0 1 26-16,1 1 24 0,1-6 8 15,1-3-53-15,-1-4-37 0,-1-4-37 16,3-2-16-16,-1-4-3 0,-1-2-12 16,-1-4 3-16,3 0-1 0,-1-6-2 15,1-5-1-15,3-7 0 0,-1-4-2 16,3-6-18-16,0-5-22 0,1-4-106 16,5-12-62-16,13-14-102 15,1-12-256-15,-6 10-654 0,-6 6-614 0</inkml:trace>
  <inkml:trace contextRef="#ctx0" brushRef="#br0" timeOffset="169379.43">31447 9901 57 0,'0'0'1467'15,"0"0"-1155"-15,0 0 15 0,0 0 13 16,0 0-69-16,0 0-72 0,-54-36-29 16,42 39-20-16,4 11-39 15,-7 13-47-15,-1 21-42 0,-3 21-19 16,3 8 1-16,3 1-3 0,7-13 2 16,6-18-2-16,0-11 0 0,0-11 15 15,8-5 3-15,-2-2 6 0,7 1-25 16,1-2 1-16,3-5-2 0,1-5 1 15,3-5-1-15,2-2 1 0,2-12 29 16,2-6 43-16,1-7 17 0,-3-5-4 16,4-4-25-16,-4-3-7 0,0-3 6 15,-5 1 11-15,-3 3 15 0,0 2-7 16,-7 3-19-16,-4 5-16 0,-2 4-15 16,-4 6-3-16,0 4-7 0,0 1-14 15,-4 6-4-15,2 2-66 0,2 2-123 16,0 1-129-16,2 0-300 0,2 2-377 15,9 0-223-15</inkml:trace>
  <inkml:trace contextRef="#ctx0" brushRef="#br0" timeOffset="169796.99">32109 9974 783 0,'0'0'632'0,"0"0"342"0,0 0-478 0,0 0-105 16,0 0-108-16,0 0-62 0,0 0-4 16,0 0-25-16,0 0-40 15,-60-27-40-15,41 23-41 0,-2 1-34 16,1 2-20-16,-7 1-17 0,2 4-3 15,-2 7 0-15,0 6-18 0,0 9 2 16,3 5-6-16,1 3-2 0,0 5 8 16,7-2-3-16,3 3 19 15,1 0-9-15,8-4 10 0,2-1-11 0,2 0 10 16,0-2-15-16,6-3 17 0,4-2-15 16,3-5 1-16,1-1 2 0,3-6 10 15,1-2-9-15,-1-7 0 0,3-3 12 16,1-4 0-16,2-7-3 0,2-5-9 15,-1-8-32-15,3-2-115 0,0-3-45 16,-2-1-27-16,2 2-54 16,0-2-127-16,-5 1-262 0,-3 5-60 0,2-9-570 15</inkml:trace>
  <inkml:trace contextRef="#ctx0" brushRef="#br0" timeOffset="170030.02">32262 10018 145 0,'0'0'136'0,"0"0"595"15,0 0 300-15,0 0-552 0,0 0 14 16,0 0-91-16,0 0-151 0,0 0-150 16,0 0-64-16,0 0 102 0,6 32 96 15,-6-3-17-15,-2 5-88 0,-2 10-50 16,-5 2-40-16,1 2-24 0,0-4-4 16,-1-2-10-16,1-1-2 0,2-6 0 15,0-2-2-15,2-3-10 16,0-5-41-16,4 0-39 0,0-7-35 15,0 0-44-15,2-6-58 0,2-8-121 0,2-4-108 16,4-2-29-16,-1-10-98 0,-1 1-202 16,-2-17-502-16</inkml:trace>
  <inkml:trace contextRef="#ctx0" brushRef="#br0" timeOffset="170329.12">32272 10054 308 0,'0'0'166'16,"0"0"963"-16,0 0-697 0,0-54 8 0,-2 46-8 15,2-1-67-15,0 5-104 16,2-1-116-16,4-1-66 0,4 0 6 16,1 0 0-16,3 1 12 0,1 0 7 15,-1 3-29-15,3 2-31 0,-1 0-25 16,1 5 5-16,3 4 7 0,-1 5-3 16,-2 3-6-16,-1 2 3 0,-1 3-22 15,-1 1 22-15,-4 3 0 16,-5 1 73-16,-5 3 7 0,0 6-3 0,-11 2-16 15,-7 5-37-15,-3 0-15 16,-2-2-7-16,-6-2 4 0,-2-3-1 16,2-5-5-16,-2-3-10 0,-2-2-14 15,4-6-1-15,4-4-13 0,3-5-67 16,5-2-39-16,5-6-75 0,4-3-109 16,3 0-280-16,1-9-949 0</inkml:trace>
  <inkml:trace contextRef="#ctx0" brushRef="#br0" timeOffset="173616.78">26573 14260 240 0,'0'0'235'0,"0"0"-85"16,0 0 26-16,0 0 443 15,0 0-103-15,-56 14-107 0,44-6-96 16,3-1-46-16,-1-2-52 0,2 0-24 16,2-1-16-16,-5 2 25 0,1-1-27 15,-3-3-48-15,1 2-30 0,-7-2-26 16,-3 0-7-16,-1-2-3 0,-6 0-15 15,-2-4-13-15,-2-5 0 0,-2-5 0 16,0-4-6-16,0-7-13 0,4-5-10 16,-3-5-2-16,3-13-2 15,0-16-20-15,3-14 7 0,9-5-4 16,9 6 7-16,10 4-7 0,2 12-21 16,16-3 18-16,3 6 10 0,10 0 10 15,6-1 0-15,13 4 1 0,-1 2 1 16,9 0 2-16,8 6 0 0,9 3 16 15,5 8-5-15,3 5 12 0,6 7 6 16,4 9 12-16,-8 7-24 0,2 8-4 16,-9 9-2-16,-1 16-12 0,-22 5 11 15,1 16 6-15,-14 13 1 0,-13 8 24 16,-5 13-18-16,-24-1 18 0,-2 2 9 16,-16-2-6-16,-11-4 1 0,0-3-1 15,-11-6 0-15,-3-6-3 0,6-10-13 16,4-12-2-16,2-10-13 0,0-6-1 15,-2 5-14-15,-4-1-15 0,-7 3 14 16,1-4-24-16,1-2 10 0,7-5 3 16,4-5-3-16,4 0 2 15,9-6-2-15,3-2-3 0,7-5-16 0,4 0-40 16,4 0-43-16,0 0-80 16,0-3 48-16,4 0 34 0,0-2-20 15,4 3-38-15,3-3-70 0,-3 4-176 16,-4 1-178-16,2 0-401 0,-6 6-317 0</inkml:trace>
  <inkml:trace contextRef="#ctx0" brushRef="#br0" timeOffset="173989.94">25949 14873 773 0,'0'0'1219'16,"0"0"-989"-16,0 0-130 0,0 0-58 0,0 0 126 15,60-32 231-15,-38 13-101 16,9 1-62-16,4-5-27 0,11-3-17 15,16-9-51-15,12-5-30 0,11 1-18 16,-4 3-8-16,1 5-36 0,-11 7-18 16,-3 1-6-16,-4 6-9 0,-8 3-4 15,-7 5-12-15,-14 5 0 16,-3 1-1-16,-10 3-2 0,3 0-13 0,2 0-9 16,2 0-46-16,-4 3-50 0,-9-3-65 15,1 0-49-15,-9 0-91 16,-8 0-205-16,0-2-434 0,-4-5-246 0</inkml:trace>
  <inkml:trace contextRef="#ctx0" brushRef="#br0" timeOffset="174236">26641 14198 2184 0,'0'0'784'0,"0"0"-385"0,0 0-145 16,0 0-74-16,0 0-79 0,0 0-16 16,-16 79-6-16,16-34-26 0,4 15-22 15,0 13-12-15,0 5-16 0,-2-6 16 16,0-15-7-16,0-17-12 16,0-10-2-16,0-3-29 0,-2 4-111 0,2 1-74 15,-2 4-66-15,0-3-154 16,0-10-311-16,-4 6-592 0</inkml:trace>
  <inkml:trace contextRef="#ctx0" brushRef="#br0" timeOffset="174654.96">26496 15241 430 0,'0'0'274'0,"0"0"748"0,0 0-703 15,0 0-89-15,0 0 48 0,-51 38-56 16,49-38-52-16,0 0-144 0,2 0-4 16,0-4-22-16,4-1 119 0,-2-4 63 15,4 0-29-15,0-6-45 16,-2 1-16-16,5-5-13 0,-3-5-7 0,2-4 7 16,4-6-10-16,-1-5-10 0,-1-4-15 15,9-2 4-15,-5 1-7 16,5 3-4-16,1 4-6 0,-1 8 0 0,0 4 16 15,-1 9-10-15,1 6 7 16,-9 4-4-16,7 6-3 0,-7 1 16 16,-4 11 36-16,9 3 22 0,-5 7-12 15,-4 8-10-15,5 4-28 0,1 2-12 16,-4-1 0-16,3 1 0 0,-1-4-7 16,0-3-8-16,-1 0-10 15,3-5-5-15,0-5-16 0,-5-2-3 0,7-6-2 16,-2-1-17-16,-1-4-54 0,3-4-49 15,-3-2-71-15,-1 0-59 0,2-4-96 16,-3-3-199-16,-3 0-667 0,2 0-880 16</inkml:trace>
  <inkml:trace contextRef="#ctx0" brushRef="#br0" timeOffset="175519.57">25452 12824 1320 0,'0'0'172'0,"0"0"429"16,0 0-261-16,0 0-149 0,0 0-50 16,-28-54-38-16,28 37 45 15,2-1 9-15,8-1 6 0,0 1-17 16,5-3-10-16,3 2-13 0,5-4-3 15,2 4-23-15,2 0-15 0,2 5-19 16,0 3 6-16,4 5-25 0,-4 6-13 16,0 3 0-16,4 11 6 0,-4 8-3 15,-3 4 0-15,-1 7 4 16,-2 0 17-16,-6 1-5 0,-1-1 12 0,-8-3-19 16,1-4-6-16,-5-3-19 0,0-4-5 15,-4-3 2-15,-4 1-15 0,0-3-36 16,-3-1-78-16,1 2-69 0,-4-3-44 15,0 1-49-15,1-1-199 0,3 1-261 16,-2-4-512-16</inkml:trace>
  <inkml:trace contextRef="#ctx0" brushRef="#br0" timeOffset="175767.96">25643 13089 125 0,'0'0'2326'15,"0"0"-1769"-15,0 0-87 0,0 0-142 16,0 0-133-16,0 0-100 0,0 0-61 16,0 0 29-16,0 0 12 0,0 0 12 15,31 2 6-15,-11-12 5 0,7-5-17 16,2-1-29-16,2-3-28 0,2 2-23 16,0-3-2-16,0 5 0 0,-2 0-39 15,0 1-53-15,0 1-40 0,-4 2-25 16,-4 3-29-16,2 1-18 0,-2-1-171 15,-5 1-253-15,-1 2-583 16</inkml:trace>
  <inkml:trace contextRef="#ctx0" brushRef="#br0" timeOffset="176159.03">26288 12637 1574 0,'0'0'791'0,"0"0"-349"16,0 0 0-16,0 0-124 16,0 0-194-16,0 0-45 0,0 0 25 15,0 0-13-15,0 0-7 0,0 0-8 16,72-41 2-16,-47 29-31 0,0 0-10 16,3 2-15-16,6-1 6 0,-6-3-26 15,1 4-2-15,0-1-1 0,-6 3-46 16,0 2-62-16,-9 0-45 0,5 3-12 15,-7 1-39-15,-1 2-131 0,-1-1-112 16,-8 0-269-16,0-1-897 0</inkml:trace>
  <inkml:trace contextRef="#ctx0" brushRef="#br0" timeOffset="176533.19">26591 12343 2373 0,'0'0'602'0,"0"0"-394"0,0 0-61 16,0 0 34-16,0 0-19 0,71-41-11 16,-46 29-16-16,6 1-50 0,0 0-15 15,4 0-5-15,-2 0-12 0,2 5-18 16,2 0-20-16,-2 0-2 0,-4 4-12 16,-2 0-1-16,0 2-1 15,-4 0-15-15,2 0-43 0,-11 2-19 16,3 0-26-16,-7 4-3 0,1-3-9 0,-5 0-96 15,-4 0-58-15,-2-3-75 16,-2 0-44-16,0 3 4 0,-2-3-371 16</inkml:trace>
  <inkml:trace contextRef="#ctx0" brushRef="#br0" timeOffset="176776.09">26825 12184 1874 0,'0'0'570'16,"0"0"-90"-16,0 0-96 0,0 0-70 16,0 0-109-16,0 0-104 0,0 0-26 15,-25 73 8-15,25-39-2 16,-2 4-6-16,2-1-22 0,0 0-16 16,0-4-37-16,0-3 0 0,0-3 0 15,0-4-3-15,0-2-13 0,0-2 1 16,2-3-57-16,0-4-81 0,-2 0-71 15,4-3-117-15,-2-5-144 0,7-4-246 16,-3 0-540-16</inkml:trace>
  <inkml:trace contextRef="#ctx0" brushRef="#br0" timeOffset="177070.09">26947 12095 1494 0,'0'0'977'16,"0"0"-813"-16,0 0 187 0,0 0-76 16,0 0-87-16,0 0 12 0,0 0 74 15,0 0-17-15,10 57-55 16,-8-27-44-16,-2 12-16 0,0 15-7 16,-4 12-15-16,-6-5-16 0,4-12-22 15,2-13-15-15,2-13-27 0,-5 5-25 16,3 3-15-16,-2 1 0 0,2-2-2 15,2-8 1-15,0-3-1 0,2-5-25 16,0-2-40-16,0-5-28 0,6-3-52 16,-2-2-40-16,4-4-44 0,1-1-27 15,-3-2-74-15,2-9-171 0,2-2 78 16,-3 0-812-16,-5-11-443 0</inkml:trace>
  <inkml:trace contextRef="#ctx0" brushRef="#br0" timeOffset="177305.12">27168 11959 2482 0,'0'0'713'16,"0"0"-274"-16,0 0-74 0,0 0-142 15,0 0-130-15,0 0-68 0,0 0-6 16,0 0 9-16,2 50-10 0,0-26-18 15,-2-3-11-15,2 2-61 16,0-3-80-16,-2-1-52 0,0-1-54 0,0-2-113 16,0-2-71-16,0-3-71 0,-4-4-304 15,2-2-403-15</inkml:trace>
  <inkml:trace contextRef="#ctx0" brushRef="#br0" timeOffset="177493.29">27373 11923 1927 0,'0'0'657'0,"0"0"-114"16,0 0-50-16,0 0-162 0,0 0-92 15,0 0-68-15,0 0-50 0,0 0-57 16,-27 68-46-16,27-50-18 0,0 2-12 16,0-2-1-16,0 1-39 0,8 0-85 15,-2-1-68-15,-1 3-65 0,1-1-119 16,2 2-192-16,-2-4-223 0,-4 14-962 0</inkml:trace>
  <inkml:trace contextRef="#ctx0" brushRef="#br0" timeOffset="177740.26">27160 12719 2783 0,'0'0'633'0,"0"0"-266"16,0 0-14-16,0 0-210 0,0 0-47 16,0 0-15-16,0 0-38 0,43-50-15 15,-18 42-26-15,0 0-2 0,-2 1-1 16,4 2-15-16,4 5-67 0,-3 0-44 16,1 0 5-16,2 8 7 0,2-2-93 15,1 0-165-15,-1-1-311 0,-11 1-472 16,22-1-379-16</inkml:trace>
  <inkml:trace contextRef="#ctx0" brushRef="#br0" timeOffset="178758.81">28096 12605 894 0,'0'0'271'0,"0"0"-135"15,0 0-67-15,0 0-30 0,0 0 49 16,0 0 243-16,0 0-87 0,0 0-89 16,54-11 7-16,-25 4-20 0,6 0 13 15,15-3 25-15,16-1 0 0,23-3 34 16,6 2 15-16,2 0-23 0,2 2-17 16,0 2-32-16,9-1-19 0,8 2-16 15,12 2 2-15,4 1-1 0,5 1-5 16,3 0-11-16,5 3-24 0,6 0-3 15,0 0-7-15,2 5-21 0,-5 0-12 16,1 2-7-16,-4 0-17 0,-7 0-15 16,-5 1-1-16,-11-1 1 0,-13 0 0 15,-14 0-1-15,-12 0-2 16,-11 1-14-16,-18-2-8 0,-15 0-16 16,-16-3-5-16,-4 0-7 0,-5 0-22 15,-1-1-6-15,-7 0-15 0,-4 0-3 16,-4-2 76-16,-8 2-114 0,-5-1-125 15,-8 3-213-15,5-1-483 0,-26 0-605 0</inkml:trace>
  <inkml:trace contextRef="#ctx0" brushRef="#br0" timeOffset="180487.65">28030 12671 1103 0,'0'0'254'0,"0"0"-108"16,0 0 338-16,0 0-173 0,0 0-81 16,0 0-37-16,0 0-25 0,0 0-98 15,0 0 10-15,0 0 68 0,-27 12-27 16,31-1 143-16,7 3-90 0,-5 6-30 15,2 5-12-15,0 16-34 16,3 18-20-16,-1 22-6 0,-2 12-20 0,5 8 1 16,-3-2 6-16,-4-5 3 15,3 6-10-15,5 4-16 0,-6 4-34 16,1 7-2-16,-1 1 18 0,0 2 16 16,-4-1 3-16,3 2-9 0,-5 0-28 15,0 4-13-15,0 1-5 0,-2 4 6 16,0-2-1-16,-6-2-8 0,6-3 5 15,-7-5-12-15,5-6-24 0,2-3 24 16,0-4 13-16,0-4 13 0,0-5-17 16,2-2-6-16,-2-8-18 0,0 0-22 15,0-1 15-15,0 2-6 16,-6-1 19-16,0-2 37 0,0-2 2 16,-3-4 16-16,3-4-5 0,4-2-10 15,-4-8-3-15,4-3-3 0,0-1-16 16,-2-10 17-16,2-6 0 0,2-11 0 15,0-2 2-15,0 3 2 0,0 4 23 16,-2 3 3-16,-1-6-6 0,1-5 3 16,0-3 15-16,2-6-9 0,0-3-3 15,0-3 9-15,-2-2-15 0,2-3-7 16,0 1-13-16,-2 0 11 0,0-2-1 16,2 1 7-16,0-3-19 0,0 1 12 15,0-1 3-15,0-1 1 0,0 0-15 16,0-2 0-16,0 0-1 0,0-1-3 15,0 0-10-15,0-1 10 16,0 0-12-16,0 0 12 0,0 0-13 16,0 0 13-16,4 0 0 0,-2 0 1 0,-2 0 1 15,4 0-1-15,1 0 0 16,3 0 2-16,-4 0 1 0,2 0 11 16,0 0-8-16,5-1 17 0,5-2 10 15,-3 0-12-15,7 0-4 0,-3-1-3 16,6-2 13-16,8 0 3 0,-2 2-13 15,4-2 1-15,4-1-13 0,0 2-2 16,4 2 2-16,7-1 9 0,2 2 0 16,16 1-11-16,12 1 0 0,3 0-1 15,2 0 2-15,-3-2 20 0,-5-1-4 16,5 1-15-16,1 1-2 0,6 1-1 16,-7 0 2-16,7 0 0 0,-6 0-2 15,8 0 0-15,-3 0 4 0,3 0-1 16,6 0-1-16,3 0-1 0,-3 0-1 15,0 0 0-15,-2 0 1 0,-2 0-1 16,0 0-1-16,0-1-1 0,2-1 2 16,-4-2-1-16,-1 0-1 0,-1 1 2 15,-6 0 0-15,-5 0 0 0,-3-1-1 16,-5 2 0-16,-2 0 1 0,-2 0 0 16,-6 0 0-16,0 0 0 15,-13 1-2-15,-7 0 2 0,-14 1-1 16,1 0 0-16,0 0 1 0,2 0-1 15,0 0 0-15,-2-2 1 0,-5 1 0 16,-3-1 2-16,-1 1-1 0,-3 0 2 16,1-1-2-16,-4 0 1 0,-1 1 0 15,-1-1-2-15,-2 1-1 0,-2-1 1 16,-2 1 3-16,-2 1 15 0,0-1 4 16,0 1 14-16,0-1 23 0,0 1 57 15,0-1-34-15,0-1-27 0,0 0-24 16,0-3-16-16,0-2-3 0,0-4-9 15,0-2 15-15,0-1-17 0,0-7 12 16,0-1-13-16,0-4 1 16,0-1 1-16,0-2 0 0,0-5 13 15,0 1-12-15,0-3 12 0,-2-3-12 16,0 0 15-16,0-3-16 0,-2-8 17 16,0-8 2-16,-2-13-6 0,-3-7 0 15,1 5 3-15,0 3 13 0,0 6 2 16,-1-3-17-16,1 0-16 0,2 0 0 15,0-1 27-15,2-3 12 0,2 0-3 16,-1-1-5-16,3-3-13 0,0-3 6 16,5-1 0-16,1-5-5 0,0 1-13 15,0 2-6-15,2 0-19 16,-1-1 4-16,1 3 12 0,-4 0 3 0,0 2 0 16,0 1 12-16,3 2 3 15,-3 0-2-15,-2 4-13 0,4-1-25 16,-2 2 4-16,-2-4 0 0,-2 0 18 15,0-1 0-15,0 2 1 0,-6 0 0 16,0 4 1-16,-3-3 0 0,1 4 1 16,0 4-1-16,-2 2-13 0,1 14-38 15,3 9 25-15,0 7 9 0,0-1 16 16,2-4-1-16,-3-5-9 0,1-5 11 16,2-2-1-16,4 1 0 0,0 3-11 15,0-3 1-15,0 2-6 0,0 1 3 16,4-2 3-16,-2 3-3 0,2 2-1 15,-2 1-23-15,-2 5-4 0,0 1 13 16,0 3 3-16,-6 3 5 0,0 2 19 16,-4 4 1-16,-1 2-10 0,-1 3 0 15,-5 1-19-15,7 3-11 0,0 1-4 16,-3 2-12-16,3 1-22 0,2 1-2 16,0 0-13-16,1 1-28 0,1 2-65 15,0 0-70-15,2 1-128 0,4-1-309 16,-4-9-855-16</inkml:trace>
  <inkml:trace contextRef="#ctx0" brushRef="#br0" timeOffset="181707.86">28191 11668 34 0,'0'0'84'15,"0"0"-84"-15,0 0-35 0,0 0 34 16,0 0 1-16,0 0 21 0,0 0 9 15,0 0-11-15,0 0-7 0,0 0-11 16,0 0 18-16,0 0 13 0,7 7 4 16,-3-7-20-16,0 0 174 0,-2 0-89 15,6-4-69-15,-4 2-14 0,0-1-18 16,3-1-40-16,-3 1-152 0,0 0-52 16</inkml:trace>
  <inkml:trace contextRef="#ctx0" brushRef="#br0" timeOffset="182494.58">28007 11650 63 0,'0'0'1896'0,"0"0"-1410"15,0 0-112-15,0 0-5 0,0 0-232 16,0 0 44-16,0 0 34 0,0 0 24 15,58-9-28-15,-31 3-49 0,6-1-72 16,2 1-47-16,3-1-9 0,3 0-22 16,4 0-8-16,-1 0 14 0,-3 0-16 15,3 1-1-15,-7 1-1 0,-6 0-18 16,-2 2-7-16,-11 3-80 0,-7 0-23 16,1 0-27-16,-8 0-38 15,-4 0-62-15,0 0-53 0,0-1-40 16,-4 0-368-16,-4-3-721 0</inkml:trace>
  <inkml:trace contextRef="#ctx0" brushRef="#br0" timeOffset="182718.73">28411 11416 745 0,'0'0'1215'0,"0"0"-593"15,0 0-127-15,0 0-77 0,0 0-118 16,0 0-93-16,0 0-65 0,0 0-30 15,0 0-12-15,-60 77 2 16,41-38-6-16,-2 4-10 0,-1 4-43 0,-5 0-3 16,-4 0-15-16,4-3-7 15,4-1-15-15,-2-6-3 0,5-3-15 16,5-4-44-16,1-4-89 0,5-5-81 16,3-1-52-16,2-4-141 0,2-5-238 15,0-3-392-15,0-2-452 0</inkml:trace>
  <inkml:trace contextRef="#ctx0" brushRef="#br0" timeOffset="182946.73">28082 11760 229 0,'0'0'450'0,"0"0"1246"16,0 0-1148-16,0 0-62 0,0 0-103 16,0 0-173-16,0 0-90 0,0 0-45 15,0 0 3-15,0 0 86 0,8 37 0 16,-2-6-32-16,3 5-33 0,1 1-26 15,-2 3-21-15,-2-2-24 16,1-5-25-16,-1-1-3 0,2-6-12 16,0-3-7-16,-1-4-54 0,-1-3-75 15,4-4-55-15,0-3-42 0,-3-3-87 16,9-5-192-16,-6-1-167 0,1-7-686 0</inkml:trace>
  <inkml:trace contextRef="#ctx0" brushRef="#br0" timeOffset="183205.79">28843 11142 3402 0,'0'0'638'0,"0"0"-279"0,0 0-56 15,0 0-171-15,0 0-117 0,-40 52-15 0,38-30-1 16,2 1 0-16,0 4-14 16,0 0 2-16,0-2-8 0,0-3-77 15,0 2-57-15,2-5-12 0,-2 1-16 16,0-1-93-16,-2 1-329 0,-2-5-165 16,-6 2-871-16</inkml:trace>
  <inkml:trace contextRef="#ctx0" brushRef="#br0" timeOffset="184213.28">28231 11861 438 0,'0'0'1341'0,"0"0"-715"0,0 0-136 0,0 0-52 15,0 0-92-15,0 0-172 0,0 0-111 16,0 0 18-16,0 0 23 0,0 0-13 16,51-12-16-16,-28 4-20 15,4 0-17-15,4 0-14 0,-4-1-24 16,4 1 0-16,-6 1-1 0,-5 2 1 15,-1 1 0-15,-9 1 0 0,-1 3-18 16,-7 0-16-16,2 0 34 0,-4 0 58 16,0 0-21-16,-6 0-37 0,-3 0-50 15,5 0 1-15,-2 0 8 0,-2 0 23 16,-3 0 14-16,5 0-14 0,0 0 5 16,-2 0 13-16,-3 0 1 0,5 3 12 15,0 1 24-15,4 0 4 0,-4 4-14 16,2 0-8-16,-3 2 3 0,7 4-7 15,0-1 7-15,0 0-7 0,0 1 1 16,0-1-16-16,7-1-1 0,-3-2-21 16,0-2-12-16,0 0 0 0,-2 0-44 15,0-3-49-15,0 0-49 0,-2 4-54 16,0-3-112-16,0 2-137 16,-2 1-121-16,-2-3-506 0,-6 1-126 0</inkml:trace>
  <inkml:trace contextRef="#ctx0" brushRef="#br0" timeOffset="184388.98">28297 11994 109 0,'0'0'2179'16,"0"0"-1538"-16,0 0-177 0,0 0-163 15,0 0-181-15,0 0-29 0,0 0 47 16,0 0 3-16,0 0-31 0,0 0-42 16,41 0-34-16,-24-1-31 0,-1-2-3 15,7 0 0-15,2-3-16 0,0-3-83 16,-3 1-50-16,7-3-84 0,0-1-108 15,0-3-182-15,-12 4-240 0,12-10-805 0</inkml:trace>
  <inkml:trace contextRef="#ctx0" brushRef="#br0" timeOffset="184970.68">28603 11589 210 0,'0'0'2659'0,"0"0"-2156"16,0 0-383-16,0 0 89 0,0 0-1 15,58-38-59-15,-32 24-31 0,-1 2-18 16,4 2-10-16,-2-2-16 0,4 2-30 16,-2 1-43-16,2 1-1 0,-4 0-1 15,-4 2-21-15,-5 2-12 0,-5 1-25 16,-3-1-12-16,-8 4-1 0,2 0 7 15,-4 0 24-15,0 0 39 0,0 0-23 16,0 0-45-16,-4 0-55 0,0-1-1 16,-4-2 25-16,-3 3 31 0,1-1 39 15,-2 0 8-15,-3 1 8 0,-1 0 15 16,-1 0 34-16,-2 2 71 16,1 2 18-16,-3 4 0 0,9 2-17 0,-3 2 14 15,3 3-8-15,-3 7-3 16,1 2-13-16,4 5-10 0,-1 6-33 15,-1 2 21-15,4 3 30 0,-1 5 13 16,1-1-25-16,0 2-16 0,2-2-27 16,6-5-25-16,-5-1-8 0,3-8-15 15,2-3-1-15,0-7-2 0,0-1-47 16,0-6-34-16,7-1-48 0,-3-4-66 16,6-3-31-16,-2-2-67 0,1-3-164 15,-1-5-229-15,0-1-579 0</inkml:trace>
  <inkml:trace contextRef="#ctx0" brushRef="#br0" timeOffset="185647.59">28762 11671 875 0,'0'0'2200'0,"0"0"-1719"16,0 0-263-16,0 0-1 0,0 0-60 0,0 0-57 15,52-37-16-15,-36 29-10 16,7 1-24-16,-2-1-22 0,-1 1-28 16,5 3-2-16,-8-2-17 0,3 3-24 15,-9 1-26-15,3 2-21 0,-10 0 0 16,0 0 18-16,-2 0 54 0,-2 0 18 16,0 0 28-16,-6 1-28 0,2 1-47 15,-4 0 17-15,-3 1 18 0,1 0 11 16,0 0 1-16,-3 2 2 0,3 1 20 15,-7-1 13-15,9 5 9 0,-4 2 0 16,-3 3 6-16,7 0-19 16,-2 4-6-16,-5 1-3 0,9-2-1 0,2 1 1 15,0-2-3-15,2-3-4 0,2 0 1 16,0-3-1-16,2 0-13 16,4-3-2-16,2-2 0 0,3 0-2 15,1-1-10-15,-2-5 10 0,9 0-2 16,-5 0-14-16,3-3 15 0,-1-7-13 15,3 0 13-15,-9 1 2 0,5-4 1 16,-5-1 2-16,-4 2 20 0,1 0 0 16,-5-1 2-16,2 1 4 0,-4-1-3 15,-4 2 0-15,0 0 0 0,-1 2-1 16,-3 3-8-16,-2 1-14 0,-3 1-2 16,3 3-13-16,-2 1-17 0,-1 4-1 15,1 2-13-15,-3 0 13 0,9 3-6 16,-2-2 9-16,0 0 6 0,4 1 20 15,-3-4 1-15,3 2-11 0,2-2 10 16,2-3-11-16,0 1-5 0,0-2-4 16,0 2 10-16,0 0 9 0,0-1 2 15,0 0 1-15,0 1 0 16,0 0-2-16,0-1-1 0,0 2-19 16,2-1 10-16,0 0-7 0,0 2-37 15,-2-3-45-15,2 1-21 0,3 0-45 16,-3 0-48-16,-2-2-30 0,0 0 8 15,-2 0 67-15,-5 3-223 0,1-1-275 16,0 0 41-16,-4 2-198 0</inkml:trace>
  <inkml:trace contextRef="#ctx0" brushRef="#br0" timeOffset="185892.61">28731 11843 135 0,'0'0'215'16,"0"0"1009"-16,0 0-708 0,0 0-111 15,0 0-48-15,0 0-132 0,0 0-139 16,0 0-57-16,0 0 80 0,0 0 8 15,14 4-15-15,-1-10-20 0,-3 1-22 16,5-3-28-16,-3 2-16 0,2 0-16 16,-1 1-1-16,-1-3-12 15,5 4-12-15,-5-1-64 0,5 0-44 16,-3-1 3-16,-1-1 31 0,-1 2 9 16,0-2-3-16,1 1-6 0,-5-1-17 15,0 1-19-15,-4-2-4 0,-1 2-55 16,5 0-23-16,-6-1-71 0,-2 3-102 15,4-3-8-15,-4 3-90 0,0-2-85 16</inkml:trace>
  <inkml:trace contextRef="#ctx0" brushRef="#br0" timeOffset="186143.44">28942 11616 105 0,'0'0'88'0,"0"0"672"0,0 0 276 0,0 0-673 15,0 0 12-15,0 0-6 0,0 0-40 16,0 0-35-16,0 0-26 15,0 0-42-15,-31-33-43 0,31 33-38 16,0 2-58-16,0 6-35 0,0 5-3 16,0 7 74-16,2 10 3 0,-2 3-47 15,0 6-30-15,0 3-15 0,0 2-7 16,0-2-24-16,0-2 9 0,0-2-10 16,2-3 1-16,-2-4-3 0,2-6-10 15,-2-4-48-15,2-5-46 0,2-2-46 16,0-6-34-16,-2-3-7 0,2-3-23 15,7-2-81-15,-3-1-16 0,0-7-419 16,-4-2-424-16,7-10-632 0</inkml:trace>
  <inkml:trace contextRef="#ctx0" brushRef="#br0" timeOffset="187455.94">29107 11603 187 0,'0'0'2258'0,"0"0"-1685"16,0 0-260-16,0 0-249 0,0 0 31 15,0 0 10-15,0 0-29 0,54-17-13 16,-31 11-32-16,-7 0-17 0,9 0-14 16,-4 2-22-16,-3 0-6 0,3 2-32 15,-9-1-108-15,5 3-128 0,-11 0-70 16,-2 5-66-16,-4 0-379 0,-4 6-485 0</inkml:trace>
  <inkml:trace contextRef="#ctx0" brushRef="#br0" timeOffset="187627.86">29184 11731 1034 0,'0'0'1538'0,"0"0"-1020"16,0 0-161-16,0 0-202 0,0 0-28 15,0 0 71-15,0 0-15 0,0 0-59 16,0 0-46-16,64-13-44 16,-48 5-20-16,3 2-14 0,-3 0-3 15,5 3-28-15,-9 1-94 0,5-1-104 16,-9 3-92-16,-4 6-111 0,-4 4-111 15,0-2-207-15,-8 11-743 0</inkml:trace>
  <inkml:trace contextRef="#ctx0" brushRef="#br0" timeOffset="187816.8">29179 11955 86 0,'0'0'2500'0,"0"0"-1903"0,0 0-329 15,0 0-116-15,0 0 72 0,0 0 47 16,0 0-68-16,0 0-79 0,52-15-59 15,-33 8-28-15,-5-5-26 0,9 2-11 16,-4-2-12-16,-1 0-56 0,7 0-78 16,-8 2-81-16,5-2-54 15,-3 2-98-15,-1-2-171 0,-3 3-274 0,1-2-668 16</inkml:trace>
  <inkml:trace contextRef="#ctx0" brushRef="#br0" timeOffset="188165.92">29477 11590 1285 0,'0'0'777'0,"0"0"-208"0,0 0-199 0,0 0-223 15,0 0-73-15,0 0 72 16,0 0 42-16,0 0-5 0,0 0-22 0,0 0-39 15,19 3-36-15,-19-3-18 16,0 0-2-16,2 1 2 0,-2-1 13 16,0 0 12-16,0 0-19 0,0 0-49 15,0 0-25-15,0 0-30 0,4 0-7 16,-2 0 3-16,0 0 33 0,2 3-2 16,2-3-19-16,1 0 0 0,-1 0-6 15,8 0 6-15,-5 1 7 0,-3 1 12 16,4-2-22-16,-2 1-3 0,1 1-18 15,-3-1-23-15,-2 1-53 0,6-2-76 16,-4 2-96-16,-1-2-145 0,-1 0-281 16,-2 0-687-16</inkml:trace>
  <inkml:trace contextRef="#ctx0" brushRef="#br0" timeOffset="188654.08">29614 11603 365 0,'0'0'271'0,"0"0"936"0,0 0-743 16,0 0-109-16,0 0-20 0,0 0-143 16,0 0-159-16,0 0-31 0,0 0 63 15,0 0 21-15,8 12 16 0,-2-11-11 16,6 0-2-16,-1 0-13 16,-3 0 0-16,2-1 2 0,1 2-3 0,-3-1 1 15,-4 2 9-15,4-2 6 16,-3 1 2-16,-1 1 6 0,-2-1 0 15,0 0-12-15,-2 2 2 0,0 0-15 16,0 3-10-16,0-1-11 0,0 6-8 16,-6 1-8-16,-3 2-15 0,1 1-1 15,-4 1-6-15,-5 3-2 0,3-1-11 16,-5 2 16-16,5-3-16 0,-7-3 10 16,8 4-12-16,-5-5 0 0,10-1-12 15,-3-3-3-15,3-1-16 0,0 0-45 16,4-4-35-16,4 0-61 15,0-1-57-15,0-2-16 0,0 0-205 16,4-2-84-16,4 0-50 0,-4 0-422 16,4-6-313-16</inkml:trace>
  <inkml:trace contextRef="#ctx0" brushRef="#br0" timeOffset="188945.12">29647 11800 180 0,'0'0'1805'0,"0"0"-1203"16,0 0-193-16,0 0-64 0,0 0-69 15,0 0-17-15,0 0-1 0,0 0-10 16,0 0-43-16,0 0-58 0,0 8-54 16,4-4-35-16,-2-2-43 0,2 3-15 15,-2 1 0-15,0-3-3 0,6 6 0 16,-3-3-12-16,1 1 14 15,-2 0-18-15,0-2-21 0,2 1-18 16,0 0 6-16,-1-2-7 0,3 2-30 16,-4-1-38-16,2-3-37 0,-2 0-30 15,7-2-64-15,-3 0-147 0,0 0-139 16,-2-3-224-16,3-1-519 0</inkml:trace>
  <inkml:trace contextRef="#ctx0" brushRef="#br0" timeOffset="189297.11">29820 11526 213 0,'0'0'2929'0,"0"0"-2275"15,0 0-230-15,0 0-18 0,0 0-216 16,0 0-190-16,0 0 0 0,0 0 6 16,0 0 50-16,0 0-13 0,40 10-7 15,-22-9-14-15,1 1-1 0,-3-1-19 16,1 1-1-16,-1-1-1 0,-5-1-34 15,3 1-66-15,-6 1-82 0,1 1-55 16,-7-1-34-16,-2 5-59 0,0 1-109 16,-2 2-147-16,-2-2-222 0,-9 6-771 15</inkml:trace>
  <inkml:trace contextRef="#ctx0" brushRef="#br0" timeOffset="189689.99">29758 11718 1179 0,'0'0'1686'0,"0"0"-1107"16,0 0-109-16,0 0-115 0,0 0-237 16,0 0-47-16,0 0 62 0,0 0 30 15,0 0-10-15,0 0-49 0,64 10-33 16,-43-10-50-16,2 0-19 16,-3 0 0-16,3-3-2 0,-8 1-14 0,5 1-66 15,-7 0-33-15,-1 1-37 0,-4 0-17 16,-3 0 4-16,-3 0 14 0,-2 0 24 15,0 0 53-15,0 0 49 0,-5 1-46 16,1 2-53-16,-2 0-1 0,-4 0 44 16,4-1 44-16,-5 2 15 0,-1 2 20 15,4-2 51-15,-3 2 81 0,3 1 29 16,2 1-22-16,-3 0-11 16,5 2-4-16,-2 0-19 0,4 2-24 15,-4-2-7-15,4 0-6 0,-2 3-10 16,0-1-3-16,4-3-24 0,-3 0-31 15,3-2-6-15,0 1-28 0,3-3-6 16,7 0-64-16,-4-2-54 0,2-1-12 16,1-2-11-16,5 0-52 0,1-2-133 15,-3-4-154-15,5-1-47 0,-3-4-176 16,-4 2-74-16</inkml:trace>
  <inkml:trace contextRef="#ctx0" brushRef="#br0" timeOffset="190152.83">30077 11693 137 0,'0'0'1130'0,"0"0"-454"0,0 0-197 16,0 0-27-16,0 0-23 0,0 0-77 16,0 0-65-16,0 0-80 0,0 0-54 15,0 0-42-15,2-15-36 0,-2 19-23 16,0 3 7-16,-4 5 12 16,-3 3-25-16,-5 3-12 0,6 5 0 15,-5-2-1-15,1 0 4 0,2-4 6 16,2 0-6-16,1-3-16 0,3-3-18 15,2-3-1-15,0-2-2 0,0 0-21 16,0 0-1-16,2-3 1 0,3 0-10 16,-1 0-15-16,-2-3 0 0,6 1 16 15,-2-1 27-15,0 0-1 0,3-1 4 16,-3-2 0-16,8-1 0 0,-3-2-1 16,-3-2 1-16,9 2-21 0,-5-1-10 15,-2 1 3-15,3 2 16 16,-5 0 10-16,-2 0 1 0,2 2 1 15,-3 2 3-15,-1-2 16 0,-2 2-4 16,0 0 13-16,-2 0 30 0,0 0 3 16,0 0 7-16,0 0-7 0,0 0-15 15,0 0-9-15,0 0-4 0,0 0-5 16,0 0-4-16,0 2 7 0,0 0 2 16,2 4 80-16,-2 3 45 0,0 0-70 15,2 2-49-15,-2 2-22 0,2-2-17 16,0 1-3-16,0-3-15 0,0 3-15 15,0-4-85-15,7 1-59 0,-3-1-55 16,0 0-93-16,0 1-189 0,-2-3-284 16,-2 4-614-16</inkml:trace>
  <inkml:trace contextRef="#ctx0" brushRef="#br0" timeOffset="191686.15">27369 13876 135 0,'0'0'23'0,"0"0"22"0,0 0 20 15,0 0 134-15,0 0 319 0,0 0-351 16,0 0-112-16,0 0-53 0,0 0-2 16,0 0-39-16,-15 7-13 0,15-7 13 15,0 0 10-15,0 0 29 0,0 0 17 16,0 2 68-16,0-1 87 0,0 0 75 15,-2 1-65-15,-2-1-26 0,2 0 36 16,2 1-1-16,0-1 0 0,-2 1-20 16,2-2-30-16,-2 1-18 0,2-1-18 15,0 0-28-15,0 0-32 16,0 0-29-16,0 0-13 0,0 1 26 16,2 0 32-16,0 1 25 0,-2-1-7 15,6 0 10-15,-2 0-3 0,2 3-13 16,1-3-1-16,-1 2-6 0,4 0-6 15,3 0-9-15,-3-1 5 0,6 0-6 16,-1 0 1-16,6 1-7 0,-3-3 3 16,5 1-10-16,2 1-3 0,0-2-6 15,1 0 7-15,3 0 2 0,2 0-6 16,2 0 0-16,3 0 0 0,1 0 6 16,4 0 19-16,1 2-13 0,-1-2-9 15,15 1 3-15,4-1-3 0,12 1-3 16,2 0-1-16,-5 0-2 0,-5 0-10 15,-11 1-5-15,1 0-10 0,0 0 15 16,-9 0-17-16,-9 0 0 0,-8-2 1 16,1 2 11-16,2-2-1 15,0 3-11-15,5-2 11 0,-8 1-10 16,1 0 10-16,-10-1 7 0,4 2-1 16,-7-2 1-16,-3 1 2 0,-5-2-19 15,-2 1 1-15,0 0 22 0,-4-1-10 16,-2 0 15-16,0 0 38 0,0 0 78 15,0 0-67-15,0 0-37 0,0 0-42 16,0 0-19-16,0 0-8 0,0 0-55 16,0 0-80-16,0 0-89 0,3-5-156 15,1-4-194-15,-2 3-444 0,0-10-708 0,-13 52 747 16</inkml:trace>
  <inkml:trace contextRef="#ctx0" brushRef="#br0" timeOffset="194859.4">31104 14824 83 0,'0'0'1046'0,"0"0"-41"16,0 0-730-16,0 0-16 0,0 0-15 15,0 0-61-15,0 0-14 16,0 0-60-16,0 0-27 0,0 0-28 16,-33 28-16-16,31-26-9 0,0-1-4 0,0 2 4 15,0 0-1-15,-5 1-9 16,-1-1 19-16,4 1 9 0,-6 1-12 15,-1 1 12-15,-1-2-9 0,0 0-16 16,-5 2 16-16,0-1-10 0,-1-1-9 16,-3 0 3-16,1-1-7 0,-3 0 7 15,-4 1 14-15,2-2-8 16,-4 0 18-16,0 1-11 0,-2-1-7 16,0 0-3-16,-2 0-3 0,0-2-4 15,-4 2-5-15,0-1-11 0,-3 0 10 16,1 0-9-16,-2-1 10 0,-5 0-11 15,3 0 1-15,-1 0 0 0,-3 0 0 16,-5-1 9-16,-12-3-12 0,-4-2 0 16,-2 1-1-16,4-2 1 0,3 1-1 15,6 1 0-15,3-1 0 0,-6 1-1 16,0-2 0-16,6 0 2 0,-2 0 0 16,3 1 3-16,9-2 13 0,7 0 5 15,6 1 1-15,4 0-6 0,-8-4-13 16,-2 0-2-16,-9-5-1 0,3 0 0 15,4-1 1-15,1-2 0 0,-1-1-1 16,4-1 0-16,2-2-1 0,4 1 0 16,0-2 0-16,4-1-27 0,-2-1 28 15,9-1-3-15,-3-3-13 16,5 0 13-16,-1 0-12 0,1-4-7 16,1 1 6-16,5-2 1 0,-3-1 3 15,1-3 9-15,4 5-12 0,1-3 2 16,3-2 1-16,-2-1 9 0,4 1-13 15,2-1 15-15,0 0-2 0,2 1 2 16,4 3 1-16,1 0 9 0,1 2-9 16,0 1 0-16,4 1 0 0,1 0 16 15,3 0-14-15,1 0 0 0,4 0-1 16,1 1-1-16,3-2 1 0,2-1-1 16,2 0-1-16,0 1 1 0,4-2 1 15,0 3-1-15,6 2 0 0,-1 1 2 16,3 0 0-16,11-3 17 0,7-3-3 15,12-1-1-15,1 5 13 0,-4 4-6 16,-4 7-10-16,-2 3-9 0,-2 4 13 16,4 0-1-16,-4 2-2 0,7 3-10 15,-3 1 15-15,2 1-17 16,0 1 3-16,0 5 17 0,0 0-8 0,-2 0 5 16,2 2 1-16,-1 5 8 15,-1 3 7-15,-2 1 3 0,0 2-3 16,0 2-6-16,-9 3-13 0,7 3-11 15,-4 1-1-15,-6 3-3 0,-1-1-21 16,-13-4 19-16,-5-2-1 0,-3 3-7 16,3 2 8-16,9 7 2 0,-1 2-1 15,2 0 0-15,-5 4-1 0,3 0-1 16,-6 2 3-16,-2-2-1 0,-2 3 1 16,0 0 0-16,-2-1 0 0,-1 2 0 15,-3 0 0-15,0-1 1 0,-2 1-1 16,1-4 0-16,-1 3-3 0,-2-4 0 15,-3 1 0-15,1-2 0 16,-7 1-25-16,0-2 13 0,-3-1 3 16,-3 4-4-16,-2-1 13 0,-2-2-12 15,0 1 2-15,-6 2 1 0,-1-3-3 16,-1 2-7-16,0 0 7 0,-5 0-7 16,1-2 6-16,0-1 14 0,-1 1 0 15,-1-2 0-15,-1 1-1 0,1-1-9 16,-1-1-10-16,1-1 3 0,1-1-2 15,-1-2-1-15,4-4 0 0,-3-1 4 16,3-5-4-16,-5 1 6 0,1-4-18 16,2-2 15-16,-3 1-9 0,-1-1-19 15,-1 1 4-15,-2-1 7 0,3 0-5 16,-1 3-43-16,1-1-17 0,-1 0 0 16,3 2-25-16,1-1-112 0,-1-3-59 15,4-1-21-15,-1-1-134 0,3-4-340 16,-6-1-665-16</inkml:trace>
  <inkml:trace contextRef="#ctx0" brushRef="#br0" timeOffset="195599.99">29244 13937 418 0,'0'0'20'0,"0"0"1146"16,0 0-715-16,0 0-72 0,0 0-2 16,0 0-149-16,0 0 248 0,0 0-164 15,0 0-92-15,0 0-94 0,-27 4-45 16,31-2 0-16,0 0 12 0,2 0-10 15,9 0-18-15,-3 1-12 0,5 0-16 16,-1-3-19-16,5 0-2 16,-3 0-15-16,5 0-1 0,-2 0-15 0,-5 0 12 15,5 0-12-15,-7 0-10 16,7 0-27-16,-6 0-44 0,3 0-53 16,-3-3-62-16,1 0-54 0,1-1-117 15,-1-2-113-15,-5 0-175 0,-1-5-649 16</inkml:trace>
  <inkml:trace contextRef="#ctx0" brushRef="#br0" timeOffset="196092.49">29891 13674 21 0,'0'0'16'0,"0"0"-16"16,0 0-23-16,0 0 9 0</inkml:trace>
  <inkml:trace contextRef="#ctx0" brushRef="#br0" timeOffset="196432.93">29705 13640 164 0,'0'0'1679'0,"0"0"-1124"0,0 0-152 16,0 0-105-16,0 0-237 0,0 0-58 16,0 0 109-16,0 0 44 0,0 0-7 15,51 9-10-15,-28-9-22 0,2 0-29 16,-3 0-19-16,5-2-22 0,-2 1-15 16,2-1-14-16,-2-1-18 0,0 1-3 15,-3 0-10-15,-3 1-10 0,-7 1-8 16,1-2-60-16,-9 2-41 0,0 0-57 15,-4 0-21-15,0 0 124 0,-4 0-26 16,-2 0-176-16,0 0-92 0,-3 0-115 16,-3 0-87-16,6 0 81 0,-5-1-30 15,-1 0 108-15</inkml:trace>
  <inkml:trace contextRef="#ctx0" brushRef="#br0" timeOffset="196610.07">29930 13627 387 0,'0'0'557'16,"0"0"32"-16,0 0-27 0,0 0-131 0,0 0-64 15,0 0-72-15,-52 14-69 16,52-6-74-16,-4 2-57 0,0 1-13 15,2 2 0-15,0 2-16 0,-4-1-9 16,6 1-13-16,0-1 6 0,0-1-8 16,0-3-14-16,0 0-13 0,0-1-15 15,4-1-3-15,0-2-12 0,-2-1-1 16,4-1-32-16,-4-1-2 0,4-2-38 16,1-1-47-16,-1 0-58 0,2-2-39 15,0-4-55-15,-1-3-67 0,-3 5-215 16,-2-8-606-16</inkml:trace>
  <inkml:trace contextRef="#ctx0" brushRef="#br0" timeOffset="196933.64">29707 13810 735 0,'0'0'778'0,"0"0"371"0,0 0-721 16,0 0-128-16,0 0-221 0,0 0-19 15,0 0 61-15,0 0 21 0,0 0 12 16,49 29-31-16,-26-28-39 0,-2 0-15 16,-1-1-19-16,3 0-13 0,-2 0-3 15,-1 0-15-15,-3-1-7 0,-5 1-11 16,-1 0 2-16,-3 0-1 0,-2 0 11 16,-2 0-12-16,-2 6 2 0,0 0 0 15,-2 3 9-15,0 3-11 0,0 4-1 16,-4-1 0-16,0 0 0 15,-2 0-18-15,0-3-13 0,2-3-13 16,-1-3-12-16,-1-1-15 0,2-3-10 16,0-2-52-16,0 0-68 0,-2-4-77 15,1-3-178-15,1-5-156 0,0 1-437 16,-4-7-271-16</inkml:trace>
  <inkml:trace contextRef="#ctx0" brushRef="#br0" timeOffset="197590.11">29808 13693 203 0,'0'0'1209'0,"0"0"-397"0,0 0-305 16,0 0-179-16,0 0-137 0,0 0-92 15,0 0-26-15,0 0 16 0,0 0 13 16,-29 63-7-16,19-41-20 0,1 3-5 16,1-3-17-16,0 5 0 0,-3-5 4 15,1 1-3-15,6-4-13 0,-2-2 2 16,4-5-11-16,0-4-32 15,2 0-32-15,0-3-14 0,4-1 2 16,-2 0-20-16,4-1 14 0,-2 0-3 16,2-3-1-16,1 0-12 0,-3 0-10 15,0 0 23-15,-2 0-4 0,2 0 12 16,-2 0 33-16,0 0 10 0,-2 0 2 16,4 0 6-16,3 0 13 0,-1 0-17 15,0 0 30-15,2 0-17 0,-2-2 27 16,5 1-17-16,-3-2 7 0,0 3 9 15,-2-2-4-15,5 2 17 0,-3 0-1 16,-4 0-12-16,-2 0-3 16,0 0 2-16,0 0 1 0,-2 0 1 15,2 0-17-15,-2 0-6 0,0 0 2 16,0 2-21-16,0 1-1 0,3 0-1 16,-3 0 0-16,0 0 0 0,0 0-10 15,0-1-4-15,0 2 13 0,0 0-22 16,-3-1-26-16,-1 1-24 0,0-1-23 15,0 2-5-15,-4-3-21 0,-3 2-12 16,7-2-7-16,-2 2-16 16,0-3-17-16,0-1 6 0,-5 0-1 0,5 0 13 15,-2 0 55-15,0 0 64 0,-3 0 39 16,5 0 68-16,-2 0 83 0,6-1 72 16,-4-1 5-16,4 2-11 0,2 0-10 15,-3 0-11-15,3 0-67 0,0 0-37 16,0 0-14-16,0 0-15 0,0 0-28 15,5 0-3-15,-1 4 24 0,0 1 15 16,6-1 7-16,3 2-13 16,-1-2-18-16,0 1-19 0,7-1-16 15,0-1-12-15,-1-3 0 0,3 0-1 16,-3 0-64-16,3-1-72 0,-4-6-79 16,5-1-92-16,-1-4-203 0,-6 1-458 15,1-6-905-15</inkml:trace>
  <inkml:trace contextRef="#ctx0" brushRef="#br0" timeOffset="199597.97">30153 13683 340 0,'0'0'1796'16,"0"0"-1272"-16,0 0-61 0,0 0-52 0,0 0-143 16,0 0-98-16,0 0-66 15,0 0-41-15,0 0-44 0,0 0-19 0,-37 15-15 16,29-4 2-16,1 3 13 15,-5 6 0-15,4 1 16 0,-5 4 9 16,1 1 22-16,6-1-10 0,-3-3-3 16,5-1-12-16,0-1-10 0,2-1-12 15,2-2-12-15,0-4-7 0,2 1-2 16,6-2-4-16,-1-1 0 0,1-3-19 16,6-2 16-16,-1-3 9 0,1-3 18 15,1-3 1-15,-3-5 19 0,5-7 6 16,-5-4 19-16,3-3-7 0,-3-5-21 15,-4 0 2-15,5 0 13 0,-7 0-3 16,-4 4 9-16,0-1 10 0,-2 4-4 16,0 2 1-16,-4 3-4 0,-2 2 0 15,-5 4-3-15,5 3-19 16,-4 1-18-16,-1 4 0 0,1 1-24 16,-2 0-19-16,1 7-13 0,1 1-3 15,-2 4 0-15,-1 3 10 0,3 0 18 16,0 0 12-16,1 2-3 0,1-1 1 15,4-2-1-15,2-1-6 0,0-1-3 16,2-2-7-16,0-3-12 0,4-1 7 16,-2-2 13-16,8 0 11 0,-4 0 19 15,3-3 0-15,-1 1 22 0,2 2-6 16,1-4 1-16,-1 2 5 0,-6-2-7 16,4 1 10-16,-3 0 6 0,-3 1-2 15,0 0 23-15,-2 3 48 0,0 1 43 16,-7 4-54-16,1 2-46 0,-2 5-15 15,-4 0-13-15,1-1-15 0,1 1-3 16,-2 1-15-16,-5 1-4 0,5 1 1 16,-5 0-4-16,-4 2 10 0,3-1 14 15,-1-2-2-15,3-2 3 0,-1-5 4 16,3-2 8-16,7-2 3 0,-1-5-12 16,6-2-3-16,2-1-13 15,0 0-80-15,0-2-49 0,6-4 95 16,3-2 45-16,-1-3 2 0,4 0-1 15,1-3-10-15,1 1-27 0,-1 1 1 16,-5 1 3-16,4 3 6 0,-4 1 6 16,1 0 3-16,-5 4 7 0,4 0 11 15,-2 0 1-15,-2 2 0 0,1-1 0 16,-1 2 1-16,0 0 1 0,-4 0 10 16,2 0-9-16,-2 0 13 0,2 0 3 15,-2 0 2-15,4 2-2 0,-4-1 6 16,0 2-3-16,2 0 0 0,-2 0-19 15,0 3 9-15,2-2 1 16,-2 0-10-16,2 0 12 0,-2-2-11 16,2 3 11-16,-2-3 1 0,2 2-4 15,-2-1 7-15,0 1 8 0,3-1 17 16,-3 1 5-16,0-1-2 0,0 2-13 16,0-1-13-16,0 1-19 0,0-2 0 15,0 1-1-15,0 0-1 0,2-1-3 16,0 0-9-16,0 0 0 0,2 0 10 15,-2 0-1-15,2 0-1 0,4 0 2 16,-4 1-10-16,5-1 10 0,-3-2-1 16,0 1-9-16,4-2 8 0,-3 0-6 15,3 0 10-15,-4-4 13 0,5-3 5 16,-3 1-15-16,-2-4 16 0,-2 3-17 16,4-3 13-16,-3 2-14 0,-3-1 2 15,0 3-1-15,-2 0 0 0,0 0 20 16,0-1 0-16,-2 1-4 15,-5 0-6-15,-1 0-10 0,2 1-2 16,-4 3-12-16,-3-1-9 0,5 1 2 16,-4 2-3-16,-3 0-2 0,5 2 8 15,-3 2 13-15,1 0-9 0,0 2 12 16,1 0-1-16,1 0 1 0,2 0-1 16,1 0-15-16,1-1 13 0,-2 1-9 15,4-1 9-15,-2-1-9 0,1 1 11 16,1 0-2-16,0 0 0 0,-2 0 1 15,0-1 1-15,4 0 0 0,-2 1 1 16,-1-2 1-16,1 1 0 0,-2 1-1 16,2-3-1-16,-4 1 0 0,6 1-2 15,-5 0 0-15,1-2 0 0,0 0 3 16,0 1 0-16,-2 2 1 0,3-1 1 16,-1-1 0-16,0-1-2 15,0 2 0-15,0-1 2 0,1 0 0 0,1-2 0 16,-2 4 0-16,4-3-1 0,-2 1 0 15,2-1 0-15,-2 0 0 16,-2-2-1-16,6 0 2 0,-3 1-1 16,3-1 1-16,-2 0-2 0,2 0 0 15,0 0-3-15,-2 0-10 0,2 0 10 16,0 0-13-16,0 0-2 0,0 0 15 16,0 0-16-16,0 0-6 0,0 0-12 15,0 0-25-15,0 0-10 0,0 0 7 16,0 0 12-16,0 0 8 0,0 0 17 15,0 0 26-15,0 0 1 0,2 0-1 16,3 0 0-16,1 0 1 0,-2-1-2 16,4 1 1-16,-4-1-1 15,2 0-9-15,5 1 11 0,-1-2 0 16,1-1 1-16,1 1 0 0,2 2 3 16,-3-4 12-16,5 3-2 0,-3 0-10 15,-1-2-1-15,3 2 14 0,-3-1-15 16,4 1 12-16,-3-2-12 0,-1 1-1 15,-1 0 4-15,-3-1 8 0,-4 2 1 16,2 0 2-16,-2-1 1 0,-2 1-4 16,0-1 4-16,-2 2 12 0,0 0 19 15,0 0-13-15,0 0-23 0,0 0-11 16,0 0-2-16,0 0 1 0,0 0 0 16,0 2-1-16,0 1-13 0,0 1 15 15,0 0 20-15,3 2 8 0,-1 0 7 16,-2 3 8-16,0-4-12 0,4 4-12 15,-2-4-16-15,2 1 9 0,-2-1-9 16,2 1 13-16,2-2-14 0,1 0 13 16,-3 0-12-16,0 0-1 0,0-2-2 15,0 0-15-15,0-2-4 16,4 0-24-16,-1 0-100 0,-1 0-47 16,2-4-81-16,0-6-185 0,3 2-147 15,-3-1-633-15</inkml:trace>
  <inkml:trace contextRef="#ctx0" brushRef="#br0" timeOffset="200246.18">30341 13886 1884 0,'0'0'1299'16,"0"0"-901"-16,0 0-306 0,0 0-57 0,0 0 21 15,0 0 33-15,58 8-23 16,-37-8-16-16,8 0-19 0,-2 0-9 15,1 0-22-15,-5-1 2 0,0-1 1 16,-9 2-1-16,-3 0 11 0,-5 0-11 16,-4 0 12-16,-2 3 70 0,-4 0 31 15,-2 4-77-15,-5 1-38 0,-1 1-25 16,-2 3-10-16,-3-4-14 0,2 3 8 16,-1-2 16-16,6 0 25 0,-1-2 16 15,3-1 9-15,2 0 37 0,4-4 6 16,-2 1-12-16,4 0-34 0,0 0-21 15,0 0 2-15,4 3 19 0,-2 1 6 16,4-1 3-16,2 5 0 0,1-3 0 16,1 1-7-16,0 0 4 0,3-2-6 15,-1 4-7-15,7-5-3 16,-7 1-11-16,7-1-1 0,-5 0 0 16,3-2-1-16,-3 0-20 0,1-2-78 15,-1 0-87-15,-2-2-48 0,3-2-84 16,-3-5-183-16,1-2-128 0,-5 3-673 15,2-7-25-15</inkml:trace>
  <inkml:trace contextRef="#ctx0" brushRef="#br0" timeOffset="200497.45">30717 13961 17 0,'0'0'1798'0,"0"0"-1082"16,0 0-211-16,0 0-84 0,0 0-132 15,-64 3-101-15,50 7-75 0,-7 5-49 16,1 4-18-16,-1 4-5 0,-4-1-4 15,9 4 4-15,-3-2 12 0,4 0 12 16,1-4 28-16,10-1 27 0,0-2-30 16,2-3-29-16,2-2-21 0,4 0-9 15,2-1-10-15,6-2 4 0,3-2-14 16,-1-3-11-16,5 2-15 16,2-5-1-16,-3-1-24 0,7 0-58 0,0-7-56 15,-2 0-32 1,-1-3-69-16,-1-1-160 0,-7 1-247 0,-1 2-389 15,-7 0-670-15</inkml:trace>
  <inkml:trace contextRef="#ctx0" brushRef="#br0" timeOffset="201082.11">29690 14297 63 0,'0'0'1824'0,"0"0"-1251"16,0 0-135-16,0 0-22 0,0 0-101 15,0 0-101-15,-52 17-60 0,42-4-56 16,4 6-45-16,0 7-22 15,-1 5-6-15,1 6 6 0,-2 1 7 0,4 0-4 16,2 0 3-16,2-5-6 16,0-2-12-16,0-6-7 0,2-2-12 15,2-5 0-15,10-3-31 0,-3-2 19 16,-1-5-4-16,7-1 1 0,-3-5-4 16,7-2-9-16,-1-9 10 0,-1-2 17 15,2-3-3-15,-5-4-17 0,5 0-4 16,-9-2 3-16,1-1 9 0,-5 2 13 15,0-1 18-15,-6 1 1 0,-2-2 6 16,0 0-7-16,0 0-15 0,-6-2 1 16,0 1-4-16,-2 2-1 0,-3 0-31 15,5 1-74-15,-4 2-39 0,-5 2-49 16,9 1-72-16,-2 3-84 0,-2-1-141 16,1 4-289-16,-3 1-683 0</inkml:trace>
  <inkml:trace contextRef="#ctx0" brushRef="#br0" timeOffset="201281.17">29614 14390 268 0,'0'0'2084'0,"0"0"-1687"0,0 0-262 16,0 0 13-16,0 0-4 0,51 43-29 15,-32-36-29-15,2-1-35 0,-1 0-29 16,1-3-22-16,0-2-1 0,-3-1-28 15,-3 0-9-15,-5 0-105 0,-6 0-104 16,-2-1-16-16,-2 1-8 0,-4-1-82 16,-6 1-762-16</inkml:trace>
  <inkml:trace contextRef="#ctx0" brushRef="#br0" timeOffset="201699.31">29640 14491 704 0,'0'0'82'15,"0"0"988"-15,0 0-719 0,0 0-60 16,0 0-1-16,0 0-78 0,52 25-33 16,-39-19-38-16,1-3-24 0,-6 1-31 15,9 1-4-15,-9 0-31 0,-2-3-22 16,3 0-17-16,-7 1-10 0,0-2 1 16,-2 2 35-16,-2 0 35 0,-7 2-73 15,3 1-13-15,-4 2-53 0,-7 2-13 16,3-1 6-16,1 5 16 0,-3-3 16 15,1 2 9-15,3-1 0 0,2-1 16 16,1 1 15-16,-1-4 1 0,4 0 4 16,-2 1 11-16,1-1-12 0,-5 0 0 15,8 1 32-15,-7-3 0 16,5 3 6-16,-4-4-16 0,4 0 0 0,0-1-25 16,1-1-2-16,1-2-32 15,0 2-1-15,2-2-29 0,0-1-9 16,-4 1 13-16,6 1-7 0,0-1 16 15,0 0 12-15,-2 1 10 0,2-1 1 16,0-1-20-16,0 2-20 0,0-1-9 16,2-1 7-16,6 0-8 0,0 0-28 15,3-4-62-15,3-5-77 0,3-6-171 16,-7 7-241-16,15-11-427 0</inkml:trace>
  <inkml:trace contextRef="#ctx0" brushRef="#br0" timeOffset="201913.59">29812 14582 43 0,'0'0'326'0,"0"0"1501"16,0 0-1201-16,0 0-126 0,-33 63-79 16,23-43-153-16,1 1-86 0,3 1-36 15,6 1-37-15,0 0-38 16,0-4-28-16,2 1-25 0,2-3-18 16,11-2 0-16,-7-2-18 0,2-1 2 15,3-3-2-15,-1-2-4 0,1-4-12 16,1 0-34-16,1-3-56 0,1-3 18 15,-4-4-32-15,7-3-35 0,-4-4-64 16,1-3-153-16,1-2-330 0,-5 4-309 16</inkml:trace>
  <inkml:trace contextRef="#ctx0" brushRef="#br0" timeOffset="202181.69">30232 14324 1012 0,'0'0'1740'0,"0"0"-1032"0,0 0-228 15,0 0-58-15,0 0-107 0,0 0-125 16,0 0-82-16,0 0-50 0,-44 65-31 16,42-36-2-16,-4 5-7 0,2 5-15 15,0 3 0-15,0-3 9 0,-1 0-12 16,-1-1 0-16,4-4-1 0,0-3-1 15,0-1-16-15,-2-5-28 0,2-3-30 16,0-5-44-16,0-4-52 0,2-4-47 16,0-2-70-16,0-6-167 0,0-1-257 15,0-2-255-15,2-4-94 16</inkml:trace>
  <inkml:trace contextRef="#ctx0" brushRef="#br0" timeOffset="202566.08">30062 14583 226 0,'0'0'1178'0,"0"0"-388"0,0 0-293 16,0 0-31-16,-56-24-2 0,48 24-142 16,0 0-96-16,6 3-105 0,0 5-121 15,-2 4 0-15,-1 3-21 0,3 3 21 16,-2 2 15-16,0 0 4 0,0-1-4 16,0-3-12-16,4-1 1 0,0-6-4 15,0-1-22-15,4-1-22 0,0-5-15 16,4-2 0-16,3 0 37 0,1-5 22 15,5-5 10-15,1-2 22 0,3-3 11 16,0 0 7-16,1-1 6 0,1 3-13 16,-4 1 1-16,-5 3 2 15,-2 5 4-15,-3 0 12 0,-5 4 15 16,-2 0 58-16,0 0 67 0,0 5-49 16,0 1-64-16,-2 6-25 0,4 1-10 15,2 5-11-15,-1-2-7 0,-1 3-20 16,0-2-14-16,2 0-1 0,0-2-1 15,3-4-3-15,-3 0-16 0,2-3-14 16,0-2-34-16,1 0-52 0,1-5-21 16,2 0-25-16,1-1-19 0,3-2-82 15,1-7-101-15,1-2-141 0,3-3-175 16,-6 4-450-16,3-11-523 0</inkml:trace>
  <inkml:trace contextRef="#ctx0" brushRef="#br0" timeOffset="203280.46">30567 14384 1809 0,'0'0'1270'0,"0"0"-814"16,-54 6-71-16,39-5-75 0,3-1-99 16,2 2-72-16,3-1-52 0,5-1-87 15,2 1-16-15,0-1-153 0,2 1 85 16,5 0 70-16,1 1 14 0,2 0 13 15,0 0 12-15,3 3 18 0,-1-1 34 16,-1 0 13-16,1 2-16 0,-2 0-16 16,1 2-9-16,1-1-12 0,-2 2-6 15,-1-1 2-15,1 0-11 0,0 1-7 16,1-1-13-16,-3 0 1 0,0 1-1 16,-2-1 11-16,1-2-13 0,-1 0 2 15,-2-1-2-15,0-1 1 0,-2 0-1 16,-2 0 0-16,0-2-16 15,0 0 16-15,0 2 0 0,-4 1-20 16,-2-2-11-16,2 3-21 0,-5-1-3 16,1 1-3-16,0-1 2 0,0 0-2 15,1-1 2-15,-1 0 19 0,2 1 25 16,0-1 11-16,0 1 1 0,1-1-1 16,1 0 0-16,0 0 1 0,2 2 1 15,2 1 14-15,0 3 13 0,0-2-10 16,0 3-16-16,6-3 11 0,-2 3-10 15,3-1 12-15,-3 0 13 0,2 1 3 16,0 0 0-16,-4-1-4 0,7 2 1 16,-5-1-7-16,-2-1 4 0,0-1 3 15,-2-1-4-15,0 0 7 0,0 1 0 16,0-3 5-16,-2 1-2 0,-2-1-7 16,-3 0-11-16,-1 0-4 0,2-3-10 15,-2 0 1-15,-3-1-3 16,3-2-12-16,-2 0-16 0,-1-2-11 0,-1-4-4 15,0 0-9-15,-1-3 9 16,1-1 12-16,-1-1 16 0,-1-1-13 16,6 2 0-16,-1 0 10 0,1 3 18 15,2 0 1-15,4 3 17 0,2-1-18 16,0 3-9-16,0-1-34 0,0 1 30 16,8-3 13-16,0 1 24 0,1 0-8 15,1 0-15-15,6 0 0 0,-1 1 0 16,6 0-1-16,-3 0 0 0,-1-1-11 15,1-1-76-15,1 1-83 16,2-2-59-16,-3 3-114 0,1-2-230 0,-5 1-210 16,5 0-623-16</inkml:trace>
  <inkml:trace contextRef="#ctx0" brushRef="#br0" timeOffset="203648.59">30883 14660 681 0,'0'0'56'16,"0"0"1876"-16,0 0-1320 0,0 0-183 15,0 0-124-15,0 0-145 0,0 0-66 16,0 0-26-16,-33 54-12 0,33-39-25 16,-4-1-19-16,2 2-12 0,-3-1 0 15,3 1-3-15,0-2 0 0,2-3 0 16,0 1-16-16,0-2 18 0,0-3-1 15,0 1-29-15,4-4 0 0,1 0-9 16,-1-2-4-16,0-1 1 0,6-1 15 16,-4 0 3-16,5-2 7 15,-1-3 18-15,0-2 3 0,-3 1 13 16,1 0-1-16,-4-2-2 0,2 1 18 16,-4 0 37-16,-2 0 38 0,0-1-1 15,-2 1-6-15,-6-2-19 0,2 0-25 16,-5 2-31-16,-3 1-24 0,4 0-22 15,-3 1-57-15,1 1-85 0,-1 0-59 16,5 0-128-16,-2-1-343 0,3 0-862 16</inkml:trace>
  <inkml:trace contextRef="#ctx0" brushRef="#br0" timeOffset="208370.12">30928 17817 1118 0,'0'0'270'0,"0"0"189"16,0 0-249-16,0 0-99 0,-51 24-46 15,38-20-33-15,-1-1 39 0,5 1 7 16,3 0-14-16,-2 0-35 0,-2 0-26 15,3-1-3-15,-1 2 0 0,-4-1 2 16,-3 0-1-16,-3 2-1 0,-5-1-36 16,-10 0-22-16,-15 1-16 0,-10 2-20 15,-18 0 36-15,-11 0 57 16,-2-1 1-16,0-3 10 0,9 1 52 0,-3-4 6 16,5-1 3-16,-9 0-3 0,2 0-29 15,-4 0 6-15,-4-7-26 0,4-2-9 16,-4-1-10-16,-2-5-13 0,-4 2 13 15,-5-4 0-15,-9 1 3 16,5 1-3-16,-5-3 1 0,-5 1 15 0,0 0-6 16,-2-4-10-16,-2 1-3 0,0-4-10 15,2-1-26-15,-2-1-22 0,4-5 3 16,-1 0 29-16,-1-4-26 16,4-4 35-16,-2 0 9 0,2-1 11 15,1-2 0-15,1-3 0 0,-4-1 10 16,8-2-8-16,5-5 32 0,-4 0 17 15,3-6-15-15,5-2 6 0,4-3 3 16,6-5-22-16,2 0 32 0,2-4-4 16,4-3-2-16,3-1-30 0,1-3 42 15,5-2-35-15,3-3 22 0,3-1-13 16,4-2-7-16,6-3-28 0,0-4-2 16,11-3-14-16,-1-4-3 15,5 0 16-15,6-3-1 0,2 0-9 16,1-3 1-16,6-1-11 0,-1 1-19 15,2-5 10-15,8 5 10 0,-4-4 9 16,7-2 13-16,1 4-16 0,9-3 13 16,-4-1-16-16,8 1-13 0,0-3 13 15,2 1-1-15,4 1-12 0,8 0 19 16,-4 0-10-16,11 2 7 0,0-1-22 16,3 3 15-16,7-3 20 0,0 0-10 15,6 1 10-15,3-3-20 0,-1 2-9 16,4 2-10-16,5-2 9 0,-3 7 17 15,-2 5 0-15,9 4 0 0,-7 4-1 16,5 7 17-16,2 4-3 0,-3 4 3 16,5 1 13-16,2 2 16 0,-3 7 10 15,9 3-3-15,-2 2 19 0,4 4 13 16,-2 1-36-16,6 2 10 16,0 4 3-16,9-1-29 0,-3 5 0 15,3 2 26-15,1 0-10 0,7 3 10 16,-5 1 3-16,9 3-16 0,-4 2 3 15,6 6 4-15,4-1-20 0,0 7-13 16,6 2-1-16,0 0 14 0,9 7-13 16,-3-2-1-16,9 1-2 0,-1 6-2 15,5 0 2-15,0 0 2 0,6 4-1 16,0-1 2-16,0 3-2 0,0 3-1 16,2 2-4-16,0 0-8 0,0 2-1 15,1 4 11-15,5 5-2 0,0 1-15 16,-4 1-3-16,3 5-4 0,1 0-9 15,-4 6 6-15,4 2 0 0,-1 3 13 16,-3 3 0-16,0 3 14 0,-2 4 1 16,-2 3-15-16,6 2 15 0,-4 2-2 15,0 1-10-15,-10 3 0 16,8 2 10-16,-8 3-13 0,2 3 3 0,-2 1 11 16,-3 3 1-16,-1-1 0 15,-5 2 1-15,-3 2-20 0,-5 4 20 16,-2 2 2-16,-2 2 15 0,-4 4 8 15,-6-1 20-15,-5 6-12 0,-1 2-11 16,-9 1-2-16,-6 0-17 0,-2 2 0 16,-6 0 17-16,-4 5-20 0,-3 3 0 15,-5 2 4-15,-7 2-4 0,-4 3 3 16,-2-1-1-16,-6 1-1 0,-6 1 0 16,-5 2 1-16,-6 5 11 0,-1 5-10 15,-7-1-2-15,0 6-1 0,-5-1 0 16,-1-2-1-16,-4 3-12 15,0-1 13-15,-3 4-19 0,-3 0 0 16,-3-3-4-16,-4 2 10 0,-2-1-28 16,-4 0 12-16,-6 2-7 0,-8 7 4 15,0 0-17-15,-7 4-12 0,-2 0 3 16,-4-2-7-16,-1 3 14 0,-3-1 21 16,-2-3 17-16,0-5-16 0,0-5 10 15,0-4 16-15,-3-3 3 0,-3-3 1 16,2-2 25-16,-4-4-24 0,0-5 46 15,1-3-6-15,-3-10 4 0,6-5 2 16,-4-2-9-16,-1-10-7 0,-1-4 13 16,4-7 4-16,-5-5-14 0,3-6-2 15,-4-4-8-15,5-4-23 0,1-8 15 16,0-2-15-16,2-5-2 0,0-9-14 16,4-2-25-16,-2-6-42 0,4-2 1 15,0-6-66-15,2-4-74 0,-4-6-39 16,0-6-170-16,16 3-43 0,-5-5-301 15</inkml:trace>
  <inkml:trace contextRef="#ctx0" brushRef="#br0" timeOffset="-207406.66">10799 11589 1 0,'0'0'0'0,"0"0"0"15,0 0 25-15,0 0-5 0,0 0 22 16,0 0 30-16,-9 57 309 16,7-47-296-16,-2 2-84 0,2-2 12 15,2 2-10-15,-4 1 23 0,2-1 0 16,0 2 7-16,-2 3 16 0,0 1 16 16,1 1 10-16,-1 1 6 0,-4 2 14 15,4 3 6-15,-2-3-3 0,-3 4-1 16,5-1-25-16,-2 1-7 0,-2 0 10 15,2 2-1-15,-3 0 11 0,1 1-7 16,0 1 10-16,0-1-24 0,-1 4-12 16,1 2-22-16,-8 2 5 0,-1 12 4 15,-4 11-6-15,-6 15-8 0,1 2 1 16,-1 0-6-16,2 0-17 0,4-2 29 16,3-4-12-16,-1 3 12 0,7 0-19 15,1-5 16-15,3 2 0 16,4-3-9-16,0-1-20 0,4 0 13 15,0-2-3-15,0 3-10 0,0-3-3 16,0 3 3-16,2 0 0 0,0 0 13 16,-2 1 0-16,0 1 10 0,0 3 6 15,-4-1-7-15,4 3 11 0,0-3-1 16,10 1-3-16,7 0-16 0,7 0-12 16,16 0-1-16,3-4 0 0,13-1 0 15,2-3 1-15,10-1 1 0,4-1-2 16,3 1 1-16,1-2-1 0,3-1 1 15,-3-1-1-15,-1 0-13 0,-1 1 0 16,-2 4 10-16,-5 2-19 0,-7 1 18 16,-3 5 2-16,-7 2 2 0,-9 7 0 15,-8 3 0-15,-4 5 16 0,-10 4-12 16,-5 8 15-16,1 4-17 0,-1 4 24 16,-3 6-4-16,5-3 11 0,7-4-1 15,2-5 13-15,6-8-26 16,4-6 4-16,4-5-22 0,5-4-1 15,1-4 1-15,1-2 0 0,5-1 11 16,-3-2-11-16,6-2-2 0,-3-6-10 16,5-4-5-16,4-4-19 0,4-6-49 15,-2-2-39-15,4-7-35 0,0-5-26 16,3-2-40-16,-1-4-55 0,-2-8-46 16,-2-2 25-16,-14-6-91 0,-15-6-6 15</inkml:trace>
  <inkml:trace contextRef="#ctx0" brushRef="#br0" timeOffset="-206436.29">10309 13829 893 0,'0'0'130'15,"0"0"-38"-15,0 0-14 0,0 0 36 16,0 0-59-16,-40 54 4 0,40-32-24 16,0 9 34-16,11 4-4 15,1 3 10-15,1 4 9 0,3 1 4 0,5 2-39 16,-1 0 15-16,11 8 11 0,-4 9 0 15,13 14-17-15,-7 4-6 16,0-2 6-16,0-3-3 0,-6-3 0 16,4 5-22-16,2 1 5 0,0 2 4 15,2 2 10-15,2 1-17 0,0-1-6 16,5 4-3-16,1-1 0 0,5-2-7 16,1 5 4-16,1-4 3 0,0 4-24 15,1-3 14-15,3 2-14 0,-4-1-2 16,5 2-22-16,-3-1 19 0,2 0 3 15,0-2 0-15,8 0 0 0,0-4 0 16,0-2 20-16,6-4-18 0,2-3 1 16,2 0 0-16,3-5-3 0,-3 1-2 15,1 0 0-15,1-6 2 16,-2 1-1-16,5-2 2 0,-3-2-1 0,-1 0 1 16,-1-3 12-16,2-2-11 15,-3-1 1-15,-3-1-3 0,-4 2-10 16,-2 1 10-16,-4 0 2 0,-2 2 14 0,2 3-13 15,-7-2 13-15,3 1-14 16,4 2 10-16,-9 0-11 0,5 2 0 16,2-1 0-16,-4-2 12 0,3-3-13 15,-3-3 0-15,2-4 0 0,-9-8 0 16,-3-8 0-16,-11-7 0 0,-6-7-16 16,10 9 16-16,4 0 1 0,-2-1 1 15,13 10 10-15,1-4-12 0,14 8-1 16,13 7-1-16,-4-9 1 0,-5-8-15 15,-3-3 13-15,-4-8-20 16,4-1-19-16,2-7-35 0,7-4-75 16,1-5-29-16,5-4-29 0,6 0-63 15,4-10-68-15,-5-1-27 0,1-4-69 16,-23 2 98-16</inkml:trace>
  <inkml:trace contextRef="#ctx0" brushRef="#br0" timeOffset="-204951.06">21891 16246 360 0,'0'0'238'0,"0"0"-62"0,0 0-176 16,0 0-1-16,-17 64 1 0,15-38 0 15,0 4 35-15,0 1 8 0,0 1-20 16,0 1-21-16,-4-3 0 0,-3 1 14 15,3-2 43-15,-6-2 52 0,2-1 25 16,-7-1 17-16,-2 0 39 0,-1-1-6 16,1 2 18-16,-2-1-71 15,-1 3-58-15,1 0-43 0,4 3 7 0,-3 1-10 16,1 2 7-16,1 0-4 0,-1 3 4 16,2-1-7-16,1-2 0 0,-1 3-9 15,1 0-1-15,-1-1-3 16,1 2-15-16,-1-2 2 0,-3 2 17 15,1-1 6-15,-2-1-7 0,1 0-6 16,-5 1-13-16,0 2 2 0,-4 3-2 16,-6 9 0-16,-8 11-2 0,-5 7 0 15,5-6 0-15,5-12-18 0,-1 0 17 16,-4 2-13-16,-9 8 15 16,-6 10-15-16,-2-6 13 0,8-4-16 0,-1 1 19 15,-1-1-16-15,-2 2 0 16,7-6-36-16,7-7 23 0,7-10 9 15,8-10 19-15,7-7 1 0,-1-3 35 16,0-1 23-16,3 1-19 0,-7 2 51 0,-6 2-28 16,-4 5 5-16,-9 1-2 15,3 0-7-15,-9 3 6 0,5-8-3 16,-3 1-48-16,1 0 25 0,3-3-25 16,-3 2-10-16,-1 1-2 0,-1-4 1 15,3 3-4-15,1-3 5 0,3 1-19 16,-1-2 16-16,8-1-33 0,-2-2-63 15,1-15-29-15,5-3-59 0,-2 0-17 16,4 0-22-16,-2 0-98 0,2 0-144 16,1 0-151-16,3 0 310 0,-35 0-104 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42:23.267"/>
    </inkml:context>
    <inkml:brush xml:id="br0">
      <inkml:brushProperty name="width" value="0.05292" units="cm"/>
      <inkml:brushProperty name="height" value="0.05292" units="cm"/>
      <inkml:brushProperty name="color" value="#FF0000"/>
    </inkml:brush>
  </inkml:definitions>
  <inkml:trace contextRef="#ctx0" brushRef="#br0">8200 1289 228 0,'0'0'434'0,"0"0"603"15,0 0-657-15,0 0-137 0,0 0 25 16,0 0-16-16,0 0-86 0,-16-3-41 16,12 2-6-16,2-1 18 0,-1 1 12 15,-1-1 0-15,2 2-4 0,-2 0-23 16,0 0-40-16,-2 0-34 0,0 6-26 16,-5 3-22-16,3 2-3 15,0 6 1-15,-9 2 2 0,7 3 2 16,-5 4 11-16,3 0 6 0,0 2 9 15,-1-1 15-15,5 0-5 0,0-1-4 16,3 0-6-16,5-2-16 0,0-2-12 16,0-2-2-16,7 0-29 0,1-4 0 15,2 1-3-15,3-5 12 0,-1 1 0 16,9-6 8-16,-3-1 14 0,1-4 3 16,6-2 34-16,-2-2-15 0,-1-7-19 15,1-4 10-15,0 1-10 0,-3-5 25 16,-1-1-7-16,-5-4 1 0,-1 2 0 15,-3-3 15-15,-4 0 3 0,-4-2-9 16,-2 2 28-16,0-2 0 0,-2 6 6 16,-6-1-13-16,0-1-9 0,0 5-18 15,-5-1-13-15,1 3 6 16,-1 2-5-16,-1 0-12 0,-1 4 14 0,1 0-12 16,2 4-3-16,1-1-12 0,1 1-13 15,2 3-15-15,1-1-61 16,3 2-57-16,4 0-99 0,0 0-221 15,0 2-244-15,0 2-58 0,11 8-837 0</inkml:trace>
  <inkml:trace contextRef="#ctx0" brushRef="#br0" timeOffset="553.56">8597 1305 353 0,'0'0'981'16,"0"0"197"-16,0 0-895 15,0 0-35-15,0 0 20 0,0 0-68 16,0 0-70-16,0 0-51 0,0 0-19 15,0 0 9-15,-54-20 1 0,46 21-20 16,0 8-25-16,0 1-13 0,-5 6-9 16,3 4 26-16,0 3-3 0,-1 3-4 15,3 1-7-15,0 2 4 0,1-1 0 16,1-1-16-16,2-3-3 0,2 1-3 16,2-6-22-16,0 1 3 15,2-1-6-15,4-6-8 0,1 1 2 16,3-5 12-16,0-2 9 0,3-3 0 0,1-2 13 15,3-2 28-15,-1-1 0 16,1-5 0-16,-1-3 8 0,1-5 8 16,1 0 2-16,-3-3 4 0,1-4 13 15,-3-3 5-15,-3-2-28 0,0 0 10 16,-1-2-1-16,-3 1-8 0,-2 0-1 16,0 0 3-16,-2 6 0 0,-2-3-9 15,0 5 6-15,0 0 6 0,-4 4-43 16,-2 2 0-16,-2 3 37 0,1-2 3 15,-3 6-43-15,0 1-9 0,-3 3-37 16,1-1-6-16,0 3-13 0,-1 0-9 16,3 5-34-16,-1 1-44 0,3 0-50 15,0 3-122-15,2 0-148 16,4 0-233-16,0-3-570 0</inkml:trace>
  <inkml:trace contextRef="#ctx0" brushRef="#br0" timeOffset="1303.81">8880 1656 773 0,'0'0'114'16,"0"0"953"-16,0 0-446 0,0 0-321 16,0 0-25-16,0 0 3 0,0 0-78 15,0 0-71-15,0 0-22 0,0 0-10 16,-8 10 5-16,8-10 7 15,0-2 34-15,-2-2-75 0,0-4 10 16,0 0-1-16,0-5-21 0,0-2-13 16,-2-2-6-16,2-6-6 0,-3-3-31 15,5-4-23-15,-2-6-1 0,2-2-4 16,0-1-3-16,0-4-18 0,2 3-19 16,3 2 21-16,-3 7 19 0,-2 6 28 15,0 3 12-15,0 9 9 0,0 6 4 16,0 1-6-16,0 3-17 0,0 1-2 15,0 2-18-15,0 0-22 0,0 0-7 16,0 0-5-16,2 0 5 16,0 0 19-16,0 0 28 0,0 0 17 15,0 0-2-15,2 0-13 0,0 2 1 16,0-1 0-16,3 0-1 0,-3 1 10 16,2-1 0-16,0 3-9 0,2-3 10 15,-1 2-1-15,3 0-9 0,-2 0 1 16,5 1 14-16,-1 1-16 0,0 1 0 15,1-2 1-15,1 3-1 0,1-1 14 16,-1-1-13-16,-1 2 9 0,-1 0-10 16,-2 0 14-16,3 0-4 0,-5 4 10 15,0-2 6-15,-4 3 3 0,1-1 9 16,-3 3-3-16,-2 0 0 0,0 0 6 16,-2 4 0-16,-3-2 9 0,-3 1 1 15,0 0-23-15,0 0-11 0,-3-1-1 16,-1 0-3-16,-1-1-13 0,1-1 1 15,0-2 0-15,-1-3-3 16,3 1-2-16,-2-2-31 0,1-1-22 16,1-2-31-16,-1 1-16 0,1-1-61 15,2-3-58-15,-2 2-114 0,3-2-209 16,1 0-167-16,-4 1-948 0</inkml:trace>
  <inkml:trace contextRef="#ctx0" brushRef="#br0" timeOffset="38615.67">15983 626 1 0,'0'0'0'0,"0"0"-1"16,0 0 1-16,0 0 0 0</inkml:trace>
  <inkml:trace contextRef="#ctx0" brushRef="#br0" timeOffset="38907.12">15861 504 190 0,'0'0'3'0,"0"0"571"16,0 0 429-16,0 0-620 0,0 0-40 16,-58-21-53-16,48 19 31 0,-1 0-2 15,-3-1-69-15,6-2-48 0,2 5-39 16,-1-1-90-16,3 1-73 0,4 0-79 16,0 0 79-16,8 1 32 0,3 5-16 15,1 2-14-15,5 1-2 0,-1-2-25 16,5 4-23-16,2-2-50 0,-3 1-12 15,3 0-6-15,-8 0-36 0,3 1-23 16,-5 0-29-16,-1 2-75 0,-6 3-59 16,-6 2-145-16,0-3-270 0,-21 30-533 15</inkml:trace>
  <inkml:trace contextRef="#ctx0" brushRef="#br0" timeOffset="39531.34">15342 1198 308 0,'0'0'2041'16,"0"0"-1712"-16,0 0-174 0,0 0 124 15,0 0 43-15,0 0-246 0,0 0-15 16,0 0-33-16,0 0 130 0,0 0-13 16,44-59-54-16,-18 33-21 0,16-7-30 15,7-9 10-15,15-6-15 0,13-4-12 16,8 6-23-16,-17 11 0 0,-10 11-1 15,-21 11 2-15,-14 7-3 0,-7 3-11 16,11-1 0-16,-2-1 13 16,-2-1 0-16,6 2-14 0,-7 0-8 15,-7 3 20-15,-3 1 2 0,-6 0 37 16,-1 0 16-16,-3 0 10 0,-2 0 27 16,0 0-23-16,-2 3-67 0,-3 1-28 15,1 1 6-15,-2-1-3 0,-2 5 10 16,0 0 15-16,1 2 1 0,-5 1 2 15,2 1 19-15,1 0 6 0,-1 0-13 16,-2 3 4-16,3-1-1 0,1 1-17 16,-4 2 1-16,1 1-2 0,3 9 2 15,-6 7 1-15,3 1-2 0,1 6-1 16,-2-4-1-16,7-1 0 0,-1-1-3 16,6-3 3-16,0-2-2 15,0-1-12-15,0-5-7 0,6-4 10 16,3-2-4-16,1-3-6 0,-2-7 7 15,3 1 13-15,5-6 2 0,-5-1 1 16,3-3 14-16,-4 0 13 0,-1-4 19 16,3-3 21-16,-4-4 15 0,-4-3 13 15,1-1-10-15,-5-6-19 0,0 0-18 16,0-2-6-16,0 1-18 0,-5-2-7 16,1 4 12-16,-4-2-5 0,-2 4-4 15,1 4 10-15,1 3-28 0,-4 0-3 16,1 1-28-16,-1 2-11 15,0 0-19-15,1 3-28 0,3 1-49 0,0 2-53 16,1 2-112-16,7 0-316 0,0 0-18 16,3 0 35-16,5 0-492 0,15-4-8 15</inkml:trace>
  <inkml:trace contextRef="#ctx0" brushRef="#br0" timeOffset="39817.74">16188 677 528 0,'0'0'248'0,"0"-60"811"16,-2 49-771-16,-3 1-19 16,3 0 54-16,-4 1-43 0,4-1 1 15,0 1-4-15,-2 0-44 0,2 4-132 16,2 5-85-16,-2 2-16 0,0 12 122 16,2 3-39-16,0 8-49 0,-2 4-34 15,2 5-13-15,0 3-8 0,0 3-8 16,0-1 17-16,2-3-39 0,0-2-31 15,2-3-40-15,0-7-46 0,0-4-73 16,2-4-36-16,1-5-18 0,-3-3-69 16,-2-5 72-16,2-3 52 0,-4 0 42 15,0-6-225-15,0-1 29 16,0-6 160-16,-4-4-21 0,2 1 53 0,-7-3 20 16</inkml:trace>
  <inkml:trace contextRef="#ctx0" brushRef="#br0" timeOffset="40015.27">16159 812 53 0,'0'0'440'0,"-13"-51"101"0,7 23-10 16,2 4-93-16,2 1-123 15,2 2-79-15,0 4-14 0,0 0-39 16,6 5-22-16,2-1-21 0,3 6 3 16,-1 0 0-16,7 1-22 0,-3 3-17 15,7 0 15-15,-3 3-53 0,5-1-9 16,0 1-20-16,-5 0-11 0,5 0-26 16,-4 1 13-16,-3 2 4 0,1 0-17 15,-5 3-16-15,-1 0-6 16,-1 0-29-16,-4 2-21 0,-2 0-73 0,-2 3-63 15,2 0-81-15,-4 4-83 16,0-1-114-16,0 3-182 0,-4-4-155 16</inkml:trace>
  <inkml:trace contextRef="#ctx0" brushRef="#br0" timeOffset="40335.27">16090 988 943 0,'0'0'1380'0,"0"0"-928"16,0 0-173-16,0 0 50 0,0 0-107 16,0 0-142-16,0 0 55 0,0 0 28 15,0 0-83-15,36-55-77 0,-16 43 22 16,-1 2 0-16,6 0 6 0,-5 3-6 16,3 2-6-16,0 4 6 0,-7 1 6 15,3 0-12-15,-7 6-4 0,3 2 16 16,-9 4 155-16,-2 4-13 15,-4 3-90-15,0 2-52 0,-6 4-28 16,-4 4-1-16,-7 5-1 0,1-1-1 16,-3 0-3-16,2-6-28 0,3-5-31 15,2-3-42-15,-3-3-66 0,5 2-57 16,-1-6-75-16,-1 0-118 0,4-4-145 16,-1-2-122-16,3-1-135 0,-2-5-220 15</inkml:trace>
  <inkml:trace contextRef="#ctx0" brushRef="#br0" timeOffset="40545.59">16132 1103 53 0,'0'0'167'0,"0"0"1094"0,0 0-819 16,0 0-27-16,0 0-11 0,8-51-64 15,-8 43-116-15,6 2-122 0,-4 1-86 16,0 4-14-16,3 1 125 0,-1 6 47 16,4 4 27-16,8 6 10 0,-1 6-24 15,8 3-70-15,-5 0-64 16,5-3-38-16,2 2-11 0,-7-5-2 15,5 1-2-15,2-3-3 0,-2-3-19 16,-1-3-56-16,1 0-55 16,2-2-4-16,-4-1-58 0,1-4-79 0,1-1-62 15,-6-2-131-15,3-1-215 0,-7 0-323 16</inkml:trace>
  <inkml:trace contextRef="#ctx0" brushRef="#br0" timeOffset="41115.14">16750 537 1077 0,'0'0'2036'16,"0"0"-1768"-16,0 0-128 0,0 0 28 15,0 0-168-15,0 0-19 0,0 0-16 16,0 0 13-16,0 0 6 0,0 0 14 16,43-54-8-16,-24 50 10 0,-3 1 13 15,5 2-13-15,-8 1 3 0,3 0 13 16,-6 0 3-16,-1 1 3 0,-5 2 16 16,2 3 60-16,-6 1 87 0,0 3-80 15,-6 4-62-15,0 1-15 0,-3 5 0 16,1 2-6-16,-4 6-6 0,-1 6-1 15,3 2-15-15,-5 4-6 0,5 2 4 16,0-1 1-16,-3 3 1 0,5 1 1 16,0 2 2-16,-3 1 13 0,3 2-1 15,4-4 7-15,2-7-3 16,2-11 6-16,0-7-13 0,4-6 7 16,0-1-4-16,2-4-15 0,7 0-10 15,-3-4 10-15,-2 0 1 0,9-3-1 16,-7-2 12-16,7-1 7 0,-5 0-1 15,-1-2-15-15,3-4 24 0,-6-2 14 16,-1-1-4-16,-1 1 3 0,0-3 0 16,-4-2-6-16,0-5-6 0,-2-1-1 15,0-3-11-15,0 1-13 0,-6-2 15 16,-4 2-18-16,1 2-9 0,-1 1-68 16,-4 7-62-16,3 1-34 0,-5 4-33 15,7 2-61-15,-1 3-122 0,-4 1-167 16,9 0-199-16,1 3-410 0</inkml:trace>
  <inkml:trace contextRef="#ctx0" brushRef="#br0" timeOffset="41372.89">16882 921 337 0,'0'0'2407'0,"0"0"-1955"0,0 0-254 15,0 0-8-15,0 0 129 0,0 0-105 16,0 0-49-16,64-33-59 0,-41 24-20 16,6-1-42-16,8-1-41 15,0 1 12-15,3 0-15 0,-1-1 0 16,0 4-3-16,-2 0-40 0,-1 2-47 0,-3 3-40 16,-4-1-67-16,-7 3-8 15,-7 0-9-15,1 0-78 0,-12 3-24 16,1-1 69-16,-5 1-160 0,-5-2-274 15,1 0-303-15</inkml:trace>
  <inkml:trace contextRef="#ctx0" brushRef="#br0" timeOffset="41572.57">17163 594 757 0,'0'0'1540'0,"0"0"-962"15,0 0-57-15,0 0 13 0,0 0-84 16,0 0-178-16,0 0-158 0,0 0-9 15,0 0 41-15,0 0 1 0,-18 67-43 16,18-27-71-16,0-3-9 0,4 8-21 16,-4 5 0-16,2-6-3 0,4 12-11 15,-4 2-59-15,2-3-52 0,0-5-52 16,3-10-53-16,-1-13-137 16,2 1-228-16,-4-11-405 0,11 7-467 0</inkml:trace>
  <inkml:trace contextRef="#ctx0" brushRef="#br0" timeOffset="42067.36">17602 657 985 0,'0'0'1802'15,"0"0"-1363"-15,0 0-51 0,0 0 79 16,0 0-119-16,0 0-227 0,0 0-97 16,0 0-2-16,0 0 43 0,12-54-25 15,13 45-28-15,8 0-12 0,2 0 12 16,2 0-11-16,5 5 18 16,-3 1-4-16,2 3 6 0,-6 0-2 0,-4 4-16 15,-8 3-1-15,0 5 20 16,-13 4 57-16,-4 5 114 0,-6 8-96 15,-6 11-66-15,-6 1-31 0,-3-2-3 16,-3 0-9-16,-1-5 10 0,0 3 0 16,-3 5 0-16,1-3-20 0,2-4-27 15,-3 0-30-15,7-2-52 0,1-5-63 16,8-3-127-16,3-7-198 0,3-6-178 16,0-6-307-16,5-2-202 0</inkml:trace>
  <inkml:trace contextRef="#ctx0" brushRef="#br0" timeOffset="42281.71">17891 1035 662 0,'0'0'1937'0,"0"0"-1346"0,0 0-194 15,0 0-28-15,0 0-90 0,0 0-89 16,0 0-73-16,0 0-55 0,62-37-37 16,-41 34-22-16,1 0-3 0,3 0-1 15,6 2-30-15,-4-1-59 16,2 2-27-16,-2 0-35 0,-2 0-14 0,-5 2-39 15,-3 2-53-15,-5-1-146 16,-3 3-71-16,-9-2 110 0,2 0-234 16,-11 4-685-16</inkml:trace>
  <inkml:trace contextRef="#ctx0" brushRef="#br0" timeOffset="42448.16">18114 1033 738 0,'0'0'1729'0,"0"0"-1073"0,0 0-103 0,0 0-96 0,0 0-165 16,0 0-91-16,0 0-78 0,0 0-74 15,0 0-47-15,0 0-2 0,-29 57-25 16,29-41-2-16,-2-1-35 0,2 2-30 16,0-5-10-16,0 0-22 0,0-1-50 15,2-1-12-15,-2-2-74 0,0-1-86 16,0 2-72-16,-2-3 0 16,-4 0-84-16,0-2-232 0,-13 0-305 0</inkml:trace>
  <inkml:trace contextRef="#ctx0" brushRef="#br0" timeOffset="42615.34">17967 1223 327 0,'0'0'1360'15,"0"0"-666"-15,0 0-27 0,0 0-84 16,0 0-145-16,0 0-96 0,0 0-110 16,0 0-97-16,0 0-52 0,0 0-34 15,-14-19-30-15,22 17 60 0,5 1-33 16,-1-2-28-16,9 0-18 0,-1 0 0 16,5 0-15-16,2 0-58 0,4-1-68 15,2 1-68-15,4 0-38 0,-2 1-141 16,1 1-104-16,-7-2-484 0,12 2-418 15</inkml:trace>
  <inkml:trace contextRef="#ctx0" brushRef="#br0" timeOffset="42869.56">18585 1003 2346 0,'0'0'1643'0,"0"0"-1336"15,0 0-47-15,0 0 7 0,0 0-267 16,0 0-43-16,0 0 16 0,0 0 11 16,0 0-2-16,56-20-62 0,-31 17-37 15,2 1-60-15,2 0-84 0,4 2-48 16,0 0-189-16,0 4-176 0,-6 0 95 15,27 3-906-15</inkml:trace>
  <inkml:trace contextRef="#ctx0" brushRef="#br0" timeOffset="43297.14">19218 734 435 0,'0'0'2663'0,"0"0"-2182"15,0 0-156-15,0 0-142 0,0 0-149 16,0 0 32-16,0 0 39 0,0 0-15 16,54-26-18-16,-29 20-32 0,6 0-12 15,2-1-10-15,2 2 1 16,0 4-7-16,0 1-10 0,-4 0 1 16,0 5 16-16,-8 3-7 0,-5 4-9 15,-5 3 34-15,-3 4 49 0,-8 3 92 16,-4 8-74-16,-8 1-73 0,-3 4-19 15,-7 1-10-15,1 1 0 0,-4 0-2 16,-6 2-24-16,5-2-47 0,-3-1-42 16,4-7-56-16,9-7-68 0,1-4-134 15,5-6-257-15,2 1-465 16,6-5-132-16</inkml:trace>
  <inkml:trace contextRef="#ctx0" brushRef="#br0" timeOffset="43515.17">19485 992 2484 0,'0'0'713'0,"0"0"-138"0,0 0-120 16,0 0-194-16,0 0-161 0,0 0-100 15,0 0-37-15,0 0 37 0,0 0 21 16,0 0-19-16,31 21-2 0,-19-10 0 16,-4 4-2-16,5-1-1 0,-1 2-15 15,3 1-47-15,3-1-65 0,-1-1-35 16,1-1-24-16,1-4-75 0,-2-5-91 15,-5-1-95-15,4-3-92 0,-5-1-201 16,7-7-484-16</inkml:trace>
  <inkml:trace contextRef="#ctx0" brushRef="#br0" timeOffset="43674.27">19848 577 171 0,'0'0'1751'16,"0"0"-1271"-16,0 0-364 0,0 0 0 16,0 0-87-16,-33 61-29 0,31-46-109 15,-2 2-228-15,4 1-159 0,0-5-161 16</inkml:trace>
  <inkml:trace contextRef="#ctx0" brushRef="#br0" timeOffset="43824.07">19929 682 444 0,'0'0'1137'15,"0"0"-731"-15,0 0 106 0,0 0 70 16,0 0-98-16,0 0-143 0,0 0-171 16,0 0-170-16,0 0-48 0,0 0 48 15,13-6 3-15,-13 18-3 16,0 5-18-16,0 1-83 0,0 5-173 16,0 1-241-16,0-4-622 0,0 17-849 0</inkml:trace>
  <inkml:trace contextRef="#ctx0" brushRef="#br0" timeOffset="45740.28">20289 1630 190 0,'0'0'153'16,"0"0"483"-16,0 0-53 0,0 0-392 15,0 0 43-15,-56 18 6 0,46-16-42 16,1 0-60-16,1-2-50 0,2 2 50 16,-2 0-48-16,1-1 16 0,-3 0-3 15,2 1-30-15,-3-1 13 0,-5 2 0 16,4 0-12-16,-9-1-49 0,4 2 7 16,-1-1-13-16,-7-2-6 15,0 3-13-15,-4-2-10 0,-2 2 9 0,-4-2 2 16,-2 1 0-16,-11-1 21 15,-8-1 1-15,-10 0 15 0,-10 1-10 16,-9-2 7-16,-2 0 10 0,0-2-45 16,3 1-60-16,1-2-6 0,0 0 63 15,-3 3 2-15,1-1 0 0,-8-2 0 16,2 3-1-16,-6 0 2 0,-3 0 1 16,-1 0 12-16,-6 0-11 0,1 3-2 15,-3-2-19-15,1 2-3 0,-1 0-32 16,-3 0-48-16,-2 0 13 0,-1-1-10 15,-7 3-7-15,2 0 13 0,4-1 29 16,-2 2 64-16,9 0 10 0,-9 0 6 16,8 4 35-16,1-3 71 0,-1 2-74 15,7-1 3-15,3 0-51 0,5 1 0 16,9-1-3-16,-3-6-13 0,8 3 15 16,0-3 1-16,7 0-19 0,4 0-32 15,2-1 31-15,-1-1-2 16,5 3-20-16,0-1 39 0,2 0 1 15,0 2-15-15,6-2 17 0,9 0 35 16,12 1-16-16,4-3 23 0,6 0 19 16,6 0 12-16,-6 0-19 0,-6 0 10 15,0-3-29-15,-2 1 10 0,4-3 2 16,2 2-9-16,9-2-37 0,-3-1-1 16,7 0-1-16,-3-1-1 0,7 0-23 15,0-1-20-15,-1-1 14 0,3-1-17 16,2-1 10-16,0-3 25 0,-5 0-13 15,5-1 24-15,0-4 2 0,-2-2 4 16,-5-2 43-16,3-3 7 16,2-5-27-16,-7-5-27 0,3-7-29 15,3-13 13-15,-3-14-3 0,4-17-32 16,4-1 19-16,2 0-3 0,2-1-6 16,-3 4-33-16,1-2 33 0,-2 4-17 15,-4 8 23-15,2 4-20 0,0 18-9 16,4 10 16-16,-1 12-17 0,1 8-67 15,0 2-29-15,2 0-53 0,-2 3-19 16,2-1 12-16,0-3 75 0,-2-5-26 16,2-3 12-16,-2-2 86 0,2 3 47 15,0 5-31-15,0 2-40 0,0 3-6 16,0 4-33-16,2 3 0 0,0 2 7 16,2 5 48-16,1 0 81 0,-1 4 1 15,4 1 46-15,0 0 29 0,0 0-13 16,1 0 26-16,1 3 49 0,7 0-20 15,-7-1 0-15,6 1 59 0,-3 1-20 16,5 0-35-16,1-1-1 0,2 1-13 16,-3-1-35-16,7 1 2 0,2-1-12 15,2 1-4-15,2-2-6 16,4 2-36-16,2-2 23 0,11 1-36 16,12-1 30-16,8-1 2 0,6-1-2 15,7 0-1-15,8-3-12 0,6-4-4 16,-2-2 13-16,2 0-26 0,-8 2 12 15,-11 3-15-15,5 4-30 0,-2-2 30 16,1 0 129-16,5 0 210 0,2 0-227 16,2-2-112-16,6 4 3 0,2 0-2 15,6 0 19-15,-1 0-7 0,-1 0-12 16,4 0 11-16,-1 0 1 0,-1 0-13 16,2 4 1-16,7-3 15 0,0 0-15 15,-5 3-2-15,1-2 0 0,-5 2-8 16,2-1 7-16,-1 3 2 0,1-1 0 15,-1 0 1-15,-3-1 0 0,-4 2-1 16,-6-1 51-16,-6 0 23 16,2 1-30-16,-3-3 36 0,3 2-3 0,0-1-36 15,-2-1-19-15,1-1-20 16,-5-1 2-16,-2 0 8 0,-7 1-10 0,-6-2 1 16,-12 1-3-16,-11-1 15 15,-10 0-12-15,-8 1-2 0,0-1 10 16,-4 1-9-16,1-1 18 0,-1 1-19 15,2-1 2-15,6 1 16 0,2 1-19 16,2 0-1-16,-6-1-1 0,-2 1 0 16,-7-1-2-16,-3 1 3 15,1-1-2-15,-8-1 2 0,1 3 0 0,-5-3 1 16,4 3-2-16,-4-3 2 0,0 3-1 16,5-1 1-16,-5 1 0 15,4 1 0-15,-2 0 1 0,0-1-1 16,5 0-2-16,-5 0-11 0,4 0 12 15,-1-2-1-15,-1 0 2 0,0 2 3 16,0-1-1-16,-1-2 14 0,-1 1-14 16,0 3 0-16,-2-4-1 0,2 0 3 15,-2 0-2-15,-2 0 0 0,3 2 0 16,-3-2 14-16,2 2-4 0,-2 0-8 16,0-2-1-16,0 1 9 0,0 1-8 15,0 0 15-15,4 1 0 0,-2 0-16 16,1 1 13-16,-1 0-13 15,2 3 9-15,0-3-10 0,0 3 14 0,1 0-15 16,-1 3 3-16,0 0 21 0,0 2-3 16,-2-1-20-16,5 4 27 0,-3 3-4 15,0-1-10-15,-2 7 11 0,0 0 8 16,0 3 14-16,-2 5-11 0,-2 5-2 16,0 8-23-16,-2 12-12 15,0-4-21-15,-2-6 20 0,0-1 1 16,2-9 3-16,-2 5 13 0,0 10 15 15,2 1-2-15,-2-2-7 0,1-4-19 16,3-8 20-16,-2-6-1 0,0-2-10 16,2 2-10-16,0-1 11 0,-2-1-13 15,2 0 0-15,-2-2-16 0,2-1 0 16,0-1-2-16,0-2-18 0,0-3-11 16,0 0-22-16,0-2-19 0,0-5-13 15,0 1-54-15,0-1-45 0,0-2-68 16,-4-3-63-16,0 2-108 0,0-3-268 15,-9-2-913-15</inkml:trace>
  <inkml:trace contextRef="#ctx0" brushRef="#br0" timeOffset="53842.1">980 3949 24 0,'0'0'138'0,"0"0"-138"0,0 0-3 16,0 0 0-16,0 0-16 15,0 0 16-15,0 0-20 0,0 0 0 16,0 0-3-16,0 0 23 0,-11-1 3 16,11 1 30-16,0-2 42 0,0 2-43 15,0 0-26-15,0 0 27 0,0 0-14 16,0 0-16-16,0 0-13 0,0 0-36 16,0 0 3-16,0 0 7 0,0 2-52 15</inkml:trace>
  <inkml:trace contextRef="#ctx0" brushRef="#br0" timeOffset="59546.03">980 3949 59 0,'-19'2'146'0,"17"-2"-51"0,0 0-92 16,0 0 369-16,0 0-164 15,0 0-68-15,0 0 33 0,2 0 13 16,-2 0-30-16,2 0-29 0,0 0-53 16,0 0-38-16,0 0-33 0,0 0-2 15,0 0-1-15,0 0 0 0,0 0 3 16,0 0 13-16,0 0 10 0,0 0 19 15,0 0 1-15,0 0-14 0,0 0-16 16,0 0-3-16,0 0 39 0,0 0 39 16,4 0 3-16,0 0-7 0,2 0-9 15,0 0-33-15,1 0-25 0,-1 0-19 16,0 1 2-16,0 0 17 0,5-1-18 16,-3 1 20-16,0 0 1 0,2 1 12 15,3 0 17-15,-7-2 9 0,6 0 13 16,1 0 20-16,-5 0 5 0,2 0-9 15,3 0-19-15,-3 0-11 16,1-2-21-16,1 0-11 0,-4 0 1 0,3 0 0 16,-1-1 0-16,0 1-28 15,-4 1 18-15,5-2-18 0,-1 2 2 16,-2 0-3-16,1 0 13 0,3 0-10 16,-2 1-1-16,3-3 1 0,1 3-2 15,-3-1-1-15,1 1 0 0,4-2 1 16,-3 2-1-16,3 0 0 0,-3 0 0 15,3 0 0-15,-1 0 0 0,3 0 0 16,-3 0 0-16,4 0 2 0,-5 0 13 16,7 0-14-16,-7 0-1 0,9 0 3 15,-9 0-1-15,7 0 1 0,-4-3 0 16,1 1 0-16,-1-1 13 0,3 0 25 16,1-1 77-16,-4 1-33 0,5-1-85 15,-7 1-12-15,3 0 12 0,-3 2 0 16,6-1 0-16,-5 2-2 0,5 0 1 15,-1-2-1-15,1 2 0 0,0 0 2 16,4 0 11-16,-5 0-11 0,1 0-2 16,8 2 1-16,-9-2 0 0,5 2-2 15,0-2 3-15,0 1 0 0,-2 2 1 16,1-3 13-16,3 2-12 16,0 0 1-1,0-2 25-15,0 0-6 0,2 0-12 0,-2 0-9 16,4-1-1-16,-2-2 31 0,0 0-31 0,-2 0 13 15,-3 0-12-15,1 0 1 0,6 0 0 16,-6-1-2-16,-2 1-2 0,4 2 2 16,-3-1 0-16,1 0-1 0,-2 1-1 15,2 1-1-15,2-1 3 16,-1 1 1-16,1 0 0 0,-4 0-1 16,4-2 0-16,2 2 1 0,-2-2 1 0,-7 2-1 15,7-1 1-15,-2-1-2 16,-4 1 0-16,-1 1-2 0,1 0 0 15,-4 0-16-15,3 0 18 0,-1 0 3 16,-3 0-1-16,5 0 0 0,-4 1-2 16,5 2 0-16,-3-1-1 0,6 0 1 15,2 0 1-15,0 0 20 0,-1 0-21 16,-1-2-3-16,4 0 0 0,-2 0 1 16,4 0 1-16,-2 0-1 0,0 0 0 15,0 0 2-15,-2 0 1 0,4 0 1 16,-2 0 1-16,-2 0-2 0,6-2 1 15,-6 0-2-15,-1 2 0 16,3-1 16-16,-4 0-13 0,4-1 16 0,0 0-6 16,-2 1-13-16,0-2 0 15,-2 1 0-15,1 1 1 0,1-2-1 16,0 2-2-16,0-1-1 0,-2 0 3 16,2 2-1-16,2-3-1 0,0 1-1 15,0-1 2-15,2 0 1 0,-3 0 1 16,1 0 1-16,0 0 14 0,0 0-14 15,2-1 0-15,-2 2 30 0,0 0-13 16,2-1-4-16,-2 1-15 0,2 0 1 16,0 0 12-16,0 1-12 0,0 0 17 15,2 0-18-15,-2-1-1 0,-2 0-1 16,2 0 0-16,-2 1 2 0,2-3 0 16,-2 2-3-16,-2-1 2 0,2 1 1 15,-2 0 3-15,-2 0-1 0,4 0-1 16,-1 1-1-16,-1-1 1 0,0 1 0 15,4-3 2-15,-4 2 8 0,2-1-11 16,0 1 0-16,0 2 2 16,0-3 1-16,-4-1-2 0,-1 2 1 0,3 0-1 15,0-1 11-15,-2 2 7 0,-4-2-6 16,6 1-11-16,-5-1 0 16,3 1-1-16,-4 2-1 0,4-1 3 15,-3 0-3-15,-1-1 0 0,2 2 0 16,-3 0-1-16,-1-2 1 0,2 2 0 15,-5 0-1-15,3 0-1 0,-5-1 0 16,5 1 0-16,-7 0-2 0,7 0 4 16,-7 0 0-16,7 0 13 0,-5 0-10 15,3 0 22-15,-3 0-24 0,3 0 12 16,2 0-11-16,-3 0 0 0,3 0-1 16,-1 0 0-16,-1 0 1 0,3 0 0 15,1 0 2-15,2 0-4 0,0-3 3 16,1 3 1-16,-1 0-4 0,4 0-2 15,2-1 2-15,-2-1-2 16,2 2 0-16,0 0 1 0,0 0 1 16,-2 0 0-16,6 0-2 0,-2 0 2 15,2 0-1-15,-4 0 2 0,4 0 1 16,-2 2-1-16,0-1-1 0,-2-1 4 16,4 3 13-16,-4-2-17 0,2 1 0 15,0 0 1-15,2-1 2 0,0 0 0 16,0-1-2-16,0 2 0 0,0 0 1 15,0-1 1-15,0-1 0 0,0 0 13 16,2 0-14-16,1 0-1 0,-3 0 0 16,2 0-1-16,0 0 0 0,-2-1-1 15,0-1-1-15,2 0 1 0,0 2 1 16,-2-1-1-16,3 0 1 0,-3-1 1 16,2 0 0-16,-2 1-1 0,0-2 1 15,0 2-1-15,2-1-13 0,-2 1 13 16,2 0 10-16,-2-1-10 15,0 1 0-15,3-1 0 0,-5-1 2 16,4 1 0-16,-4 1-1 0,0-2-1 16,2 1 3-16,-2 1-1 0,-2-2 9 15,2 3-11-15,0-2 0 0,0 1-1 16,-2 0 1-16,2 1 1 0,0-1 14 16,-4-1-14-16,6 2-1 0,-2-1 0 15,0 1-1-15,-2-2 1 0,4 2 0 16,-2 0 0-16,2 0-1 0,-2 0 1 15,2 0 1-15,-2 0-1 0,2 0 0 16,-2 0 1-16,2 2-1 0,-2-1-1 16,2 2 1-16,-4-2-2 0,0 1 1 15,2 1 1-15,-2-1 2 0,0 0 0 16,0 2-1-16,2-2 1 0,-2 3 14 16,2-2-16-16,2-1 2 0,-4 1-2 15,2 0 2-15,-2-2 13 16,2 1-15-16,-2-2 13 0,0 2-11 15,0-1-1-15,-5-1-1 0,3 0 0 0,-2 0 12 16,2 0-8-16,-2 0-1 16,0 0-1-16,-1 0 0 0,1 0-1 15,0 0 0-15,0 0 0 0,0 0 1 16,-3 0 0-16,1 0 0 0,2 0-2 16,0 0 1-16,-5 0-1 0,3-1-1 15,-2 1 1-15,-1 0-1 0,1 0 0 16,0 0 0-16,2 0 1 0,-3 0-1 15,-1 0 0-15,1-2 1 16,1 2 2-16,-2 0 0 0,1 0-2 0,-3 0 19 16,2 0-18-16,-1 0 0 0,1 0-1 15,-3 0 2-15,3 0-2 16,0 0-1-16,-3 0 1 0,3 0 0 16,-3 0 1-16,1 0 0 0,3 0-1 15,1 0 2-15,-2 0-2 0,1 0 0 16,-1 0 0-16,0 0 0 0,1 0 1 15,-1 2 1-15,1 0-2 0,1-2 16 16,-2 2-14-16,1 0 1 0,-1-1 9 16,2 1-9-16,-3-1 9 0,3 2-10 15,0-3 1-15,1 1 9 0,-3 1-8 16,6-2-1-16,-7 0 9 0,5 0-10 16,-4 0 0-16,1 0 11 0,3 0-13 15,-2 0 1-15,0 0-1 0,-1 0 0 16,3 0 0-16,-4 0 1 0,5 0 0 15,-3 0 0-15,0 0 2 0,3 0-2 16,-3 0 1-16,2 1-2 0,0-1 0 16,1 1 0-16,-1 0-1 15,0 0 1-15,4-1 1 0,-4 1 1 16,1-1 0-16,3 2-2 0,0-2 1 16,-2 1 0-16,6-1 0 0,-2 1-1 15,0-1 1-15,-2 1 0 0,6-1 0 16,-4 0-1-16,2 0 0 0,2 0 1 15,-2 0 0-15,0 0 0 0,2 0 1 16,-4 0-2-16,2 1 2 0,2-1-1 16,0 0-1-16,0 0 1 0,-2 2-1 15,2-2 1-15,-2 2 0 0,0-2 1 16,2 0-1-16,-2 0 0 0,0 0 1 16,0 0 1-16,-2 0 12 0,4 0-11 15,0-2 20-15,-2 0-8 16,0 2-4-16,0-2-10 0,0 1 1 0,-6-2 0 15,6 2-1-15,-4 0-1 0,0 0-1 16,0 0 0-16,2 1-2 16,-5 0-1-16,-1 0 2 0,2 0 0 0,2 0-1 15,-6 0 0-15,-1 0 2 16,7 0 0-16,-6 0-1 0,-3 0 1 16,7 0 0-16,-6 1 1 0,4 1-1 15,-1-1-1-15,-3 1 1 0,2-1 1 16,-1 1 0-16,1-1-1 0,4-1-1 15,-7 2-1-15,3-2 2 0,4 3 1 16,-7-1 0-16,3 2-1 0,8-4 1 16,-8 3 0-16,1-3 0 0,5 1 1 15,-2 0-2-15,-2 0 1 16,2 0 1-16,-1-1 0 0,1 1-2 16,-4-1 0-16,2 0 0 0,4 0 1 0,-7 2 1 15,3-1 1-15,4-1-1 16,-9 0 0-16,7 1 10 0,-2-1-9 15,4 0 16-15,-7 0-7 0,3 0 0 16,6 1-8-16,-10-1-4 0,8 0 1 16,-5 2-1-16,5-2 0 0,-6 0 0 15,2 1 0-15,1-1 0 0,-3 1-1 16,2-1 1-16,2 1 0 0,-3-1 0 16,-1 1 0-16,2 1 0 0,0-2-1 15,-3 1 1-15,3 1 0 0,2-1 12 16,-2 0 0-16,-1 1-12 0,5-1 2 15,-6-1 0-15,2 1-1 0,1 0 1 16,-5-1-2-16,6 0 0 0,0 0 1 16,-3 0 2-16,-1 0-3 0,4 0 0 15,2 0 2-15,-3 0 1 16,1 0-3-16,2 0 0 0,0 0 0 16,4 0 0-16,-2 0 0 0,-2 0-1 15,0-1 1-15,4 1 0 0,-2 0-1 16,0 0 0-16,0 0 1 0,2 0-1 15,-3 0 1-15,1 0 0 0,-2 0-1 16,4 0 2-16,-2 0-1 0,-2 0 0 16,2 0 0-16,0 0 2 0,-2 1-2 15,-2-1 0-15,4 0 2 0,-3 2-1 16,3-2 1-16,0 2-1 0,-2-2 0 16,-2 1-1-16,4 0 0 0,-2-1 0 15,2 1-1-15,-4 1 1 0,-3-2-2 16,5 2 2-16,0-1 0 0,-2 0 0 15,-4 1-2-15,1 0 2 0,5-1 0 16,-4 0 1-16,0 0 1 0,1-1-1 16,1 2-1-16,-4-1-1 0,4-1 1 15,2 1 0-15,-3 1 3 16,-1-2-2-16,0 0 1 0,6 1-2 0,-6 1 2 16,-1-1 10-16,3 1-10 15,2-2-1-15,-2 2 0 0,0-1 0 16,-3-1 2-16,5 1 0 0,-8-1-1 15,8 1 1-15,-3-1 15 0,-1 0-17 16,0 0 1-16,0 0 0 0,1 0 0 16,-3 0-1-16,4 0 2 0,0 0-3 15,0 0 0-15,-3 0-3 0,1 0-9 16,4 0 11-16,-8 0 1 0,5 0 0 16,1 0-1-16,0 0 1 0,-4 0 2 15,1 0-1-15,1 3-1 16,-4-3-3-16,1 0 3 0,-1 1-1 15,2 0 1-15,1 2-1 0,-5-3 0 16,6 2 1-16,-7-1 0 0,3-1 3 16,1 1-2-16,-1 1-1 0,2-2 0 15,-5 1 1-15,5-1 0 0,0 0-1 16,-3 2 1-16,5-1 1 0,-4-1-2 16,1 0 0-16,1 0 1 0,-2 0 0 15,3 0-1-15,-5 0 1 0,8 2 0 16,-5-2-1-16,-1 0 1 0,4 0-1 15,-3 2-1-15,-1-2 1 0,6 1 0 16,-9-1 0-16,7 1 2 0,0 1-2 16,-5 0 0-16,5-2 0 0,0 0 1 15,-5 0 0-15,5 0 1 0,-2 0-1 16,-1 0 0-16,3 0 0 0,-6 0 1 16,5 0-1-16,3 1 1 0,-6-1-1 15,4 0 1-15,4 0-2 16,-5 0 0-16,1 0 1 0,4 0 1 15,0 1-1-15,-2-1 0 0,-3 2-1 0,5-2 2 16,0 2 0-16,0 0-2 16,-6-2 1-16,7 1 1 0,-1-1-1 15,0 2-1-15,-2-2 0 0,0 0 2 16,2 3-2-16,0-2-1 0,-1-1 0 16,1 2 1-16,-4-2 0 0,4 2 1 15,0-2-1-15,0 0 0 0,0 0 0 16,-3 1 0-16,3 0 0 0,2 1 2 15,-2-2-2-15,0 2-1 0,0-2 0 16,-2 0 1-16,-1 1 1 0,5 0-1 16,-4 1 0-16,0-2 0 0,2 1 1 15,0 0 0-15,0-1 0 0,-3 0 0 16,3 0 1-16,2 0-1 16,-4 0 0-16,6 0 1 0,-4 0 2 0,2 0-2 15,0 0-1-15,0 0 0 16,0 0 0-16,0 0 0 0,0 0 0 15,2 0 2-15,-3 0-1 0,3 0 0 16,-2 0-1-16,2 1 0 0,0 0-1 16,3-1 0-16,-6 3 0 0,3-2 0 15,3-1 0-15,-3 2 1 0,2-2 0 16,-2 1 1-16,0-1 0 0,-2 2-1 16,-1-2 2-16,1 1 8 0,0-1-11 15,-4 1 0-15,6 0 22 0,-2 2 30 16,0-3-21-16,2 2-7 0,0-1-11 15,0 2-10-15,0 0-1 0,0-2-1 16,-2 0 1-16,0 1 1 0,0-1 9 16,2-1-9-16,2 0 0 0,-2 0 10 15,0 0-10-15,0 0 9 16,-2 0 3-16,2 0-12 0,0 0-1 16,2 2 17-16,-2-2-19 0,0 0 0 15,0 1 0-15,2 2 1 0,-2-2 1 16,-2 0 1-16,4 2 12 0,-4-1-12 15,2-1-1-15,0 2 12 0,-2-2-13 16,0 2-1-16,2-1 13 0,-2 0-13 16,-2 1-1-16,2 1 1 0,-2-2 1 15,0 0 0-15,-1 0-1 0,1 0 0 16,-2 1 0-16,2-1 1 0,-2-1-1 16,0 1 0-16,-1 0 1 0,1 0 0 15,-2-2 1-15,4 3 1 0,-5-2 0 16,3 0-2-16,0 0 11 0,0 1 0 15,0-1-9-15,2-1 13 0,-5 2-15 16,5-2 1-16,-2 1-2 16,0 0 0-16,-2-1 0 0,1 2-2 15,-3-1 1-15,0 0 1 0,4 0 0 16,-5 0 0-16,1 1 1 0,2 0-1 16,-1-2 1-16,-1 2 1 0,0 0-1 15,-1-1 0-15,1 0 1 0,0 0-2 16,-1-1-1-16,1 0 1 0,0 1 0 15,-1 1 1-15,-1-2 0 0,2 0 1 16,-1 0 1-16,-1 0 0 0,0 0 0 16,-1-2-1-16,1 1 0 0,-1-1 1 15,-1-3-1-15,-1 3-1 0,1-1-1 16,-1 0 0-16,1-1 1 0,0 2-2 16,1-2 0-16,-1 2 0 0,3-1-11 15,-1 1 11-15,0 0 0 0,-1 0 0 16,3 1 0-16,2 0 0 0,-5 0 0 15,1 0-10-15,-1 1 11 16,-1-2 1-16,4 2 1 0,-5 0-1 0,3 0-1 16,-1 0 0-16,3 0 1 0,-4-1-1 15,1 1 0-15,1-1 2 16,1-1 0-16,1 2 1 0,0-3 0 16,-1 0 9-16,7-2-9 0,-4 5-1 15,4-4-2-15,0 2-1 0,-2 0 1 16,1 0-1-16,-1 0-1 0,2 0 1 15,-2-1 1-15,4 2 2 0,-2-3-2 16,0 3 1-16,2-1 0 0,2-1 1 16,0 2 0-16,0 0 10 0,2 0-12 15,2 1 0-15,0 0-1 0,0 0-1 16,2 0-10-16,1 2 9 16,-1 1 1-16,0 0 2 0,2 0-3 15,-4 0 0-15,3 2 0 0,-3-1 2 16,0-1 0-16,2 2-1 0,-2-2 2 15,0 2 1-15,3 0 2 0,-3-1-1 16,0-2-1-16,2 2 1 0,-2-2 1 16,-2 3-3-16,2-3 0 0,3 2 3 15,-3-1-3-15,0 0 1 0,2 1 0 16,-2-1 0-16,2 0 0 0,1 1 0 16,-3-3 0-16,2 3 0 0,-4-2 0 15,0 1-1-15,0-2 1 0,0 1-1 16,-6 0 1-16,4-2 0 0,0 2 0 15,-4-1 2-15,2-1-1 0,2 1 0 16,-4 1-2-16,2 0-2 0,-2-1 0 16,0 1 0-16,-3 1 1 0,3-2 1 15,0-1 0-15,-6 2 0 0,2-2 0 16,1 0 0-16,-5 0 0 16,2 0 1-16,-3 0 2 0,1 0 10 15,1 0-11-15,-3 0 10 0,4-2 0 16,-5-1-12-16,3 0 3 0,-3 0-1 15,3 0 0-15,0-1-2 0,3 1-2 16,1-1-13-16,0 1 15 0,2-1-2 16,-1 0 1-16,3 0-1 0,0 0-9 15,0 0 11-15,0 2 0 0,0 0 0 16,2-2-2-16,0 2 2 0,0-1 1 16,-3 1-1-16,5 1-3 0,-4 0 3 15,2-1-1-15,2 2-1 0,-2 0 0 16,2 0 0-16,0 0 0 0,2 0 0 15,-4 0 2-15,4 0-1 0,-2 0 1 16,-2 0 3-16,4 0 0 0,0 0-1 16,0 0 1-16,1-1 1 0,3 0-2 15,-4-1 0-15,2 2-2 16,-2-3 0-16,0 3-1 0,4-1 0 0,-2 1-2 16,-1 0-1-16,1 0-8 15,0 0 11-15,0 0 0 0,0 0 1 16,0 1 0-16,0 0 0 0,1-1 1 15,-3 2 0-15,2-2 2 0,-4 0 13 16,0 0-15-16,2-2 1 0,-2-2 0 16,0 1 0-16,2 0 0 0,0-2-2 15,0 4 0-15,0-2-1 0,0 2-1 16,2 0-11-16,-2 0 10 0,1 1 1 16,-3-1 0-16,2 1 0 0,-2 0-1 15,2-2 2-15,-2 2 1 0,0 0 0 16,2 0 0-16,-2 0-1 0,0 0 1 15,2 0 1-15,0 2-1 16,-2-1 0-16,2 2 0 0,2-1 1 16,-6 0-1-16,4 0 0 0,0 1 1 15,-2-1 2-15,0-1 0 0,-4-1 10 16,6 0-12-16,-2 0 2 0,-4 0 9 16,4 0-10-16,0 0-1 0,-2 0 0 15,-2 0-1-15,2 0-1 0,-4-1-2 16,2 1 1-16,-1-2-10 0,1 0 10 15,-6 1-1-15,8-1-10 0,-4 2 12 16,2 0 1-16,-1 0-1 0,-3-1 0 16,4 0 0-16,0-1 1 0,0 2 0 15,-4-1 0-15,3 0 0 0,-1-1 0 16,2 2-1-16,-2-2 1 0,0 1-1 16,-1 1 0-16,3-1 1 0,-4 1-2 15,0-2 0-15,0 0-1 16,-3 1 0-16,-1 0 0 0,-1 0-15 15,-3 0 16-15,1-1-20 0,-5 2-5 0,-1 0-28 16,0 0-25-16,-5 0-39 16,3 0-48-16,-8 0-61 0,0 2-135 15,-2-1-396-15,-4 0-435 0,-19-1-675 0</inkml:trace>
  <inkml:trace contextRef="#ctx0" brushRef="#br0" timeOffset="73307.31">11731 17093 259 0,'0'0'153'15,"0"0"-42"-15,-72 19 482 0,45-13-395 16,-4-1-25-16,-2-1-7 0,2-1-20 16,0-2-55-16,0 3-13 0,0-2-13 15,4 0 25-15,-2-1-15 0,0 0-10 16,2 0-4-16,0-1 7 0,0 0-13 16,4 0-6-16,-3 0 15 0,-1-1-25 15,2-3-38-15,-4 0-1 16,4 0-3-16,-6-2-26 0,2-1 28 15,0 1 1-15,-2 0-4 0,0-1-9 16,-2 0 13-16,-2 1 16 0,0 1-16 16,-2-1 12-16,-3 2 11 0,-1 2-20 15,0 0 26-15,-3 2 7 0,1 0-20 16,-5 0 51-16,1 0-9 0,1 3-35 16,-3 1-4-16,1 0 7 0,-6 1 9 15,5-1 7-15,1-2-26 0,-3 1-14 16,3-2 17-16,-4 0-6 0,3-1-10 15,-1 0 0-15,7-3-6 0,-15-2 2 16,-6-4-8-16,-11-2 9 0,3-2 13 16,6-1-4-16,4 1-9 0,6 1-2 15,-4-1-10-15,2 1 11 0,-2 0 0 16,-2-1-1-16,2 2 2 0,-2 0 0 16,0-2-2-16,0 1 2 15,0 1 1-15,-2-1 2 0,0-1-1 0,0-2 14 16,0 0-15-16,-2-1 22 15,-2 1-23-15,-5-1 13 0,1 0 3 16,2 0-13-16,-5 0 26 0,3-1-27 16,-5 0 23-16,1 1-22 0,1-3-2 15,1 0 21-15,-4-1-22 0,3-2 3 16,1 0-1-16,-3-3-2 0,1 0-3 16,-3-1 2-16,1-1 1 0,-3 0 0 15,0-2-1-15,3 2 2 0,-3-2 9 16,-1 2-7-16,1-2-3 0,-4 0 0 15,0 0 0-15,-1 0 18 0,1-3-17 16,0 1-2-16,2-2 2 0,-1-4-14 16,-1 0 4-16,4-1 6 0,-3 0 1 15,3-1-14-15,0-1 15 0,1 4 1 16,1-1 0-16,-2-1 4 0,5 0 11 16,2-2-5-16,-5-1-8 15,7-1-2-15,-5-3 3 0,-3-1-2 0,5 1-1 16,-1-1-2-16,-5 5-1 15,5-1 3-15,-1-1 7 0,-4 0-7 16,9-1-12-16,-2-2 12 0,-1-1 0 16,1 0 15-16,2-3-14 0,3 2 18 15,1-2-19-15,0-1-2 0,4 0 2 16,-2-3 25-16,0-3 4 0,1 0-10 16,3-2-6-16,0 1 3 0,2-1-16 15,3-1-18-15,-3-5-14 0,0 2 13 16,6-1 19-16,-2 1-3 15,2 0 3-15,1-2-1 0,1-1-9 16,4-3-3-16,-3 0 0 0,3 0 13 0,-3 1 0 16,5 0-30-16,-1-1 4 15,3 0 26-15,-1-1 0 0,-1-2 0 16,5 1-1-16,-3-3 0 0,3 2-1 0,0-4 0 16,4-1-2-16,-1 1 2 15,-3 0-14-15,2-3-3 0,1 0 3 16,-3-3 15-16,6 4-15 0,0 1 16 15,0-1 0-15,2 3 0 0,-3-1 1 16,8 1 0-16,-3 0 0 0,4-1-2 16,2-1-25-16,4-4 4 0,-2-1 7 15,5 1 14-15,-3-3 2 0,5-2 0 16,-1 2 2-16,-1-2 20 0,3 5-1 16,-2 1-6-16,1-1-15 0,6 2 1 15,-7-2 2-15,5-1 15 0,-3 3-17 16,3-4 11-16,6 1-11 0,-5 1 0 15,3 2 11-15,2 1-13 0,4-2-19 16,2 1 16-16,0-3 0 0,0-2-9 16,2 2 12-16,4-3 2 15,0-2 0-15,5 0-1 0,-3 2 1 16,4 3-2-16,1-1-32 0,-1 0 19 16,5 2-3-16,-5 0 16 0,2 4-9 15,3-5 7-15,-7 2 4 0,7-1 0 16,-5-1 10-16,7 1 1 0,-5 0-9 15,7-2 18-15,-2 1-9 0,3 3-13 16,3-2 0-16,-2 1 1 0,4-1 0 16,2 1 15-16,2 1-14 0,0 2 0 15,0 0-2-15,2 5 1 0,-2-3 1 16,0 3 21-16,2 2-23 0,-4-1 3 16,6-2 10-16,2-1 9 0,-4-1-20 15,4 1 11-15,1 2-13 16,3-2 0-16,2 2-16 0,1-1 13 0,-1 0 1 15,5 3 1-15,-5 2 1 16,9-1-3-16,-5 2 3 0,1 1 0 0,6-1 4 16,-5 6-4-16,1-1 0 15,6 1-13-15,-5 1 7 0,7-1 2 0,0-1 4 16,0 4 0-16,0 0-3 16,0 1 0-16,6-1 5 0,-4 2-2 15,0 2 10-15,-2 1-8 0,4 2-2 16,0 3 0-16,2 0 0 0,0 2-35 15,-2 0 33-15,2 2 2 0,0 0-2 16,-2-1-6-16,4 2 7 0,-2 3 0 16,2-1 1-16,3 2 14 0,-1 1-13 15,4 1 0-15,1 1 0 0,1 0 12 16,2 2-11-16,3-2-2 16,-5 2 38-16,7 2-37 0,-2 0 15 15,-3 3-3-15,7-2 3 0,-7 2-16 16,7 2 13-16,-2 0 7 0,1 0-18 15,1 1-1-15,0 0 15 0,1-3 0 16,1-1-13-16,0 2-1 0,4-3 0 16,0 3 11-16,-1-2-10 0,3 1 0 15,2 2 12-15,3 1-12 0,-6-1-2 16,1 5 0-16,5-1 0 0,-6 1 9 16,4 1-10-16,-8 1 0 0,7 2 4 15,-2 1-2-15,-2 1-2 0,-2 3 2 16,0 2 0-16,0 1 0 0,-3 1 0 15,1 3 1-15,-2 0 10 0,0 3-13 16,-1 0 1-16,1 0-1 16,0 0 10-16,3 0-9 0,-1 1-1 0,0 0 0 15,2-1 31-15,0 2-18 0,3-1 3 16,1 0 3-16,5 0 0 16,-3-3-3-16,-2 2-3 0,4 1-10 15,-2 0 16-15,0-2-6 0,0 2-11 16,0 1-1-16,-2-1 2 0,2 2 11 15,0 0-13-15,-4 0-1 0,4 3 3 16,-5-1 13-16,3 2-16 0,-4 2 3 16,2 1 0-16,0-1 0 0,-2 1-2 15,0 0 1-15,-1 1-1 0,3 1-1 16,-2 1-3-16,0 2-9 0,-2 1 12 16,2 1-1-16,-5 2 1 0,3-1-1 15,-6 2 1-15,-1 3-2 0,1-1 2 16,-7 3-3-16,-2 0 3 0,-4 2 0 15,-4 4 0-15,0 0 2 0,-4 1 17 16,-4 1-3-16,0 1-15 0,-11-5 18 16,-3-2 10-16,5 4 12 0,3 5 12 15,9 4 14-15,7 4 5 16,-1-7 0-16,-10-3-25 0,1 0-19 0,6 0-2 16,-2 1 2-16,0-2-6 15,0 1-6-15,4 1 6 0,-2-2-19 16,2 0 8-16,-5 2-11 0,-1-2-12 15,4-2 10-15,-8 2 1 0,-5-5-2 16,-11-3 1-16,-3-2 0 0,-4-1 0 16,4 3 2-16,4 8 0 0,2 1 13 15,0 1-13-15,-1 3 1 0,1-2 14 16,-2-1-14-16,-2 2 2 0,-2-3-3 16,5 3 12-16,-5-1-11 15,0 3 2-15,4-3 0 0,0 3 10 0,2 1-11 16,-4 1 10-16,7 1-9 15,-3 0-3-15,-2 1-9 0,-2 1 7 16,1 1-10-16,-1 1 8 0,-2 2 4 16,2 3 0-16,-4-3 2 0,-2 4 1 15,2 1 9-15,-6-1 4 0,2 6 5 16,-1 10 17-16,-1 7-1 0,2 0 16 16,-4-2 15-16,-7-5 0 0,1-9-19 15,-5 5-36-15,3 0-12 0,3 0 0 16,1 1 1-16,-2 1-1 0,1 0 1 15,-5-5 0-15,7 6 0 0,-7-3 1 16,1 5 0-16,3-1 16 0,-5 0-17 16,3 2-1-16,-7 1-1 0,0 0-31 15,2 4 12-15,-3-4 7 0,-1 4 9 16,-4-3 2-16,0-3 1 0,0 3 2 16,-2-2 0-16,0 1 20 0,0-1-10 15,-2-1 0-15,0-2-12 16,-2 3-18-16,-2-1 15 0,-3 0-10 15,3 2 13-15,-2-1 0 0,0 1 2 16,-3 3 0-16,1-1 11 0,4 1-12 16,-3 1 2-16,-1-2-2 0,4-2-1 15,0 1-22-15,2-2 1 0,1 1 18 16,-1-4-16-16,0 1 17 0,0 0-1 16,0-1 1-16,0 2 2 0,0 0 0 15,0 1 1-15,-3-2 0 0,-3-1-1 16,4-2-18-16,-2 3-3 0,3 1 18 15,-5-2-10-15,2 4 11 0,-1-2 0 16,5 3-1-16,-2-1 2 0,2 2-11 16,-4 0 10-16,4 1 0 0,-5-1 0 15,3 0-20-15,-6 3-22 16,1-3 13-16,1 4 10 0,-4 0 8 0,-1-2 11 16,-3 3 0-16,3-2-1 0,-4-2 2 15,5-1 1-15,-7 2 0 0,7-3-3 16,-5 1-34-16,7-1 12 0,-5-1 12 15,3 4 10-15,3-2 1 16,-5 1 2-16,6 2 1 0,-7 2 0 16,5 2 2-16,-1-1 0 0,-3 0 10 15,3 3-13-15,-3 0-31 0,3 0 15 16,-3 1 4-16,1-2 10 0,-1 1-2 16,3 2 2-16,1 1-1 15,0 0 2-15,-1 1 0 0,-3-2-1 0,3 3-42 16,3-2 16-16,-4 0 7 0,1 1 8 15,-6-2 10-15,5-1 3 0,-3 0 1 16,1-2 0-16,-1-2 0 0,5-4-1 16,-2 0-14-16,-3-5-2 0,5 0-9 15,-5-2 9-15,5 0 14 16,-7 1-26-16,7 0-13 0,-9-1 0 16,7 2 10-16,-7-3 5 0,4-1 14 15,-10-2-4-15,7-3-22 0,-3 0 16 16,-2-2 19-16,-6-1-12 0,4 1 14 15,0-10 1-15,7-6 0 0,-5 4 0 16,0-7 1-16,0 1 3 0,-4 12 8 16,-4-2-11-16,0 2 12 0,2 0-10 15,2-7-3-15,2-6-17 0,-1 5-11 16,-8 4 27-16,1-2 1 0,2-2-16 16,0 0 0-16,0-4 14 0,0 0-11 15,0-1-6-15,-2-2 19 0,0-1 4 16,-1-2 11-16,1-2-15 0,-6 1 0 15,8-4-3-15,-4 0 0 0,-1 0 2 16,-3-2-1-16,6 0-17 0,-4-2 19 16,-3-1 13-16,3 1-11 0,0-2 10 15,0 0-11-15,1-2-1 16,-3 0 1-16,4-3-2 0,-2 2 2 0,-3-4-1 16,5 0 13-16,-2-1 0 15,-5 0-13-15,3 1 1 0,0-4 1 16,1 3-2-16,-3-1 0 0,-3-2-1 15,7 2 1-15,-6 0 0 0,-3 0-2 16,5-1 2-16,-7-1-2 0,3 0 1 16,-11 1 0-16,10-3-3 0,-1-1 4 15,-1 0 0-15,9-2 0 0,-9 2 0 16,0-1 1-16,3 1-1 0,1-2 0 16,1-1-1-16,1 2-2 0,1-2 0 15,2 2 2-15,-1 0 1 0,3 1 0 16,-4 3 0-16,8-3 14 0,-5 3-14 15,5 0-15-15,0 1-1 0,2-1-6 16,2-1-35-16,2 1-35 0,2-3-41 16,4 2-69-16,-4 0 1 15,9 0-24-15,-1-3-82 0,1 0-72 16,-1-4-193-16,7 0-439 0</inkml:trace>
  <inkml:trace contextRef="#ctx0" brushRef="#br0" timeOffset="75121.57">13955 4417 1197 0,'0'0'537'0,"0"0"-258"15,0 0-42-15,0 0 9 0,0 0 2 16,0 0-1-16,0 0-19 0,-16-19-12 16,16 19-13-16,0 0-26 0,0 5-51 15,-2 3-61-15,2 8-30 0,-3 20 50 16,-1 29 12-16,-4 29-29 0,-2 16-9 15,4 2-15-15,-9-8-10 16,7-16 3-16,0-3-3 0,-3-9-9 0,3-3-22 16,0-8-2-16,1-14 0 15,7-10-1-15,-2-14-2 0,0-6-10 0,2 2-25 16,0 1-29-16,0-4-14 16,0-2-23-16,2-6-28 0,0-5-36 15,-2-4-9-15,3-1-39 0,1-2-36 16,0-5 11-16,-2-7 38 0,2-5-124 15,-4-7-234-15,6 4-525 0</inkml:trace>
  <inkml:trace contextRef="#ctx0" brushRef="#br0" timeOffset="75484.91">13881 4516 913 0,'0'0'820'0,"0"0"-586"16,0 0-59-16,0 0 71 15,72-50-94-15,-47 35 44 0,4 0-41 16,4 6-17-16,-4 1-23 0,-2 5 10 16,-3 3-4-16,-1 5 9 0,-2 10-7 15,-7 9-3-15,-3 13 6 0,-3 20 25 16,-8 13-60-16,-14 7-41 0,-3-6-15 15,-10-8-1-15,6-19 3 16,3-6 16-16,-3-10-3 0,5-5-7 16,-7 4 0-16,-4-1 1 0,-2 1-13 15,0-6-18-15,6-4-12 0,-1-3-2 0,3-7 1 16,6-3-22-16,-1-4-30 16,6 0-38-16,5 0-34 0,1-5-32 0,4-1-115 15,4-3-191-15,1-1-191 16,5 2-477-16,2-4-474 0</inkml:trace>
  <inkml:trace contextRef="#ctx0" brushRef="#br0" timeOffset="76344.09">14172 5601 681 0,'0'0'277'16,"0"0"722"-16,0 0-746 0,0 0-91 16,0 0-69-16,0 0-60 0,0 0 80 15,0 0 70-15,0 0 13 0,0 0-39 16,4-59-42-16,0 40-19 0,3-6-1 16,-1-1 4-16,0-6-4 0,-2-5-1 15,0-13-9-15,5-14-9 0,1-15-10 16,2-3-13-16,-3 3-14 15,-1 8-11-15,6 10-3 0,-7 11-7 0,-1 14 1 16,-2 11 0-16,-2 3-18 16,4 1 15-16,-2 0-4 0,0 0 4 0,-2 7 8 15,1 2-2-15,-1 3 9 16,0 7 0-16,0 2-12 0,-2 0-17 0,4 5-1 16,-2 9 14-16,0 4 62 15,6 9 59-15,-2 16-62 0,-1 1-34 16,-3 3-15-16,0 7-10 0,0-10-13 15,-2 5-2-15,0-1-2 0,0-9 0 16,-2 4 0-16,2-4 1 0,0-3 0 16,0-6-1-16,0-3-13 0,4-5 2 15,0-5-2-15,-2-4 0 0,8-2 2 16,-5-4-8-16,-3-2-4 0,0-3 10 16,0 0-1-16,-2-2-2 15,2 0 2-15,0-5 2 0,2-6 14 0,-2-3 12 16,4-9 0-16,0-5-10 15,-1-7 1-15,-1-6-2 0,2-11 0 16,2-11 1-16,9-9 1 0,-5-1-2 16,3 13 1-16,-7 17-1 0,-2 15-1 15,2 4-1-15,5-3-24 0,-5-2 13 16,2 0 11-16,7 2-2 0,-9 8 3 16,0 4 14-16,1 2 11 0,-1 8 3 15,-4 3-10-15,-2 2-15 0,2 7 25 16,0 11 40-16,-1 19 36 0,-1 17-3 15,-2 24-9-15,0 10-28 0,0-5-12 16,0-11-15-16,0-9-37 0,0-6 0 16,0-1-3-16,4-10 0 0,0-8 1 15,-2-8-1-15,4-5-10 0,-4 2 1 16,6 1-6-16,5 0-34 0,-3-4-46 16,1-4-55-16,5-4-56 15,-1-7-92-15,3-3-242 0,-8-3-612 0,3-7-1044 16</inkml:trace>
  <inkml:trace contextRef="#ctx0" brushRef="#br0" timeOffset="79359.56">14803 5521 2127 0,'0'0'1012'0,"0"0"-885"0,0 0 1 16,0 0 69-16,0 0-42 0,0 0-137 15,0 0-18-15,-25 31-36 0,25-26 36 16,0 4 44-16,0 4-16 0,0 5-15 16,2-1-13-16,0 3-25 0,-2 1-108 15,2-4-127-15,2-1-130 0,-2-1-225 16,0-7-632-16</inkml:trace>
  <inkml:trace contextRef="#ctx0" brushRef="#br0" timeOffset="79830.66">15115 4710 783 0,'0'0'785'0,"0"0"-359"16,0 0-47-16,0 0-47 16,0 0-36-16,0 0-59 0,0 0-59 15,-48-12-29-15,48 12-25 0,-2 0-11 16,2 0-12-16,0 6-20 0,-2 6-27 16,0 11-9-16,-4 17-2 0,-4 28-5 15,-3 19-7-15,-6 8-3 0,5 1-15 16,-5-12-13-16,5-11-3 15,-3-6 0-15,3-5 1 0,8-10 0 0,-3-12 2 16,3-9-1-16,4-5-1 0,0 3-20 16,0 4-31-16,2-2-45 0,0-4-30 15,0-4-17-15,0-6-35 0,4-6-42 16,-2-3-82-16,0-7-87 0,2-1-30 16,-1-11-78-16,-3 2-139 0,0-19-464 15</inkml:trace>
  <inkml:trace contextRef="#ctx0" brushRef="#br0" timeOffset="80165.48">14978 4822 692 0,'0'0'316'0,"0"0"189"15,0 0-317-15,0 0-48 0,0 0 32 16,0 0-19-16,60-53-24 0,-39 48-12 15,-2 1-8-15,3 3 11 0,3-1-36 16,-4 2-17-16,2 0 1 16,-1 0-4-16,-3 4 3 0,-1 1 20 15,-5 1-4-15,-1 1 13 0,-6 3 19 16,-3 4 56-16,-3 3 63 0,-7 7-42 16,-5 5-103-16,0 8-46 0,-11 0-15 15,2 0-28-15,-4-4 0 0,-2 2 0 16,-1-6-1-16,3-1-2 0,2-2 0 15,-2-5-12-15,7-4-10 0,3-5-58 16,7-5-52-16,4-2-41 0,4-5-81 16,0 0-354-16,8-6 62 0,-4 0-425 15,11-12-239-15</inkml:trace>
  <inkml:trace contextRef="#ctx0" brushRef="#br0" timeOffset="80629.62">15353 4790 879 0,'0'0'1244'0,"0"0"-823"0,0 0-9 15,0 0-19-15,0 0-129 0,0 0-176 16,0 0-88-16,0 0 0 0,0 0 76 15,-13 63 28-15,13-21-29 0,0 19-22 16,-8 18-18-16,0 6-35 0,-5-8 0 16,1-10-1-16,1-17 1 0,1-10 3 15,2-8 17-15,2-2-17 0,-7 2 0 16,1 2 16-16,1 3-16 0,-3-6 10 16,4-8-11-16,3-3 1 0,-1-4 0 15,0-7 9-15,6-3-9 0,-2-4 16 16,2-2-17-16,2 0-1 15,0 0-1-15,0 0-50 0,0-1 7 0,0-2 29 16,4-3 14-16,0-1 17 16,6-2-2-16,-1-2-13 0,1 1 2 15,4 3-1-15,-3-2 0 0,7 2 12 16,-1-1-2-16,6 5-10 0,-5 0-2 16,5 3 2-16,0 0 0 0,-3 2 0 15,3 1-3-15,0 2-15 0,-5 0-71 16,3-2-55-16,-4 3-48 0,3-2-39 15,1-1-87-15,-5 1-251 0,1-3 75 16,-7-1-1606-16</inkml:trace>
  <inkml:trace contextRef="#ctx0" brushRef="#br0" timeOffset="85571.88">23063 17489 11 0,'0'0'169'0,"0"0"-32"15,0 0 277-15,0 0-49 16,0 0-150-16,0 0-16 0,0 0-47 15,-54 34-139-15,48-33 39 0,2 1-16 0,-4-2-7 16,1 1 27-16,1 1 31 0,-2-1 20 16,0 2 13-16,1 0 3 15,-3 1-3-15,0-1-33 0,1 2-19 16,-1 1-16-16,-2-2-10 0,1 0-7 16,1-1-22-16,-2-2-11 0,1-1-2 15,-3 0-13-15,-1 0 11 0,-1 0-11 16,-3-4 11-16,-4 3 0 0,3-4 2 15,-7 3 8-15,-2-3-5 16,-2 2 6-16,-4-1-9 0,-2 1 1 0,-3-2-1 16,1 0 0-16,-6-1 0 0,-5-1-12 15,-10-3 9-15,-12-1-12 0,1 2 15 16,5 0 2-16,4 2 10 0,9 2-8 16,-5-4-3-16,0 2 0 0,-2-1 28 15,-6-2 3-15,0-1-13 0,-5-1-6 16,-1-4 3-16,0 3-1 0,-3 0-15 15,1-2 0-15,-3 1 16 0,3 0-13 16,-1 0 20-16,1-2-4 0,-3 0 17 16,1-3-11-16,0 1 14 0,-3-2-26 15,5-2 15-15,-1 1-26 16,1 0 10-16,-1 1-12 0,5-1 1 16,-4 1 2-16,1 1 0 0,1-2-3 15,0 1-2-15,-1-2-14 0,5 2 3 16,-4-2 11-16,1 0 2 0,1-1-1 15,2 1-19-15,2-2 19 0,0 0 1 16,1-1 1-16,-1 0-1 0,4-1 20 16,0 1 12-16,4-3 19 0,-2-1-19 15,5-3-6-15,5-3-4 0,0 5-10 16,15 0-12-16,4 5-1 0,4-1-1 16,-4-8 1-16,-12-13-1 0,2-1-9 15,1-1 10-15,1 0-2 0,4 5 0 16,-11-12-32-16,5 7 22 15,2 1 0-15,-5-1 12 0,5 6 1 0,0-5 0 16,-2 0 1-16,-3-1 1 16,-3-6-1-16,-7-9 0 0,-2-10 1 0,0 1-2 15,5 4 0-15,7 7-1 16,7 8 0-16,0 0-12 0,4 8 10 16,8 6-10-16,-6-6 10 0,0-10-10 15,-4-5 11-15,0-8-2 0,4 4-12 16,4 5 14-16,2 1-1 0,0-4-10 15,0-2 11-15,7 2 0 0,-1 1 0 16,3 2-1-16,-1-2-17 0,0 0 4 16,3-3 14-16,4 0-11 0,-3-1 12 15,3-1-2-15,2 0 1 16,-1-3 1-16,-1 2 1 0,6-2 0 16,0 1 2-16,0 1-2 0,2-2 0 15,-3 0-13-15,3-3 10 0,-2 0 0 16,0-2 3-16,-4 3 1 0,4 1 2 15,-3 1 13-15,1 2-13 0,-2 0 0 16,0 3 14-16,-1 2-14 0,3 0-2 16,-2-1-1-16,2-2-3 0,0-4-1 15,-1 1-7-15,3-4 11 0,0 3 0 16,0-4 2-16,0 2 0 0,0-2 11 16,4 4-10-16,-2-1 10 0,2 2-13 15,0-3-13-15,0 0 11 0,0-1 2 16,0 1 1-16,0-1 0 0,2 2 1 15,2-3 11-15,-4 3-11 0,2 2 11 16,0 2-11-16,-2 3-2 0,2 2-1 16,0-1-2-16,0 1 3 0,2-5 13 15,-4-1 3-15,4-1-13 16,1-2 13-16,-5-3-13 0,4 3 16 16,-2-3-17-16,2 1 1 0,4 3-3 15,-4-1-3-15,0-2 0 0,3 0 0 16,-1-1 3-16,2 1 11 0,0-1 8 15,-3-1 7-15,3-1-4 0,0 1 19 16,2 0-5-16,1 1-14 0,-3-1-9 16,9-3-10-16,-5-2 10 0,5-5 9 15,-3-1-3-15,5-2 7 0,-3-1 12 16,3 2-10-16,-3 4-2 0,3 2-6 16,-3 2-20-16,3 5-1 0,0-1 1 15,-3 3 2-15,1 0 11 0,3-2-10 16,-1 1 19-16,0-3-19 0,3 0 1 15,1 0 8-15,-2 3-12 0,4 0-16 16,-1-1 16-16,3 1 0 0,-2 1 4 16,6-1 8-16,0 0-10 15,0-1 14-15,2-4-14 0,2 1 1 0,-2 2 1 16,2 1 2-16,-4 5-6 16,3 2-3-16,-1-1 2 0,-2 2 1 15,4 3 0-15,-4 1 0 0,4 0 2 16,2-4 0-16,-4-2 0 0,9 4 1 15,-1-4-3-15,0 3 0 0,1 2-19 16,3-3-6-16,1 3 11 0,1-1 14 16,1 1 2-16,-1 1-1 0,7 1 1 15,0-3-2-15,1 1-1 0,1-2 1 16,4-1 0-16,2 3 0 0,-2-3-19 16,2 3-3-16,4-1 6 15,-2-2 16-15,0 1-16 0,-4 7 16 0,5 2 0 16,-1 4-23-16,0 3 10 15,-2 3-3-15,2 3 14 0,-2 1-14 16,-2 2-6-16,4 4 19 0,-4 3-19 16,0 5-1-16,0 1 21 0,-2 5-1 15,4-1-10-15,-3 3-8 0,1 1 20 16,7 0-1-16,-1 2 2 0,0-3-4 16,0 4 2-16,4-1-1 0,1 0-19 15,-1 0-7-15,2-1 29 0,1 2-3 16,1-2-10-16,0 2 10 0,1 0 2 15,5 1 1-15,1 1-1 0,4 0 0 16,2 1 1-16,2 1-3 0,1 1 2 16,6-2 1-16,1 2 0 0,2-1 16 15,6 0 4-15,3-3-17 0,3 3 10 16,1-2 9-16,0 1-3 0,-1 1-17 16,-1 1 5-16,4 1-7 0,-3 2-13 15,1-1 13-15,2 3-2 0,-5 0 2 16,1 3-18-16,-1-1 18 15,-1 0 0-15,3 0 2 0,3 0-1 16,-2-1 2-16,3 1-3 0,-3-1-18 16,-2-1 18-16,5-1 6 0,-7 0 29 15,3 0 10-15,3-1-4 0,-2-2-15 16,-1 2-13-16,-3 0-1 0,1 1 0 16,3 1-12-16,-2 0 0 0,5 2 0 15,1 1 3-15,-2-1 16 0,4 2-6 16,-5 0 0-16,5 2-10 0,2 0 0 15,-2-1 23-15,4 1-23 0,-6-1 0 16,1 1 13-16,-9 0-16 0,-1 0 2 16,5 2 14-16,-7 4-15 0,1-2 1 15,-1 3-1-15,-3-1 0 0,-3 4 1 16,0 0 0-16,0 3 11 0,0-2-12 16,1 1-1-16,-1 1 1 0,6-1 15 15,-5 3-5-15,-1-1-9 0,0 3-2 16,-4-2 0-16,8 1-12 15,-1 2 12-15,-1 0 1 0,-2 1-1 16,-2 4 13-16,-6-1-13 0,0 3 0 16,-2 0 0-16,-6 0 1 0,4 6-1 15,-7-3-1-15,5 3 0 0,-4 1 1 16,1 1 0-16,-3 0 0 0,-1 3 0 16,-3-1 1-16,-1 4 0 0,-3 1 1 15,-1 3 13-15,4 4-14 0,-1 1 0 16,1 1 2-16,0 1 10 0,-1 1 2 15,1 0-15-15,-3 1-11 0,-3 0-5 16,0 4 13-16,-2 1 3 0,-2 0-7 16,0 3 11-16,-6 0-4 15,0 3 19-15,0 2-16 0,-4 1-1 16,-1 2-1-16,3-1 2 0,-2 2 19 16,2-1-19-16,-7 1 1 0,1 2 11 15,4 2-14-15,-5 2 18 0,3 1-18 16,-2 0 15-16,1 4 6 0,1-1-9 15,-2-3-11-15,-3 0 17 0,1-1-6 16,-3 0-13-16,1 3-22 0,-3-1 22 16,0 2 0-16,1-2 3 0,-7 1-2 15,0 1 11-15,-6-1-10 0,-2 1 14 16,-6 0 3-16,-2-2-16 0,-5 5-1 16,-3 2-2-16,-1 4 3 0,-2 2 26 15,-1 3-26-15,-3-2 16 0,0-4 9 16,-2 0-9-16,-2-5 16 0,2-1 15 15,-4 0-35-15,0 2 43 0,0 2-5 16,0-2-19-16,-2 0-6 0,0 1-15 16,-2-2-11-16,0-2 13 15,0-4 7-15,0-1-22 0,0-1-9 16,-3 2 6-16,-1 0 3 0,0 0 1 16,0-1 0-16,-1 3 2 0,1-1 9 15,-2 1-10-15,-1 0 20 0,1-1-15 16,-2 2-7-16,1 3-3 0,-3 1 3 15,1 1 0-15,3-2 4 0,-2 5 14 16,-1-2-2-16,3-2 5 0,2-3-5 16,-5-2-4-16,3-1-12 0,0 1-31 15,-1 2 20-15,-1-3 11 0,1-1 2 16,-1 1 1-16,-2-2 10 0,-3 0-1 16,1 0 0-16,-3-4-9 0,0-4-3 15,-1 1-26-15,-1 3 22 16,0 1-8-16,-1-2 12 0,1 3 2 0,-2-3 0 15,0 5 0-15,3-1 1 0,-3-3 13 16,0-3-16-16,3-1 2 0,-1-4-2 16,-4 0-6-16,4 0 4 15,-3-2-1-15,-1-3-1 0,2 1 3 0,-2 0-11 16,-2 0 10-16,3 6 0 16,-1-1 2-16,4-1 0 0,-4 1 2 15,5-1 1-15,-1-3-3 0,2-1 0 16,1 0 0-16,-3-2 0 0,0-2 2 15,1 1 16-15,-1-4-17 0,-2 1 1 16,1 1 10-16,-1 0-10 0,-4 2 0 16,2 0-1-16,-2-2-1 15,-4 1 0-15,7-6 0 0,1-10-12 0,-2 5-7 16,-2-5 17-16,8-3 0 16,-5 9 1-16,1-8 1 0,-4 8 0 15,0 6 1-15,-4 6-1 0,-4 7 3 16,-2 8-2-16,-4-1 2 0,5-7 0 15,9-14 11-15,5-14-14 0,3-6-15 16,-2-3 12-16,-3 4 1 0,-3 6 0 16,-6 5 0-16,-2-1 2 0,2 2 0 15,-3-1 0-15,1-2-1 0,2 1 1 16,0-4 0-16,-2 0 2 0,0 0-1 16,2-3 1-16,-2-2 14 0,-1 0-14 15,1-1-1-15,0-2 1 0,-4 0-2 16,6 1 0-16,-2 0-2 0,0 0-26 15,-3 0 26-15,5 1-13 16,-2 1 1-16,0-1 14 0,2 0 0 0,-2 3-10 16,0-3 10-16,-5 3 2 0,3 1 0 15,-4 0 0-15,2 0 0 16,-1 2 1-16,-5 0-2 0,-1 0 2 16,1-2-3-16,-9 6 3 0,7-6-1 15,-3 0 2-15,0 0-2 0,7-5 1 16,-5 3-3-16,-1-2 2 0,3 0-1 15,-10 1-1-15,11-6-16 0,-3 1 14 16,-9 1-13-16,-3-2 2 0,-13 5 12 16,-5-2 1-16,9-2-2 0,5-5 2 15,7-1-15-15,-1 0 14 0,-2 1-13 16,-4-1-17-16,2 3 9 0,-5 0 6 16,-1 1 14-16,0-2-10 0,0 2 9 15,0-2 1-15,1-1 2 0,1-1-2 16,0-2 0-16,2-1-15 0,-2-2 16 15,4-1 1-15,0-1-2 0,-4-2-14 16,2 1-3-16,-2-1 19 0,-3 0-1 16,3-1-18-16,-4 0-3 15,0 1 3-15,3-1-3 0,-1 1 20 0,2-1-11 16,0 0-15-16,-2 1 12 16,2-2-6-16,-3 1 20 0,1-1-26 15,-4-1 9-15,2-2-22 0,-3 2 38 16,7-3-13-16,-4-1 1 0,4 1 2 15,-3-2 10-15,5 0-8 0,-2 3 11 16,0 1 1-16,-4-2 11 0,1 1-12 16,-1-1-1-16,4 0-1 0,-6 0-1 15,1-2 3-15,-3 1 1 0,4-1 0 16,-3 0-1-16,3 0 0 0,4 0-13 16,-4-2 12-16,-3 1-2 0,-1 0-16 15,-1 0 16-15,3 1 0 0,2 1-13 16,-2 2 15-16,-1-1 0 15,1 2 0-15,-1 1 0 0,3-3-12 16,2 1 13-16,-4-1-13 0,-5 1-15 0,1 0-7 16,1 3-3-16,-3-1 16 15,5 1 0-15,-1 0 3 0,2 1 16 16,1 0-10-16,3 0-3 0,-4 0 0 16,1 0-3-16,-3 0-13 0,0-2 10 15,-5 0-10-15,1-1-12 0,-1 1 12 16,-4 1-26-16,3 1 14 0,-3 2-14 15,2 0 7-15,-1 1 16 0,-3 2-1 16,-2 1 1-16,4 0 0 0,-3 4-4 16,3-1 20-16,2-1 16 0,5-1 0 15,-1-4-20-15,7-5-6 0,2-6-45 16,-2-7-100-16,-1-10-114 0,18-1-227 16,-5-5-515-16</inkml:trace>
  <inkml:trace contextRef="#ctx0" brushRef="#br0" timeOffset="86649.5">18067 4961 285 0,'0'0'179'15,"0"0"896"-15,0 0-818 0,0 0-92 16,0 0-74-16,0 0-39 0,0 0 32 16,0 0 33-16,0 0 9 15,0 0-10-15,0 0-42 0,18-25-12 16,-16 23 5-16,5-2 36 0,-5 0 29 16,-2 2 57-16,0-2 72 0,-2 1 34 15,-7-1-100-15,-3 0-56 0,-7 0-39 16,1 3-32-16,-7 1-12 0,-4 7 3 15,0 6-15-15,-4 4-29 0,4 1-15 16,0 3-12-16,6 0-1 0,-2-1-2 16,7 1 12-16,1-3-13 0,5 0 13 15,-1 0-28-15,9-3-9 0,0 3-1 16,4-2-5-16,2 0-4 0,4 2 18 16,7 0 7-16,-1-1 0 0,1 3 6 15,7-3 6-15,3 0-3 0,-4 1 4 16,6-1 9-16,1 0 2 0,-3-2 1 15,2 1 13-15,2-1-10 0,-2-1 32 16,-3-1 10-16,-3 1-14 0,-5-1 19 16,1-2 3-16,-5 0 9 15,-8 4 16-15,0 0 15 0,-2 1 33 16,-8 6 13-16,-4 0-62 0,-5 3-34 16,-8-1-9-16,3 0-16 0,-9-3-15 15,0 1-3-15,0-3 0 0,2-2-2 16,0-3-10-16,6-3-1 0,4-5-26 15,3-4-78-15,8-2-71 0,6-3-38 16,2-7-169-16,2-6-366 0,10-2 56 16,-2-1-118-16,15-16-492 0</inkml:trace>
  <inkml:trace contextRef="#ctx0" brushRef="#br0" timeOffset="87188.92">18172 5073 206 0,'0'0'1472'0,"0"0"-866"0,0 0-163 16,0 0-61-16,0 0-95 0,0 0-122 16,0 0-165-16,0 0 3 0,0 0 61 15,0 0 24-15,33-27-19 0,-12 19-6 16,2 1-22-16,3-1-39 0,3-1 20 15,4 1-4-15,-2 0-17 0,-2 2 0 16,0 0 1-16,-4 4-2 16,-2 0-1-16,-7 2-1 0,-3 0 2 15,-5 0-1-15,-4 2 1 0,-2-1 16 0,-2 0 6 16,0 2 3-16,0-1-25 16,-2-1-21-16,-6 3-73 0,2-2-92 0,-9 1 2 15,3-1 3-15,-1-1-14 16,-1 0-23-16,-3-1 25 0,1 0 6 15,-1 0 39-15,1-2 93 0,-1 0 55 16,3-1 18-16,-3 3 21 0,3 0-7 16,3 0 97-16,3 0 55 0,0 0 6 15,0 0-30-15,4 3-19 0,-1-1-23 16,1 4 3-16,2-1 2 0,0 4 10 16,-2 3-16-16,0 4-17 0,4 6-28 15,-6 5-8-15,4 7-11 0,0 11 0 16,-5 11-12-16,3 12-10 0,0-4-9 15,0-14-10-15,0-15-10 0,4-10-1 16,-4 4-1-16,2 0-20 0,2 0 16 16,0-4-67-16,0-5-32 0,0-6-49 15,6-3-58-15,-2-9-94 16,4-2-108-16,-2-8-149 0,1-2-93 16,1-16-452-16</inkml:trace>
  <inkml:trace contextRef="#ctx0" brushRef="#br0" timeOffset="87387.42">18253 5264 882 0,'0'0'1423'0,"0"0"-933"15,0 0-111-15,0 0-132 0,0 0-247 16,0 0 0-16,0 0 67 16,0 0 3-16,0 0-13 0,60-7-19 0,-42 3-19 15,1-2-17-15,4 0 1 0,-3 3 13 16,3-1-16-16,-2 1-75 15,-7 1-103-15,5 1-70 0,-5 1-95 16,-6 0-215-16,-3 3-572 0</inkml:trace>
  <inkml:trace contextRef="#ctx0" brushRef="#br0" timeOffset="87604.11">18187 5626 2146 0,'0'0'1280'16,"0"0"-897"-16,0 0-38 0,0 0-217 16,0 0-128-16,0 0-28 0,0 0 28 15,0 0 37-15,68-7-2 0,-37-3-34 16,2-2 0-16,2-1-1 0,2 2-2 16,-4 1-36-16,0 4-86 0,-6 2-81 15,4 4-94-15,-12 0-325 0,-3 6-586 16</inkml:trace>
  <inkml:trace contextRef="#ctx0" brushRef="#br0" timeOffset="92581.94">7746 7155 135 0,'0'0'1034'0,"0"0"-461"0,0 0-242 15,0 0-92-15,0 0-35 16,0 0 6-16,0 0-21 0,-7 0-19 15,7 0-7-15,-2 0 32 0,0 0-8 16,0 4-20-16,2-2-32 0,-4 3 1 16,2 1-30-16,0 3 3 0,-2 3-13 15,0 6-52-15,-1 9-44 0,1 14-1 16,0 13 1-16,2-2 15 0,0-5 7 16,2-5-21-16,4-11 14 0,0 4-2 15,5 4 5-15,-1-5-5 0,4-3-12 16,1-5-1-16,3-3-2 0,1-6-1 15,-1-3 2-15,1-6 1 0,1-1 1 16,1-7 26-16,-2 0 1 0,-1 0 0 16,-4-8 3-16,3-2-28 0,-3-3 21 15,-1-2 13-15,-3-4 25 0,0-2 5 16,-2-4 4-16,1-1-16 16,-3-2-18-16,0 1-7 0,0-3 1 15,0-1-7-15,0 0-5 0,-2-2-4 16,0 0-12-16,-2 4 12 0,0 0-12 15,0 5 8-15,0 6-9 0,-2 4-2 16,0 2 12-16,-2 2 6 0,0 4 0 16,0 3-16-16,2 0-2 0,0 2-15 15,2 1-31-15,0 0-97 0,0 0-93 16,0 0-70-16,4 2-99 0,2 0-27 16,4 1-112-16,3 2-149 0,-5-4-466 15</inkml:trace>
  <inkml:trace contextRef="#ctx0" brushRef="#br0" timeOffset="93180.87">8366 7247 669 0,'0'0'98'0,"0"0"1627"0,0 0-1258 15,0 0-172-15,0 0-72 16,0 0-84-16,0 0-47 0,0 0-1 0,0 0-3 15,0 0 0-15,-15-19 16 16,13 18 24-16,-2-2 18 0,0 0-3 0,0-1-16 16,-5 3-7-16,3-2-19 15,-2 3-15-15,-2 0-22 0,1 0-21 16,-1 0-19-16,0 8-21 0,-3-1-3 16,3 3-16-16,-2 4 1 0,1 3-4 15,-1 2 4-15,-1 2 12 0,1 4-12 16,2 1 14-16,-1 2-1 0,3-2-17 15,0 1 17-15,4-1 2 0,0-4 1 16,1 2 2-16,3-5-3 0,0-1 1 16,0-1 2-16,5-2 10 0,1 0-12 15,0-5 2-15,0 2 0 0,5-4-1 16,-1-1 1-16,-2 0-2 0,5 1 11 16,-1-4 22-16,-2 0-19 0,3-1 0 15,-1-2-13-15,3-1 0 0,-1 0 17 16,0 0 20-16,-1 0-20 0,-3-2-18 15,1-1-1-15,-3-1-1 16,2-1 0-16,-4 0-1 0,-1 1-35 16,1 0-42-16,0-1-68 0,-2 1-53 15,2-2-62-15,0 0-129 0,-1 2-237 16,1 0-621-16,-6 1-787 0</inkml:trace>
  <inkml:trace contextRef="#ctx0" brushRef="#br0" timeOffset="93905.33">8670 7303 265 0,'0'0'320'0,"0"0"857"15,0 0-694-15,0 0-53 0,0 0-12 16,0 0-112-16,0 0-81 0,0 0-70 15,0 0-109-15,0 0-46 0,-29 17 0 16,31-17 21-16,2-1 49 0,0-2 11 16,2-2 5-16,4-2-8 0,-1 0-22 15,1-1-19-15,2-2-3 0,1 0 0 16,-1-1-6-16,1 2-12 0,-1 0 2 16,-4 2-5-16,1 2-11 0,-3 2 13 15,-2 2-2-15,-4-1 21 0,2 2 31 16,0 0 46-16,-2 0 67 0,0 0-43 15,0 0-49-15,0 0-28 0,0 2-25 16,0 2-11-16,0 1-21 0,0 4 0 16,-4 6-1-16,2 5 3 15,0 0 24-15,-4 5 10 0,-1 0-1 16,3 3-5-16,0-2 2 0,0 1-18 16,0-2 13-16,0-2-1 0,2 0-9 15,0-5-6-15,0 1-12 0,2-1-3 16,0-1-21-16,0-3 0 0,2 0-4 15,0-2-41-15,2-1-44 0,0-1-28 16,2-1-42-16,0 0-82 0,3-3-185 16,-1-2-197-16,-2 0-552 0,-2-2-287 0</inkml:trace>
  <inkml:trace contextRef="#ctx0" brushRef="#br0" timeOffset="95112.01">7783 12216 1398 0,'0'0'805'16,"0"0"-362"-16,0 0-96 0,0 0-132 15,0 0-81-15,0 0-32 0,0 0-17 16,0 0-2-16,0 0 5 0,-9 57 4 16,9-39-1-16,0 5-16 0,0 3-15 15,0 3-15-15,0 4 5 0,0 2 0 16,0 0-4-16,0 1 1 0,0 0-6 16,0-2-4-16,0 0-9 0,5-2-16 15,-1-3-11-15,0-2 0 16,0-5-1-16,2-1 0 0,0-6-2 0,-1-2-13 15,3-5-1-15,0 0-12 16,0-5 7-16,1-2 18 0,-1-1 1 16,0-2 2-16,0-5 0 0,1-3 1 15,3 0-1-15,-2-2 53 0,1-4-3 16,-3 1 12-16,2-1 6 0,1-2-22 16,-1-1-18-16,-2 1-7 0,1-1-5 15,-3 2-4-15,-2-1 4 0,0 4-14 16,-2 0 19-16,0 4-18 0,-2 1 19 15,0-1-7-15,0 4 10 0,0-3 5 16,-2 2 4-16,-4-1 0 0,4-5-9 16,-4 3-13-16,-1-2-12 0,3-1-2 15,-2 0-20-15,2 0 1 0,0-1 2 16,4-2-11-16,0 2-1 0,0-2-43 16,0 2-43-16,4-2-19 15,0 1-19-15,4-1-29 0,-1 0-49 0,3 1-105 16,-2 0-214-16,0 4-454 0,1-1-457 15</inkml:trace>
  <inkml:trace contextRef="#ctx0" brushRef="#br0" timeOffset="95887.3">8299 12407 76 0,'0'0'212'0,"0"0"-72"0,0 0 1167 16,0 0-943-16,0 0-83 0,0 0-55 16,0 0-48-16,0 0-21 0,0 0-9 15,0 0-5-15,-18-17 14 0,14 16-27 16,2-1-16-16,-2-1-4 0,1 2-9 15,1 1 6-15,-2 0-19 0,0 0-3 16,0 0-1-16,0 0-12 0,0 0-10 16,-2 1-15-16,-1 4-19 0,-1-1-7 15,2 1-20-15,-2 4 15 0,-1-1-4 16,1 2-9-16,2 0 0 0,-2 3-3 16,1 4-21-16,1 1-1 15,2 4 0-15,0 1 19 0,0 2-12 0,0 3 14 16,0 0-2-16,1 0 3 0,1 3 0 15,-2-3 1-15,4-2 11 16,-2-1-10-16,2-3 10 0,0-2 16 16,0-3 0-16,0-5-9 0,0-2-17 15,2 1-2-15,4-6-1 0,3 0-21 16,-3-1 7-16,4-2-4 0,1-1 4 16,1-1-4-16,2 0 3 0,1-4 14 15,-1-3-16-15,1-1 5 0,-3-1 13 16,3 0-74-16,-3-1-54 0,3 1-45 15,-5-2-3-15,2 0-121 0,1-1-300 16,-3 5-406-16,3-2-300 0</inkml:trace>
  <inkml:trace contextRef="#ctx0" brushRef="#br0" timeOffset="96766.65">8552 12497 350 0,'0'0'0'0,"0"0"977"0,0 0-655 16,0 0-42-16,0 0 8 0,0 0-42 16,-52 11-49-16,46-11-29 0,2 0-43 15,2 0-10-15,0 0-12 0,2 3-42 16,0-3-61-16,0 0-73 0,0 0-29 15,2 0 102-15,2 0 12 0,4 0 36 16,-2 0 7-16,7 0 5 0,-3 3 11 16,4-1-1-16,1 1 19 0,1 4 41 15,3-1-23-15,0 1-25 16,-1 1-28-16,-3 3-10 0,-1-3-16 0,-1 3-15 16,-3-1 9-16,-4 0 12 15,-2 2 1-15,-4 2 16 0,0-1 8 16,0 3-9-16,-4-2-13 0,-2 1-5 15,0 1-17-15,-3-3 4 0,1-1-19 16,0-1 0-16,-2 1 0 0,1-3-2 16,1 1-14-16,0-2 14 0,-1 1-1 15,1-1-13-15,0-2 13 0,2 1 3 16,-3-2 1-16,3 0 12 0,0-1-13 16,0 1 1-16,2-2 1 0,0 1 1 15,2-1 0-15,-3-1 19 0,3 1-3 16,0 0 5-16,2-2 7 0,0 2-3 15,0-1 3-15,0 0-15 0,0 1-14 16,2 0 10-16,5 2 4 0,-1 1-4 16,0-2 10-16,4 2-4 0,3-2-15 15,-3 4 19-15,4-5-3 0,1 2-1 16,-3-2-6-16,3 2 10 16,-3-1-10-16,1-1-11 0,-1 0 14 15,0 0-15-15,-3 0-1 0,1-1-1 16,-2 0-17-16,1-2-27 0,-1 0-62 15,-2 0-35-15,0 0-37 0,3-6-44 16,-1 1-98-16,-4 0-261 0,2-6-665 16</inkml:trace>
  <inkml:trace contextRef="#ctx0" brushRef="#br0" timeOffset="98745.02">19230 8982 50 0,'0'0'29'0,"0"0"-29"0,0 0-65 15,0 0 51-15,0 0 14 16,0 0 24-16,0 0 35 0,0 0 19 16,0 0 20-16,0 2 635 0,-4 0-450 15,2-1-156-15,-2 0-16 0,-2-1-4 16,4 2-9-16,0 0-4 0,-2-1 13 15,-1-1-3-15,5 0-23 0,-4 1-23 16,4-1-19-16,-2 0-13 0,0 0-6 16,0 2 22-16,2-2 74 0,-2 0-13 15,2 0 33-15,-2 0-1 0,2 0-19 16,0 0-65-16,0 0-51 0,-2 0-28 16,2 0-37-16,0 0-34 0,0 0-59 15,2 0-20-15,0 0-32 16,0 1-72-16,0 1-147 0,0-1-177 0,-2 0-176 15,-8-6 673-15</inkml:trace>
  <inkml:trace contextRef="#ctx0" brushRef="#br0" timeOffset="100248.98">18980 9024 87 0,'0'0'463'16,"0"0"198"-16,0 0-313 0,0 0-71 16,0 0-37-16,0 0-7 0,0 0-55 15,0 0-39-15,0 0-52 0,0 0-13 16,-6 6 0-16,6-6-10 0,0 0-19 15,2 0-3-15,0 0 44 0,0 0 20 16,-2 0-14-16,6 0-12 0,-1 0-4 16,1 1-6-16,0 0-13 15,4-1 9-15,1 2 23 0,1-1 5 0,-2 0 20 16,9 0-14-16,-4-1-5 0,7 1-27 16,-1-1-5-16,2 2 5 15,4 0-6-15,1-1-9 0,3 0-4 16,3-1-15-16,3 2 3 0,4-1 25 15,0 1-16-15,5-2-15 0,6 0-10 16,10 0 1-16,14 1-1 0,1 0 1 16,-5-1 2-16,-6 0-5 0,-6 4-16 15,0-2 15-15,-4 0-2 0,4 1-14 16,-4-2 13-16,3 3 3 0,-3-2-2 16,4 0 5-16,0-1 4 0,2-1-4 15,4 0 6-15,1-1-8 0,5-4 8 16,-2-2-5-16,2-1-1 0,3 0-3 15,-1-3 1-15,3 3-1 0,-3 0-15 16,1 1 12-16,-1 2-12 0,-2 1 16 16,3 3-19-16,-5-1 2 0,2 2 25 15,1 0-3-15,-3 3-5 0,2 1-4 16,1-1 0-16,-1 0-12 16,0-2 0-16,3-1 18 0,-1 0-8 15,1 0-10-15,1-4 0 0,-3 0 15 16,1 0-18-16,0-1 2 0,-1 2 10 15,-1 0-9-15,0 1 0 0,-1 0 12 16,-3 2-3-16,4 0-9 0,-3 0 22 16,3 0-13-16,0 2-9 0,1 0 15 15,-3 2-17-15,4 0 11 0,-6-1 0 16,5-1-11-16,-5 3 3 0,0-2-2 16,0 0 1-16,3 0 9 0,-1 0 0 15,0 3 0-15,3-1 0 0,-3 0-9 16,-2-1 9-16,0-1 3 0,-1 0-13 15,-1-1 1-15,-4-1 16 0,-2 1-7 16,-5 0-9-16,1 2 0 0,0-2 0 16,-4 2 0-16,1-2 18 15,-1 1-19-15,0 0 10 0,2-3-9 0,-11 3 15 16,-4-3-3-16,-6 0 1 16,-2 2-1-16,4-2-14 0,11 0 2 15,4 1 15-15,-3-1-18 0,1 0 2 16,-9 0 0-16,4 0 0 0,-8 0 1 15,-1 0 0-15,-1 0-1 0,-6-1 0 16,-3 1 0-16,-1 0-1 0,-4 0 1 16,1 0 1-16,-9 0-1 0,1 0-2 15,-2 0 1-15,-3 0 0 0,-1 0 0 16,-2 0 1-16,2 0-2 0,-2 0 0 16,2 0 0-16,-3 0-1 0,1 0 0 15,0 0 1-15,0 0 0 16,0 1 0-16,0-1-2 0,-2 0 0 15,0 0 0-15,-2 0-1 0,0 0 0 16,0 0-18-16,4 0-3 0,-1 0-7 16,-1 0 4-16,-2 0 9 0,4 0 3 15,-2 0 0-15,4 0 12 0,-4 0 0 16,4 0-9-16,-4 1 10 0,2-1-2 16,1 2-11-16,-3-2 14 0,-2 0-1 15,4 1 0-15,-2-1 0 0,4 2 1 16,-2-2 1-16,5 0 2 0,-3 0-1 15,-4 0 1-15,4 0 1 0,0 0 12 16,-2 0-14-16,3 0 2 0,-1 0-2 16,-2 0 0-16,0 0-1 0,2 0-1 15,0 0-2-15,3 0 0 0,-1 0 1 16,0 0 2-16,7 0 1 0,-5 0-1 16,4 0 0-16,3 0 1 0,-5 0 0 15,5 0-1-15,-7 0 0 16,3 0 0-16,1 0-1 0,-6 0 1 0,3 0 1 15,1 0 0-15,-8 0 2 16,5 0-3-16,-3 0 1 0,4 0 0 16,-2 0 1-16,-1 0-2 0,1 0 0 15,0 0-1-15,-2 0-1 0,-2 0 2 16,3 0-1-16,-3 0-2 0,0 0 0 16,-4 0-24-16,6 0-18 0,-6 0-10 15,0 0-15-15,0 0-18 0,0 0-15 16,0 0-34-16,0 0-56 0,0 0-146 15,0-2-278-15,0 1-493 0,0-3-710 0</inkml:trace>
  <inkml:trace contextRef="#ctx0" brushRef="#br0" timeOffset="102732.04">6888 9594 135 0,'0'0'55'15,"0"0"649"-15,0 0-297 0,0 0-169 16,0 0-46-16,0 0-66 0,0 0-25 16,35-7-17-16,-29 3 30 0,0 3 6 15,-2 0 16-15,0 0 2 16,-1 0 1-16,-1 1 16 0,2 0-8 0,-2 0-28 16,0 0-49-16,2 1-28 0,0 1-26 15,0-2 0-15,5 3-4 0,-1-3 1 16,4 2 6-16,3-2-16 15,-1 1 25-15,3 1 4 0,1-1 6 0,5 1 7 16,2 0 15-16,2 0-3 16,4 0-9-16,4-2 5 0,8 2-2 15,19-2-10-15,9 0-3 0,9-2 12 16,-3-4-12-16,1 0 0 0,-8 1-10 16,7-1 6-16,-5 0 1 0,3-2-4 15,1 3 8-15,-1-2-24 0,-1 1 10 16,0 2 19-16,-3 1-19 0,-1-1-3 15,0 2 9-15,-1-3 0 16,1-1 3-16,0 1-3 0,-2-2-6 16,1 2-6-16,-3-3 2 0,-2 3-5 15,0-2-13-15,0 2 9 0,0-2-9 16,-2 0 10-16,-2 0-10 0,0 0 0 16,-15 3 0-16,-5 0 0 0,-9 2 10 15,-4 0-11-15,4-1 1 0,4 0 0 16,0 2-1-16,-2 0 0 0,-6 0-2 15,-4 0 1-15,-5 1 0 0,-3-2-1 16,-3 1 1-16,-6 1-1 0,-2 0 1 16,-4 0 17-16,0 0 31 0,0 0-3 15,-2 0-21-15,-2 0-25 0,-2 0 0 16,0 0-16-16,2 0-5 0,-3 0-13 16,3 0-22-16,0 1-61 0,0 1-48 15,2 2-67-15,0 1-89 16,0 2-146-16,2-1-292 0,-4 2-594 0,53-41 260 0</inkml:trace>
  <inkml:trace contextRef="#ctx0" brushRef="#br0" timeOffset="104451.55">18854 14997 174 0,'0'0'150'16,"0"0"332"-16,0 0 78 0,0 0-296 16,0 0-199-16,0 0-64 0,0 0 74 15,0 0 45-15,0 0 23 0,0 0-4 16,0 2 0-16,0-2 17 0,0 0 5 15,4 3 13-15,0-1-17 0,1-1-25 16,1 2-30-16,2 0-9 0,4-3-23 16,1 1-29-16,1-1 19 0,9 0 4 15,0 0 3-15,2-2-7 0,4-1-7 16,4-2 1-16,2 0-7 16,6-1 0-16,7 0-9 0,14-2 0 0,12-1-4 15,5 3-2-15,-1-1-10 0,-3 0-7 16,-1 2-12-16,5 0 16 15,3 0 11-15,5-1-15 0,2 1 1 16,0 1-4-16,4 2 4 0,-4 1 2 16,-2 1 1-16,-3 0-6 0,1 3 2 15,-2 3-2-15,-3 3 2 0,1-3 1 16,-2 2-4-16,-1-1-9 0,-3 1 0 16,-1 1 0-16,-4-1 0 0,1-1-2 15,-5-2 1-15,2 1 0 0,-2-1-1 16,0 1 0-16,0-2 11 0,0 2 10 15,-1-6 25-15,3 4 12 0,0-4 24 16,-2 0 10-16,-2-4-35 0,-2 1-11 16,-2-1-26-16,2 3-6 0,-2-1 4 15,2 1-4-15,2-1-2 0,0 2-11 16,0 0 1-16,3 0-1 0,1 0 1 16,-2 2-1-16,0 0-1 0,0 3 11 15,0-1-11-15,0 0 2 16,1 4 10-16,-1-5-10 0,2 0 9 15,0 2-10-15,2 0 16 0,1-2-15 16,-1 0 10-16,-2 2-10 0,5-1 9 16,-7-1-11-16,4 3 2 0,-4 0-2 15,0-2 1-15,3-1-1 0,-1-2 11 16,4 2-9-16,0-3 16 0,-1 0-4 16,1 0-12-16,-2 0 0 0,-1 0 7 15,-1 0-10-15,-2 0-1 0,-2-3 0 16,0 3 1-16,0-1 1 0,0 1 12 15,-2 0 2-15,0 0 0 0,2 0 7 16,-4 0-10-16,0 0 6 0,2 0 1 16,-2 0-1-16,-4 0 3 0,2 1 7 15,2-1-7-15,-2 0-6 0,0 0 0 16,-3 0 7-16,5 0-19 16,-14 0-2-16,-9-1 0 0,-6 1 0 15,-6-1-1-15,4 1 0 0,4 0 0 16,0 0 1-16,-4 0 0 0,-8 0-1 15,-1 1 0-15,1-1 0 0,-7 1-2 16,1 1-16-16,-5-1-7 0,-8 1-5 16,4-1-7-16,-6-1 4 0,0 0-13 15,0 0-40-15,0 1-27 0,-2 1-4 16,-4 0-28-16,-12 0-180 0,-5 3-247 16,0 0-758-16,-37-3-997 15</inkml:trace>
  <inkml:trace contextRef="#ctx0" brushRef="#br0" timeOffset="105795.55">6656 14608 109 0,'0'0'557'0,"0"0"33"16,0 0-304-16,0 0-65 0,0 0-39 15,0 0-23-15,0 0-33 0,0 0-9 16,0 0-1-16,52 37-9 0,-46-35-7 16,4 3 3-16,-1-2-36 0,-1 0 4 15,4 0-20-15,1 0-6 0,1-2-13 16,5 0-6-16,-3-1-3 16,9 0-11-16,0 2 23 0,4-2-6 15,4 0 13-15,0 0-4 0,4 0-9 16,2 0 6-16,11-2 0 0,8 0 6 15,18-7 7-15,3 3 6 0,-3-4-10 16,-1 1 4-16,-7 5-10 0,0-1 3 16,3 0-12-16,-1 4 12 0,2 1-4 15,1 0-2-15,-5 0 3 0,6 1 3 16,3 1 0-16,1 2-10 0,3-3 19 16,2 2 4-16,-1-3-22 0,5 0 8 15,-2 0 10-15,-5 0-28 0,3-3-21 16,-4 0 11-16,-3-1-8 0,1 0 11 15,-7 0 1-15,-2 1-15 0,-8 3-1 16,-6 0 0-16,-17 0 1 0,-8 0-1 16,-2 0 1-16,0 3 0 0,6-2-1 15,-2 1 3-15,-4 1-1 0,-5-3 1 16,-5 1-1-16,-3-1 0 0,-9 0 0 16,-1 1 11-16,-2-1 18 15,-2 0 43-15,0 0-21 0,0 0-22 16,0 0-13-16,0 0-18 0,0 0-16 15,0 0-15-15,0 0-28 0,0 0-3 16,0 0 9-16,2 0-15 0,-2 0-41 16,4 0-36-16,0-1-32 0,2-2-66 15,0-1-168-15,1 0-323 0,-3-3-737 16,-37 26 566-16</inkml:trace>
  <inkml:trace contextRef="#ctx0" brushRef="#br0" timeOffset="107874.84">19879 8316 184 0,'0'0'143'16,"0"0"-133"-16,0 0 671 0,0 0-433 15,0 0-56-15,0 0-17 0,0 0-29 16,-49-23-19-16,43 18 3 0,-3 1-30 16,3-1-6-16,0 0-42 15,0-1-16-15,0 1 3 0,-1-1-39 16,-1 0-1-16,2-1-29 0,-2-1-63 15,-1-2-70-15,-1 1-21 0,-2-4-8 16,-1 0 23-16,-3-2 13 0,-5 0 16 16,2-2 19-16,-3 2 59 0,-3-3 42 15,-4 2 20-15,-2-1 26 0,-2-3 19 16,0 2 14-16,-2-3 42 0,-7 1-7 16,7-1-22-16,-4-3 3 0,-2 1-53 15,-1-2-20-15,-1-2-2 0,-11-3-2 16,-10-6-1-16,-10-7-23 0,-5 1 7 15,5-1 15-15,-1 5-24 0,7 2 27 16,-4-1 2-16,-1-1-1 0,-3-1 20 16,-9-1 32-16,4-1-26 0,-7 0 6 15,-5-3-15-15,2-1-4 0,-7 1-11 16,-1-1 8-16,0 1-10 0,-6-3-17 16,-5 4 15-16,2-3 2 15,-11 0-3-15,1 2 3 0,-6 1 3 16,-2-1 10-16,-3 3 39 0,-3 2 16 15,0 1-9-15,-2 2 22 0,-3 3 7 16,5 2-27-16,-3-1-35 0,-1 1-25 16,-2 1-1-16,-7 1-26 0,2 3-3 15,1 1-42-15,-7 2-40 0,-2 1 33 16,-4 2 20-16,-4 0 38 0,-1 0 20 16,1 2 13-16,-4 3-13 0,-9 2 62 15,5 1 13-15,-3 4-17 0,1 2-9 16,2 0 32-16,-3 3-81 0,7 1 0 15,4 1-1-15,1 1-2 0,8 0-26 16,-5 0 3-16,6 4-13 0,0 2-10 16,4 0-6-16,0 3 22 0,1-1 7 15,1 5 7-15,1 1 19 0,-1 2 0 16,2 1 13-16,5 3-12 0,2 2 22 16,-1 2-4-16,5 3-19 15,2 2-13-15,4 1-3 0,4 3-43 16,4 1-15-16,9 0 5 0,-1-1 37 15,3 1 19-15,8 0 13 0,4-2 19 16,4 2 11-16,4 2 41 0,6 1 10 16,5-4 4-16,8 7 12 0,0-3-2 15,2-1-31-15,6-1-2 0,10-7-7 16,11-5 3-16,8-4-12 0,2-5-27 16,0 6-19-16,-2-1-1 0,2 0-2 15,5-3-10-15,7-4-6 0,5-6-14 16,8-2-145-16,2-4-124 15,0 0-297-15,2 0 94 0,6-7-111 0</inkml:trace>
  <inkml:trace contextRef="#ctx0" brushRef="#br0" timeOffset="108230.74">8965 6759 1574 0,'0'0'341'0,"0"0"-299"0,0 0 42 0,0 0-19 15,0 0-23-15,0 0-3 16,0 0-39-16,0 0-17 0,0 0-6 0,0 0 5 15,-41 56 18-15,41-47 19 0,-2 3 1 16,0 2-8-16,0 1-12 16,-1 2-4-16,3 1 3 0,0 1-2 15,0 0 1-15,0 0-1 0,0 3 3 16,7-2 1-16,-1-1 0 0,4 1-1 16,3 1-16-16,1-2 12 0,5-4-18 15,3 1-30-15,9-3-81 0,5-4-212 16,-7-4-211-16,20-5-485 0</inkml:trace>
  <inkml:trace contextRef="#ctx0" brushRef="#br0" timeOffset="109649.27">19673 14859 350 0,'0'0'124'0,"0"0"-114"16,0 0 566-16,0 0-296 0,0 0-36 16,0 0-49-16,0 0-35 15,0 0-18-15,-17-38-28 0,17 38-66 16,0 0-15-16,0 4 25 0,0 1-3 16,0 2-7-16,-2 2 4 0,2 1-7 15,-2 2-22-15,-2 3-22 0,0 0 0 16,0 3 0-16,-7 6-1 0,-3 2-1 15,-5 5-34-15,-6 5-30 16,-10 11-6-16,-12 13 0 0,-15 11-10 0,-6 2 0 16,-7-6-26-16,3-7-10 0,2-7-36 15,-7-1-12-15,-8 1-14 0,1-1 22 16,-7-3 4-16,0-3-9 0,-4-1 28 16,-1-4-19-16,-3-3 6 15,-6-1-3-15,1 1 13 0,-5-1 137 16,-7 2 23-16,2-3 130 0,-8 1 23 15,3 1-58-15,-7-4-1 0,-3 3-23 16,-3-5 17-16,0 0 0 0,-3 2-13 16,1-4 45-16,-2 2-10 0,-5-1-6 15,7-2-33-15,1 1-51 0,1-4-40 16,2-1 29-16,-2 0 7 0,-1-1 13 16,1-2-26-16,0 0-13 0,6-3 0 15,-5-1-13-15,3-4 0 0,0-3-16 16,-2-3 13-16,-2 1-17 0,3-3-2 15,-1-2-21-15,0 0 8 0,-2-3 2 16,-5-1 4-16,3 0 29 0,-3 0 6 16,3-2-6-16,0-2-13 0,-3-1 13 15,1-2 17-15,-1-2-15 0,5-4 14 16,8-2 20-16,-2-5 19 0,4-4 10 16,-2-2-33-16,4-5-6 15,-2-3-13-15,6-4-13 0,1-5-1 16,1-4-1-16,-2-2-14 0,4-2-17 15,-1-5 11-15,-1-2-8 0,7-5 27 16,-3-1-46-16,1-2-97 0,3-2-46 16,3-2 0-16,1 1 82 0,5-2 15 15,0 0 60-15,6 5 12 0,2 1 19 16,5 2 3-16,-1 3-2 0,0 1 0 16,-2 4 2-16,7 2 0 0,-5 5-3 15,6 6 2-15,-1 2-24 0,5 8-13 16,5 2 23-16,2 7-10 0,8 3 22 15,10 5-12-15,9 3 13 0,12 4-39 16,4 0-66-16,-4 0-13 0,0 0-123 16,2 1-102-16</inkml:trace>
  <inkml:trace contextRef="#ctx0" brushRef="#br0" timeOffset="110130.58">9881 14579 803 0,'0'0'547'0,"0"0"-261"0,0 0-169 16,0 0 4-16,0 0 8 0,-56 60 1 15,39-50-13-15,1-1-10 0,-3-1-27 16,3 2-18-16,-5-2-11 0,0-1 4 16,-1 1-26-16,-1 1-26 0,0-1 16 15,-2 0-4-15,1 2-15 0,-3 0 0 16,2 0 0-16,-2-2 3 0,2 1-3 15,0-1 0-15,-1-1-12 0,-1 0 12 16,2 2 1-16,0-3-1 0,2 1 0 16,5 2-1-16,-1 2-1 15,5 0-40-15,1 1 13 0,3 2 29 0,4 5 17 16,4 0 29-16,2 4-1 0,2 4-7 16,4 4-6-16,6 7 1 0,7 9-14 15,2-4-19-15,3 4 0 0,5 2-2 16,0-10-14-16,6 5-29 15,3-5-113-15,-1-6-104 0,-8-12-195 16,10 2-359-16</inkml:trace>
  <inkml:trace contextRef="#ctx0" brushRef="#br0" timeOffset="120668.29">18738 9309 112 0,'0'0'0'0,"0"0"-3"16,0 0 3-16,0 0 0 0,0 0 19 16,0 0-19-16,0 0-3 0,9-8-23 15,-7 8 26-15,-2-1 25 0,2-2 4 16,2 3 4-16,-4 0-1 0,0-1 37 15,0 1 394-15,0 0-186 0,-4 0-127 16,2 0-33-16,0-1-26 0,0 0-23 16,0 0-12-16,-3 1-11 15,5 0-12-15,-2 0 15 0,2 0 11 0,-2-1-14 16,2 1 7-16,0-2 17 0,-2 2 21 16,0 0 17-16,0 0 1 15,0 0-31-15,-2 0-12 0,-2 2-29 0,4-1-4 16,-7 2 0-16,5 1-30 15,-4 2 14-15,-2 0-16 0,3 1-3 16,-1 2-10-16,0 0 10 0,-2 0-26 16,3 2 28-16,1 1-12 0,0 1 11 15,0 1 1-15,0 1-2 0,3 0-1 16,3 2 1-16,0 0-10 0,0 1-3 16,7-2 3-16,3-1 10 0,-2 1-10 15,3-4-1-15,5-3 12 0,1-1 2 16,1-5 0-16,1 0 3 0,2-3 13 15,-1-3 10-15,-1-3-7 0,-1-4 14 16,-3 1 25-16,-1-1 26 0,-1 0 10 16,-1-3 5-16,-1 1 1 0,-5-3 19 15,2 1-10-15,-4-1-10 0,4 0-22 16,-6-1-10-16,1 0-3 0,-3 2-10 16,0 1-9-16,-5 0-7 0,-3 0-10 15,2 4-9-15,-4-3-6 0,-3 5-13 16,-1-2 0-16,-1 0-29 15,1 5 14-15,-3 0-14 0,3 3-22 16,-3 1-41-16,3 0-42 0,1 5-29 16,1 2-78-16,4 5-88 0,-1-2-147 15,5 0-181-15,0 7-358 0</inkml:trace>
  <inkml:trace contextRef="#ctx0" brushRef="#br0" timeOffset="121423.89">18722 10087 127 0,'0'0'95'16,"0"0"-46"-16,0 0 599 0,0 0-290 15,0 0-117-15,0 0 3 0,0 0-39 16,0 0-27-16,-19-53-32 0,17 53 3 15,-2-3-11-15,-2 3-15 0,-2 0-49 16,3 0-42-16,-5 3-13 0,0 3-6 16,-1 3-13-16,-1 4-15 0,-4 1 13 15,3 6 0-15,-3-3-11 0,-1 6 10 16,5-2-10-16,-1 0 11 16,3 0-11-16,6-2 0 0,0-3-3 0,2 0 0 15,2 0 13-15,4-1 1 0,2-2-2 16,6 0-7-16,3-2 11 0,1-3 0 15,5-2-16-15,2-4 16 0,2-2 19 16,-3-2 0-16,7-4-16 0,-6-2 23 16,0-3-3-16,-3 3-4 15,-5-4 13-15,1 1 4 0,-3 1 50 16,-9-2 30-16,4 2 5 0,-4-2-3 16,-2 2 3-16,-2-2-10 0,0 2-19 15,-8-1-22-15,2 0-10 0,-4 1-26 16,-3-2-15-16,-1 3-16 0,-1 0-3 15,-3 3-19-15,1 0-12 16,1 4-10-16,-1 2-3 0,3 0-48 0,1 0-57 16,1 0-26-16,6 5-49 0,1 1-49 15,-1 3-159-15,6-3-285 16,-2 10-568-16</inkml:trace>
  <inkml:trace contextRef="#ctx0" brushRef="#br0" timeOffset="122208.97">18695 10908 236 0,'0'0'59'0,"0"0"736"0,0 0-405 16,0 0-136-16,0 0-49 0,0 0-37 15,-54 29-41-15,46-23-37 16,-2-2-6-16,3 2 4 0,-1 0-17 0,2 3-23 16,2-1-9-16,-4 3-10 0,1 1-4 15,7 1-8-15,-4 3-14 16,0 0 10-16,2 2-13 0,0 1-1 15,2 0 0-15,0-1 1 0,2 0-4 16,4-4 1-16,0-2-16 0,9-1 6 16,-3-2-22-16,3-4 22 0,1-2 13 15,3-1 1-15,0-2-1 0,1 0 1 16,1-5 12-16,2-3 0 0,-1-2-3 16,-1-2-10-16,0 1-1 0,-1-1 1 15,-5-2 26-15,-1 0-4 0,-3 1 4 16,-1 0 6-16,-8-2 26 15,0 1 55-15,-2 0 28 0,0 1-23 16,-2-3-38-16,-4 4-17 0,-2-1-18 16,-9 0-29-16,5 2-16 0,-5 3 0 15,-1 2-26-15,-3 4-5 0,4 2-11 16,-1 0-15-16,1 2-61 0,1 4-36 16,3 5-29-16,1 1-101 0,6 1-101 15,1-4-206-15,-1 7-404 0</inkml:trace>
  <inkml:trace contextRef="#ctx0" brushRef="#br0" timeOffset="122963.9">18693 11753 295 0,'0'0'0'0,"0"0"717"16,0 0-281-16,0 0-124 0,0 0-78 16,0 0-46-16,0 0-39 0,-52-3-1 15,44 6-31-15,-2 2-5 0,1 1-21 16,-1 1-21-16,2 2-12 0,-5 5-19 16,7 3-14-16,-2 0-9 0,0 6-16 15,-1 2-1-15,7 2 0 0,-2 1 0 16,2 0-1-16,0 0-1 15,2-1-10-15,4-4 10 0,0-2-13 0,7-2-4 16,-1-6-47-16,2-2 45 0,7-4-4 16,-5-5 0-16,9-2 4 15,0-2 22-15,-2-9 1 0,6-2 18 16,-5-5-6-16,1 2 6 0,2-3-16 16,-5 0 13-16,-5-2 13 0,1 3-3 15,-5 1 6-15,-3 1 29 0,0-1 48 16,-6 2 51-16,-2 1-4 0,0 0-36 15,-2 2-25-15,-8 1-9 0,2 1-26 16,-5 2-16-16,1 1-16 0,-5 3-28 16,1 4 0-16,-3 0-28 0,1 0-7 15,-1 9-15-15,-2 0-4 0,5 1-35 16,-1 0-37-16,5 0-5 0,2 3-28 16,1-4-27-16,5 1-100 0,2 0-169 15,2-4-227-15,0 5-526 0</inkml:trace>
  <inkml:trace contextRef="#ctx0" brushRef="#br0" timeOffset="123705.95">18641 12661 40 0,'0'0'157'0,"0"0"-108"0,0 0-30 16,0 0 14-16,0 0 391 0,0 0-190 15,0 0 10-15,0 0 14 0,0 0-11 16,-4-52-4-16,2 49-3 16,-2 0 0-16,0 2-30 0,0 0-43 0,-3 1-32 15,5 0-26-15,-2 0-19 16,-4 1-17-16,4 6-19 0,-4 2-18 16,-1 0-17-16,1 5-3 0,2 6 0 15,0-1-14-15,-5 4 0 0,9 1-2 16,-2 1 0-16,0-1-1 0,4 1 0 15,0-4-1-15,4-2-11 0,2-2 10 16,5-3-13-16,-1 0 0 0,2-4-16 16,5-3-29-16,-1 1-6 0,3-5 22 15,2-3 7-15,-1 0-13 0,3-3 15 16,-4-5 33-16,4 1 3 0,-3-3 3 16,-3-4 13-16,-1 3 7 0,-5-1 6 15,-1-1 9-15,-4-1 36 0,0 2 34 16,-4-1 1-16,-2-1 34 0,0 1-20 15,-4 1-19-15,-6-2-19 0,4 1-25 16,-5 0-13-16,-5 1-22 16,6 2-25-16,-7-1 0 0,3 3-22 15,-1 2-6-15,1 1-16 0,-1 3-28 16,1-1-45-16,3 3-48 0,3 0-64 16,0 3-65-16,4 1-114 0,4 0-282 15,-2 7-453-15</inkml:trace>
  <inkml:trace contextRef="#ctx0" brushRef="#br0" timeOffset="124442.07">18710 13454 365 0,'0'0'271'0,"0"0"527"0,0 0-385 16,0 0-121-16,0 0-75 0,0 0-56 16,0 0-54-16,0 0-17 0,0 0-6 15,-52 27-27-15,44-19 1 0,5 1-3 16,-5 3-4-16,0 0-9 0,0 5-1 16,-1-1-2-16,-1 1-7 0,2 1 16 15,-5 1-32-15,7 0-14 0,-2 2-2 16,4-2-13-16,0 0 10 0,0 1-23 15,4-2 7-15,0 1-3 0,2-2-4 16,4-1 4-16,0 0 6 0,4-4-13 16,3-1-10-16,-1-2 1 0,-2 1-7 15,9-5-9-15,-4-1 12 0,1-2-10 16,1-2 7-16,1-2-29 0,-3-3 19 16,3-7 29-16,-3 1 26 0,5-2 4 15,-7-1 18-15,5-3 14 16,-5 1-10-16,-3 3-10 0,1-2 29 15,-7 3 71-15,0 1 25 0,-4 0 19 16,0 1-4-16,-4-2-25 0,-3 2-36 16,-3-5-38-16,-2 1-39 0,-3 0-18 15,-1 0-25-15,-5-1-10 0,2 2-32 16,3 0-114-16,-1 0-94 0,1-2-198 16,8 6-537-16</inkml:trace>
  <inkml:trace contextRef="#ctx0" brushRef="#br0" timeOffset="131795.76">21310 9204 190 0,'0'0'33'0,"0"0"-33"0,0 0 36 16,0 0 994-16,0 0-675 0,0 0-59 15,0 0-24-15,0 0-58 0,0 0 12 16,-8-5-8-16,8 5-51 0,0 0-64 16,0 0-33-16,0 0-9 0,4-3 50 15,2 2 51-15,0-1-26 16,7 0-28-16,3-2-20 0,1-1-7 16,3 1-2-16,7 0-16 0,-2-2-22 0,2 1-13 15,2 2-9-15,-6 0-19 0,-1 3 0 16,-1-1-3-16,-7 1 1 15,-3 0-10-15,-1 0-7 0,-4 1-24 16,-2 0-37-16,-4 3-26 0,0-3-33 16,0 4-19-16,0-1-54 0,-4 2-88 15,0 1-140-15,2-3-246 0,-10 4-597 0</inkml:trace>
  <inkml:trace contextRef="#ctx0" brushRef="#br0" timeOffset="132272.88">21322 9317 60 0,'0'0'143'0,"0"0"258"0,0 0 622 16,0 0-747-16,0 0-59 0,0 0 13 0,0 0-55 15,0 0-66-15,0 0-73 16,0 0-33-16,0-2 32 0,7-1 59 16,-1 3 6-16,6-3-4 0,1 1-3 15,1-1-13-15,5 3-20 0,-1-3-12 16,5 3 6-16,-2-1 7 0,1 1 22 15,1 0 2-15,0 0 1 0,-2 0-7 16,1 0-20-16,-7 0-11 0,-1 0-7 16,-1 1 0-16,-5 1-4 0,-2-1 4 15,-4 1 0-15,-2-1 0 0,0 3 40 16,0 0 91-16,-4 1-8 0,-4 4-130 16,-3 2-34-16,1 2-12 0,-2 2 8 15,-1-1-23-15,1 1-1 16,2-1-6-16,-1-3-35 0,5-1-27 15,0-1-38-15,2-3-45 0,2-2-73 16,0 1-135-16,2-4-84 0,-3-1-39 16,3 0-106-16,-4 0-201 0</inkml:trace>
  <inkml:trace contextRef="#ctx0" brushRef="#br0" timeOffset="132540.11">21347 9407 167 0,'0'0'1888'16,"0"0"-1344"-16,0 0-283 0,0 0-191 15,0 0 59-15,0 0 47 0,0 0 8 16,0 0-9-16,0 0-33 0,54 12-19 16,-38-12-45-16,3 0-21 0,2 0-23 15,1 0-18-15,-1-6-16 0,-2 3-1 16,-1-3-15-16,-1 2-34 0,-5 1-75 15,-3 2-55-15,-3-2-36 0,-4 3-35 16,-2 0-54-16,0 0 103 0,-4 0-208 16,-3 0-591-16,-7 0-286 0</inkml:trace>
  <inkml:trace contextRef="#ctx0" brushRef="#br0" timeOffset="132807.43">21393 9324 37 0,'0'0'137'0,"0"0"1842"16,0 0-1546-16,0 0-101 0,0 0-76 15,0 0-103-15,0 0-42 0,0 0-3 16,0 0-6-16,0 0-17 0,-13 12 3 16,9 1 32-16,-4 5-14 0,2 3-14 15,-7 7-14-15,1 0-16 0,-1 3-9 16,-1 1-1-16,-3-2-11 0,1 1-10 15,3-5-16-15,-1 0-14 0,4-2-1 16,-1-5-12-16,3 0-7 0,2-5-27 16,4 0-69-16,2-6-56 0,0 0-75 15,2-2-76-15,2-2-89 0,4-3-87 16,-4-1-198-16,5-2-503 0</inkml:trace>
  <inkml:trace contextRef="#ctx0" brushRef="#br0" timeOffset="133606.14">21488 9469 118 0,'0'0'82'0,"0"0"524"0,0 0 533 16,0 0-682-16,0 0-57 15,0 0-25-15,0 0-56 0,0 0-88 0,0 0-39 16,0 0-53-16,-15 3-49 16,5 6-34-16,-2 1-25 0,-5 3-12 15,0 2 6-15,1 1 0 0,-3 0 9 16,1-3-9-16,3-1-25 0,1 0 0 15,1-1-19-15,3-3 1 0,0-3 2 16,6 1-24-16,-1-5-57 0,3 1-54 16,2-2-85-16,0 0-77 0,4 0-12 15,3-1 34-15,1-6 46 0,0 1 6 16,5-2 6-16,-1-4 74 0,-4 1 71 16,5 3 88-16,-7 0 10 0,0 1 175 15,-2 0 51-15,-2 4 42 0,-2-1 38 16,0 3 45-16,0 0-11 0,0 1-79 15,0 0-67-15,0 0-60 0,0 0-73 16,2 2-71-16,-2 3 0 0,0 5 0 16,0 1 28-16,0 5 0 0,0 2-12 15,0 0-14-15,0-2-1 0,4 1-1 16,-4-4-3-16,0 0-16 0,3-2-27 16,-3-2-48-16,2-2-62 15,0-3-55-15,0 0-117 0,2-3-134 16,-2-1-117-16,0 0-420 0,0-1-47 0</inkml:trace>
  <inkml:trace contextRef="#ctx0" brushRef="#br0" timeOffset="134339.97">21397 9580 50 0,'0'0'720'0,"0"0"386"16,0 0-817-16,0 0-31 0,0 0-83 15,0 0-62-15,49-36-10 0,-38 32-33 16,-1 1-5-16,5-1 8 0,-3 2 4 15,0-3-6-15,-3 3-30 16,1-2-22-16,-2 3-17 0,-8 0 2 16,4 1-1-16,-4 0 22 0,0 0 36 15,0 0 25-15,0 0-8 0,-4 0-78 16,4 0-2-16,-6 1 2 0,2 2 15 16,-2 1 13-16,2 2-12 0,1 0 16 15,-1 1 9-15,0 1-9 0,2-1-1 16,-2-2-5-16,2 0-1 0,-2 1-3 15,-2 0-9-15,1-1-13 0,1 2-4 16,-4 0-24-16,2 0-29 16,-2 0-28-16,1-1 6 0,1-1 6 0,0 1 18 15,6-3 24-15,-4-2 12 16,4 0-4-16,0 0-28 0,0-1 19 0,0 2 30 16,4-2 2-16,0 0 19 15,2 0 10-15,-2 0 9 0,3 0 29 16,-1-2 0-16,0 1 6 0,0 0-13 15,-2-3-3-15,3 2 22 0,-3-2-25 16,2 2-20-16,0-2-8 0,-4 2-14 16,4-3-10-16,-1 3-2 0,-1-2-2 15,2 4-10-15,-4-1-14 0,0 0-15 16,-2 1-31-16,0 0 26 0,0 0 44 16,-2 0 1-16,-2 3-132 0,-2 2-38 15,-3 2 18-15,-1 1 25 0,0 0-4 16,-1 5 10-16,-1-4-7 0,0 1 26 15,1 0 45-15,1-1 58 16,2 0 6-16,-1-5-3 0,5 2 48 0,0-2 81 16,2-2 23-16,0-2-24 0,2 0-28 15,0 0-42-15,0 0-4 0,4 0 30 16,-2 0 62-16,2 0-13 0,0 0-31 16,5 0-36-16,-3-1-6 0,4-3-22 15,-2 1-13-15,1-1-25 16,-3 0 0-16,2 1 0 0,0-3-3 15,-1 3 0-15,-1-2-35 0,2 1-34 16,-4 1-10-16,2 0-3 0,1-2 9 16,-1 3 32-16,0 0 16 0,-2-1 2 15,2-1 1-15,1 0-3 0,1 0-1 16,0-3-15-16,0 1-26 0,3 0-38 16,-1-2-62-16,0 0-83 0,1-3-76 15,1 0-225-15,-4 4-278 0</inkml:trace>
  <inkml:trace contextRef="#ctx0" brushRef="#br0" timeOffset="137759.51">21715 9216 99 0,'0'0'98'15,"0"0"-62"-15,0 0 1043 0,0 0-627 16,0 0-72-16,0 0-27 0,0 0-111 15,0 0-43-15,0 0-23 0,0 0-29 16,0 0-42-16,-43 0-105 0,43 0-22 16,4-3 22-16,2 2 81 0,4-3 11 15,1 2-4-15,3-3-31 0,5 1-22 16,-3 0-22-16,5 0-10 0,-2 0-1 16,-1 0 1-16,-1-1 9 0,-7 3-12 15,-2 0 0-15,-1 1 12 0,-5 1 1 16,-2 0 28-16,0 0 38 0,0 0 27 15,-7 0-56-15,3 0-50 0,-6 0-14 16,2 3-8-16,-7-1-13 0,3 4 13 16,-1-1 4-16,-1 1-1 15,2 0 17-15,-3-1 2 0,3 1 1 0,1 0 27 16,3-2 10-16,0 1-4 16,2 0-3-16,1-2 2 0,1 2 4 15,0 0-5-15,0-2 2 0,2 2 0 16,0 1 7-16,2 0-4 0,-2 2 0 15,2 1 10-15,-2 1 9 0,0 4 9 16,0 4 12-16,0 3-6 0,-1 7-25 16,-1 2-3-16,0 6-15 0,0-1-13 15,0-1-14-15,2-3 1 0,0-3-1 16,2-5 0-16,0 0-1 16,0-6-3-16,0-3-37 0,0-3-31 15,2-1 0-15,0-3-21 0,0-2-41 0,2-1-20 16,-2-1-26-16,2-3-63 15,-4 0-103-15,4 0-108 0,-4-6-43 16,0-1-93-16,0 0-228 0</inkml:trace>
  <inkml:trace contextRef="#ctx0" brushRef="#br0" timeOffset="138060.26">21632 9426 47 0,'0'0'746'0,"0"0"325"0,0 0-731 16,0 0-58-16,0 0-40 0,0 0-49 15,23-50-23-15,-17 46-14 0,5 0-6 16,-1-1 6-16,2 3-17 0,1 0-22 16,-1 0-20-16,1 2-19 0,-1 0-12 15,0 2-2-15,-3 4-11 16,3 1-6-16,-4 5-4 0,-1 3 10 0,-1 4 3 16,-6 3-7-16,4 3-18 15,-4 0-15-15,0 3 0 0,0-5-15 16,-4 0 0-16,4-2 0 0,-4-1-1 15,4-5-1-15,-2-2-15 0,2 0-6 16,-2-3-27-16,2-4-10 0,-3 0-25 16,3-3-35-16,0-2-57 0,0 1-63 15,-2-2-52-15,0 0-9 0,0-4-101 16,-2-3-288-16,0 4-298 0,-4-8 163 0</inkml:trace>
  <inkml:trace contextRef="#ctx0" brushRef="#br0" timeOffset="138599.94">21670 9519 57 0,'0'0'218'0,"0"0"972"15,0 0-634-15,0 0-132 0,0 0-63 16,0 0-66-16,0 0-116 0,0 0-140 16,0 0 18-16,0 0 38 0,-15-40 10 15,25 40-1-15,1-1-3 0,-1 1-13 16,3 0-15-16,-3-2-23 0,-4 2-19 16,4 0-28-16,-3 0-1 0,-7 0-1 15,4 0-1-15,-4 0-2 16,0 3-10-16,0 0 9 0,0 3 2 0,-4 1-21 15,4 4-16-15,-4 1 19 16,-1-1 0-16,1 0 4 0,0 2 2 16,0-3 13-16,2 1 2 0,-2-2 20 15,-2 1-3-15,1-2 6 0,1 1-6 16,0-1 0-16,0-2-1 0,0 0-14 16,-2 0-1-16,2 1-3 0,1-1 0 15,-3 0-1-15,2-1-1 16,-2-2 2-16,4 2 0 0,0-3 2 0,0 0 10 15,0 0-9-15,2-2 1 0,-2 0 11 16,2 0-14-16,0 0-1 0,0 0-12 16,0 0-7-16,0 0-28 15,-2 0-9-15,2 0 21 0,-3 0 19 16,1 1-18-16,2 0 18 0,0 1 16 16,0 1 2-16,0-2 0 0,0 1-1 15,0-1-1-15,0 0 0 0,0 0 16 16,0-1 6-16,0 1 0 0,0 1-6 15,0-2 9-15,0 2 6 0,0-2 19 16,2 1 1-16,3-1-4 0,1 0-6 16,2 0-1-16,0 0-12 0,5 0-12 15,-1 0-16-15,3 0 0 0,-1 3 0 16,3-3-2-16,1 0-14 0,-1 0-43 16,1 0-45-16,-1-3-50 0,-1-2-57 15,1-1-138-15,0-2-186 0,-5 2-534 16,0-5-633-16</inkml:trace>
  <inkml:trace contextRef="#ctx0" brushRef="#br0" timeOffset="138892.04">22201 9121 909 0,'0'0'1626'15,"0"0"-897"-15,0 0-325 0,0 0-199 16,0 0-127-16,0 0-22 0,0 0-1 16,0 0-15-16,6 58-15 0,-4-44-12 15,-2 0-12-15,2 1-1 0,-2-2-19 16,0-1-47-16,-2-2-72 0,-4 3-83 15,0-3-86-15,-5-2 16 0,-1 1-262 16,2-5-189-16,-9 1-450 0</inkml:trace>
  <inkml:trace contextRef="#ctx0" brushRef="#br0" timeOffset="139066.39">22007 9286 21 0,'0'0'94'16,"0"0"1146"-16,0 0-526 0,0 0-148 15,0 0-42-15,-56 2-136 0,52 5-157 16,-1 4-92-16,3 3-33 0,0 3-33 15,2 3-20-15,0 2-15 16,2-1-14-16,3 0-24 0,1-4 0 0,2-2-21 16,0-3-54-16,-2-2-102 15,1-4-62-15,1 0-71 0,-6-4-106 0,4-1-109 16,-6-1-289-16,0 0-292 0</inkml:trace>
  <inkml:trace contextRef="#ctx0" brushRef="#br0" timeOffset="139318.45">21963 9378 90 0,'0'0'124'0,"0"0"1097"0,0 0-646 16,0 0-141-16,8-56-15 0,1 47-89 16,7-1-46-16,-3 1-9 0,3 0-36 15,5 0-44-15,2 2-52 0,3 1-44 16,-1 1-25-16,0 4-15 0,4 1-4 16,0 0 1-16,-2 0-13 0,-2 4-22 15,-3 3-5-15,-1-1-16 0,-2 2 3 16,-5 3-1-16,-4-1-2 0,-3 4 2 15,-5 0 0-15,-2 1 20 0,-4 2-16 16,-5 2-6-16,1-1-65 0,-11 1-27 16,7-2-59-16,-2-2-32 0,1-1-7 15,-1-4-37-15,3-2-111 0,1-2-70 16,2-4-76-16,-1 0-209 0,-3-2-575 16</inkml:trace>
  <inkml:trace contextRef="#ctx0" brushRef="#br0" timeOffset="139669.11">22153 9417 112 0,'0'0'541'0,"0"0"750"0,0 0-821 16,0 0-67-16,0 0-66 0,0 0-111 16,0 0-70-16,0 0-52 0,0 0-31 15,0 0-45-15,-43 9-12 0,31 5 16 16,-3 2 2-16,3-3-9 0,-1-1-21 16,3-4 11-16,4-2-2 0,2 0-11 15,2-3-2-15,2-1-2 0,0-2-74 16,0 0-40-16,4 0 78 0,2-5 38 15,4-1 22-15,5-2 0 0,-3-1-19 16,3 2-1-16,-1-1 0 0,5 1 14 16,-5 0 3-16,3 2 47 0,-5 1 13 15,0 2-10-15,-1 1 3 0,-3 1-18 16,-2 0-10-16,-2 1-10 0,-2 7 16 16,-2 2 28-16,-2 2 105 0,-6 1-50 15,-2 5-75-15,-5 2-33 16,-3 0-9-16,-3 1-14 0,-2 0-2 15,1-1-1-15,-3-1-46 0,0-2-24 16,6-1-46-16,-3-1-35 0,5-7-22 16,3 1-56-16,3-6-88 0,3-1-147 15,4-2-127-15,0-2-566 0,4-8-192 16</inkml:trace>
  <inkml:trace contextRef="#ctx0" brushRef="#br0" timeOffset="139885.29">22050 9524 1198 0,'0'0'807'0,"0"0"-167"15,0 0-88-15,0 0-151 16,0 0-139-16,0 0-108 0,0 0-75 16,0 0-4-16,0 0-3 0,0 0-7 15,39-5-9-15,-26 12-25 0,1 2-13 16,1-1-16-16,-1 0-1 0,7-2-1 16,-5 0-12-16,3-1-19 0,-1-2-40 15,-1 0-51-15,0-1-54 0,-5 2-37 16,-2-2-50-16,-4 1-78 0,-3 0-40 15,-3 2 17-15,0 1-12 0,-3-4-254 16,-7 2-370-16</inkml:trace>
  <inkml:trace contextRef="#ctx0" brushRef="#br0" timeOffset="140122.04">22151 9642 230 0,'0'0'1479'0,"0"0"-973"16,0 0-121-16,0 0-108 0,0 0-72 15,-22 51-13-15,22-40-8 16,0 0-41-16,0-2-45 0,2-1-3 15,4 0-26-15,-2-2-28 0,4-3 3 16,0-1-10-16,3-2 1 0,-1 0-10 16,3 0-2-16,-1-5-4 0,0-1 3 15,1-2-4-15,-5 0-5 0,0-1 5 16,-4 0 14-16,1-1 8 0,-5 0 16 16,0-1-3-16,0-1-10 0,-9 0-15 15,3 3-10-15,-4 0-18 0,-3 2-25 16,-1 5-99-16,-1-1-105 0,1 2-79 15,-1 1-139-15,3 0-285 0,-2 0-1084 16</inkml:trace>
  <inkml:trace contextRef="#ctx0" brushRef="#br0" timeOffset="141067.35">22765 9240 177 0,'0'0'1160'0,"0"0"314"0,0 0-987 16,0 0-229-16,0 0-103 0,0 0-10 16,0 0 49-16,0 0 51 0,0 0-103 15,0 0-74-15,-47 55-6 0,24-32-10 16,-4-1-5-16,-4 1-20 0,0 2-8 15,0 0-4-15,2-3-4 0,2-1-11 16,4-2-3-16,3-4-15 0,5-1-7 16,5-6-15-16,6 0-43 15,0-3-47-15,4-2-43 0,6-2 1 16,4-1 30-16,1 0 42 0,1-3 24 16,5-3-12-16,1-2-26 0,-1-1-16 15,-3-1 12-15,1-1 48 0,-3 1 44 16,-2 2 26-16,-1 0 15 0,-3-1 8 15,-2 0 5-15,0 3 17 0,-2 0 22 16,0 1 3-16,0 2-13 0,-2 0 3 16,2 1 19-16,-2 2 12 0,0-1 1 15,0 1-26-15,0 0-29 0,0 0-15 16,0 0 3-16,0 0 7 0,0 0-6 16,0 0-7-16,0 0-7 0,0 0 1 15,0 0 5-15,0 0-2 0,0 0 9 16,0 0 15-16,0 0 13 0,0 0 6 15,0 0-6-15,0 0-19 0,0 0-6 16,0 0 9-16,0 0 3 16,0 0 1-16,0 0-7 0,0 0-10 15,0 0-2-15,0 0-4 0,0 0-15 16,0 0-1-16,0 0 1 0,0 0 9 16,0 6-10-16,0 4 23 0,0 5 42 15,0 4 16-15,0 3-9 0,0 3-32 16,-2 4-14-16,0 1-7 15,2-1-2-15,0-2-17 0,0-1 1 0,0-2-1 16,0-2-2-16,0-5 0 0,4-2-19 16,-2-3-51-16,5-1-43 0,-5-5-69 15,2 0-40-15,0-2-39 0,2-3-104 16,2-1-177-16,-3-3-199 16,3-9-767-16</inkml:trace>
  <inkml:trace contextRef="#ctx0" brushRef="#br0" timeOffset="141953.51">22850 9243 1312 0,'0'0'1562'0,"0"0"-993"0,0 0-297 16,0 0-215-16,0 0 122 0,0 0 19 15,50 0-42-15,-32 0-54 0,3 0-30 16,4 0-11-16,2 0-11 16,-5 0-13-16,-1 1-22 0,2 0-15 0,-9 0-12 15,-1 0-65-15,-5 1-56 16,-4 0-60-16,-4 0-20 0,-2 2 49 0,-4 3-85 16,-11-1-161-16,5 2-10 0,-5-1 33 15,1-2 82-15,-1 1 149 16,3-3 156-16,1-1 59 0,3 1 126 15,4-1 22-15,2-1 6 0,2-1 29 16,2 2-11-16,0 0-62 0,0 0-83 16,0 3 83-16,0-2 37 0,2 2-36 15,0 0-48-15,0 1-11 0,0-3-5 16,0 4-31-16,-2-1-13 0,0 2-9 16,0 0-1-16,-4 3-8 0,-2 2-23 15,-7 1-5-15,1 1-14 0,1 0 0 16,1-2-1-16,-2 0-1 0,5-4 0 15,3-2-1-15,2-3-11 0,-2 0-10 16,4-2-6-16,0-1 0 16,0 0 13-16,0 1 15 0,4-2 2 15,-2 0 19-15,0 0 1 0,2 0-6 16,1 0-1-16,-1 0-12 0,4-2 16 0,2-1-4 16,-3-2-14-16,3 0 18 15,0 1-7-15,5-2 19 0,-5 0-6 16,5 1-4-16,-5 1-9 0,0 1-11 15,1 0-1-15,-7 3-2 0,2 0 2 16,-4 0 0-16,0 0 1 0,0 0 2 16,-2 0 0-16,0 0 12 0,0 0 7 15,0 0-1-15,0 0 7 0,0 0-7 16,0 0-9-16,0 0-8 16,0 0-4-16,0 2-3 0,-2-1-27 0,0 3-62 15,-2-1 21-15,0 2 30 16,2-4-2-16,-7 2-3 0,5-1 15 15,-2-1 12-15,2-1 1 0,0 0-7 16,0 0-9-16,4 0 3 0,-2 0 28 16,2 0 3-16,0 0 1 0,0 0 11 15,0 0 0-15,0 0 10 0,0 0 25 16,0 0 8-16,0 0-8 0,0 0-13 16,0 5-3-16,0 0-13 0,0 6 75 15,0 5-7-15,0 3-25 0,-3 2-5 16,3 4 2-16,-4-1 9 0,2 1-12 15,2 0-21-15,0-3-31 0,0-2-1 16,-2-1 0-16,2-1-2 0,-2-2 0 16,0-2-31-16,-2 0-27 0,2-3-18 15,-2 1-22-15,2-4-53 0,-2-3-46 16,1 0-55-16,3-3-112 0,-2-2-180 16,-2 0-85-16,2-3-554 15,-2-8-254-15</inkml:trace>
  <inkml:trace contextRef="#ctx0" brushRef="#br0" timeOffset="142266.6">22885 9612 768 0,'0'0'1212'16,"0"0"-720"-16,0 0 17 0,0 0-53 15,0 0-101-15,0 0-53 0,0 0-81 16,0 0-125-16,0 0-74 0,0 0 0 16,-45 23 18-16,38-8 3 0,-1 2-24 15,2-3-19-15,4-2-19 0,2-4-18 16,0 1-43-16,0-4-41 0,8-2-7 15,0-3 2-15,7 0 29 0,-1 0 22 16,3-5-17-16,1-2 14 0,3-3 24 16,0 1 43-16,4 0 11 0,-5-1 19 15,5 2 13-15,-4-2 59 0,-3 4 23 16,-1 0 5-16,-1 4-9 0,-5 2-13 16,-5 0-26-16,0 2 4 15,0 6-7-15,-1-1 0 0,-5 1-6 16,2 2-19-16,2 1-21 0,-4 3-20 15,0-3-2-15,0 0-90 0,0-1-64 0,0-1-105 16,0 0-175-16,2-6-546 16,0-1-637-16</inkml:trace>
  <inkml:trace contextRef="#ctx0" brushRef="#br0" timeOffset="142896.03">23336 9617 272 0,'0'0'186'15,"0"0"1556"-15,0 0-1260 0,0 0-97 16,-48-16-40-16,40 14-82 0,6 2-24 16,0-4-28-16,2 2-83 0,2 0-128 15,2-2 3-15,4-1 3 0,5 1 41 16,-1-2-7-16,3 2-6 0,1-2-3 15,1 2-9-15,1 2-3 0,3 0 2 16,2 2 4-16,-3 0 0 0,-1 0-4 16,2 6 7-16,-7-2-3 0,-2 3 0 15,-1-2 2-15,-7 1 1 0,-4 0 9 16,0 3 31-16,-4 0 39 0,-5 0-52 16,-3 2-40-16,2 0-15 0,-3 1 0 15,-1-3-58-15,4 1-9 0,-3-4-19 16,3-1-34-16,2 0-31 0,3-3-23 15,-1-2-57-15,2 0-84 0,2-4-144 16,0-3-244-16,2 2-520 16,0-8 33-16</inkml:trace>
  <inkml:trace contextRef="#ctx0" brushRef="#br0" timeOffset="143125.1">23439 9441 704 0,'0'0'554'0,"0"0"-40"0,0 0-89 0,6-53-86 16,-6 43-84-16,0 3-17 0,0 4 14 15,0 3-4-15,0 0-36 0,0 0-79 16,0 6-58-16,0 2-22 0,0 7 83 16,-6 7-2-16,0 2-19 0,0 5-19 15,-3 2-19-15,1-2-12 16,0 1-22-16,4-4-22 0,2 1-21 0,0-5-1 16,0-2-1-16,2-3-16 15,0-3-7-15,4-2-52 0,0-2-47 16,4-5-62-16,-2-2-46 0,5-3-60 15,-1 0-162-15,2-5-149 0,-1-1-535 16,3-8-132-16</inkml:trace>
  <inkml:trace contextRef="#ctx0" brushRef="#br0" timeOffset="143381.66">23650 9328 141 0,'0'0'1899'0,"0"0"-1194"16,0 0-160-16,0 0-136 0,0 0-191 15,0 0-90-15,0 0 38 16,0 0 117-16,0 0-64 0,19 53-69 0,-15-27-49 16,0 3-18-16,-4 1-19 0,2-1-30 15,2 1-19-15,-2-4-13 0,2-1-2 16,-4-2-2-16,2-2-32 0,0-3-21 16,-2 1-6-16,0-4-18 15,2-1-41-15,-2-1-27 0,2-2-29 16,-2-3-35-16,3-1-59 0,1-3-98 15,0-1-141-15,0-3-111 0,2 0-406 16,-2-7-31-16</inkml:trace>
  <inkml:trace contextRef="#ctx0" brushRef="#br0" timeOffset="143687.27">23869 9425 897 0,'0'0'1544'0,"0"0"-901"15,0 0-260-15,0 0-120 16,-54 33-151-16,46-22-112 0,6 1-47 0,0 0-63 16,2 1-77-16,2-4-52 0,4 0-71 15,4-4-115-15,-5-3-168 0,5-1-113 16,-2-1 107-16,1 0 332 16,-5-3 267-16,0-2 371 0,-2 1 59 15,0-1 133-15,0-1-79 0,0 3-71 16,-2-2-33-16,2 3-41 0,-2 0-66 15,2 2-106-15,-2 0-82 0,0 0-44 16,2 0-25-16,-2 2 21 0,6 3-18 16,-3-2-16-16,1 2-1 0,0 1 1 15,-2-2-3-15,2 0 0 0,2-1-135 16,-2-1-244-16,3-1-331 0,-5-1-1578 16,-46-35 1815-16</inkml:trace>
  <inkml:trace contextRef="#ctx0" brushRef="#br0" timeOffset="144444.52">24179 9346 363 0,'0'0'1966'15,"0"0"-1412"-15,0 0-90 0,0 0-71 16,0 0-216-16,0 0-118 15,0 0 71-15,0 0 66 0,0 0-50 0,0 0-60 16,52 0-37-16,-36 0-21 16,-1 0-28-16,3 3-12 0,-3-2-13 15,1 2-40-15,-3 0-114 0,-1 1-137 0,-4-1-189 16,-3-1-298-16,-5 4-733 0</inkml:trace>
  <inkml:trace contextRef="#ctx0" brushRef="#br0" timeOffset="144611.28">24194 9478 337 0,'0'0'2628'0,"0"0"-2130"0,0 0-460 16,0 0 70-16,0 0-48 0,60-3-32 16,-42 2-28-16,3-1-2 0,2 1-49 15,-7 1-101-15,1 0-128 0,-7 4-114 16,-2 2-200-16,-6 0-487 0</inkml:trace>
  <inkml:trace contextRef="#ctx0" brushRef="#br0" timeOffset="144776.27">24179 9687 1027 0,'0'0'1549'15,"0"0"-1217"-15,0 0-101 0,0 0 94 16,0 0-126-16,54-17-107 0,-36 8-70 15,5-1-22-15,0-1-21 0,2-1-112 16,0 1-168-16,-5-3-102 0,-3 4-340 16,1-3-977-16</inkml:trace>
  <inkml:trace contextRef="#ctx0" brushRef="#br0" timeOffset="145019.33">24624 9160 2275 0,'0'0'1035'0,"0"0"-793"0,0 0-68 0,0 0-130 16,0 0-43-16,0 0-1 16,0 0 38-16,0 0-4 0,0 0-12 15,0 0-19-15,43 58-3 0,-31-46-2 16,1-1-54-16,-3-1-39 0,5-1-88 15,-9-1-94-15,0-1-56 0,-6 0-131 16,0-3-308-16,-10 3-874 0</inkml:trace>
  <inkml:trace contextRef="#ctx0" brushRef="#br0" timeOffset="145357.13">24469 9343 379 0,'0'0'2350'0,"0"0"-1939"16,0 0-287-16,0 0 159 0,0 0-14 16,66 3-40-16,-44-3-72 0,5 0-76 15,0 0-41-15,-2-3-27 0,-2 3-12 16,-3 0 0-16,-7 0-1 0,-1 0-18 16,-6 0-28-16,-2 0-4 0,-1 0 50 15,-3 0 9-15,-5 0 7 0,-3 0-16 16,0 0-59-16,-2 3-4 0,1 0 23 15,-3-1 18-15,2 4 6 0,1 2 16 16,-1 1 4-16,0 1 34 0,3 2 18 16,3 3 10-16,-2 2 2 0,-2 1-9 15,6 2-12-15,0 1-10 0,2-2-22 16,0 0-12-16,2-1-3 16,4-3-17-16,2-1-2 0,-4-3-52 15,0-1-63-15,1-2-48 0,1-1-66 16,-2-2-170-16,-2-1-220 0,-2-3-549 15</inkml:trace>
  <inkml:trace contextRef="#ctx0" brushRef="#br0" timeOffset="145549.38">24543 9478 435 0,'0'0'1999'15,"0"0"-1230"-15,0 0-353 0,0 0-315 16,0 0 91-16,0 0 60 0,0 0-28 15,50-3-85-15,-26 3-90 0,-5-1-37 16,2 1-12-16,3 0-13 0,-3 0-61 16,-4 0-87-16,-5 1-104 0,-2 5-94 15,-8 0-108-15,-2 0-171 0,-6 5-618 16</inkml:trace>
  <inkml:trace contextRef="#ctx0" brushRef="#br0" timeOffset="145734.6">24469 9653 1042 0,'0'0'1950'0,"0"0"-1410"0,0 0-392 15,0 0 45-15,0 0 36 0,0 0-42 16,57 3-69-16,-38-6-56 0,0 0-36 16,3 0-26-16,3 0-2 0,-4 1-35 15,-1-2-115-15,3 4-98 0,-4 0-128 16,1-1-259-16,-11 0-508 15,3 0-749-15</inkml:trace>
  <inkml:trace contextRef="#ctx0" brushRef="#br0" timeOffset="146518.02">25047 9267 83 0,'0'0'45'0,"0"0"-45"0,0 0 127 16,0 0 919-16,0 0-551 15,0 0-41-15,0 0-15 0,0 0-57 16,-22-49-18-16,19 47-50 0,3 2-38 16,0 0-56-16,0 0-74 0,0 0-69 15,0 2-77-15,0 1-9 0,0 5-16 16,0 2 23-16,0 2 1 0,0 5-18 15,0 0-15-15,0-1-68 0,0 1-85 16,0 0-106-16,0-3-227 0,-2-3-273 16,-4 0-845-16</inkml:trace>
  <inkml:trace contextRef="#ctx0" brushRef="#br0" timeOffset="146822.84">24865 9362 2028 0,'0'0'1159'0,"0"0"-1022"0,0 0-7 0,0 0 124 16,54 3 10-16,-31-3-35 15,4 0-95-15,2 0-63 0,2 0-31 16,0 0-8-16,-4 0 8 0,-1 0 3 16,-5 0-15-16,-4 3-13 0,-7-2-13 15,-6 2-1-15,-2 0 1 0,-2 3 35 16,-4 3 34-16,-6 2-10 0,-3 7-46 15,-5 3-15-15,-3 2-3 0,0 1-16 16,1-2 4-16,-1 1 3 0,-2-1-10 16,5-5-15-16,1-1-24 0,1-2-23 15,3-3-33-15,3-2-32 0,0-2-35 16,1-3-59-16,3 0-152 0,4-2-132 16,0-2-179-16,-2 0-687 0</inkml:trace>
  <inkml:trace contextRef="#ctx0" brushRef="#br0" timeOffset="147063.26">24969 9435 252 0,'0'0'2185'16,"0"0"-1534"-16,0 0-190 0,0 0-164 16,0 0-211-16,0 0-84 0,0 0 65 15,0 0 66-15,0 0 19 0,25 54-28 16,-17-34-46-16,4 0-7 0,-4 0-6 15,3-1-16-15,3-5-21 0,-5 3-1 16,1-5-24-16,4-2-3 0,-5-1-1 16,7-3-39-16,-3 1-52 0,1-3-25 15,3-2-63-15,-1-1-29 0,5-1-68 16,-1-1-176-16,-5-3-213 0,10-6-772 16</inkml:trace>
  <inkml:trace contextRef="#ctx0" brushRef="#br0" timeOffset="147668.26">25378 9363 2209 0,'0'0'591'0,"0"0"-146"16,0 0-98-16,0 0-221 0,0 0-113 15,0 0 94-15,0 0 44 0,0 0 15 16,0 0-35-16,66 0-47 0,-47 2-25 16,4 0-22-16,-1-1-18 0,-5 2-17 15,1-2 13-15,-9 1-15 0,-1 0-2 16,-6 1-13-16,-2 0-4 0,-2 2 19 15,-8 4 0-15,-5 2-54 0,-3 3-29 16,1 0 14-16,-4 1 13 0,5-2 34 16,1-2 22-16,5-3 0 15,2-1 19-15,2-2 22 0,1-2 21 0,5-1-22 16,0-2-39-16,0 5-1 0,5-3 31 16,1 1 16-16,2 2 9 15,0 0 2-15,1 0-21 0,3 0-9 16,0 1-10-16,1-1-5 0,-1 1-1 15,-2 1-11-15,3-2-1 0,1 1-2 16,-7 0-50-16,3 0-59 0,0 0-57 16,-2-1-41-16,-3-2-83 0,3 0-183 15,-2-3-244-15,2 0-636 0</inkml:trace>
  <inkml:trace contextRef="#ctx0" brushRef="#br0" timeOffset="147917.3">25603 9478 30 0,'0'0'2452'16,"0"0"-1848"-16,0 0-164 0,0 0-162 15,0 0-146-15,0 0-66 0,-58 13-22 16,38 0 4-16,3 3 5 0,-3 1 9 16,3 2 29-16,-2-1 23 0,7-2 26 15,0 1 11-15,1-4-10 0,7-1-31 16,4-2-39-16,0-1-32 0,0 1-38 15,4-2-1-15,7-1-12 0,3 2-31 16,3-4-33-16,3-2-44 0,7-3-52 16,2 0-106-16,2-3-226 0,-8-2-716 15,12-9-1199-15</inkml:trace>
  <inkml:trace contextRef="#ctx0" brushRef="#br0" timeOffset="148545.57">25814 9246 2010 0,'0'0'531'0,"0"0"-206"0,0 0-103 16,0 0-159-16,0 0 68 0,0 0 51 15,0 0-2-15,64-14-38 0,-41 12-69 16,-2 1-45-16,1 1-6 16,1 0 16-16,-2 0 12 0,-3 3-6 15,-5 2 13-15,-3-2-1 0,-4 0 0 16,-1 1-6-16,-5 0 28 0,0 2 86 16,-9 5-6-16,-1 3-82 0,-2 4-48 15,-7 4-16-15,4-1-9 0,-5 3 1 16,5-4 8-16,-5 0-12 0,7-2-1 15,-5-2-15-15,5-1-8 0,-3-2-56 16,5 0-31-16,1-2-34 0,-2 0-42 16,3-3-51-16,3 0-121 0,2-3-163 15,2-1-128-15,-2-2-520 0</inkml:trace>
  <inkml:trace contextRef="#ctx0" brushRef="#br0" timeOffset="148955.08">25889 9267 63 0,'0'0'1115'0,"0"0"154"15,0 0-859-15,0 0-71 0,0 0-182 16,0 0-157-16,0 0 0 16,0 0 34-16,0 0 8 0,0 0-10 15,26 44-4-15,-9-34 1 0,0 1-10 16,5 0-19-16,-5-3 0 0,4 4-3 15,1-4 2-15,-1-3-22 0,2 1-8 16,-3-1-100-16,-1-2-47 0,6-1-11 16,-9-2-46-16,3 1-78 0,-3-1 12 15,1 0 51-15,-3 0 55 0,-1 1 17 16,-7 1 83-16,-2-2 95 0,-2 1 72 16,0-1 185-16,0 2 15 0,-2 0-22 15,2 3 12-15,0 0-27 0,1 2-36 16,3 1-42-16,0 2 0 15,-2 1 5-15,2 1-13 0,3 0-25 0,1-2-1 16,0 0-23-16,3-2-40 16,1 1-26-16,-6-3-12 0,5-1-21 0,1-2-1 15,-8-1-1-15,5-2-30 16,-1 0-66-16,-2 0-67 0,-6-4-73 16,3-1-69-16,1-2-123 0,-4 3-279 15,-2-7-803-15</inkml:trace>
  <inkml:trace contextRef="#ctx0" brushRef="#br0" timeOffset="149297.28">26265 9288 920 0,'0'0'1539'0,"0"0"-1146"0,0 0-133 0,0 0-33 15,-52 31-97-15,46-24-63 16,-2 1-61-16,-1-2-6 0,5 1-32 15,2 0-82-15,-2-1-61 0,4-1-43 16,0-2-23-16,0 0-7 0,4-2 18 16,0 1 104-16,3-2 126 0,1 0 3 15,-2-2 65-15,4-2 52 0,1 1 42 16,-1 0-4-16,-2-2 3 0,5 1-1 16,-3 1-16-16,-6 0-6 0,0 2-24 15,3-2-9-15,-7 3-22 0,2 0-7 16,-2 0 59-16,0 0 60 0,-7 3-87 15,1 2-108-15,-4 3-75 0,-5 1-85 16,1-1-45-16,-9 2-59 0,5 0-113 16,-3-2-80-16,-2 1-226 15,11-1-334-15</inkml:trace>
  <inkml:trace contextRef="#ctx0" brushRef="#br0" timeOffset="149485.07">25965 9459 272 0,'0'0'127'16,"0"0"1258"-16,0 0-915 0,0 0-56 16,0 0 10-16,0 0-96 0,0 0-106 15,50 3-80-15,-32-2-69 0,-5 0-17 16,5 1-37-16,-5 0-18 0,-1-1-1 16,-2 2-19-16,-1 0-122 0,-9 0-115 15,0 0-37-15,0 3 2 0,-4 0-31 16,-11 2-202-16,1 0-149 0,5-2-144 15</inkml:trace>
  <inkml:trace contextRef="#ctx0" brushRef="#br0" timeOffset="149841.34">25949 9557 66 0,'0'0'763'0,"0"0"-232"0,0 0-164 16,0 0-168-16,0 0 50 0,0 0 26 0,0 0 16 16,0 0-18-16,0 0-30 15,0 0-33-15,33 3-48 0,-23-3-55 0,4 0-41 16,-5 0-34-16,9 0-20 15,-5-3-11-15,3 2-1 0,-3-4-47 16,1 0-63-16,1 0-74 0,-5-1-51 16,0 2-2-16,3-2 22 0,-9 0 70 15,0 0 145-15,-2-1 0 0,-2-2 23 16,0 1 12-16,0 0 0 0,-4 1-15 16,2 1-4-16,-2 0 39 15,-5 1-4-15,3 4-3 0,-2 1 0 16,2 0-19-16,-3 6-13 0,-3 1 19 15,0 3 10-15,-1 4 19 0,-3-1-6 0,1 1-17 16,-1 1 26-16,7-1 16 16,-7-1-17-16,8-1-62 0,1-1-4 15,3-1-32-15,0 0-25 0,2-2-48 16,2 0-42-16,0-1-45 0,6 0-14 16,-2-4-71-16,5-1-73 0,5-2-176 15,-3 0-76-15,1-2 2 0</inkml:trace>
  <inkml:trace contextRef="#ctx0" brushRef="#br0" timeOffset="150043.65">26108 9574 246 0,'0'0'577'16,"0"0"-27"-16,0 0-1 0,0 0-111 16,0 0-48-16,0 0-36 0,0 0-42 15,0 0-93-15,0 0-80 0,0 0-70 16,12-46-66-16,-10 49 10 0,-2 3-13 16,0 1 41-16,2 6 25 0,2-1 9 15,1 1-8-15,-5 2-8 0,4-1-6 16,0-4 0-16,0 2-10 0,2-1-18 15,4-2-22-15,1 0-3 16,-3-3-1-16,9 0-42 0,-3-5-94 16,7-1-96-16,1 0-88 0,5-5-154 15,-2-2-203-15,8-3-721 0</inkml:trace>
  <inkml:trace contextRef="#ctx0" brushRef="#br0" timeOffset="151535.92">26684 9125 102 0,'0'0'183'16,"0"0"1101"-16,0 0-904 0,0 0-156 15,0 0 35-15,0 0-36 0,0 0-33 16,0 0-23-16,0 0 12 0,0 0 28 15,17-4 9-15,-17 4-24 0,2 0-31 16,-2 0-16-16,0 0-24 0,0 0-21 16,0 0-23-16,0 0-30 15,0 0-29-15,0 0-15 0,0 0-1 16,0 0 0-16,0 0-2 0,0 0 0 16,0 0-16-16,0 0-2 0,0 0-7 15,0 3 22-15,2-3 3 0,-2 0-2 16,2 0-11-16,-2 1 1 0,2-1 10 15,-2 0-14-15,0 0 1 0,0 1-7 16,0-1 6-16,0 0 4 0,0 0 10 16,0 0 1-16,0 0-1 0,0 0 0 15,0 0-14-15,0 0 1 0,0 0 2 16,0 0 11-16,0 0-1 0,0 0 1 16,0 0 0-16,0 0 1 0,0 0 1 15,0 0 0-15,0 0 3 0,0 0-1 16,0 0-2-16,0 0-12 0,0 0 11 15,0 0 1-15,0 0-1 0,0 0-1 16,0 0 1-16,0 0 0 0,0 0-1 16,0 0 1-16,0 0 1 15,0 0 0-15,0 0 1 0,0 0 1 16,0 0-1-16,0 0 2 0,2 2-1 16,0-2-2-16,0 0-2 0,1 3-19 15,-3-3 21-15,0 0 0 0,6 0 0 16,-6 2-1-16,0-2 0 0,2 1-2 15,-2-1 0-15,0 1-9 0,0-1 10 16,0 0 0-16,0 0-11 0,0 0 10 16,0 0-9-16,0 2-1 0,2-2-5 15,-2 0-4-15,0 0 9 0,0 0-5 16,0 0-4-16,0 0-17 0,0 0-11 16,0 1 3-16,0-1-3 0,2 1-4 15,-2-1-3-15,0 0-6 0,2 2-9 16,-2-2-14-16,0 0-15 0,0 0-27 15,0 2-41-15,0-2-26 0,0 0-11 16,2 0-33-16,0 2-29 0,-2-2-157 16,2 0-170-16,0 0-489 0,-12-6 951 15</inkml:trace>
  <inkml:trace contextRef="#ctx0" brushRef="#br0" timeOffset="153152.48">26033 9599 165 0,'0'0'69'0,"0"0"-63"15,0 0 548-15,0 0 13 0,0 0-170 16,0 0-53-16,0 0-75 0,0 0-59 15,0 0-62-15,0 0-58 16,-37 18 6-16,37-17-12 0,0 1 2 16,0-1 10-16,0 2 0 0,0-3-7 15,-4 2 23-15,2 0 8 0,2 2-41 16,0-3-28-16,-4 3-23 0,0-1-25 16,2 2-3-16,-3 0-1 0,3-2-11 15,0 1-4-15,-2 0-6 0,4-2-4 16,-2 2-2-16,2-3-13 0,0 1 3 15,-2-2 22-15,2 2 16 0,-6 0 35 16,4-1-35-16,-4 5-16 0,-1 0-133 16,-3 4-36-16,-2 0 6 0,1 1 3 15,-1 2 24-15,-3-4 27 16,5 2 54-16,-2-5 71 0,1 2 16 0,7-4 78 16,2-1 47-16,0-3 29 0,2 0-3 15,0 0-46-15,0 0-53 0,0 0-37 16,0 0-27-16,2 0 69 0,-2 0 41 15,4-1 3-15,-2-2-3 16,2 1-10-16,3-3-10 0,1 1-9 0,0 0-19 16,-2 0-19-16,9-5-13 15,-3 1-6-15,3 2-3 0,3-2 0 16,5 1 6-16,-6-1 0 0,10 1 9 16,-7-2 1-16,-1 4-1 0,6-1 3 15,-9 4 4-15,3-1 5 0,1 2 4 16,-1 1 17-16,0 0 4 0,-1 0-6 15,3 1 2-15,-5 2-6 0,5-1-2 16,-2 1-1-16,-1 0-19 0,1 2-14 16,-3-2 2-16,1 0-8 15,-5 0-10-15,-1-3-3 0,-1 3-9 0,-4-2 0 16,-4 0 9-16,0-1-9 16,-2 2 13-16,0-2-4 0,0 0 0 15,0 1-9-15,0-1 0 0,0 0-2 16,0 0-1-16,0 0-91 0,0 0-43 15,0 0-56-15,0 0-49 0,-2 0-69 16,2 0-83-16,-2 0-202 0,0-1-455 16,-6-5-1302-16,22 12 2315 0</inkml:trace>
  <inkml:trace contextRef="#ctx0" brushRef="#br0" timeOffset="154308.91">26676 9218 82 0,'0'0'1'16,"0"0"-1"-16,0 0 32 0,0 0 30 15,0 0 91-15,0 0 242 0,0 0-157 16,0 0-95-16,0 0-42 0,0 0-91 16,11-6-10-16,-11 6-72 0,4-2-42 15,-4 2 13-15,0 0-13 0,0 0-23 16,0 0 20-16,0 0 22 0,0 0 37 15,2-2 58-15,-2 2 32 0,0 0 108 16,0 0-6-16,0-1-114 0,0 1-20 16,0 0-53-16,-2 0-5 0,-2 0-4 15,1 0-13-15,3 0 29 0,0 0 46 16,0 0 15-16,0-1 18 0,0 1 81 16,0-2 46-16,0 2 6 0,0-1-23 15,0-1-25-15,0 0-24 0,0 0-32 16,7 0-46-16,-5 0-16 0,0 0-1 15,-2 2 1-15,2-2 1 16,-2 1 35-16,0 1 61 0,0 0 102 16,0 0 2-16,0 0-22 0,0 0-24 15,0 0-12-15,0 0 18 0,0 0-19 16,0 0-19-16,0 0-14 0,0 0-19 16,0 0-20-16,0 0-3 0,0 0 1 15,0 0 2-15,0 0 9 0,0 0 7 16,0 0-3-16,0 0-1 0,0 0-18 15,0 0-4-15,-2 1-10 0,-6 5-19 16,3 2-5-16,-1-3-11 0,0 5-13 16,2-4-2-16,-2 1 2 0,-3-1-1 15,5 0-1-15,0-3-1 0,2 1-3 16,0-1-15-16,0-1 7 0,2 0-4 16,0-2-3-16,0 0-9 0,0 0-13 15,0 0-6-15,0 0-7 0,0 0-6 16,0 0-23-16,0 0-19 15,0 0 7-15,0 0-30 0,0 0 29 16,2 0 3-16,-2-1-22 0,2-1-27 16,0-1-10-16,0 1-12 0,0 0-50 15,0 0-133-15,-2 1-187 0,0-2-264 16,-12 19 306-16</inkml:trace>
  <inkml:trace contextRef="#ctx0" brushRef="#br0" timeOffset="155002.04">26503 9307 17 0,'0'0'242'0,"0"0"936"16,0 0-856-16,0 0-111 0,0 0-20 16,0 0-16-16,41-58-4 0,-25 49-12 15,-1 0 14-15,1 0 17 0,-1 0 8 16,4-1 15-16,-5 1-10 0,5 2-32 16,-5-2-39-16,-2 1-29 0,5 0-21 15,-9 3-32-15,1-1-12 0,3 4-10 16,-6 0-13-16,-2 2-15 0,2 0-1 15,-1 0-2-15,3 2 1 0,-2 3-1 16,-2 1 3-16,0 2 1 0,3 0 0 16,-3 1-1-16,-2 0 3 0,2 0 22 15,-4 1 0-15,0 1 12 16,-8 0 19-16,-1 0-13 0,1 4-15 16,-6-1-25-16,-1 0 0 0,-3 1-3 15,3-1 0-15,-1-3-3 0,1 0 0 16,5-2 0-16,-1-1 0 0,3-2 1 15,2-1-13-15,4-2-4 0,0-2-12 16,2 1-16-16,0-1 1 0,0 0 15 16,4 1 15-16,0-1 16 0,2 0 3 15,5-1 16-15,1 0 3 16,-6 0 0-16,11 0 2 0,-7 0 1 0,0 0-9 16,5 0-14-16,-5 0 10 0,3 4-10 15,-3 2-1-15,-2 0 1 0,0 1 0 16,-1 2 14-16,1 1 6 0,-4 0-1 15,-2 1 16-15,-2 0 3 16,0 1 13-16,0 0 9 0,-8-1 2 0,-2 3 10 16,-1-3-7-16,-7 0-24 15,3 1-21-15,-3-4-4 0,3 1-6 16,-4-3-11-16,7-1-1 0,2-1-1 16,-1-1-11-16,3-1-3 0,4-2-43 15,2 2-34-15,-2-2-53 0,4 0-50 16,0 0-44-16,0-2-141 0,4-2-280 15,2-2-8-15,2 0-308 0,11-6-253 16</inkml:trace>
  <inkml:trace contextRef="#ctx0" brushRef="#br0" timeOffset="155351.37">27065 9297 795 0,'0'0'388'16,"0"0"25"-16,0 0-29 0,0 0-96 15,0 0-23-15,0 0-13 0,0 0-8 16,0 0-17-16,0 0-14 0,0 0-7 16,8-9 5-16,-10 10-12 0,0 3-37 15,-2 0-47-15,-4 3-44 0,-5 4-18 16,3 0-29-16,-9 1-20 0,7 1-4 16,-1 1-2-16,-3-3 0 0,6 1 0 15,-3-4 2-15,7 0 0 0,-2 0-2 16,6-2 2-16,0 0 1 0,-1-1 12 15,3 0-10-15,0-1 21 16,0 2 10-16,0 0 13 0,5 1 2 0,-1 1 6 16,4-1 10-16,4 0 33 15,1 2 0-15,7-2-22 0,-1 4-36 0,4-4-13 16,2 0-14-16,-3-1-13 16,3-1-37-16,2-1-88 0,-4-1-68 15,-7 0-84-15,5-1-112 0,-9 0-219 16,3-1-201-16,-3-1-762 0</inkml:trace>
  <inkml:trace contextRef="#ctx0" brushRef="#br0" timeOffset="156031.32">27290 9285 3149 0,'0'0'679'0,"0"0"-389"0,0 0-228 0,0 0 13 16,0 0 15-16,56-5-15 0,-31 3-35 15,2 0-27-15,4 1-13 16,-7 0-1-16,-1 1-1 0,0-2-29 16,-11 2-59-16,3-1-18 0,-11 0-8 15,-2 0 113-15,-2 0 3 0,0-3 0 16,-2 1-76-16,-6-2 4 0,-3 0-3 15,5 0 31-15,0 0 26 0,2 1 18 16,-2-1 22-16,1 3 16 0,-1 0 37 16,6 0 23-16,0 2-1 0,0 0-54 15,0 0-39-15,0 0 8 0,0 2 10 16,2 2 46-16,7 3 10 0,-3 3-4 16,0-1-6-16,-2 5-6 0,2 0-13 15,7 1-6-15,-5 3-18 0,-2 0-10 16,0 0-14-16,5 1 1 15,-5 0 1-15,-4-1 10 0,2-1-11 16,-4-2 1-16,0-2 0 0,0-1 9 16,0-5 0-16,-4 0 10 0,-4-2 9 15,-3-1 6-15,3-2-10 0,-2-1-12 16,-7-1-15-16,5 0-21 0,-7-5-4 16,7-2 4-16,-1 0-13 0,-3-3-6 15,6-2 0-15,-5 0-6 0,7-1 25 16,2 1 18-16,1-1 1 0,1 3 2 15,2-1 0-15,2 4-1 0,0 0 0 16,2 2-12-16,7 2-2 0,-5 0 13 16,6 2 2-16,0 1 15 0,3 0 10 15,-3 4-4-15,5 1-2 0,-5 4 2 16,9-1 4-16,-7 3-13 0,5 0-9 16,-5 3 9-16,-6-2-12 0,2 2-2 15,-6 0-16-15,3 0 15 0,-5 1-22 16,-7-3-15-16,-1 5-37 15,0-4-31-15,-9 1-25 0,7-1-38 16,-2-3-61-16,-1-2-108 0,3 0-144 16,-1-3-78-16,3-1-471 0,-2-2-286 15</inkml:trace>
  <inkml:trace contextRef="#ctx0" brushRef="#br0" timeOffset="156666.52">27782 9253 1680 0,'0'0'1129'0,"0"0"-734"15,0 0 18-15,0 0-132 0,0 0-165 16,0 0-85-16,0 0 14 0,0 0-11 16,52-37-3-16,-38 34-9 0,-1 0-6 15,1 3-4-15,1-2 4 0,-5 2 6 16,4 0 12-16,-3 0 0 15,-3 2 13-15,-2 0-29 0,-4-1-18 16,4 2-1-16,-3-3 0 0,-3 2-1 16,0-1-10-16,0 0-4 0,0 3 13 15,-3 0 3-15,-1 1-1 0,2 2 1 16,-2 0-19-16,0-1 1 0,4 1 5 16,-6-3 13-16,6 2 2 0,-4-1 11 15,0 0-10-15,-1 1-2 0,-1 0-1 16,2-1 0-16,0 2-1 0,2 2-2 15,-2 0 0-15,4 3-10 0,-2 0 11 16,2-1 2-16,0 3 1 0,0-3 0 16,0 1 1-16,2 1 2 15,4-1-1-15,-2 0 15 0,6 1 1 16,-1-1-7-16,-1-2-9 0,-2-1 10 16,-2 0-12-16,7 1-1 0,-7 0 0 15,0-2 0-15,-2-1 1 0,0 0 1 16,-2 2 0-16,0-3 13 0,0 0-2 15,-2 0-1-15,-2-2 13 0,-2-1 6 16,-5 0-9-16,3 0-4 0,0-1-17 16,-1-1 0-16,-3 0 2 0,4-1 13 15,2 0-15-15,-7-2 0 0,3-2-1 16,4-2-3-16,-3-1-16 0,-1-3-5 16,2 1-4-16,2 1 15 0,4-1 13 15,-5 2 16-15,5 0 24 0,2 1 13 16,0 4-10-16,0-2-43 0,2 2 0 15,7-1-13-15,-3 0 10 0,4 1 0 16,7 1-9-16,-5-1-7 0,9 1 4 16,-7 1-53-16,11-1-134 15,-4-1-102-15,-7 2-284 0,11 0-658 0</inkml:trace>
  <inkml:trace contextRef="#ctx0" brushRef="#br0" timeOffset="156862.88">28344 9574 3894 0,'0'0'769'0,"0"0"-328"16,0 0-143-16,0 0-298 0,0 0-124 15,0 0-151-15,0 0-213 0,0 0-841 16,0 0-1736-16</inkml:trace>
  <inkml:trace contextRef="#ctx0" brushRef="#br0" timeOffset="159041.12">20967 9891 112 0,'0'0'78'16,"0"0"-22"-16,0 0 263 0,0 0 108 15,0 0-232-15,0 0-64 0,60 8 31 16,-46-8-12-16,1 0-1 0,-1 0-45 16,5 0-22-16,-1 0-14 0,1 0-26 15,4 0-16-15,-3 0-7 0,5 0-18 16,-2 0-1-16,4 0-3 0,-2 0 0 15,4 0-10-15,-1 0 12 0,3 1-1 16,0-1 2-16,3 0 2 0,-1 0 14 16,0 0 20-16,2 0-14 0,0 0-2 15,2 0-17-15,0 0 46 0,3 0-7 16,1 0-26-16,0 0-15 0,3 0 1 16,-3 1 1-16,-2 1 20 0,3-1-20 15,-3 2 0-15,2 2 1 0,-1-3 9 16,3 2-13-16,-2-1 0 0,3 0-1 15,-3-2-2-15,5 0 3 16,-1-1 1-16,3 0 1 0,-1 0-1 16,-1 0-1-16,1-2 2 0,1 0-2 15,-3 0 1-15,1 1 0 0,-3 0-1 16,1 1 1-16,-1 0-1 0,-6 0 0 16,2 0 0-16,1 0 1 0,-1 0 0 15,-2 0 12-15,5 0 3 0,-5 0 7 16,0 0-21-16,2 0 14 0,-2-3-3 15,3 0 3-15,-5 0-16 0,4 1 4 16,-4-1-2-16,-2 0-1 0,2 1-1 16,-1 2-1-16,1-3-1 0,-2 3-1 15,0-1 1-15,2 1 0 0,-2 0-1 16,4 0-10-16,-2 0 11 0,5 0-1 16,-3 0 1-16,4 0 1 0,1 2-12 15,-3 0 12-15,4 0 0 0,3 0-1 16,-3 1 1-16,3-2-1 15,-1 1 0-15,1-1 2 0,1 1 1 16,-3-2 0-16,-1 0 0 0,2 1 2 16,-3-1 0-16,3 1 10 0,-1-1 0 15,-3 0 3-15,-2 0 17 0,5 0-4 16,-1 0-3-16,-2 0-13 0,1 0-11 16,5-2 14-16,-5 0-16 0,3 0 2 15,3 1 0-15,-5-2-2 0,3 3 0 16,-3-3 0-16,-2 3-1 0,3 0-1 15,-3 0-1-15,2 0 1 16,-5 0-11-16,1 0 13 0,-2 0 0 16,2 2 0-16,3-1-1 0,-1-1-3 0,-4 2-12 15,9-2-6-15,-1 0-17 16,-1 0 7-16,5 0 9 0,-3 0 0 16,1 0 21-16,3 0 0 0,0 0 1 15,-1-2 0-15,1 2 2 0,-1-1 0 16,-3-1 1-16,1 1 0 0,-3 0-1 15,-1 1 3-15,5 0 15 0,-9-2-16 16,6 1 17-16,-1 1-1 0,-1 0-17 16,3 0 30-16,8 0 14 0,10 0 8 15,4 1 8-15,2 2-1 0,-6-2 10 16,-2 2-7-16,-8 0-32 0,-2-2 10 16,6 1-10-16,-3 0-4 0,-3-2-28 15,8 0 0-15,0 0 0 0,-4 0-3 16,0 0 3-16,3 0-13 0,-15 0 0 15,-7 0-6-15,-6 0 15 16,-2 0-21-16,8-2 14 0,5 1 11 0,3 0 3 16,-2 0 1-16,3 0-1 15,-5-1 10-15,-1-1-12 0,-1 3 1 16,0-1 17-16,2 1-17 0,-1 0 0 16,-5 0 2-16,2 0-1 0,-4 0-2 15,0 0-1-15,-2 0-16 0,-2 0-29 16,-6 0-29-16,-2 0-42 0,-1 0-45 15,-5 0-43-15,-1 0-9 0,-3 0-44 16,-3 0-25-16,-4 0-31 0,2 0 20 16,-2 1-36-16,-4-1-39 0,0 0 139 15,0 0 161-15</inkml:trace>
  <inkml:trace contextRef="#ctx0" brushRef="#br0" timeOffset="162214.12">22344 10541 118 0,'0'0'216'0,"0"0"1123"0,0 0-887 16,0 0-135-16,0 0-62 0,0 0-75 16,0 0-29-16,-15 1-49 0,15-1-35 15,0 0 4-15,0 0 34 0,0 0 38 16,0 0 9-16,0 0-17 0,0 2 4 15,0-2 18-15,0 3-16 0,0-3-33 16,0 3-5-16,0 0-1 0,-2 0 6 16,-4 4-28-16,2 4-42 0,-7 2-38 15,1 4-46-15,-2 1-46 0,-1-1-68 16,-1 1-120-16,-1-3-53 16,3 0-269-16,1-3-378 0,-3 0-488 0</inkml:trace>
  <inkml:trace contextRef="#ctx0" brushRef="#br0" timeOffset="164334.2">22926 10128 122 0,'0'0'192'0,"0"0"1159"16,0 0-939-16,0 0-133 0,0 0 11 16,0 0-68-16,0 0-55 0,0 0-144 15,0 0-23-15,0 0 0 0,0 0 38 16,-18 1 61-16,32-1 3 15,-3 0-13-15,3 0-9 0,5-1-10 16,-1-3-16-16,5 1-26 0,0-2-13 16,-3 0-15-16,1 3-3 0,-2-1-23 15,-5 1-56-15,-1 1-61 0,-3-1-45 16,-2 2-36-16,-6 0-50 0,2 0-123 16,-4 5-180-16,0-2-38 0</inkml:trace>
  <inkml:trace contextRef="#ctx0" brushRef="#br0" timeOffset="165014.37">22850 10264 1016 0,'0'0'316'0,"0"0"658"0,0 0-693 0,0 0-265 16,0 0 65-16,0 0 25 15,0 0-29-15,54-29-9 0,-32 22-1 16,-1 0 10-16,0 0-3 0,4 1-11 16,-3 1-15-16,1 2-9 0,2 0 12 15,0 3-1-15,-9 0-2 0,3 0-19 16,-9 2-7-16,3 2-19 0,-3-1 13 16,-6 1-3-16,0 0-10 0,-2 0 25 15,0 0 4-15,-2-1 22 0,-2 1 47 16,-2 1-10-16,-2 1-37 15,-4 0-23-15,-1 2-6 0,1 0-23 16,-3-1-2-16,1 0 0 0,2 0-15 16,-3-1-4-16,5 0-6 0,0-2-4 15,4 0-8-15,-5-1-33 0,5-2-43 16,2 0-14-16,-2 0 0 0,0 2-4 16,2-3 7-16,0 0-11 0,-2 0-54 15,0-3-46-15,-3 1-30 0,1-2-98 16,-2 0-128-16,0 0 35 0,-1 2 6 15,3-3 366-15,-2 1 84 0,2 2 182 16,-1-1 43-16,1 0 49 0,4 2 51 16,-2 0 0-16,4-1-65 0,-2 1-56 15,2 0-39-15,0 1-42 0,0-1-52 16,0 1-13-16,0 0 32 0,0 0 61 16,0 0 25-16,0 0 13 0,0 0-21 15,0 0-38-15,0 0-38 0,0 0-16 16,0 0 3-16,0 0-1 15,0 0 7-15,0 2-9 0,0 1-10 0,-4 2-26 16,2 5-5-16,-4 2-7 0,-1 6-7 16,-3 1 1-16,-2 2-19 15,3-1 16-15,-3-2-7 0,2 3-11 16,-1-5 0-16,1 1-1 0,2-3-1 16,-1 1-11-16,5-4-4 0,0-1-2 15,-2-2-16-15,4-4-38 0,2 0-19 16,-2-2-44-16,2 1-67 0,0-3-102 15,0 0-69-15,2 0-58 0,0 0-119 16,4-3-200-16,-2-4-403 0</inkml:trace>
  <inkml:trace contextRef="#ctx0" brushRef="#br0" timeOffset="165809.39">23013 10380 83 0,'0'0'198'0,"0"0"487"16,0 0 76-16,0 0-342 0,0 0-108 16,0 0-69-16,0 0-52 0,0 0-27 15,0 0-9-15,0 0-17 0,-2-5-7 16,0 6 16-16,-4 2 18 0,0 2-101 15,-3 3-41-15,-7 1 13 0,4 2 9 16,-5-2 3-16,0 1-10 0,3-1-10 16,-1-2-13-16,3 1-14 0,4-3-3 15,2-3-23-15,1 1-2 16,5-3-19-16,0 3-79 0,0-3-123 0,0 0 11 16,5 0 43-16,1 0 25 15,0-6 0-15,4 4 9 0,1-4-10 16,1-2 32-16,-2 2 45 0,-1-2 70 15,-1 2 24-15,-2 1 46 0,0-1 41 16,-1 3 68-16,-5-2 13 0,2 2 3 16,-2 0-5-16,0 2-9 0,0 0-10 15,0 1-23-15,0 0-38 0,0 0-58 16,0 0-28-16,0 2 0 0,0 4 0 16,0 2 38-16,0 1 35 0,0 3 3 15,-2 2-4-15,-1 1-6 0,-3 0 7 16,2 2-20-16,0-2-19 0,0-2-17 15,4-1-17-15,-4-5-2 0,4 5-21 16,-2-6-15-16,2 0-49 0,0 0-46 16,0-2-59-16,0-1-43 0,0-3-59 15,2 2-27-15,2-2-89 0,0 0-96 16,-2-2-122-16,2-5-193 0</inkml:trace>
  <inkml:trace contextRef="#ctx0" brushRef="#br0" timeOffset="166447.43">22972 10401 291 0,'0'0'26'0,"0"0"688"16,0 0-44-16,0 0-351 0,0 0-144 15,0 0-49-15,0 0 0 0,0 0-13 16,0 0-10-16,0 0-16 0,45-23-13 16,-34 23-3-16,-3 0-4 0,2 2-15 15,1 0-11-15,-3 0-21 16,-2 1-7-16,0-3-1 0,-2 2-12 15,-4-1-1-15,3 1-1 0,-3-1-11 16,0 2 13-16,-7 1 0 0,1 3-125 16,-4 1-29-16,-3 1-7 0,1-1 0 15,0 3 18-15,-3-3 43 0,3 2 39 16,-3-3 18-16,5-1 17 0,2 0 10 16,1-1-13-16,-3-2-16 0,2 1 9 15,2-2 13-15,1 1 23 0,1-3 10 16,2 2 45-16,-2-2 52 0,4 0 3 15,0 0-13-15,0 0-87 0,0 0-10 16,0 0 0-16,4 0 71 0,-2-2 58 16,2-1 4-16,3 0 8 0,1-1-6 15,4-1 0-15,-1-1-20 0,1 4-32 16,3-4-32-16,1 3-19 0,1-2-29 16,-5 0-1-16,7 1-2 15,-7 3 0-15,0 0-1 0,-1 1-1 0,-5 0 0 16,-2 0-14-16,-4 0 16 15,0 0 6-15,-2 0 42 0,-2 0-48 16,-2 2-115-16,-7 2-6 0,3 3 35 16,0-1 31-16,-5 1 14 0,5 0 12 15,2-1 28-15,-3 0 1 0,3 1 0 16,2-1 1-16,0 0 21 0,4 0 20 16,-1-1 9-16,-1-1 0 0,2-1 4 15,2 4-27-15,0-3-17 0,0 1-11 16,0 1-2-16,0-1 0 0,6-1-17 15,-3 0 3-15,1-2 3 0,0 1 10 16,0 0-1-16,-2-2-12 0,2 2-3 16,0-3-32-16,-2 3-19 0,-2-3-30 15,2 0-32-15,-2 0-29 0,0 0-52 16,0 0 6-16,0 2 3 0,-4-1-385 16,2 2-130-16</inkml:trace>
  <inkml:trace contextRef="#ctx0" brushRef="#br0" timeOffset="166659.35">22912 10600 171 0,'0'0'218'0,"0"0"1301"15,0 0-1042-15,0 0-97 0,0 0-46 16,0 0-152-16,0 0-127 0,0 0 18 16,0 0 82-16,0 0 25 0,19 7-22 15,-7-7-52-15,5 0-39 16,-1-4-29-16,5 0-16 0,-1-2-22 0,1 0-2 15,0 0-20-15,-5 3-58 16,1 0-73-16,-3 2-100 0,-3 1-80 16,-3-3-112-16,-2 3-236 0,-4-1-386 0</inkml:trace>
  <inkml:trace contextRef="#ctx0" brushRef="#br0" timeOffset="167568.67">23245 10084 512 0,'0'0'215'0,"0"0"717"0,0 0-545 0,0 0-89 16,0 0-66-16,0 0-199 0,0 0-33 15,0 0 0-15,0 0 59 16,0 0 12-16,18-17-7 0,-5 15-9 16,1 2-14-16,-1 0 11 0,3 0 9 15,-5 0-16-15,1 0-1 0,-2 2 4 16,-6-1-6-16,1 2-10 0,-3-3-7 15,-2 3 10-15,0-3 71 0,-5 2 81 16,1 2-92-16,-4 0-76 0,-4 2-18 16,-1 3-1-16,-1-2 2 0,-1 0 17 15,1 4 12-15,-1-3 7 16,5 1-3-16,-2 0-16 0,1-2-16 16,5 2 19-16,-2-3-6 0,4 3 3 15,0-3-1-15,-1 0-14 0,5-2 21 16,-2 2-10-16,2-1 4 0,-2-1 0 15,2 2 9-15,0-3 0 0,0 0 8 16,0-1 1-16,0 1-3 0,0-1 10 16,0 0 0-16,0 2 2 0,0-1-8 15,0 2-10-15,0 0-7 0,0 2-8 16,0 1-12-16,0 1 0 0,0 0 0 16,0 3 0-16,0 1 2 0,0 4 9 15,0 1-12-15,-2 1 3 0,0 2 0 16,-2 2-1-16,2-3-2 0,0 1 0 15,-2-3-2-15,4 1-17 0,-2-4-3 16,2-2-24-16,0-3-16 0,0-3-23 16,0 1-43-16,2-4-20 0,2-1-22 15,-2-3-74-15,-2 3-103 0,2-3-64 16,0 0-131-16,-2-3-222 16,2-4-460-16</inkml:trace>
  <inkml:trace contextRef="#ctx0" brushRef="#br0" timeOffset="168324.93">23203 10303 631 0,'0'0'424'15,"0"0"710"-15,0 0-778 0,0 0-227 16,0 0-52-16,0 0-3 0,0 0-25 16,0 0-4-16,65-39 0 0,-53 37-1 15,-2 0 8-15,1 2 21 0,-1 0 17 16,-2 5 6-16,-4-1 9 0,3 2-1 15,-5 1-2-15,0 1-7 0,-2 5-1 16,0 4-12-16,-2 1-23 0,-3 5-21 16,-1-2-19-16,0 1-7 15,2-1-9-15,0-3 1 0,0 0-4 16,4-5-1-16,0-2-15 0,0-2-6 0,0-2-25 16,0 1-3-16,0-4 3 0,0 0-4 15,-4 1 1-15,1-2-26 16,-3 0-32-16,2 0-31 0,-6-1-36 15,2-1-8-15,-3-1 1 0,-1 0 30 16,1 0 59-16,1-1 41 0,0-3 40 16,4-3 12-16,-3 1 19 0,5-3 58 15,0 1 1-15,2 0 2 16,2-1-3-16,0 1 13 0,0 2 3 0,0-1-7 16,4 1-22-16,2 0-16 0,0 0-3 15,3 1-4-15,1 3-6 0,-2 0-3 16,3 0 0-16,1 2-7 15,-6 0 7-15,1 0 2 0,1 0 8 16,-4 2-1-16,-2 1-3 0,2 0 6 16,-4 3 9-16,0-1 39 0,-6 5 11 15,0 0-40-15,-5 3-34 0,3 0-16 16,-8 2-12-16,5-2-1 0,-3-1-2 16,3 1 0-16,-1-4-11 0,2 0 1 15,3-1-2-15,-1-3-5 0,4 1-28 16,0-4-15-16,4-2-1 0,-2 2 3 15,2-2-13-15,0 0-60 0,0 0-28 16,2 0 30-16,0-3 105 0,4-1 26 16,2 1 16-16,1-4-4 0,1 1-11 15,0 0 15-15,3-3-3 0,-1 6-10 16,1-3 0-16,1 3 17 0,-6 0-1 16,3 3 0-16,1 0 3 0,-4 0 22 15,1 0 26-15,-1 4 6 0,2-2-6 16,-6 4-10-16,3-3-10 0,-3 3 7 15,0-2 6-15,0 1-4 16,-2-2-12-16,4 1-31 0,-4-1 0 16,-2 0-14-16,2 0-2 0,-2 1-1 15,2-1-21-15,-2 1-60 0,3 0-46 16,-3 0-59-16,0 0-76 0,2-1-79 16,-2 0-154-16,0-1-310 0,0-1-463 0</inkml:trace>
  <inkml:trace contextRef="#ctx0" brushRef="#br0" timeOffset="169146.06">23693 10018 424 0,'0'0'417'0,"0"0"791"0,0 0-761 16,0 0-93-16,0 0-43 0,0 0-30 15,0 0-63-15,0 0-57 0,0 0-70 16,0 0-47-16,-33 10-6 0,33-1-10 16,0 5-12-16,0 0-13 0,0 3-3 15,0-3-1-15,0 3-21 0,0-4-9 16,0 2-42-16,0-3-71 0,0-2-81 15,-2 2-90-15,0-2-69 0,-2-1-158 16,-4-3-496-16,-1 0-183 0</inkml:trace>
  <inkml:trace contextRef="#ctx0" brushRef="#br0" timeOffset="169322.1">23478 10178 818 0,'0'0'104'16,"0"0"1194"-16,0 0-875 0,0 0-85 15,0 0-82-15,0 0-97 0,0 0-67 16,0 0-38-16,-27 54-22 0,27-40-4 16,3 0-26-16,-1 2-2 0,4-4-22 15,0 0-19-15,0-3-108 16,0 0-135-16,1-3-63 0,-3-2-134 0,0-1-285 16,-2-3-450-16</inkml:trace>
  <inkml:trace contextRef="#ctx0" brushRef="#br0" timeOffset="169576.06">23485 10210 481 0,'0'0'333'0,"0"0"989"15,0 0-898-15,0 0-214 0,0 0-11 16,0 0 67-16,66-41-91 0,-50 32-26 16,11 2-19-16,-4 4-29 0,0 0-16 15,1 3-7-15,1 0-12 0,2 0-2 16,-4 6-24-16,0-2-18 0,-1 2-3 15,-3 2-4-15,-3-1 1 0,-7 0-15 16,-1 1 1-16,-4-1-1 0,-2 1 2 16,-2 3 16-16,-4-1-19 0,-4 2-26 15,-1 1-61-15,-5-1-40 16,2 0-33-16,1-2-48 0,-1 1-91 16,-1-4-72-16,3 0-215 0,0-2-533 15</inkml:trace>
  <inkml:trace contextRef="#ctx0" brushRef="#br0" timeOffset="170026.55">23666 10224 115 0,'0'0'1418'16,"0"0"-762"-16,0 0-313 0,0 0-185 16,0 0-84-16,0 0-9 0,0 0 18 15,0 0 39-15,0 0 99 0,0 0-43 16,-22 44-92-16,7-29-39 0,-1 3-12 15,-3 1-10-15,1-2-21 0,-1-3 11 16,2-1-15-16,3-3-11 0,1-2 10 16,5-3-12-16,2-3-6 0,2-1-25 15,4-1-58-15,0 0-70 0,0 0-38 16,0-1 1-16,4-4 106 0,4 0 48 16,3-3-6-16,-3-1 3 15,4-2-3-15,1 3 16 0,-3-2 23 16,5 2 22-16,-1-1 1 0,-4 0 2 15,3 3 1-15,1-1 57 0,-1 2 29 16,3 1 0-16,-6 1 17 16,7 2-24-16,-7-1-3 0,3 2-3 0,-1 0-3 15,-6 2 28-15,-2 0 0 0,1 2 13 16,-5 2 24-16,0 2 51 0,-7 4 30 16,-3 3-103-16,-6 1-61 0,-1 4-28 15,-6-1-26-15,5 1-2 0,-1 1-1 16,0-5-21-16,3 1-3 15,-1-3-40-15,5-3-46 0,4-1-49 0,-1-3-67 16,5-1-85-16,0-4-98 16,4-2-164-16,0 0-415 0,0-8-111 0</inkml:trace>
  <inkml:trace contextRef="#ctx0" brushRef="#br0" timeOffset="170522.62">23567 10368 233 0,'0'0'130'0,"0"0"896"15,0 0-506-15,0 0-302 0,0 0 54 16,0 0-20-16,0 0-59 0,0 0-55 16,0 0-13-16,0 0-13 0,58 29-33 15,-45-19-15-15,-1-2-13 0,0-1 3 16,3 1-16-16,-3-1-9 0,1-1-14 16,1 0-13-16,-6 0-2 0,1-1-12 15,-5-3-13-15,0 1-45 0,-2-3-23 16,-2 3-18-16,0-3 9 15,0 0 44-15,0 0 32 0,0 0 10 16,0 0-38-16,-2 0-10 0,-2 0 25 16,0 0 10-16,-1-3 29 0,-1 3 0 15,2 0 39-15,-4 0 35 0,0 3-4 16,-1 1 7-16,1 3-7 0,-2 2-12 16,-1 2-13-16,3 3-20 0,-2-1-3 15,4-1-18-15,-1 3 18 0,3 0 10 16,2-5 15-16,2 1-5 0,0-1-4 15,0-3-10-15,2-1-2 0,2 0-11 16,5-3 1-16,1 0 6 0,-4-3 4 16,2 0 5-16,3 0 1 0,1-6-4 15,-6 0 10-15,3 0 12 0,-3-1 4 16,2-4 6-16,-4 1 5 0,-4 2 15 16,0-3-5-16,0 2-13 0,0-3-15 15,-4 2-22-15,-4 1-24 0,2-1-1 16,-1 2-22-16,1-1-9 0,0 3-47 15,-2 0-45-15,2 2-37 0,-1 2-42 16,3-1-99-16,4 3-130 16,0-2-214-16,0 1-743 0</inkml:trace>
  <inkml:trace contextRef="#ctx0" brushRef="#br0" timeOffset="171690.47">24132 10175 492 0,'0'0'352'0,"0"0"804"16,0 0-680-16,0 0-153 0,0 0-2 16,0 0-31-16,0 0-40 0,0 0-48 15,0 0-48-15,0 0-28 16,-7-12 2-16,5 15 30 0,-2 2-28 15,-6 2-99-15,-5 3-31 0,-3 5-28 16,-3 4 9-16,-6 2 16 0,-2 0-15 16,2-1 15-16,-2 0-16 0,7-4 7 15,-3-3-13-15,6-3 0 0,5-3-21 16,6-2-26-16,3-2-12 0,3-2-28 16,2-1-70-16,0 0-153 0,2 0-17 15,3 0 176-15,3-2 57 0,0-2 26 16,5 0 32-16,-3-2 32 0,4-1 28 15,-1-1 1-15,-1 0 26 0,3 0-1 16,-5 0 49-16,-2 1 26 0,0 0 15 16,3 0 3-16,-5 3-6 0,0 0-4 15,2 1-9-15,-3 1-17 0,5 2-6 16,-6 0-16-16,0 0-4 0,2 5-5 16,-1 2-4-16,-3 5 16 0,-2 3 32 15,0 7 20-15,-2 1-9 0,-7 4-32 16,3-1-18-16,2-1-22 15,0-2-18-15,-4-3-16 0,3-3-1 16,3-2-18-16,0-3-9 0,2-2-21 16,0-1-63-16,0-3-72 0,4 1-43 15,1-2-57-15,3-5-95 0,-2 2-60 16,0-2-126-16,2-2-247 0,3-7-557 16</inkml:trace>
  <inkml:trace contextRef="#ctx0" brushRef="#br0" timeOffset="172007.47">24181 10160 654 0,'0'0'1420'0,"0"0"-645"16,0 0-292-16,0 0-225 0,0 0-148 16,0 0 35-16,0 0-3 0,0 0-44 15,70-28-48-15,-51 24-32 0,2 2-15 16,1 2 1-16,-1 0-4 0,2 0-3 16,-2 5-12-16,-7-1-4 0,0-1-43 15,-3 3-71-15,-3-1-37 0,-4-4-51 16,-2 4-34-16,-2-3-45 0,0 4-35 15,-4 0-150-15,0-3-508 16</inkml:trace>
  <inkml:trace contextRef="#ctx0" brushRef="#br0" timeOffset="172535.68">24266 10219 643 0,'0'0'23'16,"0"0"1487"-16,0 0-1118 0,0 0-244 15,0 0 67-15,0 0-13 0,0 0-74 16,60-19-67-16,-42 16-23 0,-5 0-3 16,1 3-10-16,-1 0-6 0,-9 0 7 15,0 0-7-15,-2 0 6 0,-2 3 7 16,0 0 57-16,-4 1 81 0,-2 2-82 16,-11 5-73-16,1 0-15 0,-5 2-16 15,2 0 0-15,-1 1 1 0,1-2-4 16,3-1 6-16,1-2 13 15,5-1 0-15,4-2 2 0,1-2 0 16,3-1-2-16,2-2-17 0,0-1-31 16,0 3 1-16,2-2 25 0,5 0 22 15,3-1 22-15,2 0 25 0,1 0 13 16,5-1-3-16,-3-3-10 0,6 2-13 16,-9-2-15-16,7 2-16 0,-9 0 19 15,0 0-9-15,-4 2-10 0,1 0 22 16,-3 0-11-16,-4 0-2 0,0 0 1 15,0 0 2-15,0 0-15 0,0 1-15 16,0 2-7-16,0 3 22 0,0-1 1 16,0 3-1-16,0 0 2 0,0 2 14 15,-2 2-4-15,2-3-9 0,0 4 19 16,0-1 0-16,0 2 3 0,0 0-10 16,2-3-14-16,-2 3 0 0,4-3-1 15,-2-1-3-15,2-1-15 0,0-2-10 16,0 1-25-16,-2-2-58 15,5 0-37-15,-5-2-16 0,2 0-48 16,-4-1-62-16,2-1-31 0,0-1-78 16,0-1-171-16,0 0-96 0,-2-1-175 0</inkml:trace>
  <inkml:trace contextRef="#ctx0" brushRef="#br0" timeOffset="172756.53">24351 10401 193 0,'0'0'203'15,"0"0"1252"-15,0 0-943 0,0 0-118 0,0 0 20 16,0 0-201-16,0 0-19 0,-56 18-1 16,50-8-5-16,2 1-27 15,-7 0-33-15,5 3-32 0,-2 1-18 16,4-1-19-16,-1-1-16 0,1-3-26 16,2 1-17-16,2-2-21 0,0-2-4 15,0 0-25-15,2-2-24 0,5 1-75 16,-1-4-43-16,4 0-40 0,0-2-87 15,3 0-138-15,-1-4-135 0,1-2-495 16</inkml:trace>
  <inkml:trace contextRef="#ctx0" brushRef="#br0" timeOffset="172943.53">24537 10392 776 0,'0'0'755'15,"0"0"432"-15,0 0-591 0,0 0-243 16,0 0-149-16,0 0-59 0,0 0 74 15,0 0-4-15,0 0-61 0,0 0-49 16,27 46-38-16,-21-35-33 0,-4 2-22 16,4-1-11-16,0-1-1 15,-4-2-15-15,0 4-77 0,3-3-78 16,-1 1-84-16,-2-2-103 0,2-2-266 16,-2 0-492-16,-2-2-772 0</inkml:trace>
  <inkml:trace contextRef="#ctx0" brushRef="#br0" timeOffset="174861.63">22199 11472 298 0,'0'0'39'0,"0"0"-39"16,0 0 704-16,0 0-414 0,0 0-50 15,0 0-93-15,0 0-1 0,0 0-26 16,0 0-49-16,-4 0-22 0,4 0-10 16,0 0 6-16,0 0-3 0,0 0-42 15,0 0-44-15,2 2 25 16,-2 2-43-16,4 2-237 0,-2-1-289 0,-6-22-630 15</inkml:trace>
  <inkml:trace contextRef="#ctx0" brushRef="#br0" timeOffset="175677.31">22296 11353 727 0,'0'0'505'0,"0"0"168"0,0 0-329 15,0 0-137-15,0 0-62 0,0 0-35 16,0 0-33-16,0 0-77 0,0 0 0 16,0 0-58-16,-10 19 19 0,5-6 23 15,1 3-19-15,0 2-152 0,2-3-215 16,-4 9-596-16</inkml:trace>
  <inkml:trace contextRef="#ctx0" brushRef="#br0" timeOffset="206022.04">22641 10968 102 0,'0'0'118'0,"0"0"1057"16,0 0-753-16,0 0-107 0,0 0-85 15,0 0-52-15,0 0-46 0,0 0-52 16,-25 19-63-16,25-19-16 0,0 2 24 15,0-2 27-15,2 0 15 0,0 0 14 16,3 0-8-16,-3 0-2 0,-2 0-14 16,4 0-12-16,-2 0-7 0,2 0 1 15,0-2-4-15,7-1-16 16,-1-2-4-16,2 0-12 0,7-1 0 16,-5-3-1-16,9 1-2 0,0 0 0 15,2-2-1-15,-3-1-12 0,3 4 0 16,0-1 10-16,-4 2 1 0,-1 2 1 15,-5 0 0-15,1 2 1 0,-10 1 2 16,1 1 14-16,-5 0 6 0,-2 0 61 16,-4 3 132-16,-5 4-51 0,-5 1-92 15,-3 3-40-15,-5 4-4 0,-1 2-6 16,-2 2 3-16,-4 2-8 0,2 2-2 16,-2 0-12-16,2 2-2 0,3 2-1 15,1-2-2-15,0 0-10 0,9-2-2 16,-1-3-1-16,5-4-7 0,8-2-22 15,2-4-82-15,4-6-88 0,8-2-66 16,5-2-81-16,4-7-125 16,-3-2-214-16,11-10-492 0</inkml:trace>
  <inkml:trace contextRef="#ctx0" brushRef="#br0" timeOffset="206258.28">22997 10978 180 0,'0'0'59'0,"0"0"1513"0,0 0-1150 16,0 0-387-16,0 0 98 0,0 0 19 15,0 0-20-15,0 0-58 0,64 17-29 16,-46-13 3-16,3 1-32 16,2 1-16-16,-5 0 0 0,1 0-2 15,-2 0-14-15,-3 0-32 0,-2-1-62 16,1 0-48-16,-5 0-52 0,-2-3-55 15,-2 3-141-15,-2-4-82 0,-2 0-151 16</inkml:trace>
  <inkml:trace contextRef="#ctx0" brushRef="#br0" timeOffset="206762.06">23015 11007 254 0,'0'0'1186'0,"0"0"-757"15,0 0-56-15,0 0-85 0,0 0-69 16,0 0-23-16,-35 51-39 0,35-35-48 16,0-1-19-16,0 3-14 0,4 1-9 15,3 2 3-15,-5 0-10 0,4-2-13 16,-4 1-9-16,2-1-12 0,-2 2-1 16,0-2-9-16,-2-1-4 15,0-2 1-15,0 2 3 0,0-2-13 16,-4-3 12-16,0 0 1 0,0-4 0 15,-2 0-4-15,-3-2-9 0,5-1 12 16,-4-3-13-16,2 2 1 0,-3-3-2 16,-1-2-1-16,0 0-18 0,-1 0-39 15,-3 0-12-15,-1-4-17 0,1-2-15 16,-1 0 22-16,-1 0 12 0,4-1 22 16,-1 1 21-16,-1 2 24 0,5-4 19 15,3 5 10-15,2-1 12 0,4 0 7 16,0 0-45-16,0-3-3 0,6 1-15 15,3-2 15-15,7-1 22 0,-1 0 10 16,5-1 28-16,-1 1 23 0,4-3-11 16,3 2-5-16,-3 1-26 0,4-2-19 15,0 4 0-15,-2 1-7 0,-3 1-14 16,-1 2 1-16,0 1 2 0,-3 0-4 16,-3 2 1-16,-3 0-2 0,5-2 1 15,-9 2-1-15,2-2-3 16,-1 1-43-16,1-1-47 0,-4-1-42 15,0 0-61-15,5-2-61 0,-3-1-115 16,0 0-198-16,3-5-541 0</inkml:trace>
  <inkml:trace contextRef="#ctx0" brushRef="#br0" timeOffset="207184.44">23569 10900 24 0,'0'0'2036'0,"0"0"-1625"0,0 0-189 16,0 0-77-16,0 0-71 0,0 0-6 15,0 0-11-15,0 0-15 0,0 0 12 16,0 0 1-16,-4 43-14 0,0-24-2 15,0 6 2-15,0 0 13 0,-5 0 0 16,7 0 0-16,-2 0 0 0,0-3 6 16,4 1-19-16,0-4-6 0,0 2-9 15,0-3 5-15,6-3 4 0,1 1-10 16,1-5-12-16,2-1 15 0,1-2 7 16,1-2 15-16,0-2 6 15,5 0 16-15,-5-2 11 0,5-2-24 0,-1 0-18 16,1 0-7-16,-1-2-6 15,1-4-13-15,-1 1 4 0,1 0-16 16,-3 1-1-16,3-1 1 0,-5-3-2 16,-1 1-1-16,-1 2-28 0,-2-2-18 15,-1 1-26-15,-3 0-40 0,-2 2-81 16,0-2-97-16,-2 2-213 0,0 0-722 0</inkml:trace>
  <inkml:trace contextRef="#ctx0" brushRef="#br0" timeOffset="214006.45">19082 11592 118 0,'0'0'69'0,"0"0"-69"0,0 0-117 0,0 0 51 15,0 0 62-15</inkml:trace>
  <inkml:trace contextRef="#ctx0" brushRef="#br0" timeOffset="-213681.81">19040 11597 15 0,'0'0'65'0,"0"0"-9"0,0 0-1 16,0 0 17-16,0 0 287 0,0 0-63 15,0 0-107-15,0 0-85 0,0 0-61 16,0 0-24-16,2 1-6 0,-2-2-10 16,0 1 10-16,0 0 17 0,0-3 22 15,0 3 3-15,0-1 4 0,0 0-17 16,2 0-3-16,0-1-6 0,1 2-7 15,1-3-4-15,4 1 1 0,-4 1-11 16,4-1-12-16,-1 1-16 0,3 1 12 16,0-1-15-16,3 1 16 0,-3 0-1 15,0-1 2-15,3-1 2 0,-1 2 12 16,-2 0 11-16,1 0 3 16,7 0 6-16,-3 0-9 0,-3 0-3 15,3 0-4-15,-1 0-14 0,1 0 14 16,3 0-15-16,-1 0 3 0,1 0 12 15,-1 0-16-15,2 0-2 0,-3 0-11 16,1 0 13-16,1 0 3 0,-1 0 23 16,1 0-7-16,1 0-15 0,-3 0 9 15,5 0-12-15,2 0-1 0,0 0 0 16,-3 0 0-16,1 0 0 0,4-1 0 16,-5 0-2-16,3 0 2 0,0 0 3 15,2 1 20-15,-3-1-10 0,1 1 0 16,0 0 0-16,0 0 3 0,1 0-3 15,-1 0 9-15,2 0 11 0,2 0-1 16,-2-3 4-16,0 3 6 0,3-2 4 16,-1 0-1-16,0 2 3 0,2-3-15 15,-2 1-1-15,0 1-9 16,0-1 3-16,-2 0-4 0,1 1 1 16,-1-1 3-16,4 1 0 0,-4-2-4 15,0 2-9-15,2-2 3 0,0 3-3 16,-1-3 0-16,1 3-11 0,-2-3-2 15,4 3 0-15,-4 0 0 0,2 0-1 16,-2 0-12-16,1 0 12 0,-1 0 0 16,0 0-1-16,4 2-1 0,-4-2 3 15,4 1 0-15,2-1 1 0,-2 0 0 16,2 0 0-16,2 0 0 0,-4 0 0 16,4-1 0-16,0-1 0 0,-2-1 0 15,0 2 0-15,2-1 0 16,-2-1 2-16,2 1-1 0,0-1 1 15,0 1-1-15,2-1-1 0,-2 0 2 16,0 0 1-16,5 2 12 0,-5-1-14 16,0 1 0-16,0 0 1 0,0 0-1 15,-4 1 2-15,2 0-1 0,0 0 0 16,-2 0 10-16,-2-1 3 0,4-1 10 16,-4 2-7-16,-1-2-6 0,7-2 0 15,-6 3-11-15,2-1 14 0,2 1-12 16,-2-2-1-16,2 0 0 0,0 0 13 15,2 1-15-15,0 0 0 0,-2 0 0 16,2 0 12-16,3 0-10 0,-3 0 10 16,4 0 3-16,-2 0-3 0,2 1 3 15,0-2-3-15,-1 1 0 0,3 2 6 16,-6-3-15-16,2 2 21 0,-2 0 1 16,-2-1 0-16,0-2 2 0,-6 3-2 15,0 0 0-15,-2-1-7 16,-1 2-17-16,-1-1 0 0,2 0-2 15,4 1 0-15,-3 0-1 0,1-1-1 16,6 1-1-16,0 0-13 0,0 0 14 16,2 0-11-16,-4 0 0 0,2 0-3 15,-2 0 13-15,-4-1 1 0,-2 1 1 16,-1-1 1-16,-1-1 2 0,-2 1 0 16,-1 1 1-16,1 0 13 0,0-2 0 15,-3 2-3-15,7 0-10 0,4 0-1 16,-5-1-1-16,5 1-1 0,2-2-3 15,0 2-13-15,0 0 13 0,0-1-16 16,-6 1-7-16,0 0 10 0,-1-1 14 16,-3 0 1-16,-1 1 0 0,-1 0 1 15,-3-1 1-15,-1 1 0 16,3 0 2-16,-3-2-1 0,1 2-1 0,-1 0-1 16,1 0 0-16,3 0-1 15,-1 0-2-15,1 0-10 0,-1 0 10 16,1 0-10-16,-5 0-3 0,-1 0 13 15,1 0-10-15,-6 0 13 0,-2 0 1 16,0 0 2-16,-1 0 10 0,-1 0-12 16,-2-2 0-16,2 2-1 0,-2 0-1 15,0 0-2-15,0 0-13 0,2 0-10 16,4 0-61-16,-2 0-35 16,2 0-4-16,5 2 0 0,1-2-19 0,-2 2 2 15,5-1-9-15,-3-1 25 0,-4 1 23 16,5 0-3-16,-5-1 19 0,0 3 36 15,-1-2 33-15,1-1 19 16,-4 2 18-16,2-2-16 0,-2 0 44 16,0 1 38-16,-1-1-9 0,1 2-29 15,0-2-24-15,2 1-22 0,4-1-18 16,1 0-239-16,3 1-147 0,-1-1-231 16</inkml:trace>
  <inkml:trace contextRef="#ctx0" brushRef="#br0" timeOffset="-206613.18">12775 8338 34 0,'0'0'306'0,"0"0"-81"16,0 0-101-16,0 0-59 0,0 0-42 15,0 0 10-15,0 0-4 16,0 0 23-16,-15 15 280 0,9-15 23 16,2 0-173-16,-2 0-78 0,-5 0-3 15,5-3 48-15,-4 0 13 0,4 0-78 16,-7 1-49-16,1 0-17 0,4 0-18 16,-9 2-17-16,5 0-5 0,-3 0-33 15,-1 2-45-15,-1 0 54 0,1 0 4 16,-1 1 30-16,1 0 12 0,-1 0 13 15,0 0 23-15,1 0 12 0,-3-3 4 16,3 0-29-16,-1 0 6 0,-3 0-16 16,1-3-11-16,-4-3-2 0,5 3-18 15,-3-2 17-15,-2 0-11 0,1-1-24 16,-1 0-6-16,-4 0 39 0,4-1-17 16,-4-1 11-16,5 1 8 0,-7-2 1 15,0 2-10-15,2 0 7 16,-4-1 6-16,0-2 17 0,0 3-20 15,0 0 0-15,-2 1 16 0,0 1-15 16,-3 0 18-16,1-1 0 0,0 2 23 16,2-4 43-16,0 1 2 0,-2-1-3 15,2-3 9-15,-2-3-25 0,4-3-13 16,0-2-33-16,0-3-9 0,2 0-13 16,4-5-2-16,-4 1-11 0,2-3 11 15,4-2-17-15,1-1 18 0,-3 0-2 16,2-5 1-16,0 1-1 0,3-3-13 15,1-3 14-15,0 0-1 0,3-1-1 16,-1-1-12-16,1-3 16 0,3 0-1 16,-1-9-1-16,2-6 0 0,1-14-11 15,1 3 0-15,2 3-9 0,4 8-1 16,4 5 4-16,0-2 3 0,0-1 12 16,0 1 2-16,2-1-1 15,2 0 2-15,2 2 0 0,4-1 2 0,-4 0 1 16,5 1 0-16,3-2 0 15,1 2 1-15,3 2-3 0,1 0-4 16,2 1-9-16,-1 3 11 0,1 7-1 16,0 8-9-16,-7 6 12 0,3 2 1 15,1-3-1-15,7-6 2 0,4-4 0 16,2 1-1-16,0 4 1 0,2 2-1 16,0 2 0-16,2 1 0 0,-2 4 1 15,5 3-1-15,-1 4 1 0,4 2 34 16,-4 1-20-16,7 1-13 0,-5 2 26 15,4 3 3-15,3 0-6 0,-5 2-10 16,3-1-13-16,-1 4 14 0,0 1-14 16,3 0 0-16,-5 2 25 15,5 1-28-15,-3 1 0 0,1 1 0 16,-1 1 0-16,-4 0 0 0,3 1 1 16,-1 4 12-16,0-1 0 0,-1 2 0 15,-3 2 9-15,2 0-9 0,-2 3-11 16,-2-1-1-16,1 2 1 0,-3 1-2 15,-2 2 0-15,0-1 0 0,-2 3-3 16,0-1-16-16,-1 4-4 0,1 0-6 16,0-1-3-16,-4 0-10 0,4 3 17 15,-2-3 8-15,0 2 15 0,2-2-1 16,-9 1 0-16,7 1 0 0,-4-1 2 16,2 2 0-16,-7-1 1 0,3 2 0 15,-2 2 12-15,1 0-12 0,3 0 0 16,-4 3-1-16,1-1 0 0,-3 3 0 15,4-1-12-15,-1 2 10 0,-3-1-26 16,1 1 3-16,-1-1 0 0,2-1 7 16,-3 0 3-16,5 0 16 15,-5 0 0-15,1-1-2 0,8 0 2 16,-9 1 1-16,5 1-1 0,-7-1 0 16,5-1 0-16,-3 0-23 0,1 0 10 15,-7 0-6-15,5 0-7 0,-3 0 4 16,-6 0-1-16,5 0-3 0,-3 1 3 15,0-1 7-15,-6 1 3 0,5 2 11 16,-3 2 2-16,-2-1 0 0,0 2-16 16,-2 1-7-16,6-1-9 0,-6-1-4 15,0-1-9-15,0 0-17 0,0 2 23 16,0-3-6-16,0 0 19 0,0 1-16 16,-6-1 3-16,6-2 28 0,-4-1 11 15,0 0 13-15,-3-3-10 0,5 4-3 16,-6-4 4-16,0 2-3 15,-3 0 1-15,5-2-2 0,-2 1 0 0,-2 0 0 16,1-2 0-16,3 0-1 0,-4-3-2 16,2 3-40-16,-1-2 1 15,3 0-13-15,-2-2 26 0,-3 0-20 16,3-1 4-16,2 0-30 0,-4 2 32 16,-3-4 40-16,3 1-33 0,0 0-16 15,-5 0 52-15,5-2-1 0,-5-1 1 16,3-1-3-16,2 2 3 0,-5-1-32 15,3-1 9-15,-5 0 23 0,5 1 0 16,-1-4 13-16,-3 1 3 0,3 1 13 16,-5-3-29-16,3 1 52 0,-1-1 39 15,1 0-29-15,-1-1 26 0,1-2-13 16,-1 1-30-16,-1-1-25 16,5-1 6-16,-3 0-26 0,3 0-3 15,-2-1-32-15,-1-1-30 0,1 0 3 16,1 2-48-16,-1-1 31 0,-3-1 8 15,1 3 25-15,-7 0 8 0,6 1 38 16,-1 1 13-16,-5 0 10 0,2 0 10 16,1 0 6-16,1 1-10 0,0-3-26 15,-1 1-3-15,3-1 0 0,-3-1-31 16,3 0-50-16,-4 0 2 0,3 1 14 16,-1-1 26-16,-2 0-49 0,3-2 33 15,-5 0 35-15,5 1 19 0,-1-1 1 16,-2-1 3-16,3 0 13 0,-5 0-16 15,6 0-114-15,1-2-88 0,-1 1-153 16,3 0-53-16</inkml:trace>
  <inkml:trace contextRef="#ctx0" brushRef="#br0" timeOffset="-205167.27">12421 8378 239 0,'0'0'59'16,"0"0"-7"-16,0 0 33 0,0 0-4 15,0 0 40-15,0 0-53 0,0 0 134 16,0 0-78-16,0 0-52 0,58 6-17 16,-45-9-16-16,9 0 104 0,-3-3-48 15,2 1-1-15,8-1-42 0,-5-2-13 16,1 2-13-16,2-1 16 0,4-1-29 15,-4 2 0-15,4-1-9 0,2 1 9 16,-4-3-13-16,2 2 2 0,-2 0 0 16,-2-1 24-1,4 1-13-15,-4 0-10 0,0-2 20 0,4 0-20 16,0 0 17-16,-5-1-19 0,1 1 2 16,0-5 13-16,-2 3 14 0,4-4 18 15,-2 2-22-15,-4-3-13 0,1 1 3 16,3-3-14-16,0 1-1 0,-4-1-1 15,2-1 0-15,-1 0 3 0,1 0 16 16,-4-2-15-16,0 0-1 0,1 1-1 16,-3-2 0-16,2 0 0 0,-5-1 10 15,5-2-12-15,-7 0 0 0,5-2 0 16,-7-2 1-16,7-1-1 0,-9-1 2 16,5 2 15-16,-5-3-17 0,2-1 1 15,1 2 16-15,-5-1-15 0,0-1-1 16,-1 2 22-16,1-4-21 0,-4 0 0 15,0-3 31-15,-2-1-11 16,-2-1 11-16,0-3 9 0,0-2-41 16,0 2 15-16,0-3-3 0,0 2 10 15,0-2 6-15,0-1 3 0,0 0-16 16,-4 1-3-16,-2 0 0 0,-2 0-9 16,-1 0 25-16,1-1-3 0,-2 1-7 15,-1-2 10-15,1 0-3 0,2 0 0 16,-3-2-10-16,1 2-3 0,4 1-13 15,-9-2-13-15,5-1 11 0,2 4-11 16,-7-3 9-16,3 0 2 0,2 1-20 16,-9 1-4-16,2 1 23 0,-7 1 3 15,3 4 0-15,-2 0 12 0,-4 2 4 16,-2 2-15-16,-4 0 0 0,2 3 1 16,0-2-2-16,-2 1-20 0,0 2-39 15,0 1 24-15,0 2 35 0,0-1 6 16,-2 6 7-16,0-2 3 0,2 3-3 15,0-1 10-15,-1 3-4 16,1 0-15-16,0 1 13 0,0 1-17 16,0 2-2-16,-2 2-2 0,2-1-9 15,-2 3 11-15,0 2 0 0,0 1-19 16,-5 3 20-16,5 1-2 0,-2 1 2 16,0 2-15-16,-3 0 4 0,5 4 11 15,-4 0 1-15,-2 0-1 0,3 4-2 16,-3 3 3-16,2 0 13 0,2 0-13 15,-3 3 18-15,1 1-17 0,0 2 1 16,2 0 13-16,-3 0-15 0,5 2-3 16,0 0 0-16,0 3-13 0,-2-1 14 15,-3 1-11-15,7-1 10 0,0 5-10 16,-2-2 12-16,2 4-16 0,0 1 1 16,0 1 14-16,2 2-1 0,-2 2-13 15,0 3 12-15,6 2-12 16,-4 3 14-16,0 3-1 0,0 1-17 15,2 1-2-15,0 3 2 0,0 2 4 16,2 1-13-16,-4 8 3 0,6-7 3 16,1 3 1-16,-3 3 19 0,4 1-27 15,-10 14 11-15,8 3 18 0,0-6-2 16,2-6-14-16,7-5 1 0,1 0 14 16,1-1 0-16,2 0 0 0,3-1-15 15,1 1 14-15,6-2-10 0,0 4 11 16,2-1-11-16,2-1 12 0,8-4-12 15,3 3 13-15,-3-11-3 0,0-7 3 16,3-9-1-16,-3 0 1 0,5 4-1 16,1 3-12-16,3 6 10 15,1-2 2-15,3-1-1 0,-2-1 0 16,-3-1-1-16,7 0 0 0,-4 0 0 16,4-1 3-16,-3-1 0 0,3-1 0 15,2 0 11-15,0-1-11 0,0 0-2 16,4-1 0-16,2-2-1 0,-2 0 3 15,2-3 0-15,0 1-4 0,0-1 4 16,2-2 0-16,-2 1 0 0,3-3 0 16,-1 0-21-16,0 1-5 0,2-3-29 15,-2 0 12-15,2-2 11 0,-1 1 29 16,3-2 0-16,-2-1 3 0,-2 1 2 16,2-3 9-16,1-2-9 0,1-1 19 15,0 1 2-15,2-5-21 0,-3-2 14 16,-1-2-3-16,0-1 4 0,0-1-4 15,-2-1 3-15,1 0-14 0,-3 0 14 16,0-3 0-16,-4 1-3 16,-2-2-10-16,-1 2 0 0,-5-1-1 15,-2 0-1-15,-3 0-1 0,-1 0 0 16,-3-2-22-16,-2 2-72 0,-3 0-26 16,-3 2-81-16,-4 0-131 0,2-1-242 15</inkml:trace>
  <inkml:trace contextRef="#ctx0" brushRef="#br0" timeOffset="-185184.54">19168 12466 109 0,'0'0'221'0,"0"0"-54"0,0 0-60 16,0 0-29-16,0 0-16 0,0 0-13 15,0 0-19-15,-53-2-8 0,49 2-19 16,-5 0 0-16,5 0 13 0,0-2 4 15,0 2-4-15,0 0 3 0,-2 0 1 16,6-1 3-16,0 1-13 0,-3-1-10 16,1 1-30-16,2-1-61 0,0 0-85 15,0 1-49-15,0 0-29 0,0-1 55 16</inkml:trace>
  <inkml:trace contextRef="#ctx0" brushRef="#br0" timeOffset="-182272.23">19094 12422 70 0,'0'0'81'16,"0"0"10"-16,0 0-29 0,0 0-49 16,0 0-9-16,0 0 48 0,0 0 3 15,0 0 33-15,0 0 16 0,0 0 24 16,-12-3 18-16,12 3-28 16,0-1-31-16,0 1-41 0,0 0 9 0,0 0-9 15,0-2-7-15,0 2-19 16,0 0 2-16,0 0 47 0,4-1-20 15,0 0-17-15,0 1-3 0,0-2-12 16,0 1 2-16,0 0-16 0,1 1 20 16,-3-1 88-16,0 1-40 0,2-1-32 15,0 1-13-15,-2 0-13 0,0 0 7 16,2 0-17-16,-4 0 13 0,4 0-3 16,0 0 10-16,1 0 3 0,-3 0-7 15,4 0-2-15,0-1 8 0,0-2 11 16,0 2-3-16,3 1-7 0,-3-1-10 15,2 0-14-15,0 1 11 0,1-1-11 16,-1-1 1-16,2 1 13 0,-3 1 4 16,3-1-4-16,0 0 10 0,-2 0 3 15,3-2-3-15,-1 2 6 16,1 0-9-16,-3-1-7 0,2 0-3 0,-2 0 0 16,1 2 3-16,-1-2 1 0,0 0-15 15,-4 1 0-15,5 1 0 16,-3 0 0-16,2-1 1 0,-2 1 0 0,3 0-1 15,-1 0-1-15,0 0-1 16,0 0 2-16,3 0-2 0,-3 1 0 0,2-1 1 16,-1 0 2-16,1 0 10 15,0 0-11-15,-2 1 15 0,7-1-16 16,-5 0 2-16,3 0 10 0,-1 2-11 16,0-2 11-16,1 0-10 0,-1 0 0 15,1 0 1-15,1 0-1 0,1 0-1 16,-1 2-2-16,3-2 3 0,-3 0 13 15,1 0-14-15,-1 0 15 0,3 0-5 16,-1 0-10-16,1 0 0 0,1 0 11 16,1-2-10-16,-1 0 19 0,-1 1-9 15,2 0-9-15,-3-1 15 0,3 0-18 16,-1 1 0-16,-1 0 2 16,-1-1-1-16,5 1 1 0,0-1 10 15,-3 2-13-15,3-2 1 0,-2 0 0 16,-1 0 0-16,5 0 15 0,-4 0-13 15,1-1 16-15,-1 2-15 0,2-1-1 16,1 2 0-16,-1-2 10 0,-2 1-11 16,1 1 0-16,1 0 1 0,-2 0 0 15,-1-1 0-15,3 1 0 0,-3 0-1 16,1 0 21-16,2 0-20 0,-1 0 10 16,1 0 0-16,-2 0-11 0,-1 0 11 15,3 0 0-15,2 0-12 0,-3 0 1 16,3 0 0-16,0 0 0 0,2 0 1 15,1 0 10-15,-1 0-13 0,2 0 1 16,-2 0 0-16,0 0-1 0,4 0 0 16,-5 0 13-16,3 0-10 15,0 1 10-15,0-1-9 0,2 0 18 16,0 0-9-16,0 0-11 0,0 0 11 16,4 0-13-16,-4-3 1 0,2 2-1 15,2-1 1-15,-4 0-3 0,-2 2 2 16,4-3-1-16,0 2 0 0,-4-1 1 15,2 0-1-15,-3 0 1 0,1 1 0 16,0-2 1-16,0 3-1 0,-2-3 0 16,2 2 0-16,-4-1-2 0,3-1 2 15,-3 2 0-15,4 0 0 0,-4-2 2 16,2 0-1-16,1 1 0 0,-1 0-1 16,-2 1 0-16,4 0 0 0,-2 1 1 15,-1-2-1-15,1 1 1 0,0 0-1 16,-4 1 0-16,4 0 0 0,-3 0 0 15,3 0 0-15,-2 0 0 0,-3 0 2 16,5 0 1-16,0 0 17 0,-2 0-4 16,0 0-13-16,3 1 13 0,1-1-14 15,-4 1-1-15,4-1 12 16,-2 2-12-16,2-2 0 0,-3 0 0 0,1 0 2 16,0 0-2-16,0 0 0 15,0 0 2-15,-1 0-1 0,-1 0 1 16,2 0-1-16,-4 0 1 0,1 0 0 15,1 0 0-15,-2 0-1 0,-1 0-1 16,-1 0 12-16,2 0-13 0,-1 0 0 16,1 0-2-16,0 0 0 0,1 0 2 15,-1 0 0-15,2 0 0 0,0 0-1 16,-3 0 1-16,3 0 0 0,2 0 0 16,-4-2 0-16,1 2 1 15,3-1-1-15,-2 0 3 0,0 0-2 0,1 1 0 16,1-1-1-16,-4 1 2 15,2 0-1-15,1 0-1 0,-1 0 1 16,0 0 0-16,0 0 1 0,1 0 11 16,-3 0-11-16,4 0-1 0,2 0 1 15,-7 0 1-15,3 0 13 0,2 0 3 16,0 2-6-16,0 0 3 0,-1 0-4 16,3-1 4-16,2 0-16 0,-4 1 0 15,2 0 0-15,0-1 0 0,2 2 2 16,-2-1 21-16,4-1-10 0,-7 0-10 15,7-1 16-15,-2 0-19 0,-2 0 0 16,4 0 2-16,-2 0-2 0,0 0-1 16,0 0 0-16,-2 0 1 0,0 0 0 15,2 0 0-15,-2 0-1 0,1 0 1 16,1 0-2-16,-4 0 0 16,-2 0 2-16,4 0 0 0,2 0 0 15,-9 0-1-15,5-1 1 0,0 0 2 0,0 1-2 16,-2-3 0-16,-1 1-1 15,3 1 1-15,-2 1 0 0,-2-2-2 16,5 1 0-16,-1 1 1 0,-4-1 1 16,2 1 3-16,4 0-2 0,-5 0-1 15,1 0 0-15,2 0-1 0,2 0 1 16,-5 0 3-16,3 0-2 0,2 0-1 16,0 1 1-16,0-1 1 0,-2 1-1 15,-1-1 0-15,3 0 1 0,4 0-2 16,-6 2 0-16,-2-2 0 0,4 0 0 15,0 0 1-15,-1 1 2 0,-3 1-1 16,4-1 1-16,0 1-1 0,0 0 17 16,2-2-6-16,-4 3-12 0,6-1 12 15,-2-1-10-15,2 0 16 0,-3 1-6 16,6-2 0-16,-1 2-11 0,0-1-1 16,0-1 11-16,0 0-11 0,2 1-1 15,0-1 3-15,2 2-2 0,-2-2 1 16,1 0-2-16,3 0 0 15,-4 0 0-15,2 2 0 0,-2-2 0 16,3 0 2-16,-1 0-1 0,2 0 0 16,0 0-1-16,-1 0 1 0,-1 0 1 15,0 0-2-15,-2 0 1 0,2 0-1 16,1-2 3-16,-1 2 10 0,-4 0-12 16,6-2 0-16,-2 2 15 0,1 0-3 15,-3 0-13-15,0 0 1 0,0 0 1 16,2 0 11-16,2 0-12 0,-3-1-1 15,5 1 0-15,-4 0 0 16,2 0 1-16,-3 0 0 0,3 0 1 16,0 0-1-16,0 0-1 0,1 0 1 15,-1 0-1-15,-2 1-2 0,4 1 1 16,3 0 1-16,-5 0 0 0,2 0 0 16,1 0 3-16,1 0 0 0,-1 0 0 15,-3-1-2-15,2 1 0 0,3-1 1 16,-1 2 1-16,-4-3 0 0,3 3-1 15,1-3-2-15,-2 1 1 0,-1 1 0 16,-1-2-1-16,4 0 2 0,-1 0 1 16,-3 0-1-16,4 2-2 0,1-2 1 15,-3 0-1-15,-2 0 0 0,3 1 0 16,-1 0 1-16,0-1-1 0,-1 2 2 16,-1 0 11-16,4-1-12 0,-1 0 0 15,-1 1 1-15,0-1 0 0,5 2-2 16,-5 0 1-16,5-1 1 15,-1-1-2-15,1 2-1 0,-3-1 1 16,5 0 2-16,-5 0-2 0,7 0 1 16,-7-1 1-16,5 0 1 0,-1 1 0 15,-3-1 9-15,5 1-9 0,-5-1 0 16,3-1 0-16,-1 1 10 0,1 1-12 16,-1 0 2-16,-1-1 16 0,1 3-16 15,-1-3 13-15,3 2-14 0,-7 0 11 16,11-1-10-16,-11 1 9 0,9-1-12 15,-7-1 2-15,2 0 1 0,3 2-1 16,-3-3 14-16,-3 1-14 0,7-1 1 16,-5 0-1-16,3 0 11 0,1 0-12 15,-3 0 0-15,3 0-1 0,-5 0 1 16,1 0-1-16,-1 0 1 0,1 0 0 16,-5 0-1-16,4 0-2 0,-3 0 1 15,1 0 1-15,-4 0-2 16,-2 1 2-16,7-1 0 0,-7 3-2 15,2-1-1-15,-2-1 2 0,0 1-2 16,-2 1 0-16,2-2 2 0,3 0 0 16,-3 2 0-16,0-1 1 0,0-1-2 15,0 0 2-15,-2 2 0 0,0-1 2 16,0 1-2-16,-4-1-3 0,0-1 3 16,-2 1 1-16,-2 1 0 0,-2-3 0 15,-3 1-1-15,-1 0 0 0,-2 1-1 16,-7-1 0-16,2 0 0 0,-3-1 1 15,-5 1 0-15,0 0 1 16,-2-1 0-16,-2 0 1 0,2 0 1 16,-2 0 13-16,0 0 0 0,0 0-13 15,0 0-1-15,0 0-2 0,0 0-21 16,0 0-17-16,0 0-32 0,0 0-63 16,0 0-58-16,0 0-50 0,2 3 10 15,4-1-118-15,0-1-309 0,1-1-641 16,-28-6 874-16</inkml:trace>
  <inkml:trace contextRef="#ctx0" brushRef="#br0" timeOffset="-171229.4">28324 8870 37 0,'0'0'160'15,"0"0"-160"-15,0 0 730 0,0 0-352 16,0 0-99-16,0 0-48 0,0 0-91 16,-21-10-134-16,21 10-6 0,0 0 0 15,2 0 23-15,-2 0 52 0,8 2 22 16,-4-1-3-16,3 2-13 0,-1 0-26 16,0 2 3-16,4-1 3 0,-1 3-22 15,-1 1-7-15,0 3-6 0,7 3 0 16,-5 5 0-16,0 1-13 15,7 8-10-15,-7 3-3 0,5 2-1 0,-3 3-28 16,-2 3-4-16,5-1-2 16,-5 1 16-16,-1 3 16 0,1 1 1 15,-4 8 2-15,-6 8 1 0,-4 11-1 16,-11 1-2-16,1-14-30 0,-3-13-7 16,7-12-32-16,-2-3-7 0,-7 4 7 15,5 4 16-15,-5 3 23 0,2-4 12 16,1-6 17-16,1-4 0 0,3-5-13 15,0-2 15-15,1-4-2 0,-1-3 3 16,4-1 0-16,-3-4 3 0,1-1 19 16,2-3 0-16,-1 1-22 0,-5-2-1 15,4-2-12-15,1 3-23 0,-1-3 4 16,-4 1-1-16,7-1 14 0,-1 0 3 16,4 0 15-16,-2 0-3 0,2 0 4 15,4 0-1-15,0 0-2 0,0 0-72 16,2-4 10-16,2 2 37 0,4-4 28 15,2 0 11-15,-1-1-11 0,5-3-1 16,-1 2 1-16,-3 0-26 16,6-1 26-16,-5 1 3 0,5 0-2 0,-3-1 12 15,-1-1 0-15,5 0 10 16,-3-2 13-16,3-1 19 0,-9 0 3 16,8 0 1-16,-5-3-4 0,-3 2-3 15,5-2 16-15,-3 0 9 0,-2-3 4 16,0-3-13-16,5 0 0 0,-5-3 6 15,0 0-19-15,3-4 9 0,-3-1-15 16,-4-2-11-16,2 0-6 0,3-3-12 16,-3-3-18-16,-2-2 1 15,0-2 13-15,-2-3-16 0,0 1-12 0,-2 1 11 16,0 0 1-16,0 0-2 16,0 2 0-16,-6 0 2 0,0 1 0 15,-5 3 3-15,1 3-3 0,2-1-21 16,-7 3 8-16,3 2-10 0,-5 2 20 15,3 3 1-15,-5 0 1 0,5 4 1 16,-5 1 0-16,5 4 3 0,-5 0 36 16,7 3-4-16,1 2-6 0,-1 1 0 15,6 4 9-15,0 1-9 0,1 0-6 16,3 3-12-16,0 1-11 0,2 1-32 16,0 0-35-16,0 0-10 0,0 0 16 15,0 0 25-15,0 2 34 0,4 0 0 16,1 4 2-16,-1-1 0 0,-2 0 2 15,4 1-1-15,-2 1 3 0,4 1-2 16,1 0 11-16,-3 2-10 0,0 0 0 16,2-1 10-16,1 1-12 15,-1-1-1-15,0 3 13 0,5-1-13 16,-5 1 2-16,4-2 14 0,5 5-15 16,-7-1 1-16,9 1 2 0,-5 3 15 15,9-1-16-15,-7 2 13 0,5 3-3 16,-6 3-11-16,3 1 1 0,-3 5-2 15,3 1 1-15,-3 4 2 0,3-1-2 16,-5 5-1-16,1-1-1 0,-1 0 0 16,1 0-1-16,-4 1 1 0,-1-1 0 15,-3 0-1-15,-4-1-28 0,-2 0-3 16,0 0 9-16,0-1 7 0,-8-1-3 16,1-3 3-16,-1 2 14 0,-4-3-1 15,1-4 3-15,1 0 0 0,-6-1 3 16,3 0-1-16,-3-4 0 0,3 1-2 15,-5-3-2-15,3-1 1 0,-3-3-1 16,3-1-2-16,-6-1 1 16,5-1-10-16,-7-3 0 0,9 0 10 0,-5-3-10 15,3 2 11-15,-1-4 0 16,3-1 1-16,-1-1 0 0,5 0-1 16,-1-1 2-16,-1-1 0 0,6-1 2 15,2 0-2-15,0-1-1 0,4 0-2 16,0 0-10-16,0 0-10 0,0 0-32 15,0 0-16-15,2-2 46 0,0-2 22 16,4 0 0-16,-2-1 0 0,2 0 0 16,5-1-13-16,-5-1 14 0,2-1 1 15,0 0 1-15,5 0-1 0,-5 2 1 16,0-1-1-16,3-1 1 0,-1 0-1 16,-2 1-2-16,5-1 0 15,-5 0-1-15,2 1-8 0,-2-2-5 0,3-1-8 16,-3 0-4-16,-2-2-1 15,5 1 17-15,-1 0 11 0,-2-1-11 16,-2 1 11-16,3 0 1 0,1-1-12 16,-2-2 11-16,1 0 2 0,1-1 2 15,-2-1 14-15,2-1 4 0,-3-2 32 16,1-2 25-16,0 0 4 0,-4 0-13 16,3-3-20-16,-1-1-16 0,2-2-6 15,-4-4-1-15,0-1-5 0,0-2 15 16,-4-1 1-16,5-5-11 0,-5 2-12 15,2 0 0-15,-2 0-12 0,4 0-1 16,0 1 13-16,-4-2-13 0,6 4-2 16,-4 0-2-16,-2 1 4 0,0 2 0 15,-2 2 0-15,-6 4 1 0,2 2-1 16,-3 4 17-16,-1 2-3 0,0 4-12 16,-1 0-1-16,3 4-1 0,-2 0-20 15,1 3-28-15,5 5 16 0,-2-3-10 16,2 4 7-16,2-1-20 15,0 2-45-15,2 0-93 0,0 4-150 16,0 5-151-16,0-3-20 0,0 9-298 0</inkml:trace>
  <inkml:trace contextRef="#ctx0" brushRef="#br0" timeOffset="-169586.32">28561 9535 1 0,'0'0'59'0,"0"0"-14"0,0 0 50 15,0 0 498-15,0 0-290 0,0 0-143 16,0 0-40-16,0 0-3 0,0 0 7 15,0 0-4-15,40-34-19 0,-32 32-7 16,0 0 13-16,-4 0-29 0,3 2 16 16,1-1-29-16,0 1-1 0,-2-1-12 15,-2 1-3-15,3 0-14 16,1 0 1-16,2 0-1 0,-2 0-9 0,1 1-7 16,3 2 1-16,1-1-7 15,-3 3 6-15,4 0-3 0,3 1 13 16,-3-1 0-16,3 3-6 0,2-1 12 15,-3 2-3-15,7 1-3 0,-7-1-9 16,9 2 2-16,-2-2 1 0,-5 3 5 16,7 0 8-16,-4 1 2 0,0-1-6 15,3 2 7-15,-1 1-7 0,-2-2 6 16,4 1-16-16,-1 2-9 0,1-2 0 16,-2 0-10-16,4 3 10 0,-2-3 0 15,-1 2 3-15,-1 1 0 0,4 0 0 16,-2 1 9-16,0 1-9 0,-3-1-14 15,5 1 11-15,-2 1 0 0,0-2-13 16,-4 2-1-16,-1 0-1 0,3 3 2 16,-4 0 0-16,1 0 0 0,-3 2 2 15,3 0 1-15,-5 1 13 0,4 0 3 16,-7-1 0-16,5 4 3 16,-5-1 7-16,2 0 9 0,-3 2 10 15,1 0 9-15,1 1 3 0,-3 1-13 16,2 0 13-16,3 4-3 0,-3-2-16 15,3 2-10-15,-1 1-12 0,-4 0-6 16,9 4-1-16,-9-1 1 0,1-1-13 16,-1 3 0-16,-4-4-1 0,0 2-28 15,-1-4 26-15,1 0 0 0,-4-7 3 16,-2 0 13-16,2-4-11 0,-2-2 0 16,0-1-2-16,0 0 0 0,-2-1 0 15,-6 1-1-15,3 1 1 0,1 2 1 16,-4 0 1-16,0 3 0 0,-1-1-2 15,3 1-2-15,-2-2-14 0,0-1 1 16,2 0-20-16,-1-6 0 0,3-2 23 16,-2 1 9-16,4-1-13 15,0-5 14-15,-2 2 1 0,2-3 0 0,0-3-2 16,2 1 1-16,-2-3-10 16,2 0 10-16,0-2-14 0,0 1 0 15,0-2 0-15,0-2 4 0,0 1-1 16,0-1 1-16,0-1-1 0,0 0-9 15,0 0-7-15,0 0-21 0,0 0-49 16,0 0-60-16,-3-2-93 0,-1-2-79 16,4-2-335-16,0 2-404 0</inkml:trace>
  <inkml:trace contextRef="#ctx0" brushRef="#br0" timeOffset="-169256.16">29614 11176 252 0,'0'0'189'0,"0"0"1225"16,0 0-957-16,0 0-224 0,0 0-159 16,0 0 23-16,0 0 35 0,12 54-7 15,-4-31-25-15,1 2-14 0,-1 0-32 16,-2 4-19-16,6-7 16 0,-1 3 4 15,1-3 8-15,1-4-9 0,-1-1 3 16,-4-6-6-16,5 3-7 0,-5-7-3 16,2 0 4-16,-6-2-4 0,11-1-7 15,-11-4 4-15,4 0 13 0,-2 0 24 16,5-1 22-16,-3-6 23 0,0-2-8 16,-2-7-34-16,11-1-41 0,-3-3-37 15,7-5-18-15,-2-2-103 0,4 0-149 16,1-1-101-16,1 4-203 15,-6 5-431-15,6-1-544 0</inkml:trace>
  <inkml:trace contextRef="#ctx0" brushRef="#br0" timeOffset="-168404.61">30143 10285 340 0,'0'0'1743'0,"0"0"-1331"0,0 0-52 15,0 0-23-15,0 0-267 0,0 0-70 16,0 0 0-16,0 0 48 0,0 0 28 16,0 0-2-16,66 28-27 0,-41-21-21 15,-3-1-11-15,7 2-15 0,-4 1-3 16,-2-3-35-16,-2 1-95 0,-3 1-158 16,-5 0-123-16,-5-2-363 0,-8 6-747 15</inkml:trace>
  <inkml:trace contextRef="#ctx0" brushRef="#br0" timeOffset="-168198.61">30066 10658 1373 0,'0'0'1399'0,"0"0"-1178"0,0 0-28 15,0 0 58-15,54 11-54 0,-33-10-49 16,1-1-50-16,1 0-29 0,2 0-19 15,0-1-15-15,-5 0-16 0,7 1-19 16,-4 0-19-16,-2 0-38 0,1 0-113 16,1 0-95-16,-6-3-107 15,3 1-168-15,-7 1-595 0</inkml:trace>
  <inkml:trace contextRef="#ctx0" brushRef="#br0" timeOffset="-167962.61">30575 10357 386 0,'0'0'2559'0,"0"0"-2271"16,0 0-227-16,0 0 95 0,51 10-32 15,-30-9-64-15,2 2-35 0,2 0-22 16,-3 2-3-16,5-1 0 0,-2 3-19 15,0 0-44-15,-4 2-73 0,-3 0-52 16,-1 0-84-16,-7-1-82 0,-2 0-209 16,-4-1-476-16</inkml:trace>
  <inkml:trace contextRef="#ctx0" brushRef="#br0" timeOffset="-167748.59">30540 10574 697 0,'0'0'1623'0,"0"0"-1075"16,0 0-208-16,0 0-238 0,0 0 19 16,0 0-26-16,0 0-31 0,64 32-4 15,-39-30 12-15,-1 0-12 0,5-2-19 16,0 0-12-16,0-2-14 0,-2 0-14 16,0-3-1-16,-6 3-3 0,-3-4-72 15,-1 4-39-15,-7-1-73 0,-2 2-29 16,-1-3-40-16,-5 2-88 0,-2-3-95 15,0-1-139-15,0 2-233 0</inkml:trace>
  <inkml:trace contextRef="#ctx0" brushRef="#br0" timeOffset="-167273.52">30732 10315 970 0,'0'0'140'0,"0"0"1141"0,0 0-813 16,0 0-193-16,0 0-219 0,0 0-54 15,0 0 101-15,0 0 40 0,0 0 13 16,0 0-27-16,39 68-31 0,-31-42-22 16,-3 5-7-16,-3 4-4 0,-2 3-7 15,-2 5-18-15,-3 0-12 0,-3-2-12 16,-2 1-13-16,-1-3 13 0,-1-3-7 16,2-4-9-16,-1-6-1 15,-1-2 1-15,2-7 0 0,-1-2 0 0,7-4-2 16,-2-3-10-16,2-4 9 15,-2-1 3-15,-1-3 16 0,1 0-4 16,2 0-12-16,-2-6-14 0,0-3-5 16,0-1-18-16,-3-1-1 0,3-3 1 15,0-1-2-15,2 0 17 0,-2-2 10 16,1-1-1-16,-3 1-24 0,6 1 37 16,-4-1 0-16,4 4 12 0,-2 1 35 15,4 4 4-15,0 2-4 0,0 0-33 16,0 2-14-16,2 3-22 0,4 0 0 15,0 1 22-15,0 0 2 0,5 0 20 16,1 2-3-16,3 4-1 0,1 2-2 16,3 0 12-16,-1-1 6 0,1-1-6 15,-1 1-24-15,3-1 11 0,-2 0-14 16,-3-1-1-16,3-2-3 0,-5-1-81 16,1 0-102-16,-1-1-78 0,1 0-126 15,3 1-148-15,-5-2-267 0,5 2-262 16</inkml:trace>
  <inkml:trace contextRef="#ctx0" brushRef="#br0" timeOffset="-166854.26">31027 10624 2105 0,'0'0'553'0,"0"0"-138"0,0 0-230 16,0 0-150-16,0 0 45 15,0 0 18-15,0 0 16 0,0 0 7 16,60 8 1-16,-39-2-8 0,0 2-36 16,-3 0-30-16,3 2-20 0,-2 1-12 15,-3 0-4-15,-5 2 1 0,-1 0-10 16,-6 0 15-16,-4 4 1 0,0 0-6 16,-8 2 12-16,-5 3-10 0,1-1-2 15,-3 0-13-15,1-3-1 16,-3-3-21-16,9 0-50 0,0-5-32 15,0-2-59-15,-1-1-51 0,7-4-110 0,2-2-124 16,0-1-246-16,0 0-436 0</inkml:trace>
  <inkml:trace contextRef="#ctx0" brushRef="#br0" timeOffset="-166589.1">31300 10484 376 0,'0'0'316'16,"0"0"887"-16,0 0-675 0,0 0-79 16,0 0-62-16,0 0-69 0,0 0-81 15,0 0-52-15,0 0-31 0,0 0-82 16,-24 40-25-16,5-11-1 0,-4 5-5 16,3 1-4-16,-5 0-12 0,4-3-13 15,0-1-9-15,3-5-3 0,1-3-11 16,5-2-8-16,1-6-12 0,3-2-62 15,6-3-56-15,0-1-53 0,2-4-88 16,4-4-158-16,2-1-114 16,7 0-186-16,-5-4-266 0</inkml:trace>
  <inkml:trace contextRef="#ctx0" brushRef="#br0" timeOffset="-166397.13">31348 10624 281 0,'0'0'43'0,"0"0"1120"16,0 0-682-16,0 0-70 0,0 0-17 15,0 0-115-15,0 0-93 0,0 0-37 16,52-31 1-16,-50 42 30 0,-2 1-7 16,2 4-32-16,-2 3-52 0,0 1-42 15,0 2-22-15,-4-3-13 0,1-1-11 16,1 1-1-16,0-4-56 0,2-3-57 16,0 2-76-16,0-4-95 0,4-3-146 15,1 0-171-15,1-3-592 0</inkml:trace>
  <inkml:trace contextRef="#ctx0" brushRef="#br0" timeOffset="-165949.97">31755 10790 79 0,'0'0'36'0,"0"0"2208"0,0 0-1664 0,0 0-88 15,0 0-109-15,0 0-160 0,0 0-69 16,0 0-20-16,0 0-7 16,0 0-28-16,-47 25-28 0,34-22-13 15,1 3-12-15,-5-1-12 0,-3 3-13 16,1-2-8-16,-4 1-13 0,3 0 0 15,-1 0 3-15,4-2 34 0,1-2-10 16,3 4-8-16,3-4-1 0,2 2-6 16,2 0-12-16,1-1-1 0,1-3-1 15,0 5-1-15,4-2 1 0,0 1 2 16,0 1 1-16,0-2 11 0,0 5 10 16,4-1 12-16,0 2 2 0,3-3-8 15,-3 1-4-15,2 2-5 0,2-2-4 16,-2 0-12-16,3 1 0 0,-1 1 12 15,0 0-14-15,1 1-1 0,1-1-20 16,-2 1-29-16,0 0-12 0,-1 1-55 16,1-3-35-16,0 1-139 0,-2-5-222 15,-2-2-527-15,3-1-511 0</inkml:trace>
  <inkml:trace contextRef="#ctx0" brushRef="#br0" timeOffset="-165740.97">31712 11247 3004 0,'0'0'1404'0,"0"0"-991"15,0 0-107-15,0 0-175 0,0 0-98 16,0 0-33-16,0 0-88 0,0 0-157 15,0 0-327-15,0 0-1347 0</inkml:trace>
  <inkml:trace contextRef="#ctx0" brushRef="#br0" timeOffset="-145075.79">30002 12658 17 0,'0'0'66'15,"0"0"-39"-15,0 0-25 0,0 0 25 16,0 0-1-16,0 0 10 0,0 0-33 15,0 11 23-15,0-8-3 0,0 2 16 16,0 1 2-16,-2 0-39 0,0-1 142 16,0-1-144-16,-2 1-6 0,0 0-134 15,4-2-30-15,-4 0 7 0</inkml:trace>
  <inkml:trace contextRef="#ctx0" brushRef="#br0" timeOffset="-144589.28">29942 12743 83 0,'0'0'172'0,"0"0"47"0,0 0 19 15,0 0-23-15,0 0-10 0,0 0 10 16,0 0-13-16,0 0-37 0,0 0-48 16,0 0-81-16,-2-6 87 0,8 0 33 15,1-3-13-15,-3-2-33 0,6 0-20 16,-2-2-9-16,1 1-13 16,-3 1-4-16,2-3-9 0,-2 1-4 15,0 0-6-15,1 1-3 0,-3-1-3 16,6 1-4-16,-4 1 3 0,1-1-9 15,-1 3-3-15,-2-2-10 0,0 3-3 16,2 0-10-16,-2 2 13 0,0 3-3 16,-1 0-11-16,-1 1 1 0,0 0-3 15,0 1 0-15,2-2-13 0,-2 3 0 16,-2 0 10-16,2 0-10 16,0 0 11-16,4 0-1 0,-2 0-13 0,1 0 3 15,-3 0 11-15,4 3-11 16,0-2 13-16,-2 2 1 0,4 0 0 15,-1 1 0-15,1 2 3 0,-2 2-2 16,2-1-1-16,3 3 15 0,-1-1-14 16,-2 1 14-16,9 2-15 0,-5 1 1 15,3-2 2-15,-3 0 18 0,-2-1-19 16,7 0 19-16,-7 0-22 0,-3 1 2 16,1-2-1-16,-4-1-1 0,0-2-1 15,-2 1-2-15,0 0-9 0,-2-2-20 16,0-1-16-16,0-2-4 0,0 1-9 15,0-2-9-15,0 1-20 0,0-1-17 16,-2 0-31-16,0-1-53 0,2 0-59 16,-2 0-107-16,0 0-121 0,0 0-261 0</inkml:trace>
  <inkml:trace contextRef="#ctx0" brushRef="#br0" timeOffset="-144257.52">30174 12671 392 0,'0'0'1580'0,"0"0"-1230"0,0 0-133 0,0 0-72 16,0 0-145-16,0 0-10 15,0 0-193-15,0 0-72 0,0 0-56 0,0 0-147 16,-13 51-193-16</inkml:trace>
  <inkml:trace contextRef="#ctx0" brushRef="#br0" timeOffset="-140424.96">30070 13577 151 0,'0'0'101'16,"0"0"518"-16,0 0-153 0,0 0-232 16,0 0-94-16,0 0-62 0,0 0-45 15,0 0-14-15,0 0 10 16,0 0 27-16,-4 28 18 0,4-28-2 15,0 0 9-15,0 0-4 0,0 0-5 16,0 0-11-16,0 0-12 0,0 0-4 16,0 0-3-16,0 2-10 0,0-2-16 15,0 0-13-15,0 0 1 0,0 0 9 16,-2 1 3-16,2-1 3 0,0 1 7 16,-2 1 0-16,2-1-4 0,0 1 1 15,0 0-7-15,0-2-14 0,0 2-1 16,0-1 1-16,-4-1 0 0,4 1 11 15,0-1 0-15,0 1 6 0,0-1 1 16,0 0 2-16,0 0 4 0,0 0 3 16,0 0 3-16,0 0 7 0,0 0 2 15,0 0 7-15,0 0-22 0,0 0-14 16,0 0-12-16,0 1-13 0,0-1-9 16,0 0 2-16,0 0 1 15,0 0 6-15,0 0 10 0,0 0-10 16,0 0 10-16,0 0-13 0,0 0 0 15,0 0-10-15,0 0-32 0,0 0-22 16,0 0-13-16,0-2-1 0,4-2 29 16,0 2-2-16,-2-1-43 0,0 1-10 15,0 1-19-15,1 0-56 0,3-1-65 16,0-1-85-16,-4 2-85 0,10-3-228 0,-55 29 474 16</inkml:trace>
  <inkml:trace contextRef="#ctx0" brushRef="#br0" timeOffset="-137518.71">31397 13674 112 0,'0'0'0'0,"0"0"0"15,0 0 0-15,0 0 39 0,0 0 10 0,0 0 257 16,0 0-159-16,0 0-43 16,0 0 7-16,0 0-10 0,0 0-26 15,-2 13-29-15,2-13-44 0,2 0 17 16,-2 0-6-16,0 2-13 0,0-2 4 15,0 0 25-15,0 1 20 0,0-1 19 16,0 0 27-16,0 0 25 0,0 0 4 16,0 0-4-16,0 0-13 0,0 0-19 15,0 0-33-15,0 0-55 0,0 0-24 16,0 0-18-16,0 0 31 0,0 0 11 16,0 0 16-16,0 0 10 0,0 0 10 15,0 0-4-15,0 0 7 0,0 0 7 16,0 0 2-16,0 0 4 15,0 0-10-15,0 0-19 0,0 0-20 16,0 0-2-16,0 0 0 0,0 0 3 16,0 0 9-16,0 0-11 0,0 0-1 15,0 0 1-15,0 0 1 0,0 0 0 16,0 0 10-16,0 0-9 0,0 0 9 16,0 0-10-16,0 0 10 0,0 0-10 15,0 0 13-15,0 0-13 0,0 0 1 16,0 0 9-16,0 0-12 0,0 0 0 15,0 0 1-15,0 0 11 0,0 0-12 16,0 0 1-16,0 0 0 0,0 0 0 16,0 0 1-16,0 0-1 0,0 0-1 15,0 0-1-15,0 0 1 0,-2 0 0 16,0-1-1-16,-2-1 0 0,2-1-1 16,2 3 1-16,-2-1-13 0,2 0 12 15,0 0 0-15,0 0-15 0,-4-1 14 16,4 2-1-16,0 0-10 0,0 0-3 15,0 0-7-15,0 0 4 16,0 0 3-16,0 0-4 0,0 0-9 0,0 0 7 16,0 0 5-16,0 0 1 0,0 0-16 15,0-1-27-15,0 1-9 16,0 0-9-16,0 0-5 0,0 0-2 16,0 0-10-16,0 0-36 0,0 0-43 15,0 0-19-15,0 0-49 0,0 0-156 16,0 0-125-16,0 1 485 0</inkml:trace>
  <inkml:trace contextRef="#ctx0" brushRef="#br0" timeOffset="-134574.46">30614 14802 43 0,'0'0'14'0,"0"0"-14"16,0 0-19-16,0 0 19 0,0 0 28 15,0 0-28-15,37-53 0 0,-31 47 39 16,-3-3-39-16,-1 4-8 0,-2-3 4 16,0 1-5-16,0 1-8 0,0 0 1 15,0-1-13-15</inkml:trace>
  <inkml:trace contextRef="#ctx0" brushRef="#br0" timeOffset="-132819.07">28716 14881 43 0,'0'0'23'0,"0"0"16"16,0 0-22-16,52-29 9 0,-33 20-25 16,-5-1 38-16,5 0 33 0,-5-1 179 15,5 3-140-15,-5-3-30 16,5 1-19-16,-5 0-16 0,5 1-11 15,-5-1-22-15,5 0 7 0,-4 0-18 16,3 0-2-16,-3 0-1 0,3 1-12 16,-3 1-29-16,5-2-53 0,1 0-74 15,-2 3-33-15,3 1 22 0,-5-3 21 16</inkml:trace>
  <inkml:trace contextRef="#ctx0" brushRef="#br0" timeOffset="-132633.41">29281 14611 3 0,'0'0'17'0,"0"0"2"16,56-20 4-16,-36 14 16 0,-3 0 3 15,1-1 7-15,3-1 26 0,-4-1 17 16,3-1-11-16,1-1 4 16,-2 0-4-16,5-1 4 0,-1-1-26 15,0 2-23-15,4-1-20 0,0 1-16 16,-3-1-2-16,-1 3-11 0,6 0-17 16,-6 2-51-16,2 1-36 0,-7 3-37 15,5 0 17-15,-9 3 23 0,3 0-16 16</inkml:trace>
  <inkml:trace contextRef="#ctx0" brushRef="#br0" timeOffset="-131740.42">29831 14912 92 0,'0'0'62'0,"0"0"-62"0,0 0-6 16,0 0-7-16,0 0-4 0,0 0-9 15,0 0-23-15</inkml:trace>
  <inkml:trace contextRef="#ctx0" brushRef="#br0" timeOffset="-130709.51">30352 15558 63 0,'0'0'111'0,"0"0"-62"15,53-3 3-15,-28 2 307 0,0 1-183 16,6 0-43-16,0 0 1 16,4-2 32-16,4 2-20 0,3 0-48 0,-1-2-17 15,0 1-35-15,1 0 19 0,-3-1-4 16,0 0-22-16,-2 1 26 15,-1-1-48-15,-3 1 2 0,0-3-18 16,-2 1-1-16,0-3-120 0,0-3-212 16,-9 3-143-16,5-6-337 0</inkml:trace>
  <inkml:trace contextRef="#ctx0" brushRef="#br0" timeOffset="-115186.17">19009 13245 877 0,'0'0'2'0,"0"0"15"0,0 0 198 0,0 0 69 15,0 0-144-15,0 0-111 16,0 0-27-16,35 4 1 0,-33-4 17 15,5 0-17-15,1-2 26 0,-4 1-6 16,0 0 29-16,0 1 45 0,0-1-2 16,-1 1-24-16,-1 0 0 0,2-1-6 15,2 1-6-15,-2-2 6 0,-2 2-20 16,4 0 0-16,1-1 0 0,-5 0-6 16,4-1 0-16,2 1-7 0,-4 1 17 15,4-3-10-15,-1 3-7 16,-1-1-3-16,0-1-13 0,2 2 3 15,1-2-15-15,-3 1 18 0,6-1-9 16,-4 1 3-16,3-1-3 0,-1 0 10 16,3 0 5-16,-3 0 11 0,2 0-7 15,-1-2-3-15,-1 3 0 0,4 0 0 16,-1 0 3-16,-5-1-13 0,7 2 1 16,-3 0 2-16,-2 0 4 0,5 0-1 15,-1 0 4-15,-1 0-3 0,1 0-7 16,3 0-3-16,-1 0 19 0,3 0-13 15,-1 2 7-15,1-2 3 0,-2 0-10 16,7 0 7-16,-1 0-3 0,0 0-7 16,0-2-3-16,1-1-4 0,1 1 4 15,-2-1-14-15,4 0 14 0,-4 0-3 16,1 1-12-16,1-2 1 0,2 2 0 16,-4-2-1-16,2 2-1 15,-1 0-2-15,1 0 1 0,0 1 0 16,-2 1-2-16,2 0-10 0,-3 0 13 15,3 0 0-15,0 0 0 0,2 0 1 16,-5 0 0-16,5 0 0 0,0 0 0 16,-2 0-1-16,2 0 1 0,0 0 12 15,2 0-13-15,-2 0-1 0,-1-1 1 16,3 0 3-16,-2-1-2 0,2-1 2 16,-2 2 1-16,2-2 8 0,2 1-8 15,-4 1 11-15,4-3-11 0,0 2 15 16,0-3-16-16,0 3 10 0,-2-2-12 15,2 2 1-15,0-2-1 0,2 2-1 16,-2-1 0-16,0 1-1 0,2-3-1 16,0 3-1-16,-2-3 1 0,2 3 0 15,-2-3 2-15,2 1 0 16,-2 1 12-16,0-2-9 0,-2-1 19 0,2 2 7 16,-2 0-10-16,-2-2-7 15,2 2 1-15,0 0-10 0,0 1 0 16,0 1 0-16,0-3-1 0,0 4 0 15,2-2-2-15,0 1 0 0,0 1 0 16,0-1-1-16,-2 0 1 0,2 1 0 16,0 1 0-16,-2 0-1 0,0 0 1 15,-1 0-2-15,6 0 2 0,-5 0-1 16,-3 0 1-16,1 0 1 0,2 0-1 16,0 0 0-16,-2 0 2 0,-4 0-2 15,2 0 1-15,1 0 1 0,-1 0 0 16,0 0 10-16,-2 0-9 0,2 0-1 15,-1 0 0-15,-1 0 0 16,0 0 0-16,0 0-2 0,1-3 2 16,-1 3-1-16,2 0-1 0,0 0 0 15,-3 0 0-15,1 0 0 0,2 0 1 16,0 0 1-16,0 0 17 0,-3 0-15 16,3 0 11-16,0 0 1 0,0-3-13 15,0 3 10-15,1-1-10 0,-1-2 10 16,0 3-1-16,-2-3-10 0,2 3 11 15,-1-3-11-15,-1 2 1 0,2 1 10 16,-4-1-11-16,3 1-1 0,-1 0 1 16,2 0-1-16,-4 0 0 0,1 0 2 15,3 0-1-15,-2 0 1 0,0 0 13 16,1 0-13-16,3 0 19 0,-4 1-3 16,0-1-6-16,4 0 6 0,0 1-16 15,-5 1 9-15,3-2 7 0,2 0-17 16,-2 0 11-16,-2 0-12 0,1-2 1 15,1 1 0-15,2-2-1 0,-4 3 0 16,2-4-1-16,-1 2 1 16,3 0-1-16,-2-1-1 0,-2 3 0 15,4-1 1-15,0 0 0 0,-5-2-1 16,5 1 1-16,-2 1 0 0,2-2-1 16,0 0 1-16,-2 1 1 0,1-1 0 15,1 2-1-15,2-1 0 0,0 2 0 16,-4 0 0-16,4 0 1 0,0 0 0 15,-2 0-1-15,2 0 1 0,2 0 0 16,0 0 0-16,-2 2 1 0,4-1-2 16,-6 2 0-16,4-1 0 0,2 0 0 15,0 2 0-15,-2-3-1 0,2 1 0 16,-2 1 1-16,2-3 1 0,-2 1-1 16,-2 0 0-16,2-1 0 0,-2 0 0 15,0 0 0-15,0 0 0 0,-5 0 0 16,5 0 1-16,-2 0-1 15,2 0-1-15,2 0 1 0,0 0 1 0,-4 0-1 16,4-1-1-16,-4 0 1 0,4 1-1 16,0 0 1-16,0-2 1 0,2 1-1 15,-2-1 0-15,0 1 0 16,0 1 1-16,0 0 0 0,0-3 0 16,0 3 1-16,2 0-2 0,-2 0 3 15,-2-3-1-15,4 3-1 0,-2 0 1 16,2 0-2-16,-4-2 0 0,4 2 0 15,-2 0 0-15,2 0 0 0,0 0-1 16,-2 0 1-16,-2 2-19 0,4-2 6 16,-4 2 13-16,4-1 1 0,-2-1 3 15,3 3 7-15,-3-3-10 0,0 1-1 16,2 0 0-16,-2 1-1 16,-4 0 1-16,1-2 0 0,1 2 0 15,0-2 1-15,-2 0-1 0,4 3 2 16,0-3-1-16,0 2-1 0,2-1 0 15,-4 0 0-15,2 1 0 0,-2 0-1 16,-2-2 1-16,4 2 0 0,-2-1-1 16,0 0 1-16,2 1 0 0,-2-2 1 15,4 1 0-15,-4-1-1 0,0 0 0 16,0 2 1-16,-2-2 1 0,-3 1 0 16,5-1 1-16,-2 0 0 0,-2 0 0 15,0 0 9-15,0 0-11 0,4 0 1 16,-5 0 2-16,5 0 10 0,-2 0-14 15,2 0-1-15,0 0 0 0,0 0 0 16,2 0 1-16,-2 0 0 0,0 0-1 16,-6 0 0-16,6 0-2 0,-5 0 1 15,5 0 1-15,-6 0 1 16,0 0 0-16,2 0 0 0,-1 3 0 16,-3-2 1-16,4 2 0 0,0-3 0 15,-7 3 0-15,5-2 0 0,2 3 2 16,-2-3-1-16,-5 0-2 0,9 0 1 15,-4 3 0-15,-2-2 1 0,3 1-2 16,-1-1 0-16,-2 1-1 0,-1-3 1 16,3 4-1-16,-6 0-1 0,1-1-10 15,-3 0 12-15,3-1 0 0,-3 0-2 16,-1 0 1-16,-1-1-3 0,-3 0-11 16,2 1 12-16,-3-1-13 0,-3-1 14 15,2 0 0-15,2 2-1 0,-3-2 1 16,-1 1-2-16,-2-1 2 0,2 0-13 15,3 1 14-15,-5-1 0 0,4 2 0 16,-4-2-2-16,0 0 2 16,2 0-2-16,1 0 0 0,-1 0-13 0,0 0 13 15,-2 0 1-15,0 0 2 0,2 0 0 16,3 0 0-16,-5 0 0 16,2 0 1-16,0 0-1 0,0 0 0 15,5 0 0-15,-3 0-1 0,-2 0-1 16,5 0-1-16,-1 0-10 0,-2 0-9 15,-2 0-22-15,1 2 7 0,1-1-1 16,0-1 3-16,-4 0 0 0,0 1-6 16,3 0-16-16,-3 0-22 0,2 1-32 15,-2-1-45-15,0 1-49 0,0 1-104 16,-4-2-211-16,4 0-556 0</inkml:trace>
  <inkml:trace contextRef="#ctx0" brushRef="#br0" timeOffset="-97372.59">8570 10053 21 0,'0'0'29'15,"0"0"-6"-15,0 0 3 0,0 0 29 16,0 0 4-16,0 0 58 0,0 0 193 16,-49 23-242-16,36-20-9 15,-1-1-3-15,1 1-34 0,-1-3-2 16,-5 3-18-16,-1 0 0 0,-1 0-1 15,-2-2 3-15,-4-1 22 0,-2 0 26 16,-4-1 3-16,-2-5-16 0,-10-5 0 16,-13-2-16-16,-10-1 6 15,-5-1 14-15,3 3-14 0,4 3-26 0,4 3 20 16,2-1-3-16,-4 0 9 0,0-3-13 16,2 1-14-16,-4-6 21 0,1 0-21 15,-3-4 24-15,0-2-9 0,0-4 5 16,0 0 24-16,4-3 39 0,-1-1-17 15,3-5 20-15,3-3-40 0,3-3 1 16,8 3-10-16,9 3 3 0,10 4 4 16,0 2-20-16,-4-9 6 0,0-4-6 15,0-6 0-15,2 3 3 16,6-1-3-16,6 5-24 0,5 0 0 0,6 2-2 16,6 0-26-16,4 0-13 15,12-5 0-15,3 3 6 0,10-4 1 0,4 0 6 16,6-2-7-16,10-4 7 0,9-3 4 15,16 0 9-15,7 5-7 16,-5 7 7-16,-1 9-3 0,-1 3 14 16,7 6-21-16,1-1 23 0,11 1 0 15,4 2-2-15,5-1 2 0,3 2 16 16,4 1 23-16,-5 2 0 0,5 3-13 16,-1 2-26-16,-1 5 16 0,2 2-16 15,-1 2 0-15,-1 2 0 0,3 0 10 16,-3 1-9-16,-3 0 16 0,1 0-17 15,-4 2-3-15,-4 3 3 0,-4 2 16 16,-4 2-14-16,-13 3 24 0,-5 5 3 16,-14-1-10-16,-17 1-17 0,-9 0 15 15,-9-1-14-15,1 9-1 0,0 5 17 16,-5 7 7-16,-10 10-13 0,-6 14 33 16,-14 17-20-16,-7 7 6 0,-6 0-19 15,5-6-12-15,-3-10 0 0,-2-6 1 16,4-1 0-16,-2-2-2 15,-6 1 0-15,2 2 0 0,-4-1 0 16,-2-1 2-16,0 0 1 0,0 0 10 16,-4 0-11-16,1-4-2 0,5-10 0 15,6-10-36-15,9-9-3 0,-5-5 4 16,-2 1 2-16,-2 0 15 0,-4 1 18 16,0-3 2-16,0-7 1 0,-4-1 1 15,0 1-4-15,-4 1-40 16,0-1 10-16,-7 1 8 0,-3 4 21 0,1-4 0 15,0 2 0-15,1 1 1 0,-5-3 0 16,-10 5 2-16,-8-1 8 0,6 0-7 16,12-7 13-16,15-4-15 15,6-2-1-15,-4-1 13 0,-7 0 0 16,-1-2 0-16,2-1-2 0,1-2-9 16,7-1 12-16,4 0-13 0,3-2 12 15,5-2-12-15,2-1 9 0,5 1-10 16,3 0-29-16,5 0 9 0,6 0-142 15,0-6-228-15,4 3-206 0,11-22-190 16</inkml:trace>
  <inkml:trace contextRef="#ctx0" brushRef="#br0" timeOffset="-95661.13">1205 14196 750 0,'0'0'225'0,"0"0"497"15,0 0-362-15,0 0-126 0,0 0-69 16,0 0-30-16,0 0-22 0,0 0-23 15,17 56-12-15,-11-48-1 0,2 1-36 16,-2-1-15-16,1 0-10 16,5 1-15-16,2-2-1 0,1-1-3 15,6-2 2-15,-5-1 1 0,3-3-1 0,3 0-99 16,-5-3-102-16,6-3-47 16,-9 0-103-16,3 3-145 0,-9-2-167 15</inkml:trace>
  <inkml:trace contextRef="#ctx0" brushRef="#br0" timeOffset="-95410.43">1168 14629 1179 0,'0'0'563'15,"0"0"-388"-15,0 0-29 0,0 0 29 16,0 0-4-16,0 0-70 0,50 23-34 16,-36-23-21-16,-2 0-21 0,3-5-8 15,1-1-5-15,-1 0-9 0,3 0-3 16,-1-1-33-16,2-1-93 0,-3 2-35 16,1-3-37-16,-3 1-113 0,1 3-118 15,-11 2-223-15</inkml:trace>
  <inkml:trace contextRef="#ctx0" brushRef="#br0" timeOffset="-95195.95">1259 14976 1331 0,'0'0'452'0,"0"0"-248"15,0 0-6-15,0 0 38 0,0 0-10 16,49 17-100-16,-36-17-49 0,1-3-22 15,-1-4-20-15,5-8 0 0,-5 1-3 16,5-7-32-16,-1-4-22 0,4-6-158 16,-7-3-142-16,7-5-226 0,-11 7-141 15,7-14-512-15</inkml:trace>
  <inkml:trace contextRef="#ctx0" brushRef="#br0" timeOffset="-94962.8">1774 14005 1039 0,'0'0'1122'15,"0"0"-801"-15,0 0-34 0,0 0-30 16,0 0-81-16,0 0-55 16,-11 59-48-16,11-39-13 0,0 0-28 15,0-1-32-15,6-1-16 0,-1-3 4 16,-1 0 8-16,2-5-27 0,0 0-109 15,0-4-71-15,-2-1-62 0,1-3-134 16,-3-1-205-16,-2-1-104 0,0 0-102 0</inkml:trace>
  <inkml:trace contextRef="#ctx0" brushRef="#br0" timeOffset="-94539.68">1639 14365 220 0,'0'0'306'15,"0"0"-140"-15,0 0-19 0,0 0-82 16,0 0-3-16,0 0 182 0,0 0-75 16,0 0-42-16,0 0 26 0,0 0-7 15,-33-15-139-15,33 15-7 0,0 0-36 16,2 0 36-16,-2 2 68 0,6-1 14 16,3 3 12-16,-1 0-13 0,2-1 3 15,1-1-10-15,5 2-2 16,-3-2-27-16,5 1-6 0,-3-3 0 15,5 1-10-15,-3-1-28 0,4 0 0 16,-5 0 2-16,3 0-2 0,-7-1-1 16,7 0 3-16,-9-1 10 15,4 2-13-15,-3 0-13 0,-5-1-74 0,0 0-23 16,-2 1-45-16,0-1-108 0,-1 0-23 16,-3 1 45-16,0 0 104 0,-3 0-237 15,-3 0-317-15</inkml:trace>
  <inkml:trace contextRef="#ctx0" brushRef="#br0" timeOffset="-94304.12">1827 14391 444 0,'0'0'352'0,"0"0"-234"15,0 0 380-15,0 0-231 0,0 0-40 16,0 0-29-16,0 0-26 0,0 0-1 16,-20 50-58-16,20-37-39 0,-4-1-6 15,1 3-10-15,1 2-46 0,2 6-12 16,-2 1-2-16,2 4-11 0,0 3 10 15,0-2-10-15,4 0-7 16,1-4-2-16,-3-1 3 0,2-3-7 16,2-2 13-16,-2-4-3 0,2-1-65 15,-2-3-61-15,-1-2-43 0,-1-1-22 16,-2-4-95-16,0 0 3 0,-2 1-147 16,-1-3-236-16</inkml:trace>
  <inkml:trace contextRef="#ctx0" brushRef="#br0" timeOffset="-94051.07">1643 14734 76 0,'0'0'310'0,"0"0"-134"16,0 0-114-16,0 0 16 0,0 0 23 16,0 0-33-16,0 0 314 0,0 0-203 15,0 0-10-15,52-52 32 0,-42 50-6 16,1-1-36-16,5 3-13 0,-3-3-36 15,3 1-33-15,-1 0-22 0,-1-2-7 16,3 3-19-16,-5-2-12 0,5 0-4 16,-9-1-13-16,4 4-2 0,1-3-62 15,-7 0-75-15,4-1-74 0,1 0-40 16,-5 0-140-16,-2 0-102 0,-4 1-173 16</inkml:trace>
  <inkml:trace contextRef="#ctx0" brushRef="#br0" timeOffset="-93793.96">1643 14941 464 0,'0'0'1519'16,"0"0"-1140"-16,0 0-114 0,0 0-136 15,0 0-126-15,0 0 45 0,0 0-3 16,0 0-16-16,0 0-10 0,60 21 1 15,-45-25 15-15,5-7 0 0,-1 0-12 16,0-4-9-16,3-2-14 0,-3-2-109 16,4 0-33-16,-1 0-48 0,-3 2-36 15,2 2-33-15,-1 2-40 0,-1 1-32 16,2-1 21-16,-3 4 7 0,1 0-71 16,0 0-93-16</inkml:trace>
  <inkml:trace contextRef="#ctx0" brushRef="#br0" timeOffset="-93275.39">2483 13847 431 0,'0'0'277'0,"0"0"-9"0,0 0 930 15,0 0-790-15,0 0-99 0,0 0-62 16,0 0-46-16,0 0-33 0,0 0-47 16,0 0-45-16,-2 44-29 15,-1-27-28-15,1 3-19 0,0 4-2 16,0-2-11-16,2 1-63 0,-2 0-85 16,2 0-59-16,0-5-26 0,0 1-88 15,0-3-150-15,-2 2-156 0,0-7-105 16</inkml:trace>
  <inkml:trace contextRef="#ctx0" brushRef="#br0" timeOffset="-92792.29">2197 14361 1445 0,'0'0'497'0,"0"0"-202"16,0 0-295-16,0 0-33 0,0 0 33 15,0 0 23-15,0 0 42 0,0 0 25 16,64-6-5-16,-43-2-18 0,6 0-9 16,4-4-22-16,0-4-7 0,4 0-13 15,0-2-14 1,2-1 18-16,1 1-20 0,3 1-23 0,-4 2 22 16,-2 3 0-16,1 3-12 0,-5 2 10 15,0 4-23-15,-5-1 24 0,-1 4 0 16,0 0 2-16,0 0 35 0,-9 0-33 15,3 5 40-15,-11-2-23 0,0 0-19 16,1 0 3-16,-9-1 29 0,2 0 61 16,-2-2 93-16,0 3 44 0,0 0-32 15,-4 4-106-15,-5 3-70 0,3 0-21 16,-2 7 12-16,-2 0-13 0,-7 4-16 16,5 2-3-16,-9 3 16 15,7 1-38-15,-9 2 9 0,-2 1-6 0,4-1 19 16,-3 1 6-16,-3-1-3 15,0-2 5-15,0 0 11 0,4-1 13 16,-2-4-11-16,1 0-2 0,-1-1-25 16,4-2-17-16,-4-2-15 0,5-1-13 15,3-1 9-15,-4-5-13 0,11-2 1 16,0-6-14-16,-1-2-58 0,7 0-42 16,-2-7-158-16,4-6-139 0,0 1-108 15,-2-13-174-15</inkml:trace>
  <inkml:trace contextRef="#ctx0" brushRef="#br0" timeOffset="-92549.48">2437 14260 500 0,'0'0'352'16,"0"0"-160"-16,0 0 498 15,0 0-275-15,0 0-165 0,27 54-44 0,-21-32-6 16,2 3-23-16,5 3-43 15,-1 2 0-15,3 3-25 0,3 1-26 16,7-1-17-16,-4 1-18 0,8-4-42 16,-2-1-6-16,4-5-2 0,2-2-11 15,-2-6-15-15,0-1-87 0,0-2-44 16,-4-1-29-16,-1-2-56 0,3 0-137 16,-8-1-212-16,6 6-485 0</inkml:trace>
  <inkml:trace contextRef="#ctx0" brushRef="#br0" timeOffset="-90260.48">3868 15354 1065 0,'0'0'1'16,"0"0"640"-16,0 0-265 0,0 0-123 16,0 0-53-16,0 0-41 0,0 0-31 15,-52 11-38-15,44-11-38 0,-1-3-4 16,3 0-3-16,-4-2-10 0,-5-1-35 16,3-2 0-16,-5 1 0 0,3-3 0 15,-7-1 2-15,-1 0 12 16,-1-1-12-16,-6 0-1 0,-2-1-1 0,-2-1 1 15,-2 4 18-15,-5-1-17 16,-11 0 11-16,-7 1-13 0,-17 1 0 16,-3 3 0-16,1 0 42 0,-1 3 6 15,10 2 6-15,-5-1-22 0,-1 0 12 16,-5 2-6-16,1-2 36 0,-3-2 5 16,-2 2-28-16,3-3-32 0,-5 1-4 15,4-1-11-15,-1 0-1 0,5-3-3 16,-3 1-19-16,1 0-7 0,7-1 23 15,-7-2 1-15,7 3-1 0,0-1 1 16,1 1 2-16,-1-1-19 0,4-2 6 16,2 3-37-16,3 0 15 0,1 1 12 15,17 3-24-15,4 1-1 0,12 2-6 16,0-1 0-16,-2 1 18 0,-4 0 17 16,-7 0-2-16,9 1 21 0,2 1 3 15,8 1 13-15,-1 2-13 16,5-4 20-16,3 3-7 0,5-1-16 0,-1 1 1 15,4-1 9-15,1 1-10 16,1 0 2-16,2-1 1 0,2 1 6 16,0-1-9-16,0 3-3 0,2 0-35 0,0 1 38 15,0 3 12-15,0 1 27 16,2-1 12-16,-2 2 6 0,2-1 10 16,0 3 0-16,-2 0-7 0,0 3 6 15,0 2-25-15,0 0 35 0,0 3-10 16,-4 3-28-16,-2 4 0 0,-1 1-10 15,3 7-12-15,-4 3-14 0,-2 11 1 16,-1 13-1-16,1 14 0 16,-4 4 0-16,3-3-2 0,-3-3-24 0,-1-4 21 15,7 2 2-15,-4 2 1 16,-1 4 1-16,5-1 15 0,-2 4-1 16,-1 0 4-16,3-1 3 0,-6 0 9 0,7-4-8 15,-1-3-21-15,4-5-2 16,0-2 0-16,0-4 0 0,2-4 1 15,-3-12 2-15,5-11 9 0,0-6-11 16,0-3-1-16,0 3 0 0,0 4 0 16,0 3 0-16,5-4-1 0,-3-6-34 15,0 0 19-15,0-7 15 0,0 1-1 16,0-5-14-16,-2-2-3 0,2-2 7 16,-2-4-4-16,2 0 13 0,-2-5-10 15,2-2 10-15,-2 0 0 0,0-2 1 16,0 0-1-16,2 0 0 0,-2 0 3 15,0 0 11-15,0 0 2 0,2 0-1 16,-2 0-10-16,0 0 1 0,0 0-3 16,0 0-13-16,0 0-6 0,0 0-6 15,0 0-16-15,2 0-12 16,-2 0-1-16,2 0-6 0,3 0 60 16,-1 2 0-16,4 0 1 0,-4 2-1 15,4-1 0-15,5 1-1 0,-3 2 1 16,5-2 0-16,3 2-2 0,5-1 0 15,-2 1 0-15,5 1 2 0,5-1 3 16,0 3 0-16,3-1-2 0,1 1 15 16,4-1-3-16,4 1-11 0,7 1 1 15,14 3 16-15,4-3-19 0,7 3 13 16,-5-1 2-16,-4-1 7 0,-2-3-22 16,0 1 16-16,4 1 0 0,5-2-13 15,-3 2-2-15,5-3 26 0,-1 1-27 16,4-2-1-16,3 1-1 0,-4-1 2 15,5-1 0-15,-3 2 0 0,8-2 2 16,-3 1-2-16,5 0 0 16,0 0 0-16,0 3 3 0,0 0-1 0,-8-1 11 15,3 3-12-15,-5-2 0 16,1 1 0-16,-5 1 0 0,8-1-1 16,-7 0 0-16,-4-1 0 0,3-1 0 15,-5-1-1-15,0 1-11 0,-8-3 11 16,-4 2 1-16,0-1 1 0,-12-2 1 15,-9-1-1-15,-8 0 0 0,-4-2 2 16,-3-1-2-16,-1 1-1 0,10-1 0 16,0 0-1-16,2 0 0 0,-2-2 1 15,-2-1 1-15,-4 0-1 0,-7-1 2 16,3 1-2-16,-8-1 2 16,1 1 1-16,-4-1-2 0,-6 0 1 0,5-2 1 15,-5 4 0-15,-2-5 0 0,2-1-2 16,-2-4 46-16,0-3-19 15,0-6-27-15,0-8-1 0,-2-3-1 16,0-4 0-16,0 1-1 0,0 3 0 16,0-2 2-16,-2-3 2 0,2 1 29 15,-2-3 24-15,0-2-12 0,0-3-18 16,-2-3-3-16,2-8 6 0,-2-9-3 16,-2-10 28-16,1 2-19 0,3 5-15 15,2 2-18-15,0 7-1 0,0-3 0 16,2 0-2-16,3-2 1 0,1 3 0 15,-2 4 1-15,0 2-1 0,0 8 0 16,-2 7-21-16,0 8 21 0,-2 5 1 16,0-6 0-16,0-3-34 0,0-2 15 15,-4 0 7-15,0 4 11 16,0-1 1-16,2 4 1 0,-4 1-1 0,4 0-2 16,2-1-11-16,0-1 1 0,0-3-7 15,0 0-6-15,0-3-3 16,6 0 12-16,-2 1 4 0,4 0-4 15,-6 1-3-15,2 0 0 0,-4 6 3 16,0 0-12-16,0 4-29 0,0 2-12 16,-2 4 39-16,-2 4 30 0,0 4 31 15,0 2-12-15,0 1 6 0,-2 4-6 16,3-1-6-16,1 1-13 0,0 0-18 16,2 2-4-16,-2-1 6 0,2 3 14 15,0-1 0-15,0 1 2 0,0 0 0 16,0 0 1-16,0 0 2 0,0 0 10 15,0 0 6-15,-2 0 9 0,2 0 9 16,0 0-5-16,0 0-4 0,0 0-8 16,0 0-8-16,0 0-12 0,0-2-3 15,-2 1 0-15,2 0-13 0,-2-1 14 16,2 1 1-16,-2-2 1 0,0 0 1 16,-2 0 1-16,2-2-1 0,-4 2 0 15,1-2-1-15,1-1-4 0,2-1-15 16,-2-1 19-16,0-2 2 15,-4 1 1-15,-1-1-3 0,1-3 3 16,-2 1 0-16,-5 0 14 0,5 1-15 16,-4 0 13-16,-3 0-15 0,-4 3 0 15,3-1-28-15,-7 0-13 0,-2-1-6 16,2 3 13-16,-6 0-19 0,2-1 18 16,-6 2-19-16,0 0-24 0,0-1-8 15,-4 0-91-15,1-2-69 0,-1 1-58 16,2-2-179-16,6 2-159 0,-15-8-483 15</inkml:trace>
  <inkml:trace contextRef="#ctx0" brushRef="#br0" timeOffset="-89199.9">608 15845 464 0,'0'0'372'0,"0"0"-242"0,0 0-104 0,0 0 322 15,0 0-13-15,0 0-244 16,0 0-71-16,0 0 22 0,0 0 39 16,0 0-3-16,2 32-3 0,0-30-1 15,0-2 14-15,-2 1 6 0,2 2-30 16,2-2-21-16,0-1-8 0,2 3 13 15,5-3-18-15,-3 1-28 16,2 1 27-16,5 1 6 0,-1-2-2 16,7 1 2-16,0 1-6 0,3 0 16 0,3 1 0 15,4 0-3-15,2 1 70 16,3-2-108-16,1 2 15 0,2 1-16 16,7 0 29-16,-5 0-3 0,6 1 0 15,7 1-4-15,12 4 14 0,7 1 12 16,7 4-19-16,-1-3 0 0,-9 3 13 15,-2-3-4-15,-2-1 4 0,5-1-7 16,1 3-13-16,0-2-8 0,3 0-15 16,-5 2 12-16,0-2-14 0,3 2 0 15,-3-3 0-15,7 5 13 0,-3-2-13 16,-2 1 3-16,1 3-3 0,1 0 13 16,-4 2-12-16,1-1-2 0,-1 1 2 15,-2 0 0-15,-2 0 0 0,0 2 0 16,1-1 1-16,-1 0 1 0,-4-2 10 15,-4-1-10-15,-3-2-2 0,1-2-1 16,-12-2-1-16,-3-4-1 0,-14-3 1 16,2 0-13-16,4-1 14 0,0 1 16 15,10 1-15-15,-7-1-1 16,-3-1 1-16,-2-1 0 0,-7 0 1 16,3 1-2-16,-2-2 0 0,-2 1 0 15,-9 0 0-15,5-2 0 0,-3-2 0 16,-5 2-25-16,1-2-55 0,-6 0-50 15,-1 0-4-15,-1 0-14 0,-2-4 1 16,-2-1-4-16,0-1 125 0,0-3-45 16,0 0-103-16,-2-3-124 0,-2 3-144 15,4 0-69-15,-3 3 52 0,-1 1-173 0</inkml:trace>
  <inkml:trace contextRef="#ctx0" brushRef="#br0" timeOffset="-88343.77">2020 15051 989 0,'0'0'130'0,"0"0"-49"16,0 0 677-16,0 0-469 0,0 0-257 16,0 0-32-16,0 0-24 0,0 0 24 15,0 0 13-15,0 0 13 0,0 19 23 16,0-19 6-16,0 0 0 16,0 1-7-16,0 0 10 0,0 6 20 0,0-2-49 15,-2 7-4-15,-1 1 11 16,-1 8-11-16,0 5 21 0,2 5 2 15,-4 13-6-15,-4 12-14 0,1 18 1 16,1 4 7-16,-4 2-11 0,-1-3-9 16,5-5 13-16,0 3-3 0,-5 0-7 15,3 1-16-15,2-2 39 0,-5 3 15 16,3-4 14-16,4-3 5 0,-3-2 4 16,3-3 18-16,0-2-12 0,0 0-10 15,2 1-32-15,0 0-19 0,-3 3-6 16,-1 0-19-16,2 0-2 0,-2 0 2 15,6-12 0-15,-5-11 1 0,3-13 1 16,0-2 0-16,2 6-1 0,0 3-1 16,0 2 0-16,2-3-13 0,0-2-12 15,0-4-6-15,0-5-14 0,0-1-21 16,2-4-4-16,0-5-15 0,4 1-11 16,-2-4 0-16,1-3 13 15,-1 0 4-15,-4-3 5 0,4-1-16 16,0-1-29-16,0-3-3 0,0 1-69 0,2-3-19 15,-1 0-62-15,1-4-33 16,-4-2-53-16,2-2 117 0,2-5 39 16,-2-4-39-16,2 5-118 0</inkml:trace>
  <inkml:trace contextRef="#ctx0" brushRef="#br0" timeOffset="-87737.51">1218 15249 321 0,'0'0'544'15,"0"0"-306"-15,0 0-209 0,0 0 261 16,0 0 411-16,0 0-357 0,0 0-122 15,0 0 3-15,0 0-51 0,0 0-24 16,-27 17-39-16,23-11 7 0,1 1-48 16,-1 0-23-16,2 4-28 0,0 1-19 15,2 6-22-15,-2 2 3 0,0 6 16 16,0 3-10-16,0 3-12 0,2 2-45 16,-2 0-22-16,-2-3-17 15,4-2-12-15,-2-3-4 0,2-2 10 16,0-3-4-16,0-2-59 0,0-3-70 0,0-1-50 15,-2 0-24-15,2-3-130 16,0-4-10-16,0 1-164 0</inkml:trace>
  <inkml:trace contextRef="#ctx0" brushRef="#br0" timeOffset="-87352.51">1424 15243 1369 0,'0'0'497'15,"0"0"-163"-15,0 0-30 0,0 0-49 16,0 0-62-16,0 0-75 0,-14 55-25 16,10-41-3-16,0 1-33 0,-1 1-28 15,1 3-26-15,0-1-2 0,2 1-1 16,0 2 0-16,-2 0-3 0,2 2-10 16,0 1 12-16,2 1 0 0,-2 0-1 15,0 0-11-15,2-2 11 0,-2-4-20 16,2-3-58-16,0-4-55 15,0-4-15-15,0 0-30 0,2-3-98 0,0-5-178 16,0 0-198-16,-2 0-111 0</inkml:trace>
  <inkml:trace contextRef="#ctx0" brushRef="#br0" timeOffset="-86816.17">1447 15277 791 0,'0'0'378'15,"0"0"104"-15,0 0-216 0,0 0-217 16,0 0-49-16,0 0-59 0,0 0 59 16,0 0 39-16,0 0 20 0,0 0-1 15,31 2-26-15,-23-2 7 0,3 0 13 16,-3 0-13-16,-4 0-13 0,2 0 0 15,2 0-25-15,-1 0 12 0,1 0-11 16,-4 2 21-16,0 0-10 0,0 2 9 16,0 0 23-16,1 3-2 0,1 2 5 15,-2 0-9-15,2 2-7 16,-6-1-19-16,4 4 9 0,-2 0-18 16,0 1 15-16,-2-2 7 0,0 2 6 15,0-3 10-15,-4 1-7 0,0 0 14 16,-4 2-24-16,-2-3 14 0,-1 1 0 15,3 0 9-15,-7 1-7 0,3 0-9 16,4-3 4-16,-5 3 5 0,1-5-2 16,6-1-1-16,0-2 29 0,-3-2-13 15,5-1-19-15,0-1-9 0,2-1-1 16,-2 0-25-16,4-1 2 0,-2 0 2 16,0 0-1-16,-2 0 0 0,2 0 10 15,-5 0-11-15,7 0 16 16,-2 0-18-16,0 0 0 0,0 0 0 15,0 0-2-15,2 0-11 0,0 0-6 16,-2 0-6-16,2 0-36 0,0 0-25 16,0 0-7-16,0 0-45 0,0 0-83 15,2 1-89-15,2 0-33 0,0 1-180 16,5-1-134-16,-24-6-282 0</inkml:trace>
  <inkml:trace contextRef="#ctx0" brushRef="#br0" timeOffset="-85782.36">2185 15508 409 0,'0'0'677'16,"0"0"-553"-16,0 0 111 0,0 0 401 16,0 0-325-16,0 0-130 0,0 0-52 15,0 0-32-15,0 0-33 0,0 0-32 16,-4 10-3-16,4-5-7 0,0 1-8 15,0 5-12-15,-2 5 9 0,2 5 8 16,-2 6-16-16,0 4-3 0,0 5 0 16,2 1-52-16,-3 1-12 0,3-4 0 15,0-5 15-15,0-2-2 0,0-7 16 16,0-5 12-16,0-3-3 0,0-5 10 16,0-3-7-16,3-2-12 0,-3-2-10 15,0 0 16-15,0 0 6 0,0-3 20 16,0-3 3-16,2-2 97 15,2-3-30-15,-2-2-37 0,2-2-28 16,2-2 18-16,-2 2-19 0,0-2-1 0,1 0 3 16,-3 1 1-16,2-1 15 15,2 0-17-15,4-1-2 0,-1 2-2 16,-5-1-1-16,6 3-1 0,0 1-12 16,-1 1-16-16,-3 3 31 0,0 3-18 15,0 3-4-15,3-1 7 0,-3 4-10 16,-2 0 4-16,2 0 18 0,-2 2 4 15,4 2 0-15,-1 3 29 0,-1 4 13 16,-4 2 7-16,2 4 12 0,0 4-16 16,-2 2-22-16,0-2-11 0,-2 3-8 15,7-2-3-15,-5-3-1 0,0-3-13 16,4-1-32-16,-2-2-55 0,-2-5-58 16,6-1-69-16,1-3-100 0,-1-1-141 15,-2-3-82-15,0 0-207 0</inkml:trace>
  <inkml:trace contextRef="#ctx0" brushRef="#br0" timeOffset="-85135.4">2600 15862 920 0,'0'0'316'0,"0"0"-114"0,0 0-173 15,0 0-6-15,0 0 104 0,0 0 22 16,0 0 1-16,0 0-1 0,0 0-16 16,0 0-39-16,34-57-16 0,-32 39-30 15,0-3-25-15,2 1 6 0,-4 0 0 16,0 0 6-16,0 1 30 0,-4 2-7 16,2 1 0-16,-5-1 19 15,-5 3-32-15,4 2 32 0,-1 1-19 16,-1-1 35-16,0 5-42 0,-1-1 4 15,7 3-4-15,-4 2-26 0,0 0 17 16,2 3 18-16,-1 0-29 0,5 0-31 16,-2 6-32-16,-2 3-35 0,-2 4 7 15,4 6-7-15,-5 3 25 0,5 5 29 16,-4 1-25-16,0 2 3 0,3 1-1 16,-1-4 4-16,6-2 7 0,-2-3-11 15,2-3-18-15,0-4 9 0,2-3 3 16,4-2 16-16,-1-1 0 0,3-3-6 15,-2 0 16-15,-2-2-10 0,2-2 3 16,1-2 1-16,1 0 20 0,0 0 2 16,-2-5 22-16,1-1 27 0,1-3 15 15,2 0-16-15,-4-1 1 0,1-1-20 16,-1 0 0-16,4-1-17 16,-4 4 5-16,1-2-14 0,-5 2 0 15,2 2-3-15,0 2-2 0,-2 0-21 16,4 4 7-16,-4-1-6 0,2 1-1 15,-2 0 4-15,0 0 6 0,1 0 13 16,-3 6 12-16,2 3 33 0,-2 6-3 16,0 8-20-16,0 1-8 0,-2 2-14 15,-1 0-16-15,-1-1 13 0,2-3-20 16,0-3 7-16,2-4-42 0,0-3-32 16,0-2-39-16,4-3-74 0,0-3-24 15,1-3 23-15,-3-1-75 0,4-4-105 16,4-6 29-16,-4 1-235 0</inkml:trace>
  <inkml:trace contextRef="#ctx0" brushRef="#br0" timeOffset="-84418.74">2764 15623 1219 0,'0'0'462'0,"0"0"-141"15,0 0-90-15,0 0-44 0,0 0-6 16,0 0-1-16,-9 68-45 0,7-43-45 16,-2 4-42-16,0 0-35 0,2 1-13 15,0-1 0-15,0-3-13 0,0-1-12 16,2-3-11-16,-2-1 11 0,2-5 12 16,0-1 11-16,0-2-17 0,0-3 6 15,0-4-16-15,0 0-26 0,2-1-54 16,2-4-7-16,0-1 29 0,-2 0 25 15,4 0 14-15,1-6 28 16,-3 0 20-16,0-6 4 0,-2-1 15 16,4-1-3-16,-2-3 4 0,2-2-20 15,1 1 0-15,-3-1 16 0,0 0 0 16,-2 1 0-16,2 0 32 0,0 2-6 16,-2 1 0-16,5 0-13 0,-5 5 7 15,4 1-7-15,-4 2-20 0,2 0-9 16,-4 2-2-16,2 2-27 0,4 0 27 15,-4 2-14-15,-2 1-6 0,0 0 22 16,0 1 32-16,0 6 35 0,0 4-2 16,0 2-30-16,0 6-16 0,0 0-15 15,-2 1-2-15,2 1 11 0,-2-5-13 16,2-1-13-16,0-2 0 0,0-1-13 16,2-4-6-16,0-1 3 0,0-2 10 15,5-2-20-15,-5 1 4 16,4-4-4-16,-2 0-6 0,-2 0-36 15,4-5-3-15,0-4-39 0,3-1-26 16,-1-2-3-16,-4-2 22 0,0 0 17 16,3-1 2-16,-3 1 41 0,2 0 69 15,2 3 2-15,-6 1 33 0,0-1 100 16,0 6 5-16,0 0 17 0,0 3-23 16,1 0-7-16,-3 2 0 0,0 0 52 15,0 0-11-15,2 4-67 0,-2-1-20 16,0 4 13-16,0 5 3 0,0 1-35 15,0 4-23-15,-2 1-36 0,2-1-1 16,0-1-1-16,0 0-19 0,0-3 0 16,0-1-3-16,4-3-20 0,2-1-47 15,-4-3-20-15,4-2-13 0,0 0-33 16,-2-3-93-16,5-2-148 0,1-4-127 16,-2 1-144-16</inkml:trace>
  <inkml:trace contextRef="#ctx0" brushRef="#br0" timeOffset="-83869.38">3125 15834 383 0,'0'0'1455'0,"0"0"-978"16,0 0-135-16,0 0-97 0,0 0-136 15,0 0-90-15,0 0-19 0,0 0-29 16,0 0-3-16,0 0-13 0,-14 53-3 15,20-50 16-15,0 0-4 16,-1-2-9-16,1-1 3 0,0 0 4 16,4 0-1-16,-1-1 16 0,-1-4 20 15,-2 1-9-15,4-1 12 0,-3-1 12 16,-1 0-11-16,0-2 0 0,0 3 0 0,2-3 1 16,-3 2 13-16,-1 0-1 15,-2 2-12-15,-2 0-2 0,0 1 51 16,0-1 43-16,0 0 25 0,0 0-78 15,0-2-9-15,-4 0-9 0,0-2-21 16,-5 0-1-16,5-1 20 0,-2 1-21 16,2 0 0-16,-2 1-16 0,-5-1-19 15,5 0 32-15,-2 3 6 0,-1 2 13 16,-1 2-16-16,2 1-34 0,0 0 32 16,-1 1-11-16,-1 3-3 0,2 5 16 15,-1 3-48-15,1 2-10 0,0 7 19 16,2 3-6-16,2-1 45 15,2 2 28-15,2-4-15 0,0-1-13 16,2-3 0-16,6-3-18 0,0 1 18 16,0-3 22-16,1-2 1 0,-1 1 3 15,0-3 19-15,0 0-17 0,-1-3 8 16,-1-1-20-16,-2 0 16 0,0-2-31 16,2 0 2-16,-2-2-1 0,1 2 0 15,-1-2-2-15,-2 0-1 0,2 0-24 16,2 0-75-16,2 0-77 0,1-4-78 15,-3-2-140-15,0 1-225 0,7-3-155 0</inkml:trace>
  <inkml:trace contextRef="#ctx0" brushRef="#br0" timeOffset="-83182.13">3570 15355 226 0,'0'0'518'0,"0"0"-299"16,0 0-122-16,0 0-31 0,0 0 8 16,0 0 288-16,0 0 105 0,0 0-233 15,0 0-124-15,0 0-52 0,-2 2 7 16,2 1 28-16,0 1 59 0,0 3 2 16,0 2-22-16,0 2-24 0,0 6-40 15,0 4-27-15,-4 6-12 0,2 15-27 16,-7 18 11-16,-5 19-13 15,2 11 0-15,-5-1-1 0,5-1 3 0,-3-6 7 16,1 0 26-16,1 5 4 0,-3-2-8 16,1-1 4-16,1-2 0 0,1-4 26 15,3-1 53-15,-4-5-23 0,5 1-40 16,3 0-20-16,2 6-3 16,-6 0 10-16,3 2-3 0,1-2-16 15,4-2-18-15,-2-1 36 0,2-1-12 16,-2-5-25-16,2-3-15 0,0-13-48 15,-2-12 6-15,4-11-6 0,0-8 19 16,0-4 13-16,0 6-1 0,0 0-12 16,4 2-19-16,-2-2-77 0,2-4-86 15,0-8 24-15,-2-4-55 0,2-4-126 16,-4-3-94-16,2-2-229 0,0 0-108 16</inkml:trace>
  <inkml:trace contextRef="#ctx0" brushRef="#br0" timeOffset="-82689.16">3787 16037 304 0,'0'0'652'0,"0"0"838"0,0 0-1129 16,0 0-130-16,-6 62-26 0,6-47-87 15,0 0-71-15,2-2-47 0,2-1-16 16,0-1-16-16,0 0 6 0,0-1-37 16,1-3-97-16,3 0-39 0,-6-1-55 15,4 0-127-15,-4-1-213 0,0-3-200 16</inkml:trace>
  <inkml:trace contextRef="#ctx0" brushRef="#br0" timeOffset="-82468.8">3944 16133 681 0,'0'0'225'16,"0"0"-108"-16,0 0 284 0,0 0-63 16,0 0-127-16,0 0-84 0,19 60-37 15,-17-48-51-15,0 0-35 0,0-4-4 16,0 1-2-16,0-3-27 0,4 0-48 15,-4-1-105-15,2-2-68 0,1-1-88 16,-1-2-8-16,-2 0-103 16,4 0-111-16</inkml:trace>
  <inkml:trace contextRef="#ctx0" brushRef="#br0" timeOffset="-82313.17">4087 16195 174 0,'0'0'583'0,"0"0"-371"0,0 0 760 0,0 0-515 15,0 0-183-15,0 0-161 16,-19 65-97-16,17-46-16 0,2 0-39 16,0 2-203-16,0-5-282 0,2 3-687 0</inkml:trace>
  <inkml:trace contextRef="#ctx0" brushRef="#br0" timeOffset="-80633.25">864 16712 730 0,'0'0'368'0,"0"0"-283"0,0 0-4 16,0 0-19-16,0 0-10 0,0 0-29 16,0 0-23-16,17 11-2 0,-13-10-34 15,-2-1-130-15,0 0-52 0,0 0-13 16,2 0-112-16,-4 0-62 0</inkml:trace>
  <inkml:trace contextRef="#ctx0" brushRef="#br0" timeOffset="-79931.36">659 16771 1445 0,'0'0'360'16,"0"0"-360"-16,0 0-45 0,0 0 45 16,0 0 110-16,0 0 7 0,0 0-52 15,56 16 32-15,-41-16-74 0,1 0-10 16,1 0 0-16,-1 0 23 0,3 0-17 15,2 2 39-15,1 0-6 16,1 0-16-16,2 2 12 0,4 0-19 0,4-1-26 16,4 3 18-16,13 0-19 0,6 2 9 15,12-1-8-15,8 4 23 0,-8-2-26 16,1-1 0-16,-7 1 13 0,0 0-11 16,4 0 1-16,0-1 20 15,2 2 6-15,0-2 13 0,3 0 6 16,-3 1-45-16,0-2 39 0,2 0-35 15,1-2 44-15,-1 1-50 0,-2-1 2 16,2 1-2-16,1 0 15 0,-3 2 4 16,-2 0-4-16,0 0-16 15,-4 2-12-15,-2-2-8 0,4 1 20 0,-2-2 1 16,-2-2-1-16,2-2 1 0,-2 0 0 16,-6 0-1-16,2-2 3 0,2 3-1 15,-9-3 0-15,-3 2 0 0,-11 1-2 16,-6-1 0-16,-6 2-3 15,8 1 2-15,4 3-8 0,2-1 9 16,2 0 0-16,3 2 0 0,-7-1-1 16,2 0 1-16,-2-1 2 0,0 0-2 15,-6-2-1-15,0 0-3 0,-2-1-37 16,-6 1 21-16,-1 0-51 0,-1 0 36 16,-1-1 22-16,-1 0-3 0,0-2 0 15,-3 1-4-15,0-2 20 0,-3 1 0 16,-1-1-1-16,-2-1-2 0,-1 2 0 15,-5-1 3-15,2-1 12 0,-2 0 7 16,0 1 1-16,4-1-17 0,-4 1-2 16,2 0-1-16,0 2-3 0,1-3-46 15,-1 2-70-15,0-2-43 0,0 0-55 16,4-1-143-16,-4 0-203 16,-2-6-578-16</inkml:trace>
  <inkml:trace contextRef="#ctx0" brushRef="#br0" timeOffset="-78439.4">3008 15500 1095 0,'0'0'495'0,"0"0"-242"16,0 0-3-16,0 0-33 0,0 0-55 16,0 0-62-16,0 0-35 0,0 0-24 15,0 0-24-15,0 0-1 0,-9 2 0 16,9-2 0-16,0 0 16 15,0 0 10-15,0 0 6 0,0 0 0 16,0 0-12-16,0 0-21 0,0 0-15 16,0 0-2-16,0 0 2 0,0 0 0 15,0 0 13-15,0 0 7 0,0 0 2 16,0 0 7-16,0-2-10 0,0 2-18 16,2 0-1-16,-2 0-29 0,3-1-6 15,1 0 33-15,2-3 2 0,4 3 0 16,-2-2 2-16,3-1 14 0,3-2-16 15,1 1 1-15,3-2-1 0,-1 2 1 16,4-1 0-16,1-1 1 16,-3 0-1-16,8 1-1 0,-2 2 2 15,-1-2 10-15,5 2-8 0,0-3 24 16,0 3-2-16,6 0 3 0,-2 0-7 0,5 2-3 16,-1 2 10-16,2-3-7 15,5 3 14-15,-5 0 8 0,10 0-12 16,-3 0-30-16,-1 0 0 0,7 0 21 15,-6 3-7-15,3 3-4 0,-1-3-10 16,3 2-1-16,-3 0 15 0,1 1-12 16,1 1 8-16,0 0 11 0,-1 3-8 15,9 2-11-15,6 4 15 0,5 4-17 16,1 4 17-16,-6 3-19 0,-8 2 1 16,-9 0-1-16,-1-3 28 0,-9-4-28 15,-4-1-6-15,-2 0-19 0,6 3 22 16,7 6 3-16,1 5 15 0,7 1-12 15,-7 0 12-15,3 3 23 0,-3 0-34 16,3 1 21-16,-1 1 22 0,-3-1-45 16,3 0 21-16,-3-1 5 15,-3 0-3-15,2-3-9 0,-1 0-3 0,-5-1 2 16,0-2-11-16,-2-2 12 0,-4-2-15 16,0-3-1-16,-4 1 2 15,-2-4-1-15,-2-1-2 0,0-3-11 16,-5-1-13-16,-1-2-60 0,-3-1-7 15,3-2 3-15,-7-1 19 0,7-3 3 16,-7-1-41-16,-4 1-14 0,4-3-3 16,-1 0 10-16,-5 0-23 0,2-2-56 15,0 2-48-15,2-3-89 0,-1 2-85 16,-3-1-108-16,6 0-284 0</inkml:trace>
  <inkml:trace contextRef="#ctx0" brushRef="#br0" timeOffset="-77531.96">5749 17498 2214 0,'0'0'314'0,"0"0"-92"0,0 0 16 16,0 0-62-16,0 0-83 0,0 0-93 16,0 0-41-16,0 0-38 15,0 0 47-15,-13-64 9 0,24 30 23 0,-1-4 13 16,9-12 16-16,-7 5 0 15,7-5 9-15,-5 0-3 0,3 9-3 16,-3-4 3-16,0 4-6 0,1 2 3 16,-1 3 3-16,1 5 0 15,-3-1-4-15,5 3 1 0,-3 2 13 0,3 1-17 16,-3 4-4-16,-1 4-23 0,-1 5 11 16,-4 2-12-16,3 6-13 0,-5 2 1 15,0 2-11-15,-2 1 11 0,2 0-1 16,-1 4 13-16,7 4-1 0,-4 3 0 15,1 2-31-15,3 5 4 0,-2 4 5 16,1 1 4-16,1 2-3 0,-2 2 3 16,1 1-2-16,-3 2 21 0,-4 1 19 15,2 1-3-15,-4 3-14 0,2-3 17 16,-1 0-6-16,-1 1-10 16,2-3-1-16,-2-3 11 0,4-2 3 15,-2-3 0-15,2-4 9 0,-2-4-3 16,1-3-9-16,-1-5 3 0,-2-1-1 15,-2-2-2-15,0-3-13 0,2 0-1 16,-2 0-1-16,0 0-1 0,0-6 3 16,6-2 0-16,0-9 50 0,3-6-5 15,1-8-45-15,2-13-29 0,5-13-53 16,4-13-29-16,-1 1-39 0,-1 9-44 16,-9 17-105-16,3 15-182 0,-9 14-278 15,4-11-579-15</inkml:trace>
  <inkml:trace contextRef="#ctx0" brushRef="#br0" timeOffset="-77035.63">6716 16902 2516 0,'0'0'412'16,"0"0"-207"-16,0 0-23 0,0 0-64 16,0 0-23-16,0 0-66 0,0 0-29 15,-45 9-22-15,36-6-35 0,-5 3-32 16,4 3-39-16,-5 5 7 0,-1 5 5 16,-1 6 17-16,-2 4 28 0,-3 3 40 15,7 0 30-15,-3 0-16 0,7 1 17 16,-1-1 0-16,8-4-13 0,0 0-13 15,4-3-12-15,6-2 6 16,4-3-13-16,2-3-10 0,3-2-62 16,2-6-31-16,1-2-1 0,1-5 32 15,3-2 23-15,-1-3 36 0,0-8 58 16,-1-3 73-16,1-4 15 0,-4-3 19 16,-5-2 45-16,5 2-39 0,-5-1 10 15,-8 0-1-15,4 0-9 0,-1-1-4 16,-7 2-6-16,0-1-4 0,0 1 10 15,-7 1 9-15,-3-2-7 0,2 2-22 16,-7 0-19-16,3 2-23 0,-3-2-2 16,-1 2-17-16,4 0-28 0,-3 0-3 15,3 4-48-15,3 2 20 0,-1 2-11 16,2 2-81-16,6 3-58 0,-2 3-46 16,2 1-91-16,2 1-196 0,0 1-498 15,0 7-202-15</inkml:trace>
  <inkml:trace contextRef="#ctx0" brushRef="#br0" timeOffset="-76714.32">6894 16867 2033 0,'0'0'388'0,"0"0"-139"0,0 0 18 16,0 0-145-16,0 0-122 0,0 0-4 16,0 0 4-16,0 0 45 15,0 0 77-15,0 0-20 0,10 19-48 0,-2-17-38 16,5 2-16-16,-1 0-2 0,-1 0 2 16,5 0 1-16,-1 1-1 15,3 3-1-15,-3 1-34 0,3 2-13 16,-3 1 3-16,5 1-12 0,-1 4-17 15,0-2-12-15,-1 1-17 0,5-1-6 16,-2 0-39-16,1-3-33 0,-1-2-123 16,-2-4-160-16,-3-1-73 0,-3-2-46 15,-3-3-35-15</inkml:trace>
  <inkml:trace contextRef="#ctx0" brushRef="#br0" timeOffset="-76434.09">7119 16937 1821 0,'0'0'399'0,"0"0"-137"15,0 0-127-15,0 0-54 0,0 0 12 16,0 0-9-16,0 0-4 16,0 0-9-16,0 0-7 0,0 0-10 0,-2 37-6 15,-2-19-16-15,2 2-3 16,-2 10-10-16,-2 5-16 0,-7 12-2 15,1 12 1-15,-3-4 0 0,-1-6 1 16,5-7 13-16,-1-11-16 0,0 2-20 16,-3 4 18-16,-1-5-17 0,3-3-39 15,3-3-31-15,2-6-46 0,6-3-45 16,2-7-126-16,0-4-254 0,2-6-533 16</inkml:trace>
  <inkml:trace contextRef="#ctx0" brushRef="#br0" timeOffset="-75592.26">7344 17665 875 0,'0'0'433'16,"0"0"-150"-16,0 0-30 0,0 0-55 16,0 0-19-16,0-50-53 0,0 30-42 15,0-4-29-15,7-4 3 0,-5-3 0 16,6-2 16-16,-4-4 16 0,2 0 23 15,1 0-4-15,-1 0-3 0,0 0 3 16,-2 2 2-16,2 3-18 0,-2-2-23 16,3 5-29-16,1 2 0 0,-2 2-28 15,-2 5-10-15,2 5-1 16,1 3-1-16,-5 3 1 0,2 5-1 0,-2 2 2 16,-2 1 16-16,0 1-3 15,2 0 6-15,-2 0 0 0,0 0-18 16,0 0-1-16,0 0 9 0,0 1-8 15,0 3 8-15,2-2-12 0,2 7-3 16,0 3 0-16,3 4-13 0,-1 8-31 16,2 6-14-16,2 4 1 0,1 7 9 15,1 1-3-15,-2 0-6 0,5 0 19 16,-3-4-4-16,3-1 32 0,-1-4 0 16,1-2 1-16,-3-2 9 0,5-6-9 15,-5-1 11-15,-2-7-3 0,1-4-18 16,-3 0 22-16,0-7 0 0,-4-1 35 15,-2-2 16-15,0-1 13 0,-2 0 28 16,0 0 13-16,0-1 6 0,0-3-7 16,0-2 25-16,0-1-60 0,-4-2-37 15,0-4-30-15,4-1 0 0,0-4-2 16,0-4-3-16,0-3-10 0,0-1-2 16,6-6-1-16,1-3 0 15,3 0 4-15,0-3-1 0,5 1 1 0,-5-1-14 16,5 4-27-16,-3 5-35 15,-2 6-23-15,-1 6-22 0,-1 5-10 16,-2 5-43-16,-2 1-57 0,2 3-118 16,-1 0-176-16,-1 2-205 0,0 0-463 0</inkml:trace>
  <inkml:trace contextRef="#ctx0" brushRef="#br0" timeOffset="-75024.06">8006 17242 1239 0,'0'0'615'0,"0"0"-300"0,0 0-98 15,0 0 6-15,0 0-8 0,0 0-32 16,0 0-51-16,0 0-75 0,-50 4-57 16,42 8-1-16,0 7 1 0,4 4 2 15,-5 6 20-15,1 2-21 0,2 1 1 16,0 0 11-16,6-1 2 0,0-2-15 16,0-1 0-16,0-1-12 0,6-2 11 15,0-2-1-15,0-1-2 0,1-4-8 16,1-6-30-16,-4 0 7 0,2-4 9 15,0 1 7-15,3-1 3 0,-1-1 13 16,0-3 3-16,2-3 42 16,-1-1-7-16,1 0-7 0,2 0-2 15,5-7-4-15,2 0-9 0,1-3-10 16,1 0 13-16,0-1-16 0,-3 1 0 16,1 0 2-16,2-2 2 0,-5 0 8 15,-1-1 4-15,-1 1-14 0,-4-1 21 16,-3 0 12-16,-1 1 60 0,-2 0 57 15,-4 0 35-15,0-2-40 0,0 1-30 16,0-2-42-16,0-3-40 0,0 1-33 16,0 0-2-16,0 0-13 0,2 0-2 15,-2 0-4-15,2 0-25 0,0 3-51 16,0 1-30-16,-2 2-17 0,4 1-10 16,-4 3-16-16,0 2-30 0,0-1-109 15,2 1-138-15,0-3-223 16,-2 4-334-16</inkml:trace>
  <inkml:trace contextRef="#ctx0" brushRef="#br0" timeOffset="-74538.82">8436 17309 1639 0,'0'0'768'0,"0"0"-207"0,0 0-292 16,0 0-155-16,0 0-18 0,0 0-17 16,4 52-41-16,-2-45-16 0,-2 2 10 15,0 4 12-15,-6 2-18 0,-2 7-23 16,-3 6-1-16,-1 3-1 16,-5 4-1-16,3 0 1 0,-1-4 2 0,3-3 16 15,2-3-6-15,-3-1-10 16,5 1 0-16,-4 3 0 0,3-4-3 15,3-6-10-15,2-3-66 0,2-3 0 16,-2-3 13-16,4-3 5 0,0-2 14 16,0-1 6-16,0-1 19 0,0-1 0 15,0-1 19-15,0 0 15 0,2 0 14 16,0 0 3-16,-2 0-11 0,2 0-20 16,0 0 0-16,0 0 18 0,2 0-3 15,5 0-13-15,1 0 13 0,2-1-3 16,3-3-12-16,1 2 1 0,3-2-1 15,-3 2 1-15,3-3-2 0,-2 4-25 16,1-2-4-16,-3 3-15 0,-1-2 6 16,-1 2 3-16,-1 0 16 0,-4 2 17 15,5 0-10-15,-5 0-27 0,0 0-34 16,0 0-65-16,3-2-61 16,1 0-68-16,-2 0-140 0,1-5-334 15,12-8-597-15</inkml:trace>
  <inkml:trace contextRef="#ctx0" brushRef="#br0" timeOffset="-73928.78">8791 17340 669 0,'0'0'199'0,"0"0"-101"0,0 0 969 16,0 0-750-16,0 0-123 16,0 0-52-16,0 0 3 0,0 0 19 15,0 0-30-15,0 0-19 0,0 33-3 16,0-13-14-16,0 6-22 0,0 3-19 15,0 4-28-15,-2 1-7 0,-2-2 0 16,0-3-6-16,-2-6 0 0,2 1-14 16,0-4-2-16,-5 5-13 0,3 3 11 15,-2-1 1-15,2-2-15 16,0-1 1-16,-1-2-8 0,1 0-2 16,4-3 22-16,-2-2 0 0,0-2-13 0,4-3 3 15,0-4-3-15,0 1 14 0,0-4 2 16,0-2 0-16,0-2 3 0,0-1 10 15,0 0-10-15,0 0 10 16,0 0 34-16,0 0-21 0,0 0-23 16,0 0 19-16,0 0-6 0,0 0-14 15,0 0-2-15,0 0-16 0,0 0 14 16,4 0 2-16,0 0-1 0,2-1-1 16,5 1 0-16,-3 0-30 0,4 0 1 15,1 0 2-15,3 0 26 0,-1 0-10 16,-1 0 1-16,3 2-1 0,-1 2-6 15,1 0-3-15,-1 0-1 0,1 4 4 16,1-1 7-16,-3 0 8 0,3 1-8 16,-3-1 10-16,-3 1-14 15,3-1-35-15,-3 0-35 0,1-1-29 16,-5-2-77-16,2-2-111 0,-4-1-169 0,1-1-340 16</inkml:trace>
  <inkml:trace contextRef="#ctx0" brushRef="#br0" timeOffset="-69905.22">22784 13073 233 0,'0'0'345'0,"0"0"-198"0,0 0-108 16,0 0-26-16,0 0 33 0,0 0 22 16,0 0 241-16,0 4-35 0,0-4-115 15,0 0-42-15,0 0-42 0,0 0-26 16,0 0-49-16,0 0-4 0,0 0-38 15,0 1 29-15,0 1 12 0,0 2 1 16,0-1 1-16,0 1 2 16,0-1 0-16,0 0-2 0,0 0-1 15,0 0-1-15,0-2-3 0,0 0-25 16,0 0-33-16,2-1-16 0,4 2-35 16,-4-2-66-16,0 0-75 0,2 0-154 15,0-4-286-15</inkml:trace>
  <inkml:trace contextRef="#ctx0" brushRef="#br0" timeOffset="-65436.1">22509 13097 33 0,'0'0'140'15,"0"0"-26"-15,0 0-33 0,0 0-6 16,0 0-6-16,0 0-37 0,0 0 11 16,0 0 29-16,0 0-14 0,0 0 63 15,-50-22 91-15,44 20-98 0,4-2 9 16,0 4 7-16,-2-3-9 15,2 1-33-15,0 2-14 0,-2-2-12 0,1 1-3 16,1-1-11-16,-2 1-2 16,4-1-11-16,-6 2-12 0,2 0-23 15,0 0-2-15,-2 0-21 0,1 0 1 16,-3 5 5-16,2 0-5 0,0 0 18 16,-5 2-12-16,3 4 3 0,0-3 0 15,0 3 10-15,-3 0-20 0,5 3 21 16,-4-1-14-16,1 0 0 15,3 3-4-15,0-2-6 0,2 0-23 16,-2 2 14-16,4-2-1 0,0 0 13 16,2 3 7-16,0-1-1 0,8-1 15 15,-2 2-14-15,4-2 0 0,7 1 3 16,-3-1 13-16,7-2 13 0,2 2 10 16,2-4-22-16,2 3 15 0,1-4-13 15,1-3 0-15,-2 0 10 0,0-2-9 16,0-1-2-16,-4 2 1 0,-3-6-2 15,1 2 15-15,0-2-12 0,-7 0 22 16,5 0-10-16,-7-2 16 0,1-1 7 16,-3-1 36-16,-2-2 0 0,1-2 6 15,-3 0-3-15,2-3-20 0,-6-2 1 16,2 2-17-16,-2-1-13 0,-2 0-6 16,0-2-1-16,0 0-22 0,0 1 2 15,0-5-2-15,0 4 17 0,-2-3-14 16,-2 0-1-16,0 3 16 0,-2 0-18 15,0-1 0-15,-1 2 0 0,1 1 13 16,0 1 3-16,-4-1-16 0,1 2 0 16,3 1 1-16,-2-1-1 0,0 2-1 15,-3-3-10-15,5 3 9 16,-2 0 0-16,-3-1-1 0,1 2-10 16,2 0 11-16,-3-1-1 0,1 3-1 15,2 0-12-15,0 1 14 0,-1 2-17 16,1-1 17-16,0 0-24 0,0 0-3 15,-1 3-33-15,3-3-6 0,-4 3 13 16,1-1-10-16,1 1-7 0,-2 0-22 16,2 0 0-16,-1 0 0 0,-3 1 6 15,2 2-3-15,1 3-43 0,-1-1-41 16,0 1-24-16,3-1-98 0,-7 6-218 16</inkml:trace>
  <inkml:trace contextRef="#ctx0" brushRef="#br0" timeOffset="-34717.29">19106 14071 34 0,'0'0'531'15,"0"0"-529"-15,0 0 37 0,0 0 10 16,0 0 212-16,0 0 198 0,0 0-264 16,0 4-104-16,0-4-42 0,0 0-26 15,0 0-10-15,0 0-11 0,0 0 1 16,0 0 17-16,0 0 2 0,0 0 11 15,0 0 6-15,2 0 0 0,1 0-10 16,-1 0-9-16,-2 0-18 0,6 0 33 16,2 0 11-16,-2 0 9 0,7-1 10 15,-3-2 13-15,4 0-14 0,5-1 8 16,-2-1-1-16,3 1-4 0,-1-1 11 16,4-1-4-16,-1 2 3 0,1-2 7 15,2 0-3-15,0 0-17 16,-5 0-13-16,5 4-13 0,-2-1-5 0,4-1-5 15,-7 0 1-15,9 1-13 0,-4 0 6 16,2 1-9-16,0 1 3 16,-2 1-3-16,4 0 0 0,0 0-13 15,0 0 1-15,4 0 1 0,2 0 20 16,4 0-9-16,11-3 6 0,8-4 4 16,14-5-8-16,2-2 5 0,-1 1 14 15,-11 0 5-15,-2 0-23 0,-11 4 12 16,-9 2 4-16,-7 1 3 0,-4 2-7 15,8 0 7-15,6-2-3 0,5 1 3 16,-1 1-10-16,-1 2-9 0,-1-1-15 16,3 2-1-16,-1 1 0 0,1 0 0 15,-3-2 0-15,3 2 0 0,-1-1 0 16,1 1 0-16,-1 0 0 0,1-1 1 16,-5 1 1-16,1 0-2 0,-1 0 0 15,-1 0 0-15,-5 0 0 0,0 0 1 16,-2 1 0-16,-2 2 1 0,-2 0-1 15,-6-2 0-15,4 3-1 16,-8-1 0-16,-1 1-1 0,1 2-2 16,-7-4 0-16,1 1-10 0,-3 1-15 15,1 0 2-15,-3-3-12 0,0 0-6 16,1 0-10-16,-5 2-16 0,2-3 7 16,0 0 2-16,-3 0 1 0,-1 0 12 15,-2 0-3-15,0 0 12 0,-2 0 17 16,0 0 3-16,0 0-17 0,0 0-31 15,0 0-29-15,0 0-36 0,0 0-58 16,4 0-85-16,-2 0-75 16,4-4-89-16,-2 2-82 0,3-3-170 0</inkml:trace>
  <inkml:trace contextRef="#ctx0" brushRef="#br0" timeOffset="-33564.36">19222 13974 102 0,'0'0'307'0,"0"0"344"16,0 0-143-16,-54 9-349 0,42-8-116 0,2 1-16 16,-1-2-27-16,7 0-20 0,-2 0 18 15,0 0 2-15,0 0 11 0,-1 0-9 16,-1-2 18-16,4 1 54 16,-4 1-2-16,2 0-17 0,3 0-16 15,1 0-14-15,0 0-25 0,2 0-20 16,0 0-41-16,0 0-34 0,7 0 95 15,-5 0 65-15,6 0 0 0,0 0 20 16,2 0 9-16,3 0-7 0,-1 0-13 16,3 0 7-16,5 0-13 0,-1 0-13 15,2 0-20-15,1 0-2 0,-1 0 2 16,6 1-9-16,-4 1-10 0,6 1-13 16,-2-1 13-16,1 2-3 15,3-2-10-15,3 1 1 0,-1-2 31 16,6-1 13-16,0 0 13 0,0 0-9 15,3-2-11-15,-1 0-18 0,3 0-7 16,-5 1 0-16,4 0-3 0,1-1 6 16,-1 2 3-16,3-1-6 0,7 0 10 15,-3 1 3-15,-3 0-13 0,1 0-15 16,-3 0 1-16,5 0 1 0,-2 0 0 16,-1 0 10-16,-1 0 9 0,-1 0 1 15,-2 1 5-15,-3 0 4 0,1 2-13 16,0-1 16-16,-5 1-3 0,3 0 6 15,-4 0-6-15,2 1-6 0,-2-1-7 16,-2 1-7-16,3 1-10 0,-3 1 0 16,2-1 0-16,-2 0 0 0,0-2-1 15,-2 0 1-15,0 0-1 0,-2-1 0 16,-4 0-1-16,4 0 0 0,-5-1-1 16,1-1-1-16,0 2-1 0,0-2-19 15,-4 0 9-15,3 0 10 16,-3-3-10-16,0 0 10 0,-1 0-10 15,1 0 12-15,-2-1 1 0,-1-1 0 16,3 1 0-16,0 0 0 0,-1-1 0 16,-1 0-2-16,-1 3-11 0,-1 0 11 15,0 1-1-15,-5-1 1 0,-2 1 2 16,1 1-1-16,-1 0-1 0,-4 0-1 16,0 0 2-16,-2 0-2 0,1 0 1 15,-3 0-11-15,0 0 11 0,-2 1-1 16,2-1-16-16,0 0-13 0,0 2-9 15,2-2-17-15,-2 1 4 0,4-1-7 16,-4 2 1-16,5-2-11 0,-1 0 4 16,0 0-20-16,0 1-9 0,0-1-69 15,3 0-83-15,-1 0-122 0,-2 0-153 16,0 0-259-16</inkml:trace>
  <inkml:trace contextRef="#ctx0" brushRef="#br0" timeOffset="-26911.22">22036 13627 34 0,'0'0'111'0,"0"0"-73"15,0 0-37-15,0 0 17 0,0 0-15 16,0 0 17-16,0 0 6 0,-5-8-13 16,5 8-11-16,-2 0-2 0,-2 0 2 15,2 0 18-15,0 0 16 0,0 1 42 16,-2 1-16-16,2 2 16 0,-2 0-29 15,2-1 46-15,-3 1-27 0,1 0 17 16,4 1 13-16,-6-1-4 16,4-1-6-16,0 0-10 0,-2 0-22 15,0 0-17-15,2-1-20 0,-3-1 4 16,5 0-10-16,-4 2 3 0,0-2-14 16,4 1 31-16,-6-2-10 0,2 3-10 15,0-2 3-15,-2 1 20 0,1 0-33 16,1 0 39-16,0 0-19 0,-2 1 10 15,4 0 2-15,-2 0-9 0,-2 0-13 16,3 0 0-16,1 0-13 0,0-1-2 16,0 0-17-16,0 1 17 0,-2 0-15 15,4 0 15-15,-2 0 1 0,-2 1 0 16,2 1-19-16,0 1 17 16,-2 0 1-16,2 1 1 0,-1-1 1 0,3 1 2 15,-2 0-2-15,0 0-1 0,2 1 1 16,-2 2 0-16,0-2 0 0,2 1 2 15,-2 1-2-15,0-1 0 0,2 3 1 16,-2 1-1-16,2-1 0 16,0 1 4-16,-2 1 9 0,2-1 0 0,0 4-13 15,0-2-12-15,2 1 11 16,0-2-22-16,2 0 20 0,0 0-20 16,5-1 19-16,-3-4-18 0,4 2-8 15,-2-4 8-15,3-1 2 0,1-2-12 16,1 0 32-16,-1 0 1 0,4-3-1 15,1 3 0-15,2-3 1 0,1 0-1 16,-3 2 1-16,6-3 0 0,-3 2-1 16,1-2 0-16,2 0-1 15,-3 0 1-15,1 0-2 0,0-2-21 16,-7-1-3-16,5 1 3 0,-5-2 0 16,1 2-3-16,-3-2 23 0,-2 1 3 15,-1-1 0-15,-1-2 3 0,-4 2 1 16,0-4 12-16,-2 1 16 0,-2-1 40 15,0-4 3-15,-2 0-10 0,0-5-16 16,-4 2-23-16,0-3 13 0,2 0-4 16,-5 0-2-16,3 0-14 0,0 3 14 15,-2-2-30-15,1-1-1 0,-1 5 1 16,2-1 0-16,0 1 10 0,0-1-13 16,-1 3-1-16,1 1-3 0,0 2-15 15,2-1 16-15,0 2-10 0,-5 1 13 16,3 3-2-16,-2-2 2 0,0 4-2 15,-3-2 1-15,1 3-20 0,0-3-5 16,-1 3-17-16,3-1-5 0,-2 0-4 16,2 1-20-16,-1 0-9 15,-1 0-30-15,2 0-6 0,-5 0-4 16,5 1-25-16,0 2 6 0,-1 1 6 16,1 0 0-16,0 1 11 0,2 1-37 15,2-2-36-15</inkml:trace>
  <inkml:trace contextRef="#ctx0" brushRef="#br0" timeOffset="-3933.16">23319 13700 8 0,'0'0'16'0,"0"0"-3"0,0 0-11 16,0 0 0-16,0 0-1 0,0 0 3 16,0 0 58-16,-20-7 9 15,15 7-5-15,1 0-35 0,2 0-31 16,0 0-33-16,-2 0-136 0</inkml:trace>
  <inkml:trace contextRef="#ctx0" brushRef="#br0" timeOffset="-3431.97">23222 13680 4 0,'0'0'180'0,"0"0"168"16,0 0-149-16,0 0-94 0,-64-18-17 16,49 15-88-16,-1 1-7 0,1-2-6 15,-1 2-39-15,-1-2 16 0,1 2 16 16,-3-3 20-16,3 1 6 0,-3 1-5 16,-2-2 70-16,-1 2-19 0,-3-1 45 15,0 1 11-15,0 0 22 0,-2-1-29 16,1 1-36-16,1 0-6 0,2-1 3 15,-4-2 16-15,4 0-17 0,1-1 14 16,-1-1 36-16,0 0-11 16,0 0-71-16,1 0 43 0,-3-1-37 0,2 3-9 15,-4 3-22-15,5 0-4 16,-3 2-2-16,0 1-46 0,4 1 46 16,-4 4-31-16,5 1 31 0,1 1-24 15,-1 3 24-15,7-2-27 0,-3 2 26 16,5-1-14-16,3 1-12 0,-2 1-29 15,1 0 19-15,3-1 16 0,0 0-1 16,-4 0 22-16,1 0 3 0,-1-1-1 16,0-2 1-16,-1 2 22 0,3-3-22 15,-2 0 28-15,-1-2-26 0,1 1 23 16,0-4-3-16,1 1 0 0,-1 0 0 16,4 0-4-16,-2-2-17 0,1 3-2 15,3-1-2-15,2-1-30 0,-4 0 12 16,6 2-16-16,-2 0-12 0,2-1-24 15,0 1 11-15,0 0 28 0,0 0 30 16,2 0-10-16,4 2 13 16,-2-3 3-16,5 2-3 0,-3 1-2 15,0-2-86-15,4 1-49 0,1-1-110 16,-3-1-30-16,-2-2-72 0,2 0 7 16</inkml:trace>
  <inkml:trace contextRef="#ctx0" brushRef="#br0" timeOffset="-1942.27">22056 13809 66 0,'0'0'108'0,"0"0"306"16,0 0-215-16,52 15-124 0,-31-12-56 15,-5 1 4-15,11 1-23 0,-2-1-2 16,6-1 2-16,2 1 45 0,2-2-2 15,0 1-43-15,2-1-2 0,3 2-14 16,1-2 15-16,-2-1 2 0,5 2 15 16,-3-2-16-16,0 2 16 0,-1 0-6 15,1 0 29-15,-2 1-7 0,-2 1-31 16,3-2 42-16,1 1-11 0,0 0-19 16,1-1-26-16,3 2 10 15,1-3 3-15,-1 2 10 0,5-2 26 16,-5 0 16-16,-1 0 26 0,1-1-10 0,-8-1-3 15,-2 0 7-15,1 0-53 0,-5 0 11 16,0 0-30-16,0-1 3 0,-2-2-6 16,-3 0-7-16,-3-1-6 0,-2 2-1 15,-5-3 0-15,-1 1 17 16,-7 0 46-16,-4-2 15 0,-2 1 43 16,-2-1 30-16,0-1-73 0,0 0-28 15,0-2-20-15,0 0-4 0,-6 0 4 16,2 0-14-16,-8-2 2 0,1-1 0 15,-3 2-1-15,-5-4 20 0,3 3-10 16,-9-1 16-16,0 1 4 0,-4 0-30 16,0 2 0-16,-4 0 58 0,0 1-58 15,-4 1-13-15,-2-1 13 0,-3 0 2 16,3-1 31-16,-17 1 12 0,13-1-3 16,-9 0 26-16,4-1-42 15,5 4 36-15,-7-2-39 0,3 4-23 0,-1 0-22 16,7 1 21-16,0 0-12 15,1 0-49-15,5 1-12 0,4 1-10 16,2 0-4-16,-2-1 43 0,6 0 15 16,1-1 17-16,1 0 13 0,4 2 2 15,-3 0-2-15,3 1 1 0,2 0-2 16,1 0-16-16,1 0 15 0,3 2-21 16,-4 4 4-16,3 0-13 0,-1 2 29 15,-1-1 2-15,1 3-11 0,-1 1 10 16,5 1-18-16,-5-1 17 0,3 2-17 15,0-1-19-15,3 1-29 0,1-1 51 16,2-1-25-16,0 0 42 0,-1 1-14 16,3-4 12-16,0 2-21 0,2-2 23 15,2-2 0-15,0 1-10 0,0-1 9 16,0 0 1-16,0-1 7 0,0-1-7 16,4 2 0-16,0 0 1 15,-2 1 0-15,7 1-1 0,-3-1 0 16,2 1 0-16,9 2 0 0,-5-3-19 0,9 4-40 15,-1-2 4-15,5 0-40 16,4 1 30-16,4 1-13 0,2-2-23 16,5 2-3-16,11 0 23 0,9-2 25 15,15 0 24-15,-3-4 32 0,-4-3 3 16,-6-1 69-16,-16-1 25 0,-7 2 11 16,7 0-14-16,7-2-42 0,7 0 10 15,11-5-29-15,-9-1-7 0,-13 0 16 16,-12 2-13-16,-8-2 26 0,0 3-28 15,0-2 25-15,4-1-13 0,7-2 16 16,-9 2 3-16,-5-1-22 0,-3 1 55 16,-4-1-7-16,-7 0 10 0,-1 3-68 15,-3-1 16-15,-6-2 4 0,2 2 2 16,-4-2 14-16,0 0-20 0,-6-1 10 16,-2-4-20-16,-3-2 78 0,1 3-91 15,-7-4 13-15,-1 0-16 16,-7 0-14-16,2 2 27 0,-4-2-10 15,-4 1 6-15,-2-2-24 0,-4 1 20 16,-11-3-18-16,-12 1-3 0,-12 0-1 16,-2 1 1-16,-1 4 0 0,7 7 0 15,10-1-16-15,-2 1 14 0,2 0-1 16,-2 0-13-16,1 4 3 0,-1-1 12 16,-5 2-31-16,3 3-14 0,3 4-2 15,-1 3 9-15,10-3-38 0,11 0-24 16,10-1-5-16,0-1-27 15,2-1 3-15,-4 0 10 0,2 2-10 0,4-3 19 16,2-2 27-16,5 0 55 0,3 0 8 16,5-1 19-16,0 0 1 15,3 0-25-15,5 1-49 0,0 1-140 16,2 0-199-16,2 0-156 0</inkml:trace>
  <inkml:trace contextRef="#ctx0" brushRef="#br0" timeOffset="7301.87">17990 12778 1 0,'0'0'20'16,"17"75"-20"-16,-13-31-4 0,4-1-9 15,-4-3 12-15,2-5 1 16,1-3 2-16,-1-8 11 0,0-1-9 16,0-8-4-16,0-2-1 0,5-6-19 15,-5-3 20-15</inkml:trace>
  <inkml:trace contextRef="#ctx0" brushRef="#br0" timeOffset="8151.65">18536 9207 9 0,'0'0'29'0,"0"0"-9"0,0 0 9 15,0 0-29-15,0 0-42 0,0 0 15 16,0 0 27-16,0 0-2 0,0 0 1 15,-52-8 1-15,48 8 1 0,-2 0 3 16,2 1 28-16,-5 0-29 0,-1 2 37 16,6 0-37-16,-2 2-2 0,0 1 1 15,-1 0 14-15,-3 5-12 16,8 4-1-16,-6 5-3 0,4 3-20 16,-3 5-12-16,1 0 9 0,0 1-23 15,2 0 43-15,-2-1 3 0,4 1 0 16,-3 1 0-16,-1 1 0 0,-4 2 0 15,6 3 5-15,-7 3-2 0,-1 10-3 16,0 12 0-16,-3 7-1 0,1-5 1 16,1-13 0-16,7-16 0 0,-4-9 0 15,4 5 3-15,-3 4 13 0,-1 3 7 16,-2 5-20-16,1 7 0 0,-1 9 0 16,-1 12 10-16,-1 5-11 0,-1-4 11 15,5-5-13-15,4-7 0 0,-4-1-2 16,1 3 2-16,5-7-2 0,-2-8-1 15,2-10 0-15,0-4-26 0,-2 4-4 16,-3 16 19-16,-1 11 14 0,0 7 0 16</inkml:trace>
  <inkml:trace contextRef="#ctx0" brushRef="#br0" timeOffset="8636.1">18193 14074 2 0,'0'0'13'16,"16"60"0"-16,-7-35-9 0,-1 0-1 15,-2-1 10-15,0-2 10 0,2-3-21 16,-3 1 1-16,-1-3 0 0,2-4 10 16,-2 2-12-16,0-2 1 0,0-3-2 15,0 0 0-15,1-2-3 0,-1 1 2 16,2-4 0-16,-2 1 1 16,0-1 0-16,0-1-3 0,0-1 3 0,1 0 0 15,-1-2 0-15,-2 1 0 16,0-1-2-16,6-1-11 0,-2 0 13 15,1 0 0-15,-1-5 0 0,-2-1 0 16</inkml:trace>
  <inkml:trace contextRef="#ctx0" brushRef="#br0" timeOffset="9645.93">18027 11031 20 0,'0'0'45'15,"-8"86"-2"-15,4-38 9 0,0 1-23 16,-2-1 7-16,-3 2 3 0,1-5-6 16,4 1-4-16,-2 0 10 0,2-2-10 15,-3 0-6-15,3 2-10 0,2-1-10 16,-2 2 19-16,2 7-19 0,2 11 13 16,2 7-14-16,6 5 24 0,-1-6-13 15,1-4 9-15,0-9-21 0,0 3 14 16,3-2 5-16,-3 4-1 15,-4-4 17-15,4 0-7 0,-1-2-16 16,-1 1-9-16,2-4 25 0,-4-2-13 16,0 1 4-16,5-2-4 0,-3 0 14 15,0 4-8-15,2 0-5 0,1 6 2 16,-1-1-3-16,0-2 4 0,0-1-4 16,3-10 7-16,-1-9-20 0,-6-7 20 15,4-3-7-15,1 6 1 0,3 5 2 16,-2 7 4-16,1 0-10 0,1 1 13 15,1 0-6-15,-1 0 16 0,0 0-7 16,1-1 0-16,3-2-6 0,-3 3-3 16,1-4-4-16,-1-5-16 0,-3 0 23 15,4-4-21-15,-1-3 1 16,-3-5-2-16,0-2 0 0,1-3-1 0,-5-3 0 16,4 0 0-16,-1-1-1 0,-1-2 0 15,-4-1-2-15,4-3-20 0,1-2 21 16,-5 2-21-16,0-2 23 15,2-1 2-15,-2 4 0 0,-4-3-2 16,6 3-21-16,-2-3-74 0,1 3-94 16,-3 0 52-16,0 1 72 0,2 1 33 15,-2 1 9-15,2-3 20 0,-2 1-30 16,0-3 13-16,0-1-6 0,2-3-10 16,1 0 10-16,-1 1 0 0,0-1-6 15,0 1-4-15,2 0 3 0,-2-1-9 16,2-1 13-16,3-1-11 0,-1-1 18 15,0-2 2-15,1-1 17 0,-1 0-30 16,-2-7 14-16,0-5 19 0,-4-1-13 16</inkml:trace>
  <inkml:trace contextRef="#ctx0" brushRef="#br0" timeOffset="10099.88">18517 14227 174 0,'0'0'0'0,"0"0"-163"0,0 0 163 15,0 0 13-15,0 0-13 0,0 0 2 16,0 0 11-16,-56-40 0 0,44 25-13 15,0-5-3-15,-7-5-20 0,5-3 7 16,-5-3 6-16,2-3 10 0,-3-3 0 16,-3-2 0-16,2 1 0 0,1 1 0 15,-1 1 0-15,0 1 0 0,1 1 0 16,3 2 0-16,-1-3 0 0,3-1 0 16,-4-3 0-16,5 0 0 0,-5-11 0 15,3-11 0-15,-5-10 0 0</inkml:trace>
  <inkml:trace contextRef="#ctx0" brushRef="#br0" timeOffset="15303.85">19396 13841 57 0,'0'0'0'0</inkml:trace>
  <inkml:trace contextRef="#ctx0" brushRef="#br0" timeOffset="16404.57">18960 15065 109 0,'0'0'260'0,"0"0"625"0,0 0-625 16,0 0-58-16,0 0-14 0,0 0-36 15,0 0-22-15,0 0-36 0,0 0-16 16,0 0 25-16,-40 3 4 0,34 1-10 15,-2 4-4-15,2 2 19 0,-5 1 1 16,3 3-11-16,-2 3-19 0,-1 0-6 16,-1 5-16-16,0 0-17 0,1 6-9 15,-1-1-16-15,-1 5-18 16,1 0-1-16,2 4-2 0,-1 1-10 0,-1 10 8 16,4 11-8-16,-1 15-4 0,1 9 14 15,0 0-1-15,2 2-17 0,6 1-21 16,-4 5-13-16,-3 5-7 0,5 8 23 15,0 6 15-15,0-1 11 16,2 0-1-16,0-5-3 0,0-9 16 16,0-7 0-16,0-6 13 0,2-7 9 15,4-9 10-15,1-14-13 0,-5-11 0 16,4-13-17-16,2-4 1 0,0 2-3 16,3-2 0-16,5 2-36 0,-1-4-12 15,-1-4-19-15,1-3 9 0,1-3-12 16,-3-1 22-16,-1-1-10 0,5 1 3 15,-5-2-6-15,0-1 3 0,-1-1-97 16,1-2-65-16,-2 0-140 0,1-2-193 16,-3 0-229-16,-4 0 225 0</inkml:trace>
  <inkml:trace contextRef="#ctx0" brushRef="#br0" timeOffset="23119.65">20343 5616 50 0,'0'0'65'0,"0"0"-45"16,0 0-20-16,0 0 23 0,0 0 655 15,0 0-460-15,0 0-117 0,-17 0-17 16,13-2-2-16,-4 1-1 0,-1-1 7 16,1 2 0-16,0 0 19 0,-5-1 26 15,3 1-42-15,-2-1 0 0,-1 1-32 16,1 0-11-16,-1 0-15 0,1 0-20 15,-5 0-13-15,3 2 0 0,-3 0-1 16,-1 2-25-16,-1 2 22 0,-6 0 2 16,3 1 2-16,-5 2-1 0,-4-1 1 15,0 3 3-15,-6 1-2 16,-1 0 3-16,-11 5-4 0,-7 2-13 0,-12 2 9 16,-5-1-25-16,5-1-6 0,4-3-14 15,2-3-6-15,-2 2 16 0,-6 2 16 16,2-1 4-16,-5 4 18 0,-5 1-1 15,5-1 0-15,-3 2 4 16,-3-2-2-16,5 1 20 0,-1-3-20 16,5 1-16-16,0-2 12 0,-2 0-28 15,-1-1-78-15,3 2-7 0,2-4-14 16,-1 4 40-16,3 2 39 0,0-3 33 16,2 2 19-16,2-3 0 0,12-1 2 15,11-3 17-15,8-2 4 0,2-2-20 16,-4 3 40-16,0-1-40 0,-6 5 20 15,8-2 55-15,6-3 19 0,2 3 20 16,7-2-26-16,3-3-3 0,9 0-13 16,0-1-46-16,4 1-29 0,0 2-18 15,2 0 18-15,0 3 2 16,2 0 1-16,5 4 13 0,-1 1-14 16,-4 1-1-16,4 2 3 0,3 2 9 15,-3 3-10-15,0 3-1 0,0 0 18 16,3 3-20-16,-3 3-2 0,-4 3-1 15,4 4-13-15,-3 9-7 0,-1 14 23 16,2 16 0-16,-2 8 1 0,0 0 0 16,-2-4 11-16,2-4-11 0,-2 3-1 15,0 2 4-15,-2 3-1 0,3 1 0 16,-3 0-3-16,2 7-3 0,-2 1 1 16,0 3 0-16,-2 5 0 0,-1 1 2 15,1 0 17-15,-4-2 22 0,4-1-10 16,2 1-16-16,-2 1 9 0,2 0 11 15,0-2-7-15,0-3-3 0,0 0-4 16,2-2-6-16,0 0 5 0,2 1-18 16,-2 0-16-16,0 3 15 0,1 1 1 15,3 3 1-15,-2-1 1 16,0 2 0-16,2 1-2 0,-4 1-6 0,2 4 4 16,1 2 2-16,-1-1-20 15,0-2-41-15,2-4 15 0,-2-3-31 16,0-4 15-16,-4 1 0 0,2-1-3 15,0-1 7-15,1 3-10 0,-3-4 29 16,0-1 13-16,0 3 6 0,0-2-22 16,0 0 42-16,0 2 16 0,2 0 17 15,-2 3-7-15,2-1 9 0,-2-1 8 16,0-4-8-16,2-1-9 0,0 0-13 16,-2 0 4-16,0 0-1 0,0-1-14 15,0-2 21-15,0-1-20 0,4-3 10 16,-4 0-11-16,4-1-2 0,-2-3 23 15,2-1 16-15,0 0 0 0,3-3 0 16,-3-3-10-16,4 3 0 0,-2-3-16 16,0-1-13-16,3 0-1 15,-3-2 0-15,2 3 0 0,2-3 0 0,-3 2-2 16,1-1 3-16,2 2-2 16,-1 1-11-16,-3 1-26 0,0 0-6 15,-2 4 9-15,2 1-9 0,0-1 3 16,-1-1 6-16,-3 3 10 0,0 2 3 15,2 0 20-15,-2 1-10 0,0 0 13 16,0-3-16-16,0 0 16 0,2 1 0 16,0-1 2-16,-2-2 17 15,3-1-15-15,-3-3 22 0,0-3-10 0,0-1-14 16,2-5-2-16,-2-2 0 0,0-2-3 16,0-1 0-16,4-3-10 15,-2-4-33-15,1-3-64 0,-1-10-63 0,-2-9-45 16,0-8-147-16,-2-3-48 15,0-5 103-15,0 17 124 0</inkml:trace>
  <inkml:trace contextRef="#ctx0" brushRef="#br0" timeOffset="24246.77">30145 5672 135 0,'0'0'49'0,"0"0"-13"15,0 0 351-15,58 8-224 0,-42-4 7 16,3-2-7-16,-3-2-20 0,7 0-52 16,4 0-13-16,0 0-3 15,4-2-16-15,2-2 12 0,2 0 1 16,2 0-24-16,3 2-9 0,1-1-36 16,-2 2 26-16,7 1-26 0,-3 0-3 15,0 0 0-15,7 2-17 0,4 3 17 16,8 4 6-16,10 1-3 0,1 1-6 15,-5-1 3-15,-6-1-1 0,-2-3 0 16,0-2 2-16,2 0 1 0,-2 2-2 16,0-2 1-16,0-2-1 0,-3 3 1 15,-5-1 12-15,-4 0-13 0,-15 1 0 16,-2-3-1-16,-4 2-21 0,2-1-53 16,2 1-49-16,4 2-12 15,-4 1 45-15,-4-2-79 0,-7 3-22 0,1 0-42 16,-5 1-56-16,-1 0 12 0,-5-2 72 15</inkml:trace>
  <inkml:trace contextRef="#ctx0" brushRef="#br0" timeOffset="25005.12">31991 5989 125 0,'0'0'52'0,"0"0"127"0,0 0-61 16,-31 62 2-16,22-41 24 0,1 1 12 15,2 5-29-15,0 1 10 0,2 7-3 16,-3 2-17-16,1 9-20 0,2 13-2 15,0 14-34-15,0 6-28 0,4-4-17 16,0-5 0-16,0-8-12 0,0 0-1 16,2 0-3-16,2 1-3 0,-2 3 3 15,2 0 22-15,0 4-5 0,1-2 22 16,-3 3-38-16,0 5-1 16,0 2 3-16,-2 4 0 0,0 3 17 15,0 2-18-15,-4 5 1 0,-1 3-3 16,1 4 2-16,-2 2-2 0,6-1-22 15,0-2-8-15,0-4 11 0,0 0 18 16,0-1 0-16,0 0-1 0,4 2 2 16,0 1 0-16,-2 2 25 0,3 1 21 15,-1 0-23-15,2 2 12 0,-2 0 1 16,0 2-20-16,2 3-13 0,-1 3 13 16,-3 4 6-16,2 0-2 0,-4 0-1 15,2 1-18-15,-2-4-1 0,0 2-3 16,0 0-13-16,-2-1 16 0,-4 3 0 15,1-4 0-15,-1 2-1 0,-2-2-16 16,2-1 14-16,0 4-9 0,-3 1 12 16,5 2 12-16,2 0 31 0,0 0 5 15,0-3 11-15,2-1-14 0,0 1-26 16,2 2 17-16,0 1 3 16,0 2 3-16,-2 0-10 0,4-5-12 15,-2 0-1-15,0 2-19 0,-2 0-2 16,0 5 2-16,0 0 2 0,0 1 1 15,0 0 10-15,0-2-13 0,-2-3-1 16,0 3 0-16,2-3 0 0,0 1 1 16,0-4 0-16,0-5 1 0,4 0-1 15,1-2-29-15,-1-2 3 0,-4 2-9 16,2 1-1-16,0 0 13 0,0-1 20 16,-2-2 0-16,0-3-26 0,0 2-33 15,-2-5 30-15,0-1 30 0,0-2-11 16,2 1 13-16,0-5 0 0,0-5-20 15,0-2-9-15,0-6-20 0,0-3 23 16,0-2 7-16,0-3 6 0,0-4 13 16,0-3 1-16,-2-3-1 0,0 0-2 15,-1-3 0-15,1-11-12 0,2-7 13 16,-2-11 1-16,2-2-1 16,0 2-3-16,0 3 1 0,0 2-10 15,0-7 12-15,0-2-15 0,0-7-66 16,-2-2-47-16,2-3-21 0,-4-3-13 15,4-5-107-15,-2-1-111 0,-2-1-108 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51:04.717"/>
    </inkml:context>
    <inkml:brush xml:id="br0">
      <inkml:brushProperty name="width" value="0.05292" units="cm"/>
      <inkml:brushProperty name="height" value="0.05292" units="cm"/>
      <inkml:brushProperty name="color" value="#FF0000"/>
    </inkml:brush>
  </inkml:definitions>
  <inkml:trace contextRef="#ctx0" brushRef="#br0">889 3853 47 0,'0'0'55'16,"0"0"-9"-16,0 0 726 0,0 0-387 15,0 0-119-15,0 0-58 0,0 0-139 16,6-8 9-16,-6 6-49 0,0 1-29 15,0-2-16-15,0 1-7 16,0 0-3-16,0-1 23 0,0 1-49 16,0 1-39-16,0 0-59 0,-2-1-45 15,0 2 3-15,0-1-3 0,2 1-43 16,-2 0-101-16,0 0 29 0,0 0 185 16</inkml:trace>
  <inkml:trace contextRef="#ctx0" brushRef="#br0" timeOffset="18480.57">12566 1187 83 0,'0'0'19'16,"0"0"17"-16,0 0-23 0,0 0 0 15,0 0 7-15,0 0 9 0,0 0-27 16,2-8 129-16,-2 4-102 0,2-2-29 16,2 0 0-16,-2 1-23 0,0 3-26 15,-2-2-36-15,0 3-81 0</inkml:trace>
  <inkml:trace contextRef="#ctx0" brushRef="#br0" timeOffset="38051.04">9482 7996 43 0,'0'0'43'15,"0"0"16"-15,0 0 2 0,0 0-25 16,0 0 434-16,0 0-300 0,0 0-170 16,4 4-36-16,-2-3 33 0,0-1 3 15,0 0-1-15,0 0 0 16,2 0-1-16,1 0-1 0,1 0-43 0,-4 0-137 15,2 0-139-15,-37-5 37 0</inkml:trace>
  <inkml:trace contextRef="#ctx0" brushRef="#br0" timeOffset="41118.55">9773 7991 148 0,'0'0'52'0,"0"0"-32"0,0 0 775 16,0 0-427-16,0 0-180 0,0 0-19 16,0 0-35-16,0 0-30 15,0 0-49-15,-60-12-20 0,50 12 7 16,-2 0 1-16,1 1 21 0,1 1 27 16,0 0 22-16,1-1 39 0,1 0 0 15,2-1-11-15,0 0-16 0,0 0-16 16,1 0-26-16,-1 0-28 0,2 0-23 15,2 0-16-15,-2-2-16 0,0-2-1 16,2 2-12-16,-5-4 11 0,3 3 2 16,0 0 3-16,-2 0 10 0,0 0-10 15,0 0 0-15,-3 2 10 0,-1 0-12 16,0 1-1-16,-3 0 16 0,1 0 9 16,-1 0-9-16,-3 0-3 0,1 2 22 15,-1 1 16-15,-3 0 0 0,1 0 12 16,-1 0-16-16,0 0-28 0,-1 0-16 15,1 0 10-15,-1 0-13 0,3-2 1 16,-6 2 1-16,5-2-1 0,-1 3-1 16,0-2 2-16,1-1-2 0,-3 0 4 15,3 1 11-15,-1-1 1 0,-2 1 6 16,-1-1-9-16,-1-1 6 16,0 1-7-16,2 1-10 0,-5-2 0 15,1 3 0-15,-2-2 0 0,2 1 14 16,-2 0-1-16,2 1-14 0,-4-1 15 15,3 1-3-15,1-1 9 0,-2-1-7 16,2 2-11-16,-2 0 15 0,4 0-7 16,-3-1-12-16,3 1 0 0,-2 0-1 15,0 1-1-15,0-1-14 0,3 1 4 16,-3 0 8-16,-2 0-21 0,2 2 22 16,2-2-19-16,-1 2 22 0,-1-2 0 15,4-1 2-15,1 1 11 0,1-3 3 16,0 1-1-16,5-1 1 0,-3-1 19 15,3 0-13-15,-1 0-9 16,1 0-13-16,1 0-3 0,-1 0 0 0,2 0-13 16,-3 0 4-16,3 0 10 0,-5 0 1 15,3 0-12-15,-1 0 11 0,-1 0 0 16,-1 0 1-16,-1 0 0 16,-1 0-11-16,2 0 12 0,-1 0 19 15,-1 0-17-15,3 0 1 0,-3-1 16 16,3 1-16-16,-3-2 10 0,2 1-10 15,-3 1 0-15,3 0 13 0,1 0-16 16,-3-2 0-16,-2 2 1 0,1 0-1 16,-1 0 1-16,-2 0-1 0,1-1 1 15,-1 1 0-15,2 0 1 0,-2-1-1 16,1-1 2-16,-3 2 0 0,0-3 13 16,6 3-4-16,-7-1-8 0,3 0-2 15,-2 1 13-15,0-3-14 16,-2 2-1-16,5 1 3 0,-5-1-1 15,2 0-2-15,-2 1 0 0,0 0 0 16,2-2-2-16,-1 2-1 0,-1-1 0 16,-2 1-12-16,2 0 2 0,0 0 11 15,-4 0-11-15,4 0 12 0,-2 0-21 16,-2 0 7-16,2 1 0 0,-2 2 14 16,0-1 2-16,0 1-1 0,0-1 1 15,0 0 2-15,0-1 10 0,0-1-11 16,0 2 10-16,-2-1-9 0,2-1-2 15,2 0-1-15,0 0-1 0,-2 0-1 16,2 0 2-16,-2 0 0 0,0 0-2 16,0 0-1-16,-2 0-9 0,2 0 12 15,0 0-2-15,-2 0 2 0,0 0 0 16,0-1 2-16,2-1 0 16,0 1 1-16,-2-1 13 0,2 1-4 15,-2 0-11-15,2-3-1 0,2 2-1 16,-2 0 1-16,0 0 0 0,0-1 1 15,0 3-1-15,2-2 0 0,-2 0 2 16,0 1-1-16,2 1-1 0,0-2 0 16,-4 2 0-16,2 0-2 0,0-1-13 15,-2-1 12-15,6 2 2 0,-4 0 1 16,2 0 1-16,0 0-1 0,-2 0 0 16,2 0-1-16,0 0 0 0,0 0 1 15,4 0 2-15,1 0 14 0,-1 0-14 16,0 0-1-16,4 2 1 0,1-1 0 15,-5-1 11-15,8 2-12 0,-1-2 0 16,1 0-1-16,1 0-1 0,1 0-1 16,-1 0 0-16,3 0 0 0,1 0 0 15,-1 0 0-15,1 0 0 16,-2 0-1-16,1 0 0 0,1 0-9 16,-5-2 10-16,5 1 0 0,-3-1 2 15,3 0 12-15,-3 2-11 0,3-3 0 16,2 2 0-16,-5-1 1 0,7 0-2 15,-7-1 0-15,1 0-1 0,2 0-18 16,-7 0 16-16,9 0-9 0,-5 2 12 16,3-2-1-16,1 0-2 0,-5 3-13 15,8 0 2-15,-1 0 12 0,1 0-8 16,-2 0 8-16,6 0-14 0,-3 0 3 16,3 0 1-16,0 0 9 0,0 0 1 15,0 0 1-15,0 2 1 0,4-2-2 16,0 0 1-16,-2 0-1 15,2 0-10-15,-2 0 9 0,2 0-13 0,-2 0 3 16,0 0 1-16,-1 0 9 16,1 0-1-16,0 0 4 0,0 0 4 15,2 0 18-15,-4 0 0 0,0 0 0 16,2 0 0-16,0-2 0 0,-2 0-7 16,2 0-14-16,-2-2-1 0,1 2-2 15,-1-4-13-15,0 0-4 0,-4-3 4 16,4-1 14-16,-4-3 0 0,1-2-12 15,1-3 10-15,0-1 3 0,0-4-2 16,-1-4-10-16,3 0 9 0,2-2-25 16,-2-3 28-16,0 0 14 0,2-4-14 15,0 0-2-15,-2-3 2 0,4-1-1 16,-2-2-1-16,0-1-1 0,2-1 0 16,-5-1 1-16,5 1 1 0,-2-2-11 15,0 1-1-15,0 2 11 0,0 2-14 16,0 1-6-16,-2 5 20 0,4-1-14 15,0 2-19-15,0 0 1 0,0 2 15 16,4 0-4-16,-2 4 20 0,4 3-13 16,1 1 13-16,-3 4 0 15,4 3 0-15,-4 4-22 0,0 3 6 16,-4 4 3-16,4 2-3 0,-2-2 3 16,-2 3 14-16,3 1-14 0,-3 1 14 15,0 1 1-15,0 0 1 0,0 0 3 16,0 0 0-16,0 0-3 0,0 0-12 15,4 0-16-15,-4 0-10 0,0 0-7 16,2 0 1-16,0 0 5 0,0 1 39 16,2 0 13-16,-2 0-13 0,4 2-1 15,-2-2 1-15,3 0 0 0,3 3 2 16,0-3-1-16,1 2 2 0,3-1 10 16,1 0-11-16,3 0 17 0,-1 0-3 15,5-1-13-15,1-1 13 0,2 0-16 16,2 0 1-16,4 0 2 0,0 0 16 15,4 0-16-15,0-3-3 0,2 1 3 16,5-2-1-16,1 2 25 0,1 1-27 16,7 0-4-16,7 1 2 15,12 0 0-15,3 4-1 0,-5 2 2 16,0-2-2-16,-4 0 2 0,-2-3-1 16,2-1 0-16,2 1 2 0,1-1 3 15,1-1 38-15,0-3-16 0,0-2 17 16,-2 1 2-16,1-2 13 0,-1-1-22 15,0 1-3-15,0-2-13 0,2 1 6 16,0 1 3-16,1 0-26 0,1 0 13 16,0 1-15-16,-2-2-1 0,7 3-1 15,-5 0 2-15,0 1 1 0,-1 2-1 16,-1 1 2-16,2-2-1 16,-2 3-1-16,1 0-1 0,-5 0 1 15,-2 0 0-15,-2 0 0 0,-3 0 0 16,1 5 1-16,-4-1 0 0,-2-1 1 15,-1 2-1-15,-5 1-1 0,-9-1-1 16,9 1 0-16,5 0-1 0,9 1 2 16,8 1-1-16,-16-1 0 0,-13 0 1 15,5 0 0-15,8 1-2 0,-3 0 2 16,1-2 0-16,-13 0 2 0,-8-2-1 16,6-1-1-16,6 3 2 0,3-1-1 15,-1 0-1-15,1-1 1 0,-3 0 0 16,-2 1 15-16,0-4-15 0,-1 2-1 15,1-1-1-15,-2 0 1 0,0 0 1 16,-1-2 0-16,-1 2 12 0,-2-2-12 16,0 0-1-16,-2 0 2 15,-4 1-1-15,2-1 1 0,-5 0-2 16,-1 0 0-16,0 0-2 0,-2 0 1 16,-3 0-1-16,-1 0 1 0,-3 0 0 15,-1 1 1-15,-3 0 0 0,-4 0-1 16,0-1 0-16,-2 2 1 0,1-1-2 15,-3-1 1-15,2 1 0 0,-2-1-1 16,2 0 0-16,-2 0 2 0,0 3 0 16,-2-1 1-16,2-2 1 0,2 0-2 15,-4 2 0-15,2-2-1 0,0 4 0 16,3-2 0-16,-1 0 0 0,0 1-1 16,0 2-1-16,2-3 1 0,0 3-11 15,-1-1 11-15,3 0 0 0,-2 1-1 16,0-2-10-16,2 3 12 0,-1-2-1 15,1 0 1-15,-2 1 0 0,2-1 0 16,-3 0-2-16,1-2 2 0,-2 0 0 16,0 1 1-16,-2-1 1 0,2 0 0 15,-2 0 0-15,2 0 0 0,-1 1-1 16,1 1 0-16,-2-3-1 16,2 3-1-16,0-2-1 0,0 2 0 15,2-3 2-15,-2 5-1 0,1-2-1 16,-1 1 1-16,2-2 0 0,-2 2-1 15,0-1 0-15,0-1 1 0,0 1 1 16,-1 0 1-16,1 0 0 0,0-3 1 16,-4 2 1-16,0 0 10 0,2 0-10 15,0 0 2-15,0 1-2 0,0 1 0 16,2 0-2-16,-2 0 0 16,0 1 1-16,2 2 0 0,-1-1 1 15,1 3 0-15,-2 2 11 0,2 1-11 16,0 5 0-16,0-1 1 0,0 6 10 15,0-3-12-15,1 4 2 0,-1 0 0 16,0 0 10-16,2-1-11 0,-2 1 1 16,0-1 9-16,-2 1-10 0,2 1 11 15,-1 0 6-15,-1 3-18 0,-2 1 1 16,0-2 0-16,0 4 1 0,-2 0 0 16,-3-1 13-16,1 2-13 0,-2 0 10 15,2-1-11-15,-2 1 0 0,0 2 1 16,1-3 0-16,1-2 0 0,4 0-1 15,-2-4-2-15,2 0 2 0,0-4-1 16,0-1-1-16,2-4 0 0,2-2-1 16,-2-2-15-16,3-3-22 0,-3-1 0 15,0-3-2-15,-2-2-23 0,2 0-86 16,-2-3-74-16,0 2-80 16,0-2-222-16,-2 0-633 0</inkml:trace>
  <inkml:trace contextRef="#ctx0" brushRef="#br0" timeOffset="45659.7">2830 11168 86 0,'0'0'52'0,"0"0"-36"16,0 0 7-16,0 0 3 0,0 0 23 15,0 0-48-15,0 0 557 0,6 0-174 16,-6 0-62-16,0 0-23 0,0 0-75 16,0 0-75-16,0 0-58 0,0 1-26 15,0-1-14-15,0 0-5 0,0 0-1 16,0 2 3-16,0-2-2 0,0 0 8 16,0 0-2-16,0 0 3 15,0 0-4-15,0 0-2 0,0 0-8 0,0 0 4 16,0 0 3-16,0 0-3 15,0 0 0-15,0 0-3 0,0 0-10 16,0 0-13-16,0 0 3 0,0 0 1 16,0 0-1-16,0 0 10 0,0 0 13 15,0 0 2-15,0 0 7 0,0 0-9 16,0 0-1-16,0 0-15 0,0 0-16 16,2 0 22-16,2 0-4 0,0 0-12 15,5 1-3-15,-7-1-14 0,2 0 1 16,0 0 10-16,-2 1 3 0,0-1 9 15,4 1 3-15,-4 0 7 16,7 0 3-16,-5-1 0 0,2 0-1 16,-2 2-2-16,0-2-4 0,3 1-9 15,3-1-3-15,-2 1 6 0,-2-1-3 16,3 0-6-16,1 1-13 0,0-1 11 16,-4 0-11-16,5 0-1 0,-1 0 1 15,-2 1 13-15,3-1-4 0,-1 0 1 16,0 0-10-16,-1 0 15 0,-1 0-5 15,2 0-11-15,-1 2 10 0,-1-1-9 16,2 0 10-16,0 0-10 0,1-1 13 16,1 2-13-16,-1-2 15 0,-3 1-14 15,6-1 8-15,-3 0-10 0,1 0 11 16,5 2-10-16,-7-1 0 0,2-1-1 16,3 1 0-16,-3 1 0 0,1-2 1 15,1 2-2-15,-2 0 1 0,3-1 0 16,-1 1 2-16,5 0-4 0,-5-1-2 15,5 0 2-15,-2-1 0 0,5 0 2 16,-3 0 1-16,4 0 12 16,-1 0-13-16,-1 0-1 0,2 0 0 15,2 0 15-15,-3 0-4 0,-1-1 1 16,2 0-13-16,2 0 2 0,-7 0 0 16,5 1-2-16,2-2 15 0,-7 2-12 15,5 0 13-15,2 0-13 0,-7-1 16 16,5 1-16-16,0 0 12 0,-4-1-15 15,5 1 2-15,-3 0-1 0,0 0-1 16,1 0 0-16,1 0 3 0,-2 0-3 16,6 0 2-16,-5 0 0 0,3 1-1 15,0-1 0-15,2 1 1 0,-2-1 10 16,2 0-9-16,-5 0 16 0,5 0-18 16,2 0 1-16,-2 2 10 0,-2-1-9 15,4 0 0-15,-4 0 0 16,4-1 0-16,-1 1 12 0,1-1-15 0,0 0 2 15,0 0 1-15,2 0-1 0,0 0 0 16,-4 0-1-16,4 0 1 16,0 0-1-16,0 0 0 0,0 0-1 15,0 0 0-15,0 0 0 0,0 0 3 16,4 0-3-16,-2-2 1 0,5-2 11 16,-1 2-10-16,0-1-2 0,-2-1 1 15,5-1 13-15,-1 3-14 0,-2-1-1 16,0 0 0-16,0 0 1 15,-1 2-2-15,-1-1 0 0,2 0 2 0,2-1 1 16,-4 0 1-16,0 2 14 16,1-1-16-16,1 1 2 0,-4-1-1 15,2 2 1-15,0 0 10 0,0 0 4 16,0-2-14-16,-1 2 1 0,1 0 8 16,0 0-10-16,-2 0-1 0,0 0 1 15,0 2-1-15,0 0 2 0,0-1-1 16,0 1 0-16,2-1 1 0,-2-1 11 15,1 2-10-15,-1-1 0 0,-2 0-1 16,2 1 16-16,-4-2-16 0,0 1-2 16,0 0-2-16,-5-1 1 0,1 0-1 15,4 0 2-15,-2 0 0 0,-2 0 2 16,0 0-2-16,-1 0-1 0,3 0 0 16,0 0 0-16,0 0 1 0,-2 0 0 15,2 0 0-15,0 0-2 0,-3 0 2 16,1 0-2-16,-2 2 0 0,4 1 1 15,0 1 0-15,-3 0 1 0,3 0 1 16,0-1 0-16,0 0 2 0,0 0-2 16,2-1 12-16,-2 1-13 15,2-1 0-15,-2-1 0 0,4 1 1 16,-3-1 0-16,1-1 0 0,0 0 13 0,0 0-13 16,0 0 1-16,0 0 0 15,0 0-2-15,2 0 0 0,-2-1 2 16,0-1 0-16,0 2 0 0,2 0 11 15,0 0-13-15,-2 0-1 0,2 0 0 16,-2 0 0-16,0 0 1 0,4 0 1 16,0 0 1-16,-2 2 0 0,4-2-1 15,-2 0 2-15,0 0-3 0,4 0 15 16,-1 0-14-16,-1 0 1 0,2 0-1 16,0 0 0-16,-4 0 12 0,2 0-12 15,0 0 1-15,-1 0-2 0,1 0 0 16,-2 0 1-16,0 0-1 0,0 0-2 15,0 0 2-15,0 1 0 0,0-1 1 16,-2 2 0-16,4 0 1 16,-2-2 10-16,3 0 0 0,-3 0 4 15,0 0-14-15,2-4 0 0,0 3 10 0,0-2-11 16,-2 0 1-16,2 1 1 0,-2 0 12 16,0 1-2-16,3-1-10 15,-5 2-2-15,2-2 0 0,0 1 0 16,0 0 0-16,-2-1-1 0,2 1 0 15,-2-1 1-15,2 1 0 0,2-1 1 16,-2 2 13-16,2-2-2 0,-2 2-1 16,0 0-11-16,1 0 0 0,-3-1 2 15,-3 1-2-15,1 0-1 0,0 0 0 16,0 0-1-16,-2 1 1 0,2 3 2 16,-2-1-1-16,0 0 1 15,2 1 0-15,0-2 0 0,2 0 0 16,2-1 0-16,-2-1 1 0,0 0-1 15,2 0 0-15,0 0-1 0,-2 0 2 16,2 0-2-16,-2-1 2 0,0 1 12 16,2 0 6-16,0 0-9 0,2 0-8 15,-2 0-2-15,1-1 0 0,-1 0-2 16,2 0 0-16,0 0 0 0,-2-1 1 16,0 1 0-16,0 1 0 0,0 0 2 15,0 0 9-15,0 0 0 0,2 0-10 16,-1 0-2-16,-1 0 0 0,2-1-1 15,-2-1 0-15,0 1 0 0,2-1 0 16,2 1 1-16,0 0 2 0,1 0 13 16,-1-1-2-16,2 2-1 0,2-2-11 15,-1 0 0-15,1 0-1 0,3-1 0 16,-5 1 0-16,2-1-1 16,3 0 1-16,-1 3 1 0,0-1 2 15,1 1 9-15,1-2-10 0,-1 2-1 16,1-3 0-16,-1 3 0 0,3-2-1 15,-4 2 0-15,5-1 0 0,0 0 0 16,-3 1 0-16,1-2 1 0,-3 2-1 16,4 0 0-16,-3-2 2 0,3 2 11 15,-3-2-1-15,1-1-9 0,3 0 12 16,-3 0-12-16,-1-1-1 0,1 0 0 16,-1 0 1-16,-1 1 9 0,3 0-12 15,-5 1 2-15,0-1-1 0,5 0-1 16,-7 3-3-16,4-2 3 0,-3 2 0 15,3-1-1-15,-4 1 1 0,1 0-1 16,-3 0-2-16,2 0 3 0,-4-2 0 16,7 2 2-16,-7 0 0 0,0 0-1 15,0 0 2-15,-2 0-2 0,0 0 0 16,0 2 0-16,0-1-1 16,0 1 1-16,0 1-1 0,3-2 0 15,1 1 0-15,2-1 0 0,0 0 0 0,5-1 0 16,-5 0 0-16,4 0 0 15,3 0 1-15,-3 0-1 0,-1 0 1 16,5-1-1-16,-3-2 1 0,-3 3-1 16,0-3 0-16,7 2 0 0,-9-1 0 15,5 2 1-15,-3-3-1 0,2 3 0 16,-3-2 0-16,3 2 0 0,0 0 0 16,-3 0-1-16,3 0 1 0,-4 0 0 15,3 0-1-15,-3 0 1 0,-4 2-2 16,6 1 2-16,-1-1 1 0,3 2 1 15,-2 0 1-15,1-1-2 16,-1 0 0-16,7 1-1 0,-9-2-1 16,2 1-1-16,3 0-11 0,-5-1-2 15,0-1-6-15,-6 0-10 0,2 1-5 16,-3-2-1-16,-1 1-12 0,-5-1-24 16,-5 0-23-16,0 0-30 0,-7-1-31 15,5-2-20-15,-9-1-56 0,0-3-114 16,-3 1-186-16,-3 1-433 0,-4-7-628 0</inkml:trace>
  <inkml:trace contextRef="#ctx0" brushRef="#br0" timeOffset="48237.15">2764 12029 330 0,'0'0'56'15,"0"0"368"-15,0 0 211 0,0 0-336 16,0 0-173-16,0 0-48 0,0 0 97 16,0 0 13-16,0 0-13 0,0 0-17 15,0 0-7-15,33 5-22 0,-29-5-4 16,2 1-26-16,-2 1-25 0,5-2-7 15,-3 2-3-15,0-2-17 0,-2 1-21 16,4 0 2-16,3 1-9 16,-3 0 4-16,-2 0-20 0,2-1-2 0,5 2 12 15,-3-2-10-15,1 1 0 16,3 2 16-16,0-3-17 0,3 0 1 16,0 1-1-16,3-2 24 0,-1 0-24 15,4 0 23-15,1 0-9 0,1 0 3 16,0 0-7-16,2-2 11 0,4 0 2 15,0 0-12-15,0-2-10 0,2-1 16 16,2 1-7-16,0 0 4 0,-2 0-3 16,4 0-10-16,1-1 28 0,-1 1-18 15,2 0 3-15,0 1 2 0,-3 0-15 16,3 1-1-16,-4 0 1 16,4 2 13-16,-4-2-4 0,5 2 7 15,-3-2 3-15,0 1-6 0,2 1 2 16,-1-2 4-16,1 1 0 0,4-2 7 15,-1 0 0-15,-1 0 18 0,0 2-46 16,5-2 21-16,-3 0-4 0,-4 2 4 16,7-3-19-16,-5 3 16 0,1-2-17 15,-1 0 14-15,2 2-14 0,-1-1 10 16,-3-1 13-16,0 2-13 0,5 0 7 16,-5-2-3-16,0 1-13 0,1 1-3 15,-1-2 15-15,2 1 7 0,0 0-20 16,1 1 10-16,-3 0 10 0,2 0-22 15,-1 0 0-15,-1 1 1 0,0 0 0 16,-2 0 1-16,-1 0 0 0,3 0 20 16,-2 0-19-16,0 0 13 0,-4 0-13 15,3 0 31-15,-3 0-32 0,-2-1 0 16,-2-1 1-16,2 2-2 0,-7-1-1 16,5 1 0-16,0 0 1 0,-2 0-1 15,-4 0 0-15,2 3 1 0,-1 0-2 16,1 2 1-16,0 0-1 15,-2 1-1-15,0 0-1 0,-1 1 3 16,1 0 0-16,2-1 2 0,-2 0-1 16,-3 1 0-16,5-1 1 0,0 0 14 15,-2 0-14-15,-1 0 16 0,1-1-5 16,2-1-10-16,-2 3 28 0,6-3-13 16,-5 1-6-16,3 1 22 0,0-1-21 15,2-1-10-15,-2 0 9 0,4 1 4 16,-2-3-16-16,2 2 3 0,2-3 15 15,0 2-3-15,0-1-13 0,0 0 0 16,0 1 0-16,2 0 9 0,-2 1-11 16,3-1 0-16,-1 1 0 0,0 2 3 15,-2-4-1-15,2 3 0 16,2-1 13-16,0-2-13 0,-1 1 17 0,1-2-16 16,0 1 18-16,0-1-5 15,3 1-4-15,-5-1-10 0,6-1 0 16,-2 0 1-16,1 0-1 0,-1 0 11 15,0 0-13-15,5-3 12 0,-3 2-9 16,4 1 12-16,-3-2-13 0,1 2 0 16,-2 0 1-16,1 0 10 0,-1 0-11 15,3 0-2-15,-3 0 12 0,0 0-10 16,1 0 10-16,-1 2-10 0,-4-2 11 16,0 1-12-16,3 2 0 0,-5-3 1 15,4 2 13-15,-4-1-13 0,4-1 1 16,-3 0 0-16,3 0-1 0,-4 0 0 15,2 0 0-15,0 0 0 0,1 0 10 16,-1 0 1-16,0 0 2 0,0-1-13 16,0 1 0-16,1-2-2 15,-3 1-1-15,0-1 1 0,0 1 0 16,-4 1 2-16,2 0 1 0,-2 0 9 16,0 4-9-16,0-2 13 0,0 0-4 15,-2 4-11-15,4-3 0 0,-2 0-1 16,-2 0 0-16,2-1 0 0,0 2 0 15,0-1 1-15,0 2 1 0,0 0-1 16,2 0 2-16,-2-2 12 0,0 3-2 16,4-4-12-16,-2 1 0 0,3-1 0 15,-3-1 1-15,4-1 0 0,-2 0 1 16,2 0 0-16,0 0 9 0,3 0 3 16,-1 2 10-16,0-2-10 0,3 0-12 15,-3 0 0-15,2 0-1 0,1 0 1 16,-1 0-2-16,2 1 1 0,-1 2 0 15,3 0 1-15,-6 0-1 0,5 3 1 16,-3-1-1-16,3-1 0 16,-3 0 0-16,2 2-2 0,3 0 3 15,-7-3-1-15,5 0 2 0,-1 1 11 16,0-1 0-16,-1 0-3 0,1 0 0 16,-4-1-10-16,5 1 1 0,-7-2 0 15,6 0 0-15,-3 1 0 0,3-1-1 16,-4 1 0-16,5-2 0 0,1 0 0 15,-3 0 1-15,1 0-2 0,0 0 0 16,3-3 0-16,-1 1 1 0,1-2-1 16,-3 1-1-16,-1-1 0 0,-1 1 0 15,2-3 0-15,-5 3 0 0,-3 0 0 16,2 0 0-16,-2 2-1 0,-2-3 1 16,-4 3-1-16,-2-2 0 0,0 3 1 15,-9 0-1-15,3-1 1 0,-6 1-1 16,-1 0 1-16,-6 0 1 0,1 0 0 15,-3 0 1-15,-4 0 0 0,0 0 1 16,2 0 0-16,-4 0 12 16,0 0-3-16,0 0-9 0,0 0-1 15,0 0 0-15,0 0-1 0,0 0-1 16,0 0 0-16,0 0 0 0,0 0 0 16,0 0-1-16,0 0 1 0,0 1 0 15,0-1 1-15,0 0 1 0,0 0 0 16,0 3 1-16,0-2-3 0,0-1-2 15,-4 2 1-15,2 3 0 0,2-1-2 16,-4 1-9-16,0 2 9 0,-1 2-12 16,-1-1-18-16,2 3-25 15,0-3-40-15,-2 1-58 0,4 0-52 16,2 0-113-16,0-2-179 0,2-3-468 16,4 0-519-16</inkml:trace>
  <inkml:trace contextRef="#ctx0" brushRef="#br0" timeOffset="62698.76">24344 7167 4 0,'0'0'56'0,"0"0"-24"15,0 0 255-15,0 0-287 0,0 0-49 16,0 0-65-16,0 0-91 0</inkml:trace>
  <inkml:trace contextRef="#ctx0" brushRef="#br0" timeOffset="65225.7">24380 7142 60 0,'0'0'104'0,"0"0"675"16,0 0-167-16,0 0-375 0,0 0-32 15,0 0-1-15,0 0-45 0,0 0-52 16,0 0-1-16,0 0-6 15,0 0-10-15,-15 0-13 0,15 0 1 16,-2 0-8-16,0 0 10 0,2 0 0 16,-2 0 3-16,-2 0-3 0,2 0-19 15,0 0-17-15,-5 3-18 0,-1-3-4 16,0 2 3-16,2 1-3 0,2-2 13 16,-7 1-13-16,3 2-6 0,0-2 13 15,2 0 25-15,-5-2-20 0,1 2-8 16,2-2 5-16,-1 2-6 0,1-2 7 15,-2 0-1-15,1 0 1 0,1 0-10 16,-2 0 3-16,0 0-9 0,-1 1-1 16,-1 0-2-16,-1 0-12 0,3 0 1 15,-2 1-2-15,-1-1 0 0,1 1 0 16,-3-1 0-16,5 2 0 0,-4-2 2 16,1 0 0-16,-1 0 1 0,-1-1-1 15,3 0-1-15,-7 0 2 16,5 0 10-16,-5 0-12 0,5 0 0 0,-7 0-1 15,2 0 2-15,1 0-1 16,-3 0-1-16,3 0 1 0,-7 0 0 16,4 0 0-16,2 3-1 0,-5-3 1 15,-1 2 18-15,4 0-6 0,-4 0-10 16,1 0 14-16,-1-2-5 0,4 1 1 16,-4 0-1-16,3-1 1 0,-1 0-11 15,-2 2-1-15,2-2 1 0,-4 0 0 16,5 0-2-16,-5 0 3 0,-2 0 0 15,2 1 0-15,-2 1 19 0,0-1-6 16,2 2-16-16,-4-1 1 0,-2 0-1 16,4 0 1-16,-2-1-1 0,-2 0 2 15,2 1-1-15,0-2 1 0,0 0-2 16,-2 3 1-16,0-2 0 0,4-1 2 16,-4 0 0-16,0 1-1 15,2 0 20-15,-2 2-20 0,2-3 1 0,-2 2 10 16,-2-1-13-16,1 2-1 15,1-3-1-15,0 2 1 0,0 0 1 16,0-1 0-16,0 0 0 0,0 0 0 16,0-1 1-16,2 0 1 0,-2 0 0 15,0 0 10-15,-2 0 1 0,2 0-12 16,-3-1-1-16,-1 0 1 0,0 0-1 16,2 1 0-16,0 0-2 0,-2 0-1 15,1 0 2-15,-3 0 1 0,2-1 0 16,0 0 0-16,-3 0-2 0,3 0 2 15,-2 1 2-15,2-3 10 16,0 2-10-16,-3-1 0 0,3 1 1 0,0-2 10 16,2 2-12-16,-5-3 0 0,3 2-2 15,2 0 1-15,-4-2-3 0,2 2 1 16,-3-2 0-16,5 1 1 0,-2-1 0 16,2 0-3-16,-2 0 3 15,1-1 1-15,1 0 1 0,0-1 3 16,2 1-2-16,0-3 0 0,0 3 0 15,2-3-2-15,-2 1 0 0,4 0-2 16,0-4-11-16,0 3 10 0,0-4 3 16,2 1 1-16,0 0-1 0,3-3 1 15,1 2 12-15,0-2-1 0,4-2-10 16,3 0-2-16,-1-2-3 0,3-4-16 16,-1 0 1-16,3 0 15 0,2-1-16 15,1-1 6-15,-1 2 13 0,4 0-1 16,-2-1-11-16,4 2 12 0,-1 0 1 15,1 0 2-15,2 1-3 0,2 1-2 16,0-4 0-16,0 3-1 0,4-2 1 16,0 1-1-16,3 2-1 0,1-1 1 15,4-1 0-15,1-1-12 16,-1 2 2-16,7-3-2 0,-1 3-4 16,3-2 17-16,2 1 0 0,2-1 0 15,-1-1-1-15,3 0 0 0,-2 1 0 16,4 0 2-16,0 0-1 0,-4 3 1 15,6-3 0-15,-4 3 1 0,2 0 1 16,-1-1 2-16,1 1-1 0,-2 1 0 16,0 0 1-16,0 1 0 0,-2 2 9 15,2-1-12-15,-7 4 0 0,5-1 12 16,-4 4-11-16,0 1 10 0,1 0-9 16,-3 3-2-16,2-1 1 0,-3 2 1 15,1-1-2-15,-3 2 0 0,5 0 3 16,0 2-2-16,-3-1 15 0,1-1 0 15,2 1-4-15,1-1 7 0,-1 1-4 16,0-1 4-16,3 2-7 0,-1-1-8 16,4 1 20-16,-2-2-2 0,6 1 0 15,-2-1-22-15,2 0 1 0,2 1 14 16,2-2-14-16,0 2 0 16,2-2 2-16,3 2 0 0,-1-2 0 15,2 2 0-15,-2-1-3 0,3 0-2 16,1 2 2-16,-1-1 0 0,1 0-1 15,2 0 1-15,-1 2 1 0,-1 0 1 16,5 0 0-16,-5 0 17 0,1 0-7 16,-1 0-11-16,0 0 11 0,1 1-11 15,1 2 2-15,-1-1 10 0,1 0-13 16,1 0 2-16,-3 1-2 0,3-3 3 16,-1 1 16-16,1 0-16 15,-1-1 15-15,3 0-15 0,-5 0 22 0,5 0-9 16,-3 1-13-16,-2 0 9 15,1 1 0-15,1 0-11 0,-5 2-1 16,3-1 1-16,-4 0 9 0,3-1-9 16,-3 1-1-16,0 0 3 0,0 0 0 15,1 1-1-15,-1 0 10 0,-2-2-12 16,-4 2 2-16,0 0-2 0,2 0 0 16,-1-1 1-16,-1 2 0 0,-2 0-1 15,2-1 0-15,-2 0 0 0,0 2-1 16,-4-1-1-16,4 2 2 0,-5-2-1 15,1 2 1-15,2 0 1 0,-4-1 0 16,0-1 1-16,2 3 1 0,-2 0-3 16,-1-1 0-16,-1-2 0 0,-2 2 0 15,2 0 0-15,-5-1 0 0,1 0 0 16,-3 0 2-16,1 0-1 0,-5-2-2 16,3 1-1-16,-7 1 0 15,2 0-1-15,5 0 0 0,-7 1-9 16,0-1 9-16,1 4 1 0,3-2-1 15,-8 2-10-15,4-2 11 0,-1 0 0 16,1 3 0-16,-2-1-10 0,-4 0 12 16,2 2 0-16,0 0 2 0,-2 0 0 15,3 1 0-15,-3-3 0 0,-2 0-1 16,2 2 2-16,-2 0 10 0,2 0-11 16,-2 0 10-16,4-1-11 15,-2 3 0-15,-2-3 1 0,2 1 10 16,0-1 1-16,0 2-10 0,-2-2-1 15,0 2 13-15,0-2-12 0,0 3 10 16,0-2-1-16,0 0-11 0,0 1 0 0,0 2 2 16,0-1-2-16,0-1-1 0,0 1-1 15,0 1-17-15,0 0 16 0,0-1 1 16,-2 1 1-16,2-2 1 16,-2-1 1-16,0 0 0 0,2-1 1 15,0 0 0-15,-2-2 12 0,2 0-12 0,-4 1-1 16,4 1 2-16,0-2-2 15,-2 1-2-15,2 1 2 0,0 1 10 16,-2-2-11-16,0 0-1 0,0 0 1 16,-1-1 0-16,1-1 2 0,2 1-1 15,-2-2 1-15,0 0 0 0,0 1 0 16,0 1 1-16,2-3 8 0,-4 0-10 16,0 1 1-16,0-1 0 0,0-2 9 15,-1 4-10-15,-1-1-1 0,2 0-1 16,0 2 0-16,-2-1 1 0,-2-1 0 15,1 1 0-15,1 0 0 0,2 1 0 16,-4-2 2-16,-5 2-2 16,3 1 0-16,2 0-1 0,-7 2 1 15,3-1 0-15,-3 1 0 0,3-3 0 16,2 2 0-16,-3-2-1 0,1-1 1 16,4-3 11-16,-3 3-11 0,1-2 1 15,2-1-1-15,-1-1 1 0,1-2 0 16,0 2-1-16,2-2 0 0,1-2-1 15,1 2-1-15,2-2-2 0,-2 0 0 16,2 1-18-16,2-1-13 0,-2 0-56 16,0 0-61-16,2-1-72 0,0-3-97 15,0-2-230-15,0 0-663 0,0-4-906 16</inkml:trace>
  <inkml:trace contextRef="#ctx0" brushRef="#br0" timeOffset="68206.49">28621 7192 109 0,'0'0'49'0,"0"0"-17"0,0 0 698 15,0 0-33-15,0 0-408 0,0 0-55 16,0 0-8-16,0 0-48 0,0 0-39 16,0 0-27-16,0 0-22 0,0 7-25 15,0-7-17-15,0 0 16 0,0 0 25 16,0 1 7-16,0-1 6 0,0 2 19 15,-2-2 15-15,0 1-56 0,-2 0-36 16,-4 0-3-16,2 1-3 0,1 0-10 16,-5-1 0-16,-4 0 1 15,5 1 2-15,-3 2 0 0,-2-3-3 16,-1 2 4-16,-1-2-1 0,-1 1-2 16,-4-1-4-16,5 1 3 0,-5-1 13 15,-2-1-16-15,7 0-3 0,-11 0-1 16,8 0 11-16,-3 0-7 0,-3 0-1 15,0 0 10-15,6 0-12 0,-3 0 3 16,-3 0-10-16,6 0-2 0,-3 0-11 16,-5 0 0-16,6 0 14 0,-4 0-16 15,-2 0 1-15,2 0 1 0,-1 0 1 16,-3-1-3-16,-2-2 1 0,0 3 1 16,-4-2 1-16,1 2 12 15,-1-1-2-15,2-1 2 0,-2 1 7 16,-6 0-4-16,8 1 1 0,-7-1-7 15,3-2 1-15,0 3 2 0,2-2 0 16,-4 0 1-16,-5 0-13 0,7-1-2 16,-2 2 1-16,1-2 13 0,-3 2-14 15,-2-1 15-15,3-1 2 0,3 2-15 16,-4 0 16-16,0 1-17 0,-1-1-1 16,1-2 1-16,4 3 0 0,-3-2-1 15,1 0 17-15,-2 0-18 0,1 0 3 16,1 0 15-16,-2-1-15 0,-3 2 15 15,5-1-14-15,0 1 14 0,0-2-15 16,-3 1-1-16,1 1 1 0,2-1 0 16,-1 0-1-16,1 0-1 0,0 2 1 15,0-2-1-15,1 0 0 0,-1 0-1 16,6 0 3-16,0 1-1 0,0-2 0 16,2 1 1-16,2-1 12 15,-2 3-14-15,0-1-1 0,4-2-1 16,-4 3 0-16,2 0-11 0,0-2 11 0,-2 2 1 15,0 0 0-15,0-1-1 16,0 0-2-16,2-2 1 0,-2 0 0 16,2 3 2-16,2-4 1 0,-4 0-1 15,4 0 16-15,-1-1-15 0,-1 0-1 16,6 2-2-16,0-3 1 0,-2 2-1 16,7-1 2-16,-1 1-2 0,-2-2-1 15,5-4 0-15,-5 3-16 0,7-1 17 16,-5-2 0-16,5-1-13 0,-3 1 14 15,5-2-2-15,-3-1 1 0,3 1-14 16,4-1 4-16,-5 0-7 0,3-1 17 16,2 3-16-16,-5-2 3 0,1 1 12 15,4-1-22-15,-5 2 6 0,5-2 7 16,0 0 0-16,-1-2 11 0,1 1 0 16,2 0 0-16,0-1 1 15,4-1-1-15,0 0-12 0,2 1 12 16,0-3-17-16,0 1 17 0,2 1-12 15,2-2 10-15,4 0-9 0,-4 1 10 16,6-1-1-16,-5 0-10 0,3 2 12 16,0-1-1-16,0 1 1 0,-1 1 0 15,-1-3-1-15,2 3-10 0,2 1 9 16,-1-3-10-16,-3 3 11 0,2-1 1 16,-2 0 1-16,7 2-1 0,-9 0 1 15,6 0 0-15,3-1-1 16,-3 1 0-16,4 0 1 0,3-2 0 0,-5 2-1 15,7 0-11-15,-5-2 10 16,7 5 1-16,-6-2 0 0,3 0 0 16,3 2 1-16,-3-1 0 0,7-2 1 15,-6 5 11-15,4-3-12 0,3 0 1 16,-1 2 15-16,-2 1-16 0,-2 0-1 16,6 2 1-16,-7-1 1 0,1-1 2 15,4 2 9-15,-5 1-9 0,1-1 13 16,4 1-14-16,-4 0 10 0,-1 1 0 15,5 0 7-15,-4 0 9 0,1 1-10 16,3-2 7-16,-6 3-22 0,4-2-2 16,1 3 1-16,-1-2-2 0,-4 1 2 15,8 1 9-15,-7 0-10 0,1-2-1 16,4 1 0-16,-5 1 0 0,3-3 0 16,0 2 2-16,-2-2 11 15,-1 3-13-15,3 0 1 0,-7-2-1 0,7 3 3 16,-2-2 0-16,0 1 0 0,-1 1-1 15,1-2-1-15,0 1 1 16,3 1 0-16,-1-1 10 0,-2-1-9 16,4 2 13-16,-1-3-15 0,-3 2-1 15,6 0 2-15,2-1 29 0,0 2 2 16,2-1-2-16,0 0-14 0,2-1-16 16,0 2-1-16,0 0 3 0,2 0-1 15,0 0-1-15,0 0 1 0,3 2-1 16,1 0 1-16,2-2 1 0,1 2 9 15,-1-2-12-15,-2 0 2 16,5 0-2-16,-1 1 3 0,-2 0 12 0,1-1 4 16,3 1-18-16,-1 1 11 0,-3 0 3 15,2 2-15-15,1-3 1 0,-7 1 1 16,6 2-1-16,-1-3 0 0,-1 5 15 16,-2-2-15-16,3-3 11 0,1 5-10 15,1-3-1-15,-5 1 11 0,8-3 0 16,-1 4-12-16,-5 0 1 15,5-2 18-15,-3 1-18 0,-2 0 11 16,-1 0 6-16,-5 0-17 0,4 0 3 16,-4-1 14-16,-4 2-16 0,-4-1 13 15,2 1-15-15,-2 0 1 0,-2 1 1 16,-7 0-2-16,1 0 1 0,-5-2 2 16,3 2-2-16,-9 0 0 0,7 0 0 15,-5-1-1-15,-2 3 2 0,-1-2 1 16,3 1-1-16,-2 2 0 15,0-2-1-15,1 2 0 0,1 1-1 0,0 1 1 16,-1-1-2-16,3 0 2 0,-4 3-1 16,1-1 1-16,-1 0-1 0,2 0 0 15,-2 1 3-15,-1-1-1 0,-3 0 1 16,2-1 0-16,2 3-1 16,-2-4 0-16,-4 2 0 0,5-1-1 15,-7 3 1-15,6-3-1 0,-4 3-1 16,4-3 0-16,-2 4 1 0,-2-3 2 15,3 1 0-15,-3-1-1 0,-2 1 0 16,0-1-1-16,2 1-1 0,0 2-21 16,-2-2 18-16,0 2 2 0,2-1 0 15,-2 3-2-15,2-1-19 0,-2-3-2 16,0 2 5-16,2-2 16 0,-2 2-9 16,2-4 10-16,-2 1 1 0,0-2 1 15,0 1 0-15,2-3 0 0,-2 2 0 16,0-3-2-16,0 0-1 15,0 0 3-15,0-1 0 0,0 1 3 0,0 0-1 16,0 2 0-16,0-2-1 0,0 2 0 16,-2-2-1-16,0 3-1 15,0 2-1-15,2-1-1 0,-2 0-12 16,0 1 12-16,-2 0-19 0,4 1 1 16,-2-1 0-16,-1-1 5 0,-1 3 13 15,2-4 0-15,0 1 0 0,-4-3-9 16,6 1 9-16,-4 0-9 0,0-2 9 15,4-1 3-15,-4 2 0 0,-1 0 3 16,-1-1-1-16,2 1 0 0,-4-1-2 16,2 2 0-16,-1-2 0 0,-1 1 1 15,-2 0 1-15,2-1-1 0,-1 3 1 16,-7-3 1-16,7 0 0 0,-5 1 9 16,2-1-11-16,-1 1-1 0,1-1 1 15,-3-1-1-15,5-2-1 0,-4 0 0 16,3-2 0-16,-1 0-11 15,1 0 0-15,3-2-16 0,0 0-15 0,2 0-28 16,-5 0-42-16,9 0-57 0,0-4-59 16,0 0-163-16,2-1-418 0,2-7-1219 15</inkml:trace>
  <inkml:trace contextRef="#ctx0" brushRef="#br0" timeOffset="71176.87">32582 7199 8 0,'0'0'45'0,"0"0"-2"0,0 0-14 16,0 0 170-16,0 0 430 0,0 0-163 15,0 0-60-15,0 0-33 0,0 0-66 16,0 0-42-16,8 5-5 0,-8-5-27 15,0 0-67-15,0 1-58 0,0-1-29 16,0 0-16-16,0 1-15 0,0 0-4 16,0 1 0-16,-2-1-3 0,-2 0 3 15,-2 1 9-15,0 2 7 0,-3-2 3 16,1 1-6-16,-4-1-14 0,-1 2 10 16,1-2-3-16,-5 1-7 0,1 0-2 15,-3-1-10-15,-1 2-10 16,-1 0 10-16,0-1-12 0,-2 1 3 15,1-2-7-15,-1 2-13 0,0 0 1 16,-2 0 19-16,3-2-10 0,-3 1-9 16,2 0 16-16,0 0-16 0,1 0 12 15,-1-1-15-15,0 1 1 0,3-1 3 16,-1 1-1-16,0-2-2 0,-2 1 0 16,5-2 0-16,-3 0-1 0,3 0 2 15,-3 0 1-15,0 0-2 0,3 0 2 16,-3 0 9-16,0 0-12 0,1-2-2 15,1 1 1-15,-4 0 0 0,1 0 1 16,-1 0-1-16,0-1 0 0,-2 2-1 16,0-1 0-16,-1 1 1 0,-1-1 0 15,-2 0 1-15,2 0 0 0,-4 0 0 16,2 1 12-16,0 0-10 0,0 0 11 16,-2-2-1-16,0 2-9 15,2 0 16-15,-4 0-4 0,4 0-12 16,-2 0 19-16,2 0-22 0,-2 0 12 0,2 0-11 15,2 0 1-15,-2 0 0 16,2 2 0-16,1-2 0 0,-1 2-1 16,2-1-1-16,-2 0 0 0,0 0 0 15,-2-1-1-15,2 0 1 0,-2 0-1 16,1 0-1-16,1 0 1 0,-4 0 0 16,6 0 0-16,-2 0 0 0,0 0 1 15,2 0 0-15,-4 0-1 0,7 0 0 16,-1 0 0-16,-2 0 0 0,2 0 0 15,1 0 1-15,-1 0-2 0,-4 0 1 16,8 0 1-16,-3 0 0 0,-3 0 0 16,4 0-1-16,-2 0 0 0,-1-1 1 15,1 0 0-15,0 0 0 16,-2 0-1-16,1 0 1 0,1-1 0 16,0 1 0-16,-2 0-1 0,2-1 0 15,1-1 1-15,-1 0 0 0,0 1 2 16,1-2-1-16,-1 0 0 0,-2 0 2 15,4 2 0-15,-1-2-2 0,-3 1 1 16,6-1-1-16,-4 0-1 0,-3 1-3 16,3-1-9-16,-2-2 11 0,-4 0 1 15,2 0-1-15,-2-1-1 0,-2 0 2 16,0-1 0-16,4-1 2 0,-4 1 0 16,0-3 10-16,4 1-10 0,-4-1 13 15,7 3 1-15,-3-6 2 0,6 3-15 16,3-1-2-16,1-1 0 0,0-1-1 15,5 1 2-15,0-2-2 0,3 1 0 16,5-3-12-16,0 1 9 16,2-1-19-16,0-4 20 0,2-1-1 0,0 0 0 15,0 0 0-15,2-4 0 16,0 2 1-16,4-2-13 0,-4 1 14 0,3-2 0 16,-1-2-12-16,2 4 12 0,-4-4-1 15,2 2-13-15,0 2 15 16,-4 0 0-16,4 0 1 0,0 1-1 15,1 2-1-15,-1 1-11 0,4-1-1 16,0 2 1-16,1 0 0 0,3 1 8 16,0 2 1-16,1-2-12 0,3 3 13 15,-3-1-1-15,3 1 0 0,3 1 2 16,1 1-1-16,-3 1 2 0,6 1-2 16,-3 0-2-16,1-1 2 0,0 3 1 15,2 0 1-15,-3 0 0 0,3 2 0 16,0 0 1-16,-3-1 1 0,1 1 2 15,0 2 8-15,-1-1 0 0,1 1 1 16,-2 0-12-16,5 0 14 0,-1 0-3 16,-2 1-12-16,6 1 2 0,-2 0 14 15,1-2-15-15,-1 0 0 16,2 1 2-16,2-1-1 0,-2 0 0 16,2-1 17-16,0 1-7 0,0 1 0 0,0 2 0 15,-2-3 7-15,4 5-1 16,2-3-16-16,0 3 14 0,0 0-4 15,2-3-9-15,0 4 19 0,4-1-19 16,1 1-1-16,1 0 1 0,-2 0-1 16,0-1 9-16,3 1-11 0,-1 0-1 15,-2 0 0-15,1 0 1 0,-5 0 0 16,4 0 0-16,-2 0 0 0,1 0 0 16,-1 0 2-16,-2 0 10 0,2 0 7 15,2 0-7-15,-1 1 0 16,7-1 13-16,1 0-24 0,5 1 14 15,11-1-13-15,6 3 26 0,-3-1-10 16,-16-1-3-16,-10-1-12 0,-10 1 0 16,4 2 0-16,9-2 16 0,1 4-18 15,1-3 2-15,-5 3-1 0,0-3 1 16,0 1 9-16,1 0 0 0,-3 1 4 16,4-1-4-16,-1 0-9 0,1-1 12 15,-2 0-14-15,0 1 1 0,1-2 1 16,-5 0-1-16,0 3 0 0,-2-2-2 15,-2 0-1-15,-2 1 0 0,-2 0-1 16,0 1 0-16,-2 1 1 0,-1-3 1 16,-1 3-1-16,2 1 0 0,-4 0-1 15,-1-2 0-15,-1 2 0 0,1 0 1 16,-3 0-1-16,0 0 1 0,-1-1 0 16,-1 3 0-16,-1-2 1 15,1 1 0-15,-1 0-2 0,0 0 2 0,1 1-2 16,-1-1 2-16,5 4 1 15,-2-2 0-15,-1 2 0 0,3 1 1 16,-3 0-2-16,3 0 0 0,-3 1 1 16,1-1-1-16,-3 2-1 0,1-3 0 15,-1 0 1-15,-3 1 0 0,1 1-1 16,-2-3 1-16,1 2 0 0,-1-1 3 16,-4 1-1-16,3-2-2 0,-3 1-1 15,2 0 0-15,-2 1 0 0,-2-2 1 16,3 2 0-16,-3 1 0 0,0 2 0 15,0-3 0-15,-2 2 1 0,2-1 14 16,-2 4-3-16,0-3-10 0,0 2-1 16,0 2 1-16,-2-2 11 0,2 2-11 15,-2 0 0-15,0-2-1 16,0 2 1-16,0 0 0 0,0-1 0 0,0-2-1 16,0 1 2-16,0-1-2 0,0 2 1 15,0-2 0-15,-2 0 1 16,-2 0-2-16,0-1 2 0,0-1 0 15,-2 5 0-15,2-5 12 0,-3 2-15 16,1 0 2-16,0-1 0 0,-2 1 1 16,4-2-3-16,-3 3 0 0,1-3 0 15,2 2 0-15,-4-1 0 0,2 0 0 16,-1-1 1-16,-1-1 1 0,0 3 1 16,0-5 0-16,-3 2 9 0,1-1-10 15,-2 0 1-15,-3-1 9 0,1 0-11 16,-1 1 0-16,-1-3 0 15,-3 5 0-15,0-5 0 0,3 1 0 16,-1 0 0-16,1-3 0 0,-3 1 1 16,1-1 0-16,-1 0-1 0,-2 0 0 15,1-3-1-15,-3-1-3 0,0 2-15 16,0-3 0-16,-3-1 2 0,-1 0-2 16,0 0-12-16,-2 0-31 0,2-1-40 15,-4-1-18-15,0 0-17 0,0 2-18 16,2 0-9-16,-2 0-49 0,4 0-114 15,0 5-253-15,9-2-628 0,-11 5-859 0</inkml:trace>
  <inkml:trace contextRef="#ctx0" brushRef="#br0" timeOffset="72800.17">29905 6448 2140 0,'0'0'575'16,"0"0"-135"-16,0 0-36 0,0 0-114 15,0 0-85-15,0 0-45 0,0 0-42 16,0 0-56-16,0 0-6 0,0 0 36 16,-27 75 16-16,23-44 15 0,-4 0-18 15,-1-2-38-15,5-2-43 0,0-2-11 16,0-5-13-16,4 1-13 0,0-4 1 16,0-2-12-16,0-1-28 0,4-4-62 15,0-1-67-15,3-1-58 0,5-3-54 16,0 0-189-16,1-5-201 0,-1 0-518 15,3-6-376-15</inkml:trace>
  <inkml:trace contextRef="#ctx0" brushRef="#br0" timeOffset="73044.78">30108 6491 428 0,'0'0'2203'15,"0"0"-1791"-15,0 0-134 0,0 0 7 16,0 0-98-16,0 0-64 0,0 0 2 0,0 0-40 15,0 0-44-15,0 0-19 16,0 18 90-16,0 7 108 0,-7 8-5 16,1 4-64-16,-2 4-50 0,0-1-64 15,-1 3-4-15,1-5-11 0,0-1-19 16,2-2 0-16,2-2-3 0,-1-1 0 16,3-4-13-16,2-3-17 0,0 1-68 15,2-4-58-15,5-2-51 16,-1-3-31-16,0-2-42 0,4-5-152 15,-1 2-202-15,-3-6-127 0,0-6-525 0</inkml:trace>
  <inkml:trace contextRef="#ctx0" brushRef="#br0" timeOffset="73350.73">30254 6586 2692 0,'0'0'772'0,"0"0"-383"0,0 0-85 15,0 0-166-15,0 0-33 0,0 0-9 16,54-32-31-16,-35 25-16 0,6 1-3 16,1 1 1-16,3 1 14 0,2 1-9 15,0 3-21-15,0 0-3 0,-2 0-28 16,0 0 0-16,-4 3-16 15,-4 1-51-15,-7 0-56 0,1 0-65 16,-9 2-14-16,0-2-33 0,-4 1-73 16,-2 0-110-16,0-2-175 0,0-1-538 15,-6-2-447-15</inkml:trace>
  <inkml:trace contextRef="#ctx0" brushRef="#br0" timeOffset="73592.94">30502 6411 1361 0,'0'0'1351'0,"0"0"-800"0,0 0-84 0,0 0-83 16,0 0-154-16,0 0-96 0,0 0-23 15,0 0 6-15,0 0-16 0,0 0-36 16,-2 3-23-16,4 8 32 0,0 8 48 16,-2 17 27-16,0 16-39 0,-2 14-43 15,-4-3-31-15,-2-11-36 16,4-16-12-16,0-9-9 0,0 6-4 15,-1 4-38-15,1 3-10 0,0-4-13 16,2-4-11-16,0-1-29 0,2-7-45 16,0-4-57-16,2-4-144 0,2-4-207 15,-2-6-417-15,2-3-288 0</inkml:trace>
  <inkml:trace contextRef="#ctx0" brushRef="#br0" timeOffset="73797.41">30438 6711 242 0,'0'0'2351'0,"0"0"-1692"0,0 0-190 16,0 0-148-16,0 0-145 15,0 0-102-15,0 0-30 0,-53 42-1 16,36-17 10-16,-2 6-13 0,1-2-21 16,3 0-19-16,3-2-1 0,4-2-39 15,-1-5-81-15,9-2-66 0,0-5-55 16,0-4-150-16,13-4-263 0,-7-4-169 15,6-4-387-15</inkml:trace>
  <inkml:trace contextRef="#ctx0" brushRef="#br0" timeOffset="73979.07">30579 6709 109 0,'0'0'1687'0,"0"0"-1156"0,0 0-169 15,0 0-50-15,0 0-107 0,0 0-20 16,0 0 5-16,-6 69-19 0,4-43-20 15,-2 1-26-15,4-1-42 0,0-1-41 16,0-4-42-16,0-2-3 16,6-2-40-16,0-3-87 0,0-4-58 15,7-3-62-15,-1-3-94 0,2-4-179 16,-3 0-270-16,3-8-540 0</inkml:trace>
  <inkml:trace contextRef="#ctx0" brushRef="#br0" timeOffset="74298.09">30794 6522 631 0,'0'0'1730'15,"0"0"-983"-15,0 0-365 0,0 0-132 16,0 0-149-16,-33 50-57 0,31-30 3 16,0-1 16-16,2-1-32 0,0-1-2 15,2-4-7-15,2-3-22 0,2-3-3 16,2-3-9-16,1 0-11 0,3-4 20 15,0 0 2-15,-3-4 1 0,5-4 12 16,-3-4 5-16,-3 0 2 0,4-4-7 16,-4-2 4-16,-3-2 2 15,-1 1 4-15,-4 0 6 0,0-1 13 16,-4 5 9-16,-5 1 24 0,-3 3 7 16,0 1-22-16,-3 5-41 0,-4 2-18 15,1 2-27-15,-1 1-35 0,3 1-6 16,3 3-13-16,3 5-68 0,4 3-81 15,6-2-158-15,0 0-267 0,2 1-626 16</inkml:trace>
  <inkml:trace contextRef="#ctx0" brushRef="#br0" timeOffset="75124.58">31067 6401 154 0,'0'0'2477'0,"0"0"-1867"15,0 0-143-15,0 0-117 0,0 0-163 16,0 0-94-16,0 0-25 0,0 0-28 15,-33 65 10-15,31-47 18 0,-3 1 31 16,1-3 24-16,2-3-13 16,-2-1-43-16,2-3-21 0,2-2 3 0,0-2-6 15,0-3-3-15,0 0-16 16,0-2-21-16,0 0-1 0,0 0 0 16,0 0 10-16,0 0 3 0,0 0-11 15,0 0 20-15,0 0-12 0,0-2-11 0,0 2 0 16,0-1 2-16,0 1 0 15,0-1 12-15,0 1-13 0,0 0-1 16,0-1 0-16,0 0-1 0,0-1-2 16,0 1-13-16,0 1-3 0,0-1 0 15,0 1-13-15,0 0-8 0,0 0-4 16,0 0 6-16,0 0 7 0,0 0-1 16,0 0-3-16,0 0 1 0,0 0 5 15,0 0 16-15,0 0 12 0,0-2 3 16,0 1-1-16,0 1-1 0,0-3 2 15,2 2-1-15,2-3-2 0,-4 0-3 16,2 1-9-16,0 0-3 0,0-1 2 16,1 1 11-16,-1 0-19 15,-2-2-7-15,2 3-9 0,-2-2 22 0,2 0 13 16,-2 0 1-16,2-1-1 16,-2-1 0-16,4 0-10 0,-4 2 9 0,2-2 2 15,0 1 1-15,0-3 0 16,-2 5 3-16,0-2-1 0,2 1 16 15,-2 0 7-15,0 4-7 0,4-1 0 16,-4 1-15-16,0 0 1 0,0 0-4 16,0 0 0-16,2 0-16 0,0 0 16 15,1 0 0-15,1 1 25 0,0-1 12 16,2 0-16-16,0 0 0 0,2 0 10 16,1 0 3-16,1 0 2 0,-2 0-5 15,7 0-13-15,-3 0-5 0,-1 2-11 16,1-1 1-16,-2 0 9 15,-3 1-9-15,5-2-3 0,-6 2 0 0,2-2-1 16,-3 2-1-16,1-1-10 16,-2-1-40-16,-2 1-40 0,0 0-55 15,-2 0-35-15,0 1-34 0,0 2-64 16,0 1-139-16,0 3-227 0,-4-2-575 16,-9 7-608-16</inkml:trace>
  <inkml:trace contextRef="#ctx0" brushRef="#br0" timeOffset="75370.71">30992 6688 1107 0,'0'0'1417'0,"0"0"-711"0,0 0-280 16,0 0-139-16,0 0-145 15,0 0-21-15,0 0 47 0,0 0 15 0,0 0-63 16,0 0-49-16,62-25-31 15,-49 22-13-15,1 0-24 0,-3 3-2 16,1-1-1-16,-2 1 0 0,5 0 0 16,-7 0-2-16,0 1-22 0,-4 1-38 15,5 0-33-15,-3 0-35 0,-2 2-40 16,-2 1-67-16,0-1-97 0,-2 2-170 16,0-2-238-16,-4 4-743 0</inkml:trace>
  <inkml:trace contextRef="#ctx0" brushRef="#br0" timeOffset="75629.98">30968 6884 917 0,'0'0'1952'0,"0"0"-1383"16,0 0-233-16,0 0-174 0,0 0-161 15,0 0 45-15,0 0 68 0,0 0 20 16,0 0 6-16,0 0-38 15,47 10-31-15,-37-10-24 0,3 0 5 16,-1-3-3-16,3-2-9 0,-1-2 6 16,1 0-18-16,-1-2-13 0,1-2-15 15,3-3-35-15,-1-2-91 0,1 0-66 16,1-2-44-16,0 0-59 0,-1 1-112 16,-3-2-183-16,-3 4-227 0,0-4-812 15</inkml:trace>
  <inkml:trace contextRef="#ctx0" brushRef="#br0" timeOffset="75840.42">31385 6370 428 0,'0'0'2221'16,"0"0"-1672"-16,0 0-262 15,0 0-170-15,0 0-50 0,0 0 8 16,-25 69 26-16,17-42-6 0,0-2-39 15,-1-1-34-15,3-1-22 0,0-2 0 16,4-5-28-16,0-2-79 0,2-1-101 16,0-6-87-16,2-2-172 0,2-3-243 15,2-2-553-15</inkml:trace>
  <inkml:trace contextRef="#ctx0" brushRef="#br0" timeOffset="76012.05">31503 6398 692 0,'0'0'1537'0,"0"0"-568"16,0 0-479-16,0 0-173 0,0 0-184 16,0 0-74-16,0 0 44 15,0 0 2-15,-15 76-21 0,7-46-41 16,-2 0-30-16,2 0-13 0,1-2-99 16,-1-3-130-16,8-1-195 0,-2-8-565 15,2 1-619-15</inkml:trace>
  <inkml:trace contextRef="#ctx0" brushRef="#br0" timeOffset="76601.33">31786 6455 96 0,'0'0'319'0,"0"0"954"16,0 0-847-16,0 0-170 0,0 0 47 15,0 0-23-15,0 0-56 0,0 0-4 16,0 0 2-16,0 0-48 0,-14-42 2 16,14 40 12-16,0 2 27 0,0 0 5 15,-2 0-48-15,2 0-34 0,0 0-31 16,0 0-30-16,-5 3-19 0,1 5-28 16,-4 6-30-16,-2 13-6 0,-7 4 6 15,1 9 40-15,-1 3-4 0,1-3-27 16,1 3-9-16,5-5-2 0,-1-2-10 15,5-1 9-15,0-3-18 0,4-3 5 16,2-2-35-16,0-5-50 0,4 2-37 16,2-6-58-16,3-4-48 0,-1-1-73 15,0-5-177-15,-2-5-255 0,0-2-470 16,-1-2-230-16</inkml:trace>
  <inkml:trace contextRef="#ctx0" brushRef="#br0" timeOffset="76815.5">31664 6705 298 0,'0'0'1327'16,"0"0"-520"-16,0 0-311 0,0 0-58 16,0 0-117-16,0 0-117 0,0 0 17 15,0 0 18-15,0 0-16 0,0 0-41 16,64-30-38-16,-43 30-49 0,4 3-52 16,0-1-22-16,3 3-21 0,-3 1 0 15,0 0-3-15,2-3-58 0,-2 2-68 16,-3 1-61-16,1-1-73 0,-2-3-38 15,0-1-124-15,-1-1-209 0,-7 0-390 16,3-2-395-16</inkml:trace>
  <inkml:trace contextRef="#ctx0" brushRef="#br0" timeOffset="77043.35">32098 6469 1084 0,'0'0'1760'0,"0"0"-1178"15,0 0-162-15,0 0-158 0,0 0-128 16,0 0-32-16,0 0 13 0,0 0 30 16,0 0 30-16,0 0-24 0,4 73-20 15,-4-43-33-15,-2 1-50 0,-2-2-48 16,0-2-13-16,4-2-11 0,0-4-86 16,0-1-58-16,4-2-69 0,4-1-53 15,1-5-110-15,3-4-214 0,1-3-142 16,-3-2-432-16,4-3-216 0</inkml:trace>
  <inkml:trace contextRef="#ctx0" brushRef="#br0" timeOffset="77229.79">32423 6484 757 0,'0'0'447'16,"0"0"976"-16,0 0-807 0,0 0-108 15,0 0-115-15,0 0-141 0,0 0-85 16,0 0-25-16,0 0 125 0,8 51-35 15,-16-14-83-15,-3 6-49 0,-1 2-58 16,0 0-42-16,-3 0-2 0,3-3 0 16,1 0-83-16,-1-4-55 0,0-3-97 15,1-1-156-15,3-9-333 0,-9 6-839 16</inkml:trace>
  <inkml:trace contextRef="#ctx0" brushRef="#br0" timeOffset="89279.78">23389 5453 386 0,'0'0'58'0,"0"0"1627"16,0 0-1232-16,0 0-96 0,0 0-56 15,0 0-88-15,0 0-73 0,-28-12-140 16,28 12-22-16,0 4-93 0,0 4 112 16,4 4 3-16,0 5 133 0,0 8-50 15,0 4-26-15,0 7-26 0,0-1-12 16,-2 0 6-16,-2 1 19 0,0-3-3 16,0 1 0-16,0-6-16 15,0 1 3-15,0-6 7 0,0-3 10 16,2-6 14-16,3-4 0 0,-1-1-18 0,0-3-7 15,6-5-3-15,1 0-31 16,-1-1 0-16,4 0 31 0,1-1 0 16,1-6 3-16,1 0 10 0,6-4-4 15,-7 1-6-15,5-4-21 0,-3 3-13 16,3 0-3-16,-4 1-27 0,-3 3-67 16,1 0-30-16,-3 1-38 0,-2 2-34 15,3 1-62-15,-3 0-108 0,-4 3-121 16,-2-1-221-16,-2 1-625 0</inkml:trace>
  <inkml:trace contextRef="#ctx0" brushRef="#br0" timeOffset="89761.85">23433 5875 474 0,'0'0'146'0,"0"0"464"0,0 0-57 16,0 0-242-16,0 0-110 0,0 0-65 16,0 0 19-16,-6-56 9 0,10 43-9 15,4-1-11-15,0-5 10 0,5-1 24 16,-1-4-3-16,5-5-26 0,1-3-30 15,3-5 7-15,6-12-48 0,8-14-14 16,10-17-30-16,9-8 13 0,-4-3-19 16,8 4 6-16,2 3-12 15,6-4 22-15,8-6 15 0,9-4 18 0,0-2-15 16,8 0-62-16,2 1-24 16,6 2 9-16,-2 1-4 0,-2 7-18 15,4 3-62-15,-4 10-10 0,-6 10 0 16,-4 7-11-16,-9 8 0 0,-7 9-28 15,-5 6 31-15,-17 8-13 0,-10 8 6 16,-8 6-4-16,-4 1 10 0,2-1 9 16,6 0 26-16,-4-3 6 0,-2 2 3 15,-6 4-17-15,-3 1-67 0,-7 0-130 16,-1 2 26-16,-2 2 67 0,-4 1 49 16,-4 3 80-16,0 0-83 15,-4 2-183-15,0 0-242 0</inkml:trace>
  <inkml:trace contextRef="#ctx0" brushRef="#br0" timeOffset="90588.4">27389 5806 53 0,'0'0'20'0,"0"0"2008"0,0 0-1659 0,0 0-95 16,-53 0 25-16,46 3-34 0,1 2-81 15,4 2-76-15,2 3-64 16,0 6-9-16,6 4 32 0,3 5-33 0,3 0 4 15,5 5-10-15,3-4 10 16,-1 1 0-16,4-5-4 0,-5-1 1 16,5-4-20-16,4-5 7 0,-11-3 29 0,7-1 3 15,-6-6-14-15,-5-1 1 16,0-1-1-16,-3-2 13 0,-3-3 21 16,-2-1 35-16,-2-1 8 0,0-2-37 15,0-3-31-15,-2-3-27 0,2-1-19 16,-2-1 0-16,2-1-1 0,0-1-2 0,-2 1-24 15,0 1-41-15,0-1-28 16,2 1-36-16,1-1-54 0,-1 3-33 16,6-1-108-16,-4 4-248 0,0 2-470 15,0-4-552-15</inkml:trace>
  <inkml:trace contextRef="#ctx0" brushRef="#br0" timeOffset="90993.85">27520 6014 53 0,'0'0'284'0,"0"0"962"0,0 0-930 15,0 0-67-15,0 0 17 0,0 0-37 16,0 0-91-16,0 0-9 0,-21-61 12 16,21 39-3-16,0-5-11 0,0-2 1 15,2-5-8-15,-2-12-6 0,2-18-32 16,2-14-28-16,-2-8-16 0,0-2-37 16,-2 5-1-16,-2 7 0 0,-4-5-3 15,-2 5 2-15,-7 5 1 0,3 1-1 16,-3 7 0-16,-1 11-14 15,6 11 11-15,-5 10-8 0,5 5-32 16,-3-5-35-16,-5 1-6 0,3-1-42 16,1 8 47-16,3 3-15 0,1 7-30 15,0 4 13-15,6 4-22 0,4 1-79 16,0 2-174-16,4 0-385 0,0-1-49 16</inkml:trace>
  <inkml:trace contextRef="#ctx0" brushRef="#br0" timeOffset="91817.92">31280 5569 1160 0,'0'0'1522'0,"0"0"-1252"15,0 0-155-15,0 0-115 0,0 0 0 16,0 0 39-16,6 53 47 0,-2-30-6 16,2 4-32-16,-2-1-29 0,5 1-3 15,-3-2 22-15,0-2 13 0,0 1-4 16,-2-4 4-16,0-1 25 16,1-1 3-16,-3-3-22 0,0 1-10 15,-2-3-3-15,0 0 0 0,0-1 3 16,-4 3 10-16,-3-3-16 0,1 1-3 15,-2-2 3-15,0 3 6 0,-3-4 2 16,-1 1 14-16,0-3 11 0,1 0 1 16,-5 1-10-16,3-5-34 0,-1 1-10 15,-1-1 4-15,1-1-10 0,1 0-14 16,3-2-1-16,-2-1-18 16,1 0-16-16,1 0 3 0,-2 0-3 0,-1 0 9 15,1-3-9-15,-5-1-3 16,7 0-13-16,0 0-18 0,-3 0-10 15,7-1-48-15,0 0-56 0,2 0-74 16,4-1-195-16,0 2-289 0,0 0-670 16</inkml:trace>
  <inkml:trace contextRef="#ctx0" brushRef="#br0" timeOffset="92207.33">31304 5949 1249 0,'0'0'761'15,"0"0"-411"-15,0 0-137 0,0 0-55 16,0 0-71-16,0 0-13 0,0 0 19 16,0 0 13-16,0 0-10 0,0 0 6 15,-6-10 19-15,2 5 12 16,-2-3-9-16,-2-4 5 0,1 1-13 15,-5-6-9-15,-2 0-43 0,-1-5-24 16,-3-3-18-16,-1 0-4 0,-2-6-18 16,-6-1-3-16,-4-5 1 0,-2-1 0 15,-2-1-54-15,-4-2 34 0,-5 1 20 16,-11-7 2-16,-9-4 1 0,-13-4-1 16,-1 1-3-16,-1 7 2 0,5 10-18 15,3 11-7-15,1 1-36 0,0 6 8 16,4 0-34-16,4 6 10 0,-3 1 14 15,8 1 30-15,1 2-30 0,12 1-28 16,9 3-60-16,8 1-165 0,3 2-85 16,1-1 34-16,2 3-164 0,-6-3-745 15</inkml:trace>
  <inkml:trace contextRef="#ctx0" brushRef="#br0" timeOffset="93408.03">25920 3957 40 0,'0'0'1752'0,"0"0"-1320"15,0 0-122-15,-60-18 25 0,49 14 24 16,5 1-53-16,6 0-173 0,-2 1 87 16,2-1-220-16,4 0-167 0,9 0 167 15,5-2 26-15,7-1 43 0,0-3-16 16,8-1-12-16,4 0-9 0,0 2-7 16,5 2 0-16,-3 1 34 0,2 0-1 15,1 2 1-15,-3 1-12 0,-8 2-19 16,-4 0 6-16,-11 6-31 15,-5 6 13-15,-9 6 64 0,-6 14 146 16,-19 21-41-16,-12 15-99 0,-5-2-50 0,7-11-14 16,9-19-8-16,1-8-14 0,-4 2-18 15,-2 3 15-15,0 4-13 16,2-6 14-16,4-3-10 0,3-8-9 16,9-5-25-16,3-3-71 0,4-5-90 15,4-2-91-15,2-2-170 0,8-3-213 16,-1 0-89-16,3-2-265 0,1-8-212 0</inkml:trace>
  <inkml:trace contextRef="#ctx0" brushRef="#br0" timeOffset="93682.54">26170 4166 425 0,'0'0'2533'16,"0"0"-1977"-16,0 0-174 0,0 0-112 16,0 0-108-16,0 0-128 0,0 0-13 15,0 0-11-15,0 0 67 0,0 0 0 16,58 45-18-16,-44-30-28 16,7-2-28-16,-5 1-1 0,9 0 0 15,-8-3-2-15,1-3-1 0,-3 2-58 16,1-3-89-16,-3 1-110 0,1-3-59 15,-4-3-177-15,1 3-185 0,1-5-793 16</inkml:trace>
  <inkml:trace contextRef="#ctx0" brushRef="#br0" timeOffset="93997.73">26879 3829 879 0,'0'0'1441'0,"0"0"-633"0,0 0-343 16,0 0-53-16,0 0-114 0,0 0-140 15,0 0-75-15,-35 56 4 0,18-27-16 16,-8 5-16-16,-6 2 0 0,0 0 0 15,-2 0 10-15,2-2-10 0,-2-3-12 16,4-4-26-16,0-4-17 0,11-2-25 16,-5-7-8-16,13-2-37 0,-5-4-72 15,11-4-73-15,4-2-101 16,0 0-272-16,4-2-225 0,4 0-251 0,5-8 31 16</inkml:trace>
  <inkml:trace contextRef="#ctx0" brushRef="#br0" timeOffset="94170.73">26740 4032 220 0,'0'0'2516'16,"0"0"-1799"-16,0 0-224 0,0 0-105 15,0 0-116-15,0 0-124 0,0 0-71 16,0 53 18-16,2-28-1 0,-2 4-29 16,4 1-32-16,1-1-33 0,1-3-3 15,-2 1-15-15,4-2-25 0,-2-3-91 16,3 1-84-16,1-4-104 0,0 0-206 15,-1-7-434-15,-5 1-600 0</inkml:trace>
  <inkml:trace contextRef="#ctx0" brushRef="#br0" timeOffset="94874.6">27325 3960 275 0,'0'0'196'16,"0"0"1523"-16,0 0-1231 0,0 0-67 15,0 0 32-15,0 0-103 0,0 0-77 16,0 0-30-16,0 0-49 0,0 0-89 15,-27 11-28-15,19 10-19 0,-6 10-57 16,-1 6-1-16,-8 6 12 0,7-2-11 16,-3-1-1-16,5-7-12 0,-3-2 12 15,9-6 0-15,-2-2 12 0,3-3 4 16,3-4-15-16,4-3-1 0,0-1-28 16,4-2-6-16,7-1 7 0,-3-3 2 15,4 0 10-15,7-3-1 0,-2-3 4 16,5 0 12-16,3-3-3 0,-4-4-21 15,2-3-4-15,1-1-6 0,-7-3 22 16,2 0 12-16,-5-1 12 0,0 0 6 16,-5-2 22-16,-3-1-12 15,-2 0 3-15,-4 1 0 0,2 1-13 16,-2-1 3-16,0 4-17 0,0 1 14 16,0 4 3-16,0 2 10 0,0 3 0 15,0 2 2-15,-2 1-17 0,2 0-15 16,0 0 11-16,0 3 15 0,0 1-11 15,0 6 8-15,6 1 43 0,-2 4 40 16,3 3-28-16,-3 1-15 0,2 2-25 16,2 0-14-16,7-3-13 0,-7 1-12 15,8-2-2-15,-1-3-19 0,-5 1-40 16,9-5-79-16,-5 1-80 0,9-5-99 16,-13-2-301-16,13-2-788 0</inkml:trace>
  <inkml:trace contextRef="#ctx0" brushRef="#br0" timeOffset="95552.26">27871 3914 659 0,'0'0'2128'15,"0"0"-1689"-15,0 0-130 0,0 0-25 16,0 0-111-16,-27 56-100 16,21-6 20-16,-2 18 26 0,-3 4-14 15,7-3-18-15,-2-16-22 0,6-18 9 16,-2-7 12-16,2-2 31 0,0 1-3 15,2 3-26-15,4 2-14 0,0-6-13 16,3-2-16-16,-3-5-8 0,0-6-10 16,4-1-5-16,-1-5-10 0,-3-2-10 15,2-1 10-15,0-4-9 0,1 0 24 16,-3 0 13-16,2-3 9 0,5-3 17 16,-3-2-11-16,0-4-22 0,7-1-15 15,-7-2-18-15,7 0-12 0,-1 1-57 16,-1-1-101-16,3 3-111 0,1 0-90 15,-1 1-272-15,1 5-609 0,-5-2-1178 16</inkml:trace>
  <inkml:trace contextRef="#ctx0" brushRef="#br0" timeOffset="95825.5">28346 4284 1088 0,'0'0'2307'0,"0"0"-1823"16,0 0-49-16,0 0-39 0,0 0-261 16,0 0-135-16,0 0-52 15,0 0 52-15,0 0 37 0,0 0-13 16,58 17-2-16,-33-15-11 0,6 0-11 15,-2 0-3-15,2 0-74 0,2-1-95 16,-2 0-141-16,-10-1-282 0,10 0-901 0</inkml:trace>
  <inkml:trace contextRef="#ctx0" brushRef="#br0" timeOffset="96240.38">29041 4214 3168 0,'0'0'723'16,"0"0"-334"-16,0 0 53 0,0 0-239 15,0 0-203-15,0 0-98 0,0 0 94 16,0 0 4-16,58 20 1 0,-27-15-1 16,2 1-2-16,2 0-16 0,-2 0-50 15,-2 2-70-15,-4 0-141 16,-10 3-200-16,-7-3-483 0,-14 13-641 0</inkml:trace>
  <inkml:trace contextRef="#ctx0" brushRef="#br0" timeOffset="96409.98">29024 4670 894 0,'0'0'2323'0,"0"0"-1745"15,0 0-145-15,0 0 7 0,58 3-112 16,-31-12-69-16,4-4-95 0,4-6-75 16,7-2-53-16,-3-2-35 0,-2 1-1 15,0-1-88-15,-4 3-134 0,1 1-105 16,-6 1-172-16,-5 7-740 15,-10-3-1466-15</inkml:trace>
  <inkml:trace contextRef="#ctx0" brushRef="#br0" timeOffset="97130.14">29905 5111 22 0,'0'0'88'0,"0"0"0"0,0 0 603 15,0 0-209-15,0 0-128 0,0 0-58 16,0 0-11-16,0 0-30 0,0 0-49 16,-56-15-3-16,48 13 5 0,0-1-26 15,-5-2-33-15,3 0-32 0,-7 1-3 16,7-2 15-16,-6-1 13 0,-1-1-38 15,-6 0-48-15,9 0-22 0,-9-1-21 16,4 2-13-16,-1-2-2 16,-3 1-11-16,4-1 11 0,-1 3-10 0,1 0-23 15,1 4 4-15,1-2-9 16,3 2-71-16,-1 0-2 0,3 2-54 16,5 0-90-16,1 0-103 0,-2 2-274 15,4 1-545-15</inkml:trace>
  <inkml:trace contextRef="#ctx0" brushRef="#br0" timeOffset="98500.33">29634 5014 57 0,'0'0'26'0,"0"0"84"0,0 0 220 16,0 0 106-16,-54 0-237 0,44 0 9 15,-4 0 88-15,1 0-149 0,-1 0-63 16,-1 1 13-16,-3 1 10 0,3-1-38 16,-5 2 24-16,3-1-37 0,-6 1-5 15,-1-1 17-15,-1-1-19 16,-2 4-11-16,-2-4 33 0,-4 2-22 16,-2-1-46-16,0 0 39 0,-5-1 15 15,-1 2-56-15,0-3 78 16,-1 0-50-16,-14 0 19 0,-6 0-48 0,-8 0-25 15,-4-4 12-15,-1 2 13 0,9 0 15 16,0 0-12-16,4 2 0 0,-8-1-2 16,1 1 14-16,-5-1-15 0,0-2-25 15,1 1 14-15,-1 1 11 0,-5-4 0 16,1 0-18-16,1 2 5 16,-5-2-23-16,5-2 7 0,-6 0 20 15,3-3 9-15,-3 0 26 0,3-2-25 16,-5 2-1-16,4-1 22 0,-6 2 17 15,7-5 3-15,-5 3-39 0,4-1 10 16,-1-1-13-16,5-2-26 0,-1-1-35 16,-1 1-7-16,5-3-44 0,-1-1 11 15,1-1 72-15,-3 0 0 0,3-2 13 16,4-1 16-16,-3-1-1 0,5-2 2 16,2-1 79-16,2-1-32 0,2-3-32 15,0 1-16-15,6-4 0 0,11 3-29 16,5 5-16-16,7 1-74 0,4 1-43 15,-4-5 29-15,-4-7 7 0,-2-6 12 16,4 2 111-16,8-3-30 0,4-2 33 16,2 1 10-16,7-2-9 0,6-2 12 15,1-7 29-15,7 5-32 16,7 2-10-16,5-10-16 0,13-1-13 0,6-10-33 16,6-4-75-16,-2 15-97 15,-8 14 29-15,-4 13 3 0,-1 3 33 16,7-4 6-16,9-6 46 0,11-6 117 15,-3 7 57-15,3 1 93 0,7 0-10 16,8 4-26-16,15-1 7 0,6 2-14 16,-7 9-12-16,3 5-43 0,-9 5 55 15,7 1 0-15,7 1-61 0,7-1-20 16,2 3-25-16,3 3 0 0,1 2 15 16,2 3 46-16,0 0-23 0,3 2 6 15,-3 4-2-15,5 0 25 0,1 3 3 16,5 2 13-16,-7 0-28 0,0 2-37 15,3 4 4-15,2 1-1 0,-3 4 1 16,3 1 0-16,7 0-4 0,-5 2-6 16,4 0-10-16,-5 3 39 0,-1 2 4 15,0-1 2-15,-3 0-3 0,1 5-25 16,-7-3-17-16,-4 5 8 0,-4 4-11 16,-8 1-4-16,-7 5 1 0,-7-1-49 15,-3 4 23-15,-8-2-9 0,-9-5 24 16,-11-5 11-16,-7-5 5 0,-11-1-2 15,12 3 1-15,-1 9 1 16,4 5 20-16,-8-3 14 0,0 1-4 16,-7-3-16-16,-3 0-16 0,-4-1-1 15,-7-2 1-15,-6 2 0 0,-2 0 3 16,0-2 10-16,-8 4 26 0,-5-1-23 16,-3 0-6-16,-3-1-10 0,-2 1-42 15,1-5 13-15,-1-3 6 0,-2 0 4 16,1-2-17-16,-1-2-38 15,-2 0 22-15,0-3 40 0,-4 0 12 16,0-3 0-16,5 0 2 0,-5-2 13 16,0-3-15-16,2-1-17 0,0-1-2 15,4-3-30-15,2 0 1 0,1-3-43 16,3 1-39-16,1-4-81 0,1 4-208 16,-1-5-282-16,5 0 56 0</inkml:trace>
  <inkml:trace contextRef="#ctx0" brushRef="#br0" timeOffset="129495.25">22052 7547 63 0,'0'0'75'0,"0"0"-42"16,0 0-31-16,0 0 268 0,0 0 402 15,0 0-318-15,0 0-84 0,0 0-36 16,-8-13-26-16,6 11-30 0,2 1-23 16,-2-1-13-16,2 1-10 0,0 1 6 15,0-3-19-15,0 3-33 0,0 0-25 16,0 0-27-16,0 0-34 0,0 0-45 15,0 0-9-15,0 3 12 16,0 0 42-16,4 2 1 0,2 1 3 0,0 2 12 16,5-1-13-16,-3 4 16 15,4 1-16-15,3 0 20 0,-3 3-11 16,5 0 1-16,-3-1-10 0,5 4-1 16,-7 0 2-16,7-2-4 0,-9 2-39 15,4-3 11-15,-1 2 12 0,-1-3 0 16,-1 0 16-16,-1-1 1 0,-4-1 2 15,0-2 16-15,1-1 0 0,-3-2 0 16,-2 0 7-16,2-3 0 16,-4 0 2-16,2 2 17 0,-2-2 16 0,0-2 5 15,0 3 11-15,-6-3-4 16,4 2-10-16,-5-2-3 0,1 4-6 16,0-2-7-16,-2 1-16 0,-5 2-15 15,1 0-15-15,-2 3 0 0,-3-1-1 16,0 2-3-16,-1 1 0 0,-5 2-19 15,5-2 6-15,-5 1 13 0,4 0 3 16,1 0-1-16,1-3 0 0,3-2-15 16,5 0 4-16,-1-2-7 0,4-3-22 15,2 0-95-15,4-3-93 0,0 0-145 16,4 0-45-16,4-3-79 0,0 0-149 16,3-7-181-16</inkml:trace>
  <inkml:trace contextRef="#ctx0" brushRef="#br0" timeOffset="130327.92">22232 7869 78 0,'0'0'1'0,"0"0"18"16,0 0 4-16,0 0 12 0,0 0 18 16,0 0-24-16,0 0 310 0,0 0 49 15,0 0-219-15,0 0-58 0,6-16-7 16,-6 12-36-16,0-2-68 0,0 2-26 15,0-3 26-15,2 4-16 16,-2-2 5-16,0 1 11 0,0 1 43 16,0-1-27-16,0 2 94 0,0-1 11 15,-2 2-24-15,2-1-12 0,-4 0 15 0,0 2-2 16,4-3-1-16,-6 3 0 16,4-1 13-16,-3 1-22 0,-1 0-21 15,4-2 8-15,-2 2 15 0,0-3-22 16,0 2 6-16,-5 1-4 0,5-2-15 15,-4-1 6-15,0 1-10 0,-3-2-12 16,-1 1 12-16,2 2-16 0,-5-3-3 16,1-2-10-16,-3 1-6 0,1-1-13 15,-5-2-3-15,0-2-2 0,-1 0 2 16,-3 2 0-16,-2-3 3 0,0 1-2 16,-4-2-1-16,-2 2-2 0,-2 0-17 15,2 2 18-15,-4 1-17 16,-3 1 5-16,-1 0-3 0,-2 1 1 15,-7 3-8-15,-12 0-15 0,-8 1-10 0,-5 1 22 16,7 0-3-16,2 0 29 16,6 1-16-16,-2-1-2 0,0 1 17 15,-2 0 1-15,-6 0-51 0,1 2-59 16,3 3 96-16,0-1 14 0,0 2 1 16,0-2 2-16,-2 2-3 0,5 2 2 15,1-3-2-15,3 4 13 0,11-2 22 16,9-2-6-16,10-2 0 0,0 1 9 15,-2 0-9-15,-2 1-13 0,-4-1-15 16,6 2 0-16,6-2 0 0,0 0 0 16,8-2 28-16,5-1 13 0,4 1-3 15,4-3-33-15,2 1-6 0,2-1-61 16,0 0-38-16,0 0 25 16,0 0 48-16,2 0 23 0,-2 0-10 15,4 0 0-15,-4 0 0 0,2 0-3 16,-2 0 16-16,0 0 17 0,0 0 19 15,0 2-36-15,0-2 0 0,-2 3-94 16,-2 0-73-16,-3 3-69 0,1 0-95 16,0 1-195-16,0-1-158 0,35-39-107 0</inkml:trace>
  <inkml:trace contextRef="#ctx0" brushRef="#br0" timeOffset="132727.15">17800 7814 141 0,'0'0'2164'16,"0"0"-1780"-16,0 0-381 0,0 0 126 15,0 0 12-15,0 0-35 0,70-48-29 16,-49 31-13-16,8 0-3 0,0 1 22 15,0 2-1-15,2 0 4 16,0 4-10-16,-2 0-19 0,-2 3-16 16,-5 2 0-16,3 1-16 0,-8 2-6 15,-1 2-6-15,-5 0 9 0,-1 0 0 16,-4 4 31-16,-4 1 32 0,-2 4 19 16,0 1 12-16,-2 8-26 15,-6 5-40-15,-3 7-28 0,1 3-22 0,-4 4 0 16,-1 3-2-16,1-2-2 0,-1 1-8 15,3-3 11-15,-3-2 0 16,5-2-15-16,4-4-5 0,0-1-32 16,1-7-59-16,3-1-49 0,2-4-59 15,2-6-116-15,5-2-143 0,1-7-156 16,-2 0-408-16,5-6-216 0</inkml:trace>
  <inkml:trace contextRef="#ctx0" brushRef="#br0" timeOffset="132955.66">18149 7931 1247 0,'0'0'1073'0,"0"0"-563"0,0 0-151 15,0 0-15-15,0 0-92 0,0 0-173 16,0 0-79-16,0 0-50 16,0 0 50-16,-12 54 0 0,22-40 19 0,-1-2 6 15,7 2-22-15,-4-3 0 0,5 2-2 16,0-6-1-16,-1 0-25 0,1-2-44 15,3 1-115-15,-3-6-95 0,3 0-108 16,1 0-109-16,-6-4-508 16,5-2-331-16</inkml:trace>
  <inkml:trace contextRef="#ctx0" brushRef="#br0" timeOffset="133238.89">18466 7607 1221 0,'0'0'1472'0,"0"0"-1064"16,0 0-111-16,0 0-72 0,0 0-123 15,0 0-99-15,0 0-3 0,0 0 0 16,0 0 9-16,0 61-8 16,0-32-1-16,-5 3-12 0,1 2-33 0,-2-4-78 15,4-3-49-15,-2-3-73 16,2-5-153-16,0-7-145 0,2-3-774 0</inkml:trace>
  <inkml:trace contextRef="#ctx0" brushRef="#br0" timeOffset="133539.43">18443 7611 1695 0,'0'0'1302'16,"0"0"-963"-16,0 0-51 0,0 0-155 16,0 0-132-16,0 0-1 0,0 0 44 15,0 0 7-15,54-19-1 0,-34 15-22 16,3 2-3-16,-2 1-9 0,-1 1-4 15,1 0 1-15,-7 3-12 0,3 3 1 16,-5 7 1-16,-1 2 13 0,-1 4 15 16,-4 8 5-16,0 4-5 0,-6 3-9 15,0 7-7-15,0-2-13 0,-2 2 2 16,-2-3-1-16,0-6 0 0,2-3-3 16,-2-4-12-16,0-6-59 0,2-2-62 15,-2-3-97-15,2-6-115 0,2 0-90 16,0-3-100-16,0-3-279 0,0-2-516 15</inkml:trace>
  <inkml:trace contextRef="#ctx0" brushRef="#br0" timeOffset="133739.71">18484 7882 1008 0,'0'0'1685'16,"0"0"-1280"-16,0 0-137 0,0 0-150 15,0 0-67-15,0 0 15 0,0 0 4 16,0 0-13-16,0 0-7 0,58 17-22 16,-41-16-28-16,1-1-21 0,3 0-152 15,-3 0-129-15,5 0-156 0,-6-1-557 16,3-6-822-16</inkml:trace>
  <inkml:trace contextRef="#ctx0" brushRef="#br0" timeOffset="134051.37">18910 7768 79 0,'0'0'1475'0,"0"0"-209"0,0 0-827 0,0 0-134 16,0 0-165-16,0 0-90 16,0 0 38-16,0 0-25 0,0 0-41 15,0 0-21-15,64-25-1 0,-43 15-1 0,-3 5-18 16,3-2-31-16,-2 1-95 0,-3-1-93 15,3 2-93-15,-5 1-209 16,-3-2-769-16</inkml:trace>
  <inkml:trace contextRef="#ctx0" brushRef="#br0" timeOffset="134542.67">19423 7203 620 0,'0'0'815'0,"0"0"327"0,0 0-762 15,0 0-12-15,0 0 0 0,0 0-123 16,0 0-136-16,0 0-109 0,0 0 0 15,-19 50 0-15,23-9 64 0,0 22-11 16,0 16-13-16,1 4 4 0,-3 0-22 16,-2-11 12-16,0-15-6 15,0 0-7-15,0-14-5 0,0-7-4 0,0-10-12 16,0-3-2-16,0 1-44 16,2-1-7-16,2 0-40 0,0-5-52 0,2-5-62 15,0-5-87-15,-1-4-91 0,1-4-84 16,-2-4 20-16,-2-10-109 15,-2 6-87-15</inkml:trace>
  <inkml:trace contextRef="#ctx0" brushRef="#br0" timeOffset="134733.58">19361 7678 148 0,'0'0'2054'0,"0"0"-1440"15,0 0-134-15,0 0-124 0,0 0-227 0,0 0-28 16,0 0 68-16,0 0 51 0,0 0-47 15,51 21-67-15,-34-18-45 0,4 1-27 16,1-2-15-16,1 1-19 0,4 2-3 16,4-2-142-16,-2-1-113 15,4 1-162-15,-6-2-557 0,6 0-957 0</inkml:trace>
  <inkml:trace contextRef="#ctx0" brushRef="#br0" timeOffset="136464.62">28030 15604 347 0,'0'0'26'15,"0"0"231"-15,0 0 788 0,0 0-752 16,0 0-92-16,0 0-59 0,0 0-19 15,-14 2 16-15,5 2 22 0,7 0 3 16,-4 0 6-16,2 1-16 16,-2 1-4-16,-2 1-20 0,-3 2-41 0,3 0-45 15,-2-1-16-15,-5 3-17 16,5 0-11-16,-9 3-19 0,1 2 17 16,-5-1-17-16,4 4 16 0,-1-1 2 15,-7-1 1-15,10 2 3 0,-4-2 38 16,1 1 0-16,5-3 3 0,3 0-25 15,-3-1 0-15,9-1 3 0,-2-2 6 16,-2-1 13-16,8-2 9 0,2 0-9 16,0-2-5-16,0 0-36 0,2 0-22 15,8 0 19-15,-2 0 3 0,3 1 1 16,3 0-1-16,1 2 3 0,3-1 0 16,-3-1 0-16,7 2 13 0,-5-1-16 15,4-1 0-15,-5 1-2 0,5 1-14 16,-9-2-25-16,5 0-18 0,-9-3-4 15,4 0-25-15,-3 1-175 0,-5-2 47 16,0 0-8-16,-2-2-46 0,-2 1-23 16,4-2-38-16,-2 0-247 0,-2-2 9 15,0-1-174-15</inkml:trace>
  <inkml:trace contextRef="#ctx0" brushRef="#br0" timeOffset="137211.82">27716 15877 60 0,'0'0'173'0,"0"0"9"16,0 0 639-16,0 0-456 0,0 0-128 15,0 0-104-15,0 0-133 0,0 0-16 16,0 0-23-16,0 0 39 0,-6 3 0 16,6-3 26-16,0 0 35 0,0 1 46 15,0-1 46-15,0 0 41 0,0 0-20 16,0 2-55-16,0-2-38 0,0 0-30 15,0 0-6-15,0 0-6 0,0 0-10 16,0 0-13-16,0 0-16 0,0 0-2 16,0 0-36-16,0 1 36 0,2 2-14 15,4 0 14-15,2 0-2 16,-6 0 4-16,2-1 3 0,5 2 9 16,-1-1-10-16,0 0-1 0,1 1 26 0,-1 0-1 15,4-1-10-15,1 3 7 16,-1 0 21-16,9 3 20 0,-1-1 10 15,1 0 12-15,4 2-26 0,4-2-18 16,0 1-14-16,0 0 1 0,4-1 3 16,0 0-10-16,4 2-3 0,-4-1-16 15,2 1 13-15,0 1-5 0,-2-1-11 16,1 2 0-16,-1 1-1 0,0-1-21 16,0 1 10-16,0-3-4 0,0 3 3 15,-2-1-3-15,0 0-6 0,0 0 9 16,-2 1 11-16,-4-1 0 0,4 1-20 15,-3 0-7-15,-1 0 26 0,-6 0-19 16,6-1-4-16,-5 3 1 0,-3-3-7 16,4 1 3-16,-7-3 4 0,3 3-1 15,-5-1 1-15,0-2-4 0,1-1 10 16,-7 1-16-16,0-2-7 16,-4-2 13-16,7 1 3 0,-7 2 23 15,0-2 3-15,0 0 0 0,0 0-1 16,-2-1-2-16,2 0-23 0,-2 0 4 15,2-2-7-15,0 0-9 0,0 1-11 16,0 0-9-16,0-1-51 0,0 0-107 16,0 0-33-16,0-1-124 0,3-1-213 15,-5 0-460-15</inkml:trace>
  <inkml:trace contextRef="#ctx0" brushRef="#br0" timeOffset="139240.59">27859 16110 321 0,'0'0'19'0,"0"0"63"0,0 0 576 16,0 0-280-16,0 0-151 0,0 0-84 15,0 0-42-15,0 0-20 0,0 0-23 16,0 0 7-16,2 20 0 0,-2-19-7 15,0 2-6-15,0 0 3 0,0 0-10 16,0 1 1-16,0 0 2 0,2-1 7 16,0 1 0-16,-2 0-10 0,2 0 3 15,-2 2 7-15,0-2-4 0,0 0-9 16,4 0-13-16,-2 1 0 16,0-2-10-16,-2 2-3 0,6 0 4 15,-2 1-4-15,-1 0 0 0,1 1 3 16,-2-2-19-16,2-1 19 0,-2 0-16 15,4 1-2-15,-4-1-1 0,6-1-1 16,-5 2-1-16,3-2 0 0,-4 0-1 16,0-1-10-16,2 1 11 0,-4-1-24 15,2 0-47-15,2-2-69 0,-2 2-45 16,7-2-71-16,-3-2-105 0,-2 0-258 16,-2-4-428-16</inkml:trace>
  <inkml:trace contextRef="#ctx0" brushRef="#br0" timeOffset="141104.35">27743 15811 203 0,'0'0'23'15,"0"0"65"-15,0 0 492 0,0 0-261 16,0 0-71-16,0 0-27 0,0 0-39 16,0 0-20-16,0 0-58 0,0 0-52 15,-21 26-39-15,21-21-12 0,0-1 18 16,0 2 14-16,0 0 9 16,2-1-3-16,0 3 3 0,0 0 6 15,2 0-19-15,-1 1 16 0,1 0-9 16,0 3-7-16,4 0-3 0,-2 1-4 15,-2 1-9-15,3 1 7 0,1 1-1 16,2 1-6-16,-2-1 3 0,-1 1 0 16,3 0-3-16,5 0-11 0,-9-1 1 15,4 2 10-15,2-1-11 0,-1-3 2 16,-3-1-1-16,4 0 10 0,-3 1-12 16,-3-3 0-16,2-2-1 0,3 0 1 15,-3-1 0-15,-6 2-1 0,2-3 1 16,-4-1 0-16,4 1 0 0,-2-2-1 15,-2 1 1-15,0 0-1 0,0-1-1 16,0-2-12-16,0 0-16 0,2-1-41 16,-2-2-69-16,0 0-78 0,0 0-91 15,0 0-143-15,0-4-87 16,0-4-460-16</inkml:trace>
  <inkml:trace contextRef="#ctx0" brushRef="#br0" timeOffset="145829.06">29283 16487 40 0,'0'0'144'0,"0"0"-142"16,0 0-2-16,0 0 13 0,0 0 3 15,0 0-13-15,0 0 0 0,0 0-3 16,0 0-30-16,0 0 28 15,0 0 2-15,0 2 23 0,0-2-23 16,0 0-3-16,0 0-10 0,0 0-30 16,0 0-110-16</inkml:trace>
  <inkml:trace contextRef="#ctx0" brushRef="#br0" timeOffset="146386.64">29165 16441 409 0,'0'0'94'0,"0"0"898"0,0 0-670 16,0 0-10-16,0 0-89 0,0 0-103 15,0 0-4-15,0 0 42 0,0 0 54 16,0 0-29-16,60 45-30 0,-37-43-42 16,1-1-15-16,-1 0-33 0,6-1-28 15,-4 0-16-15,0-3-3 0,-2 0-16 16,1-1 1-16,-3 1-1 0,-7 0-3 15,3 1-61-15,-9 0-21 0,1 0-14 16,-7 2-3-16,0 0 0 16,-2 0 64-16,0 0 38 0,-2-1 0 15,0 0-67-15,-7-3-74 0,3 2-7 16,-6-3-10-16,3-1 6 0,-1 2-6 16,-4-1-11-16,3 0 10 0,-1 1 56 15,2 3 99-15,1 1 4 0,1 0 72 16,0 3 83-16,-1 4 17 0,5 2-13 15,2 6-40-15,2 4-19 0,-2 3 10 16,2 6-1-16,2 2-3 0,0 3-3 16,2 0-24-16,5-1-27 0,-3-3-14 15,-2-1-22-15,0-4-15 0,0-4-1 16,-4-3-22-16,0-4-116 0,2-3-57 16,-2-2-27-16,0-4-137 0,0-2-189 15,0-2-115-15</inkml:trace>
  <inkml:trace contextRef="#ctx0" brushRef="#br0" timeOffset="146624.82">29148 16802 210 0,'0'0'1936'0,"0"0"-1454"0,0 0-202 16,0 0-152-16,0 0 29 0,0 0 60 15,65 46 46-15,-37-45-83 0,3-1-77 16,5-1-50-16,-3-7-24 0,6-2-9 16,-4-4-18-16,0-1-2 0,-2-3-17 15,0 2-137-15,-4-2-88 0,-2 0-89 16,-6 4-146-16,-5 2-262 16,-1 0-696-16</inkml:trace>
  <inkml:trace contextRef="#ctx0" brushRef="#br0" timeOffset="146875.75">29715 16593 1558 0,'0'0'1289'15,"0"0"-847"-15,0 0-99 0,0 0-119 16,0 0-196-16,0 0-28 0,0 0-19 15,0 0 19-15,0 0 19 0,0 0-16 16,37-9 10-16,-18 4-13 0,1-3-25 16,3 2-70-16,0 0-69 0,-3 1-55 15,1 1-78-15,-6 2-40 0,1 2-167 16,-5 0-203-16,-7 0 56 16,-2 10-99-16</inkml:trace>
  <inkml:trace contextRef="#ctx0" brushRef="#br0" timeOffset="147044.74">29870 16677 285 0,'0'0'107'0,"0"0"1174"16,0 0-755-16,0 0-93 0,0 0-76 16,0 0-94-16,0 0-117 0,-17 52-54 15,21-47-3-15,3 1-4 0,-1-1-37 16,2-2-32-16,2 0-16 0,3-2 0 16,-3 1-2-16,1-2-1 0,3 0-9 15,1-3-7-15,-3-5-44 0,2-5-93 16,-1-1-35-16,5-5-103 0,-3-5-40 15,3-1-184-15,-5 4-464 0</inkml:trace>
  <inkml:trace contextRef="#ctx0" brushRef="#br0" timeOffset="147482.84">30221 16180 60 0,'0'0'2017'0,"0"0"-1516"0,0 0-105 15,0 0-66-15,0 0-95 0,0 0-89 16,0 0-77-16,-18 51-47 0,18-33-19 16,4 7 19-16,0 6 3 0,2 14 1 15,-2 16-8-15,7 9 11 0,-5-3-15 16,-2-13-14-16,0-18-3 0,-2-8-12 15,0 2 11-15,0 3 1 0,-2 2-19 16,2-3 0-16,-2-4-3 0,2-3 3 16,-2-6-32-16,5-4-88 0,-5-5-90 15,2-4-93-15,0-4-122 0,2-2-210 16,-2-2-163-16,0-10-300 0</inkml:trace>
  <inkml:trace contextRef="#ctx0" brushRef="#br0" timeOffset="147707.06">30277 16596 193 0,'0'0'258'0,"0"0"1167"0,0 0-894 16,0 0-124-16,0 0-10 15,0 0-34-15,0 0-164 0,0 0-89 16,0 0-101-16,0 0-9 0,-21 35 0 16,34-22 18-16,1-1 10 0,1 1-6 15,-1-1-22-15,5-2-2 0,-3-2-1 16,5-1-16-16,-4-2-3 0,1-1-53 15,-3-2-48-15,1-2-54 0,1 0-65 16,-5 0-78-16,1-3-79 0,-3-2-92 16,0 0-208-16,-2-3-339 0</inkml:trace>
  <inkml:trace contextRef="#ctx0" brushRef="#br0" timeOffset="147920.07">30422 16373 1391 0,'0'0'595'0,"0"0"-174"16,0 0-233-16,0 0-88 0,-17 50-100 16,17-38-13-16,0 2-26 0,2 1 10 15,5-2-16-15,-1-3-139 0,4-1-88 16,-2-1-72-16,1-4-121 0,-3-3-141 15,4-1-92-15</inkml:trace>
  <inkml:trace contextRef="#ctx0" brushRef="#br0" timeOffset="148089.56">30552 16399 330 0,'0'0'39'0,"0"0"1155"0,0 0-551 15,0 0-207-15,0 0-121 0,0 0-75 16,0 0-99-16,0 0-75 0,0 0-39 15,-6 56-27-15,6-38-16 0,2-1-9 16,2 1-7-16,2-2-19 0,0-3-67 16,1-2-55-16,-1-3-49 0,0-5-158 15,-4-3-304-15,0-1-742 0</inkml:trace>
  <inkml:trace contextRef="#ctx0" brushRef="#br0" timeOffset="159165.13">22730 8141 216 0,'0'0'95'15,"0"0"-92"-15,0 0 564 0,0 0-111 16,0 0-209-16,0 0-123 0,0 0-7 16,-4 9-39-16,4-9-56 0,0 0-21 15,0 0 17-15,0 0 76 0,0 0 68 16,-2 0 16-16,2 0-74 0,-4 0-33 15,2 0 13-15,0 1-23 0,0-1 0 16,-1 0-16-16,-1 0 10 0,2 0-20 16,0 0 0-16,-2 0-6 0,2 2 16 15,-2-2 10-15,2 0-7 0,-4 0-23 16,4 0 20-16,-3 0-4 0,1-2 17 16,0 1-17-16,2-2-6 0,-2 0 4 15,0-2-20-15,2 1-16 0,-4-2 16 16,-1-1 6-16,1-1 4 0,0 1 0 15,0 0-1-15,-3 0 1 0,-1-3 9 16,4 3-10-16,-2-4-3 16,-1 2 1-16,-1 0-14 15,4-2-8-15,-2 1-1 0,-1-1-1 0,3 2-2 16,0-1-1-16,0 0 0 0,-1-1 1 16,-3 3 1-16,0-2 0 0,-1 2 0 15,1 0 11-15,-2-1-12 0,1 1 0 16,1 2 12-16,0-1-10 0,1 1 23 15,3 0 0-15,-4-1-25 0,2 1 0 16,1-1-3-16,1 0-12 0,2-1 14 16,-2 0-12-16,2-1 11 0,2-2-11 15,-2-1-3-15,-1 1 13 0,3-1-9 16,0 0 10-16,0 1-27 0,0-1 28 16,0 0 1-16,2 1 0 0,0-3-3 15,0 3-10-15,0-4 1 0,2-2 9 16,0 5-9-16,2-5 10 15,1 2-1-15,-3 1-1 0,4 1-7 16,-2 1 11-16,4-3 3 0,-4 2 0 16,3-1-1-16,1 0-1 0,0-1 11 15,0 2-11-15,3-1-1 0,-3 1 0 16,4 1-1-16,-5-1-1 0,1 1 2 16,4 0 1-16,-4 1-1 0,3 3 0 15,-1 0 0-15,0 2-1 0,-1-1 1 16,3 1 2-16,1-2 11 0,-3 2-2 15,4 1-11-15,-3-1 0 0,1 1 0 16,5 1 3-16,-7 1 0 0,4-1 20 16,3 1-20-16,-3-1 13 15,3 2-14-15,0 0-1 0,-3 2 2 16,5-3 0-16,-5 3 16 0,1-2-17 16,1 2 1-16,-4 0 13 0,1 0-14 15,-1 0 0-15,-1 0 0 0,-1 0 17 16,0 0-16-16,-1 0 10 0,1 2-11 15,0 0 11-15,-4-1-12 0,1 1 0 16,3 2 1-16,-4-2 0 0,2 3-1 16,-1-2 2-16,-1 2 10 0,2-2-12 15,0 2 0-15,-1-2-1 0,-1 1 1 16,2 0 2-16,-2 2-1 0,3-2 0 16,-3 2-1-16,0 1-1 0,2 1 1 15,3 0-2-15,-5-1 1 0,0 0 0 16,2 2 0-16,-2 1 0 0,3-3-1 15,-5 1 0-15,0 0 1 0,2 0 1 16,-2-2 2-16,2 3 10 0,1-5-12 16,-3 2 0-16,0 0 2 0,0 0-1 15,0 1 0-15,0 1-2 16,0-1 12-16,1 0-11 0,-1 2-1 16,-2-1 0-16,0 0 0 0,0 1 0 15,2 0 2-15,-4-1-1 0,2 0 1 16,0 1 0-16,0-2 1 0,-2 0 10 15,0 3-12-15,0-3 2 0,0-1 13 16,0 3 0-16,0-2-13 0,0 1 12 16,0 3-13-16,-2-1-1 0,-2 1 1 15,2 1-2-15,-2-1-3 0,2 1 2 16,-4-2-1-16,1 0 0 0,3-1-10 16,-2 3 11-16,0-4-1 0,2 0 2 15,0 1-1-15,-2-1 1 0,2 0 0 16,-2-1 0-16,-3 1 0 0,3 0 0 15,-2-2 1-15,2 2 1 0,2-1-1 16,-2-1 0-16,2 0 1 0,0 0-1 16,-5 0-1-16,5-1-1 0,0 1 0 15,-2-1 1-15,0 1-1 16,2-1-1-16,-2 0-1 0,2-1 0 16,0 1 3-16,0-2 1 0,0 2 2 15,-5-2 15-15,5 0-16 0,-2-1 11 16,-2 1 3-16,2 0-4 0,0 0-10 15,-2 0 0-15,-3 2 0 0,3-1 1 16,-2 0-2-16,2 0 1 0,-1 1 0 16,-1 0 10-16,0-1 1 0,0 0-11 15,1 1-2-15,-1-1 0 0,2-1 2 16,-2 0 1-16,3 0-2 16,-1 0 1-16,-2 0 1 0,4-2-1 0,-4 2-2 15,1 0 2-15,1 0-2 16,-2 0 0-16,2 0-2 0,0 0-1 15,-1 0 0-15,1 0 2 0,-2-2 1 16,0 1 2-16,1 0 2 0,1-1 9 16,2-1 0-16,-4 1-11 0,4-1 10 15,-3 0-10-15,1 0 0 0,0 0-1 16,2 0-1-16,-4 0 0 0,-1-1-1 16,3 0-2-16,-2 0 1 0,0 0-1 15,-1-1 1-15,1-1-1 0,0 1-10 16,0-2 1-16,-3 2 9 0,1-3-11 15,0 0 1-15,-3 1 1 0,5 1-7 16,-5-1 16-16,5 1-10 0,-2 1 11 16,2-1-10-16,-3 0-4 0,3 1-12 15,0 0-22-15,2 1-16 0,-3-1-10 16,7 1-79-16,-2-2-10 16,0 2-26-16,2-1-8 0,0-1-19 0,2 0-7 15,-2 0-2-15,2 0-61 16,0-2-82-16,0 0-69 0,0-1-11 15,0-2-189-15</inkml:trace>
  <inkml:trace contextRef="#ctx0" brushRef="#br0" timeOffset="161119.85">22809 7972 195 0,'0'0'0'0,"0"0"-2"16,0 0 2-16,0 0 17 0,0 0 2 15,0 0 1-15,0 0-19 0,0 0 2 16,0 0 14-16,0 0 15 0,-2-4 134 16,2 4-87-16,2 0 5 0,0 0 43 15,-2-1 23-15,0 1 10 0,0 0-7 16,0 0 10-16,0 0-10 0,0 0-30 15,0 0-22-15,0 0-10 0,0 0-3 16,0 0-17-16,0 0 10 16,0 0 13-16,0 0 0 0,0 0-10 0,0 0-22 15,0 0-17-15,0 0-26 16,0 0 17-16,0 0-4 0,0 0 13 16,0 0 7-16,0 0 9 0,0 0 7 15,0 0 22-15,0 0 9 0,0 0-6 16,0 0-6-16,0 0-14 0,0 1-3 15,0 3-16-15,0 2-12 0,0-2-10 16,0 0 6-16,0 1-10 0,0-2-5 16,0 2-11-16,0-1-10 0,0-1-1 15,2-1 15-15,-2 1 10 0,2 1 2 16,-2-1 7-16,0 0 6 0,0 1-6 16,0-1-4-16,0 0 7 0,2-1-10 15,-2 0-9-15,0 1-3 0,0-1 0 16,0 1-4-16,0-1 1 15,0 0 3-15,0 0 3 0,0-1 2 0,0 0-2 16,0-1 3-16,0 0 6 0,0 0 1 16,0 0 0-16,0 0-1 0,0 0 3 15,0 0 3-15,0 0 1 16,0 2-10-16,0-2 0 0,0 1-10 16,0 1-12-16,0-1 13 0,0 1-13 15,0-1 16-15,0 0-16 0,0 2-1 16,0 1 1-16,0-3-1 0,0 4 1 15,0-3 10-15,0 1-11 0,0 0 10 16,0 0 7-16,0 1 2 0,0 0 7 16,0-1-3-16,0 2 3 0,0 0-3 15,0-1 6-15,0 2-4 0,0 0 1 16,0 0-9-16,-2 1-1 0,2-1-6 16,0 0-8-16,0 1 11 0,0 0-12 15,0 2 0-15,-2-1 10 16,2 0-10-16,0 0 15 0,0 1-6 15,0-1 4-15,0 1-13 0,0-1 9 16,0 0-9-16,0-1 13 0,0 0-13 16,0 0 9-16,0 3-9 0,0-3 9 15,0 1-9-15,0 0 13 0,0-1-14 16,-2 1 10-16,2 0-10 0,-2 0 0 16,0-1 0-16,2 1 1 0,0 2-1 15,0-2 11-15,0 3-10 0,-3-2 9 16,1 0-9-16,2 1 9 0,-2-2 4 15,0 3-4-15,2-3 6 0,-2 0 1 16,0-1-7-16,0 1 6 0,2-2 7 16,-2 2-4-16,2-2-3 0,-4 1-15 15,4-1 1-15,-2 0 11 0,2 1-13 16,0 1 0-16,0-1 0 0,0 1-1 16,0-1 0-16,0 0 1 15,0 3 0-15,-2-3 1 0,2 1 0 16,0 2-1-16,0-2 1 0,-2 2-1 0,2-1 11 15,0 2-11-15,0-3 0 16,0 1 1-16,-2-1-2 0,2-1-1 16,0 0 0-16,0 1 0 0,0-1 0 15,0 0-1-15,0-1 0 0,0-1 0 16,0 0 1-16,0 0 0 0,0 0 1 16,0-1 0-16,0 0 0 0,0-1 1 15,0-1-2-15,0-1-1 0,0-1-1 16,0 0 1-16,0 0-1 0,0 0 0 15,0 0-14-15,0 0 1 0,0 0-16 16,0 0-42-16,0 0-25 0,0 0-43 16,-2 0-35-16,2-3-35 0,-3 0-51 15,3-3-75-15,0 0-72 0,0-2-23 16,-2-3-94-16,0 2-210 0,0 1-65 16,13 62-14-16</inkml:trace>
  <inkml:trace contextRef="#ctx0" brushRef="#br0" timeOffset="163049.85">22530 8371 37 0,'0'0'277'16,"0"0"818"-16,0 0-744 0,0 0-88 15,0 0-56-15,0 0-61 0,0 0-4 16,0 0-13-16,0 0 0 0,0 0 9 15,-3 29 13-15,3-21 19 0,3 0 8 16,-1 1-10-16,0-1-19 0,0 2-17 16,0-2-19-16,0 1-18 0,0 0-20 15,2 0-13-15,0-2-2 0,-2 1-11 16,4 0-5-16,-1 2-7 0,1-2-6 16,0 2 12-16,2-1-15 0,1 0-3 15,-3 1-7-15,2 0-2 16,0-1-14-16,-2 1 16 0,3 0-5 0,-3-1 2 15,0-1 1-15,2 0-4 16,1 0-10-16,-3 1 10 0,0-1-9 16,2 1 16-16,-1 1-16 0,1-1-1 15,-2-1 10-15,0 2-9 0,0-3 0 16,1 0 1-16,-1-1 8 0,-2-1-10 16,-2 0 1-16,2 1 0 0,-2-2 9 15,2 1-11-15,1 1 0 0,-1-2 0 16,-2 2 1-16,0-2 0 0,4 1 2 15,-6-1-1-15,2 0-2 0,0 0 0 16,0 0 0-16,0-3-1 0,0 1 0 16,-2 1 0-16,2-2 0 0,0 2 1 15,-2-1 0-15,0 1 1 0,5-2 1 16,-5 1-1-16,2 1-2 0,0-2 0 16,0 0 0-16,-2 1-15 15,2-1 11-15,2 2 2 0,-2-2-10 0,-2 1 11 16,0-2 0-16,2 0 0 0,-2 0 1 15,0 0 0-15,0 0 15 16,0 0-2-16,0 0 2 0,0 0 0 16,0 0-2-16,0 0-11 0,0 0-1 15,0 0-1-15,0 0-2 0,0 0-11 16,0 0 11-16,0 0-1 0,0 0 1 16,0 0 1-16,0 0 1 0,0 0 3 15,0 0 13-15,0 0-4 0,0 0-10 16,0 0 10-16,0 0-12 0,0 0 1 15,2-3 11-15,0 0 3 0,0-2-13 16,2-1 0-16,-1-2 0 0,3-1 0 16,-2 2-1-16,2-3 0 15,-2 1-1-15,2-1 0 0,-1-2-2 16,1 3 1-16,-2-3-1 0,4 2 1 16,-4 0-2-16,0-1 0 0,1 2-9 15,1-2 11-15,0 1 1 0,-2-2-1 16,2 2-2-16,0-1 1 0,-1 1 1 15,-1 0 1-15,4-1 0 0,-4 3-1 16,2 0-11-16,-4-1 11 0,3 2-1 16,-3 0-13-16,2 0 12 0,-2 1-13 15,0 0-2-15,0 0 6 0,0 0 9 16,0 1-9-16,0-1 0 0,-2 2 0 16,2 1-7-16,-2 2 1 0,4-1-4 15,-4-1 1-15,2 3-7 0,-2-1 0 16,0 1 0-16,0-2 7 0,0 2-4 15,0 0 9-15,0 0 14 0,0 0 2 16,0 0 2-16,0 0 2 0,0 0-1 16,0 0 12-16,0 0-13 0,0 0 1 15,0 0 13-15,0 0-14 16,0 0 1-16,0 0 0 0,0 0 0 16,0 0 9-16,0 0-9 0,0 0 10 15,0 0-11-15,0 0 1 0,0 0-1 16,0 0 1-16,0 0 0 0,0 0 9 15,0 0-8-15,0 0 8 0,0 0 3 16,0 0 7-16,0 4-7 0,0 1-13 16,0 2-1-16,-6 0 12 0,4 1 2 15,-2 1-3-15,0 2-11 0,0 0 1 16,0 3-2-16,-1-1 0 0,1 1 0 16,-4-1-2-16,2 3 1 0,0-2 1 15,-1 1-1-15,3-1 0 0,0 0 1 16,-2-1 0-16,0 0 0 0,0 0 1 15,1-2 1-15,1-2 2 0,0 2-1 16,2-4-1-16,-4 0-1 0,2 0-1 16,2-1 0-16,-2-1 0 15,4 0 0-15,-2-1 1 0,-1 1 1 0,1-2 10 16,0 1 3-16,0 0-12 16,0-1 13-16,0 1 2 0,2 1-15 15,-2-2 0-15,-2 0 13 0,2 0-14 16,2 0 1-16,-2-2 0 0,0 2 0 15,2-3-1-15,-2 2 10 0,2-2-10 16,0 0 0-16,0 0 2 0,-2 0-2 16,2 0 0-16,0 0 1 0,0 0 9 15,0 0-10-15,0 0 0 0,-2 0-1 16,2 0-1-16,0-2-2 0,-3 1-13 16,1-2 13-16,-2 0 0 15,2-1 0-15,-2-1 1 0,-2 0 1 0,2 0-3 16,-2 1 0-16,-1-4-9 15,1 0 10-15,0 1 0 0,-2 0-16 16,-1 0 5-16,1-1 1 0,2 1-3 16,-2 1-1-16,1-2-2 0,-1 1 6 15,4 0 9-15,-2 1-16 0,0 0 7 16,2-1-1-16,-3 1 10 0,3-3-9 16,0 0 9-16,0 1-9 0,0 1 12 15,-2-3 1-15,-1 2 0 0,1 0 2 16,2 1 12-16,-2 0-14 0,2 1 1 15,-5 0-2-15,-1-2-1 0,4 0-11 16,-2 1 0-16,-1-1-7 16,-1 2 0-16,2-2 16 0,2 4 1 0,-1-2-1 15,3 2-9-15,0-1 10 0,0 2-20 16,4 0 7-16,-2 1 2 0,0 1-8 16,2 0 2-16,0-1-2 0,0 1 5 15,-2 1 14-15,2 0 2 16,0 0 1-16,0 0 0 0,0 0-1 15,0 0-3-15,0 0-12 0,0 0-1 16,0 0-6-16,0 0 10 0,0 0-4 16,0 0 1-16,0 0-1 0,0 0 4 15,0 0-7-15,0 0-9 0,0 0 0 16,0 0-3-16,0 0-13 0,0 0-5 16,0 0-9-16,0 0-17 0,2 0-47 15,2-2-55-15,2 0-64 0,-2-2-33 16,2-1-43-16,-1-1-44 0,1 0-86 15,0-2-151-15,-2 3-151 0,-47 43 59 16</inkml:trace>
  <inkml:trace contextRef="#ctx0" brushRef="#br0" timeOffset="164566.8">22620 8422 206 0,'0'0'46'0,"0"0"-17"0,0 0 33 15,0 0 297-15,0 0 35 16,0 0-85-16,0 0-42 0,0 0-36 16,0 0-24-16,0 0-35 0,-18 21-23 15,18-19-7-15,0 0 0 0,-2 0-33 16,2 0-12-16,0-2-20 0,0 0-29 16,0 3-26-16,0-3-6 0,0 2 10 15,2-1-13-15,2 2 12 0,2 0 14 16,0 0-1-16,3-1 0 0,-1 0 7 15,2 2 12-15,3-4-12 0,-3 1-7 16,2 0-3-16,1-1-7 0,-3 0 1 16,5 0-1-16,-3 0-5 0,-2 0 5 15,3 0-6-15,-1 0-3 0,1 0 3 16,-1-1-9-16,-4 0 6 0,3-1-3 16,-1-1 0-16,2 2-13 0,-3-1 0 15,1-1 9-15,0 2 1 16,-4-1 0-16,1 0-12 0,1 2 2 0,-4-1 9 15,2 1-11-15,-4 0 12 16,2 0-12-16,-1 0 2 0,1 0 10 16,-2 0-11-16,4 0 1 0,-4 0-1 15,0 0 14-15,4 0-15 0,-4 0 2 16,0 0-1-16,0 3 1 0,1-3-1 16,-1 2 0-16,2-2-1 0,-2 1 1 15,-2-1 0-15,4 0 0 0,-2 0-1 16,0 1 1-16,-2-1 0 0,0 2 11 15,2-2 6-15,-2 0 6 0,0 0 9 16,0 0 7-16,0 0 16 0,0 0 6 16,0 0-4-16,0 0-12 0,0 0-13 15,0 0-9-15,0 0-10 0,0 0 1 16,0 2-13-16,0-2 9 0,0 0 4 16,0 0 2-16,-2 1 2 0,2 2-20 15,-2-3-3-15,0 2 3 16,-2 0 12-16,2 0-10 0,0-1 0 15,2 2 1-15,-2-2-1 0,0 1 0 0,-1 1-2 16,3-2 0-16,-2 1-2 16,2 0-1-16,-2 0-1 0,2 0-8 15,-2 0 9-15,-2 0 1 0,4 1 1 16,-2-2-1-16,0 2 2 0,0 1 0 16,-2-2 0-16,0 2 1 0,2 0 11 15,-3 0-10-15,1 0 11 0,0-1-11 16,-2 2-1-16,0 0 0 0,-2-1 1 15,1 0-1-15,3 1 0 0,-6-3-1 16,2 3 0-16,1-2 0 0,1-1 0 16,-2-1 1-16,4 0 0 0,-2-1 1 15,1 0-2-15,1 0-2 16,0 0-10-16,2 0 11 0,0 0 0 16,-4 0-1-16,4 0 1 0,0 0-1 0,0 0 0 15,0 0-1-15,-3 0-9 16,5 0 11-16,-2 0 0 0,0 0 0 15,0 0 1-15,0 0 0 0,-2 0 1 16,2 0-1-16,0 0-2 0,-2 2 2 16,2-2-1-16,0 0-2 0,-2 2-1 15,-1-2 1-15,3 1-9 0,-2 0 10 16,2-1 0-16,-2 0-1 0,2 2 2 16,-4-1 1-16,4 0-1 0,-5-1-1 15,3 0 0-15,0 0-1 0,2 0 1 16,-2 0-13-16,0 0-1 0,4-2-2 15,-6 0-4-15,4 0 3 16,2 0-6-16,-2-1-6 0,-1 1 9 0,-1-2 1 16,2 1-4-16,0 0 6 0,0 0 16 15,0 0 0-15,2 1 0 16,-2 0 2-16,0-1 0 0,2 2 1 16,0 1 0-16,0 0 1 0,0-1-1 15,0 1-3-15,0 0-9 0,0 0-7 16,0 0-7-16,0 0 1 0,0 0-3 15,0 0 3-15,0 0 6 0,2 0 19 16,2 0 19-16,0 1-16 0,7 1 13 16,-3 0-4-16,2 1 4 0,3-2-4 15,-1 2-11-15,0-2-1 0,1 0 0 16,1 0 1-16,-1-1-1 0,-1 0 2 16,-2 0 2-16,1 0 8 0,-1 0 5 15,-2 0-14-15,-4 0 10 0,3 0-1 16,-3 0-10-16,0 0 1 0,-4 0 0 15,2 0 16-15,-2 0-6 0,0 0 2 16,0 0 7-16,0 0 3 16,0 0-6-16,0 0-1 0,0 0 1 0,0 1 3 15,0-1-1-15,-2 3-21 16,2-1-28-16,-4-1 6 0,0 3 3 16,0-3 17-16,-1 2-17 0,3-1 16 15,0-1-19-15,0 0-3 0,0-1-18 16,2 2-33-16,0-2-34 0,0 0-69 15,0 0-122-15,0 0-143 0,2-2-10 16,0-2-122-16,2 0-162 0</inkml:trace>
  <inkml:trace contextRef="#ctx0" brushRef="#br0" timeOffset="166137.56">20934 10175 274 0,'0'0'1'0,"0"0"66"16,0 0 2-16,0 0 296 0,0 0-98 15,0 0-114-15,0 0-19 0,0 0 5 16,0 0-2-16,0 0-30 0,14 24-3 15,-12-20 4-15,-2-1 18 0,2 1-9 16,0 2-20-16,-2-2-23 0,0 0-22 16,2-2-42-16,1 1-10 0,-3-1-23 15,0-2-42-15,0 1-77 0,0 0-33 16,0 0-23-16,0 0-62 0,0 1-1 16,0 0 27-16,0 2-180 0,-3-1-42 15</inkml:trace>
  <inkml:trace contextRef="#ctx0" brushRef="#br0" timeOffset="170446.92">20965 10251 164 0,'0'0'91'0,"0"0"-25"16,0 0-34-16,0 0 607 0,0 0-297 15,0 0-101-15,0 0-50 0,0 0-126 16,0 0-65-16,0 0-38 0,-15 14 38 16,15-11 57-16,0-1 21 0,0 0 29 15,2 1 13-15,0 0-10 0,-2 1-13 16,5-2-13-16,-5 2-19 0,2 1-7 16,2-2-3-16,-2 1-23 0,2 0-29 15,0-1-1-15,0 2-2 0,2-3-2 16,1 2 2-16,-1-2 0 0,-2 0 1 15,4 1 27-15,-2-2-5 0,1 2 6 16,1-2 0-16,-4 0-4 0,2 0-9 16,-2-1-12-16,0 0 15 15,1 0 3-15,1 0 11 0,-2 0-14 16,-2-1-16-16,2-1-1 0,-2-1 11 16,2 2 0-16,-2 0-13 0,3-2 2 15,-3 1 14-15,0 1-3 0,2-2 3 16,-2 1 10-16,2 1-14 0,0-3-9 15,0 2 0-15,0 0-1 0,3-1-1 16,-3 1 0-16,0-1 1 0,0 1 0 16,0 1-2-16,0-2 0 0,0 2 1 15,1-1 0-15,-3 0 0 0,0 1 2 16,0-1-3-16,0 2 0 16,4-3 0-16,-4 2 1 0,2-1 0 15,-2 1-1-15,2 0-2 0,3-1 1 16,-3 1-2-16,-2 0 2 0,4-1 1 15,-4 2 1-15,2-2 3 0,2 1-1 16,-3 1 0-16,1 0 19 0,2-1-5 16,-2 1-15-16,4-1-1 0,-4 1 1 15,5-1 11-15,-3 1-10 0,0 0 10 16,2-2-10-16,1 1 19 0,-1 0-3 16,0 1-6-16,2-1 13 0,1 1-10 15,1 0 3-15,1 0 38 0,3-1-22 16,1-1-31-16,-1 2-4 0,5-3 1 15,2 2-1-15,-3 0 0 0,3 1-13 16,0 0 13-16,0 0 0 0,1 0 0 16,1 0 0-16,-4 0 1 0,4 2 2 15,-1 1 0-15,-1 0 0 0,2-1 13 16,-2 1-12-16,2-1 15 16,-1 0 3-16,1 0-19 0,-2-2 16 0,4 0-6 15,-2 0-10-15,-1 1 13 0,3-1-3 16,2 0 3-16,-4 0-1 15,2 0-11-15,-2 0 18 0,4 0 3 16,0 0 7-16,-1 0-4 0,-1 0-12 16,4 0-3-16,0 0 3 0,-2 0-15 15,2 0 18-15,2 0-16 0,0 0 0 16,1 0 0-16,-1 0-2 0,0 1 1 16,0-1 0-16,0 1 1 0,2-1-2 15,-2 0-1-15,2 0 0 0,-2 0 0 16,-2 0 0-16,2 0 0 0,-2 0 0 15,0 0-1-15,-2 0 1 0,2 0 1 16,-4 0-1-16,0 0 0 0,2 0 0 16,-4 0 0-16,2 0 0 0,0 0 0 15,-5 0 1-15,5 0 2 0,-2 0-2 16,0 0 0-16,0 0 12 0,-1 0-12 16,-1-1 2-16,2 0 0 0,0 1-1 15,-5-1 17-15,3 1-18 16,0 0 2-16,-2 0-1 0,-1 0 1 15,-1 0-2-15,-1 0 2 0,3 0-2 16,-4 0 0-16,-1 0-1 0,3 0 0 16,1 0 0-16,-3 0 0 0,2 0 1 15,-5 0-1-15,5 0 0 0,-5 0 0 16,7 0 1-16,-5 0-1 0,3 0-1 16,0 0 1-16,-1 0 0 0,1-2 1 15,1 1 0-15,3 1 1 16,-4-1-2-16,1 1 0 0,3-1-2 15,-2 1 0-15,2 0-11 0,-1 0 13 16,-3-1 0-16,4 1 0 0,-1 0 0 16,-5 0 1-16,6-2 0 0,-3 2-1 15,-1-1 1-15,4 1-1 0,-9-1 1 16,9 0-1-16,-9 1 1 0,5-1 1 16,-3-1 0-16,1 2-2 0,-3 0-12 15,5 0 12-15,-4-1 1 0,-1 1 0 16,0 0 2-16,5-2-1 0,-6 2 0 15,5-2-2-15,-3 0 1 0,-1-1-1 16,1 0-1-16,1-1 1 0,-4 0-1 16,3 0-1-16,-1 0 2 0,-3-2 2 15,3 0 0-15,-1 0 1 0,-3 0-2 16,2 1-1-16,3-1 2 0,-5 0-2 16,5 0 0-16,-5 0-1 15,2-3 1-15,3 3 0 0,-5-1-1 16,3 0 1-16,1-1 0 0,-2-1-1 0,1 4 1 15,-3-5 0-15,3 5 0 0,-1-2 3 16,-4 1-2-16,3 0-1 16,-1 1 2-16,-2-1 10 0,-4 1-10 15,0-1-2-15,3 0 2 0,-3 2 0 16,2 0-1-16,-2 0 1 0,0 0 10 16,-2 1-12-16,0 0 0 0,0-2 0 15,3 2-1-15,-1-1-1 0,0-1-1 16,2 2 0-16,0-1 1 0,-4 0 2 15,0 1 0-15,3-2 1 0,-1 1 12 16,0 0-13-16,0-2 2 0,2 1 1 16,-2-2-2-16,0 1 0 0,-2 0-1 15,5 0 0-15,-1-1 0 0,-2 0 1 16,4-1 1-16,-4-1 1 0,-2 2 0 16,3 0-1-16,-1-1 11 0,0-1-12 15,0 1-1-15,-2-1-2 16,4 0-20-16,-4 0 20 0,2 0 0 15,-1 1 0-15,-3-3 1 0,2 3 1 0,-2-3-1 16,0 2 1-16,0-1-1 16,0 1-1-16,0-1 2 0,2 2 0 15,-2-2-2-15,2 2-10 0,0-1 10 16,0 1 1-16,0 1 0 0,0 0-2 16,0 0 1-16,0 0 0 0,0 0 2 15,2 3 1-15,-4-3 0 0,2 0 3 16,-2 2-1-16,0-1 9 0,0-1-12 15,0 1-1-15,0 0 0 0,2-3-1 16,-2 2 1-16,3 0-1 0,-3 0 0 16,2 0 1-16,-2 0 1 0,0-3 0 15,0 2 0-15,0-1 0 16,0 0 0-16,0 0 1 0,0 0 0 16,0 1 0-16,-2 0 1 0,-3-1 12 15,3 1-14-15,-2-1-2 0,2 4-2 16,0-4 3-16,0 1-1 0,0 0 0 15,0 1-10-15,0 0-4 0,2 0 13 16,-2-1 3-16,0 0-2 0,0 0 2 16,2-1 0-16,-2 2 0 0,2-1 0 15,-3-1 1-15,-1 1 1 0,4 1-2 16,-2-1-2-16,2 1-2 0,-4-1 1 16,4-1-12-16,0 1 11 0,-2-1-14 15,2 2 16-15,0-2 1 0,-2 0-2 16,2 0 1-16,-2-1-14 0,0 2 15 15,-2-1-2-15,4 1 2 16,-2-3-2-16,-2 3 1 0,1 0-11 0,3-1 12 16,-4 2-1-16,2 0-14 0,-4-3 14 15,4 3-11-15,0 1 1 16,-2-1-1-16,0 1 0 0,2 0 3 16,-3 1 8-16,3-2-8 0,0 1 10 15,-2 1 1-15,2-1 1 0,-4 0 2 16,4 0-2-16,-2 2 1 0,0-2-3 15,-1 0 1-15,3 0-1 0,0-1-2 16,0 2-1-16,-2 1-10 0,4-2 10 16,-6 0-10-16,4 2 13 0,0-2 1 15,-2 0-1-15,0 0 2 0,1 0-2 16,-1 0 1-16,2 2-1 0,0-2 1 16,-2 0 0-16,-2 0-1 0,2-1-2 15,0 2-26-15,-1 0-10 0,1 0 19 16,0-1 0-16,2 2 15 0,-2 0 1 15,-4-1 0-15,6 2 3 0,-5-1 1 16,3-1-1-16,-2 0 13 16,4 2-11-16,-4 0-1 0,0-1 15 0,-1 0-16 15,1 0-12-15,0 0 11 16,0-2-9-16,-2 1 7 0,-1-1-17 16,1 2 20-16,0 0 1 0,-5-2 17 15,3 1-17-15,2 2 2 0,-5-1-1 16,1 1 1-16,2-1-1 0,-5 1 1 15,1 0 11-15,-1 2-12 0,1-2-2 16,-3 2 1-16,3 1 2 0,1 0-2 16,-5 0 15-16,3 0 3 0,-1 0 3 15,5 0-6-15,-5-1-16 0,3 1 13 16,-3-1-13-16,4 0-13 0,3-1 11 16,-5 0 0-16,1 0-1 0,3-1-13 15,-2 1 15-15,-1 0-1 16,5 0 0-16,-7 0-27 0,3 0 13 15,-2 0 13-15,-1 1-19 0,3 1 7 16,-5-1 14-16,3-1 1 0,-5 2 0 16,5 0 13-16,-7 0-1 0,2-2-12 15,1 1 0-15,1 0-1 0,-1-1 1 16,-1 1 0-16,2-1 1 0,-3 0-1 16,3 2 0-16,-3-2-1 0,-1 0 0 15,2 1-1-15,1 0 1 0,-1 1 1 16,-4-2 0-16,5 2 0 0,-3 0 0 15,0-2 0-15,3 2 1 0,-5 0-1 16,4 0 2-16,-1-1-1 0,-3 1 3 16,7 0 8-16,-5-3-11 0,2 3 25 15,1-3-7-15,-3 0-10 16,4 3-9-16,-3-3 0 0,3 2-2 0,-3 0 2 16,3 1 0-16,-2-2 0 0,3 1 1 15,-1 0-1-15,-1 0-11 16,1 1 9-16,-1 0-1 0,1 0 3 15,-2 0-1-15,3 0-1 0,-5 0 2 16,5 1 0-16,-7 0 0 0,2 0-1 16,1 1 1-16,-3-2 2 0,2 0-1 15,-1 0 3-15,-1 1 11 0,2-1-11 16,-2 0-4-16,1 0 2 0,1 0-2 16,0 0 0-16,-1 0 0 0,1 0-1 15,0 0-3-15,-2 0 1 0,7 0 0 16,-7-1 0-16,5 1 0 0,-3-2 3 15,0 2 1-15,-1 0 1 0,1 0-1 16,-2 0 2-16,2 0-2 0,-1 0 0 16,-1 0 1-16,-2-1-1 0,2 1-1 15,-3 0 1-15,1 0 2 0,0 0-2 16,0 0 2-16,-2 0-3 0,2 0 0 16,-1 0 0-16,-1 0 1 0,2 0-1 15,0-1 1-15,-2 0-1 16,2 0 0-16,1 1-2 0,-3-2 2 15,0 0 0-15,2 1 1 0,0 0-1 16,0-1 0-16,1 0 0 0,-1 1 0 16,0 0-1-16,0-1-1 0,0 2-11 15,1-1 12-15,-1 1 1 0,0-2 1 16,0 2 1-16,2 0 11 0,1 0-12 16,-1-1 2-16,-2 1-2 0,7 0 12 15,-5 0-10-15,2 0 19 0,0 0-19 16,3 0-2-16,-3 1 0 15,5-1-1-15,-3 2-10 0,0-1 9 16,3-1 1-16,-1 2 0 0,1-1 0 16,-3-1-3-16,1 1 0 0,1 1 2 15,-1-2 1-15,-1 3 4 0,2-2-3 16,1 1 17-16,-1 0-18 0,1 0 0 16,-3-1-1-16,5 2-1 0,-5-1 2 15,5 1-1-15,-3 0-10 0,3 2 11 16,1-1 1-16,1-1-1 0,1 2 1 15,-1-3 11-15,2 2-12 0,-1-1 11 16,3 1-10-16,-2 0-1 0,2-2 2 16,-1 2-2-16,1-1 0 0,-2 0 0 15,1 0 0-15,1 1-12 0,-4-1 11 16,5 0 1-16,-3 0 2 0,0 0 17 16,2-1-4-16,-3 0-15 0,3 2 0 15,0-2 2-15,-1 2-2 16,3-2 3-16,-2 3-1 0,2-3-1 15,0 2 0-15,-1-2-1 0,1 3-1 0,0-4-2 16,2 5-10-16,-2-1 10 16,-1-1-10-16,3 0 13 0,2 1-3 15,-2-1 2-15,-2 1-1 0,2-1 2 16,0 1 0-16,-1 0 0 0,1 0 2 16,0-1-1-16,0 0 1 0,-2 0 1 15,2 0-2-15,2 0-1 0,-2 1-1 16,-1-1 1-16,1 0-1 0,0 0-1 15,2 0 0-15,-2 0-1 0,-2 1-13 16,4-1 14-16,-2 1 0 0,1-1 1 16,-1 0 1-16,-2 1 0 0,2 1 0 15,0 1 2-15,-2-1-2 0,2 0 1 16,-1 1 0-16,1-1-1 0,0 0-2 16,0 0 1-16,2 0-2 0,0 0-13 15,0 1 14-15,0-1-14 16,2 1 13-16,-2-2-10 0,0 3 11 15,2-2 1-15,0 0 0 0,0 1 0 0,-3-1 1 16,3 1 2-16,-2 1 1 16,2-2 0-16,-2 1 10 0,2 1-10 15,-2 0 10-15,0 2-12 0,0-1 0 16,-2 2-1-16,4 0-2 0,-2 2 1 16,2 1-2-16,-2-2 0 0,2 3 1 15,-2-4-1-15,0 3-10 0,2-3 12 16,-2 1 0-16,2 0 0 0,0-1 0 15,0-1 0-15,-2-2 1 0,2 1 0 16,0 0 1-16,0-1-1 0,0 0 1 16,-2 0 1-16,2 0 11 0,0 0-11 15,0-1-1-15,0 2 0 16,0 0-1-16,0-1 0 0,0 1 0 16,0 0 1-16,0 0-1 0,0-2 2 15,0 1 2-15,-3-1 8 0,3 0-11 16,0 0 3-16,0 0-1 0,-2-1 9 15,2-1 7-15,0 2 7 0,0-2-7 16,0 4-4-16,0-1-2 0,0-1-10 16,0 1-1-16,0 0 1 0,2 1-1 15,-2 3-2-15,5-4 1 0,-3 3 0 16,-2-3 1-16,2 3 11 0,-2 1-11 16,0-1 17-16,2 0-16 0,-2-1 12 15,0-1-2-15,0 1 6 0,0-3 0 16,2 4 0-16,-2-4-7 0,2 0-10 15,-2 4 14-15,2-4-15 0,-2 0 12 16,4 1-11-16,-2 1 0 0,2-2 11 16,-2 3-13-16,3-1 2 0,-1 3-1 15,0-3 0-15,0 2 0 16,0 0 1-16,2 0-1 0,-2-2 2 16,-1 2-1-16,1-2 0 0,2 1 0 15,-2-2 2-15,0-1 8 0,2 1-9 16,1 0 0-16,-3-1 10 0,2-1-10 15,2 0 10-15,-4 0-11 0,2-2 0 16,-1 0 1-16,-1 1 9 0,2 0-9 16,-2-1-2-16,0 1 14 0,0 0-13 15,3-2 14-15,-3 5-13 0,0-5 10 16,0 3-11-16,0-1 13 0,0-2-2 16,-2 3-10-16,2-2 0 0,-2 1 1 15,3-3 9-15,-1 3-10 0,-2-2-3 16,-2 0 0-16,2 2-2 0,0-1-21 15,-2-1-46-15,2 3-25 16,-2-1-67-16,2-2-146 0,-2 2-169 0,0-2-299 16,0 0-1047-16</inkml:trace>
  <inkml:trace contextRef="#ctx0" brushRef="#br0" timeOffset="181705.62">22829 10196 53 0,'0'0'23'16,"0"0"-23"-16,0 0 16 0,0 0 4 16,0 0 3-16,0 0 0 0,0 0-7 15,0 0 13-15,0-2 4 16,0 1 384-16,0 1-159 0,0 0-99 15,0 0-55-15,0 0-22 0,0 0 9 16,0 0-10-16,2 0-6 0,-2 0 10 16,0 0 9-16,0 0-16 0,0 0-26 15,0 0-20-15,0 0 4 0,0 0 16 16,0 0 16-16,0 0 7 0,0 0-4 16,0 0-6-16,0 0-13 0,0 0-10 15,0 0-13-15,0 0-16 0,0 0-12 16,0 0-1-16,0 0 2 0,0 0 14 15,0 0 10-15,0 0 10 0,0 0 6 16,0 0 9-16,0 0 11 0,0 0-7 16,0 0-17-16,0 0 4 0,0 0-6 15,0 0-14-15,0 0-20 0,0 0-1 16,0 0-1-16,0 0 1 0,0 0 3 16,0 0 15-16,0 0-3 15,0 0 3-15,0 0 1 0,0 0 5 16,0 0 11-16,0 0 15 0,0 0 0 15,0 0 7-15,0 0 6 0,0 0 3 16,0 0-3-16,0 0-7 0,0 0-6 16,0 0-13-16,0 0-3 0,0 0-19 15,0 0-13-15,0 0-2 0,0 0-1 16,0 0-3-16,0 0 0 0,0 0 2 16,0 1 0-16,-2 5-11 0,0 0 12 15,2-3 12-15,-2 1 7 0,2 1 6 16,0-2-6-16,-2 1-6 0,-2-1 0 15,4 0 3-15,-2-1-4 0,2 2-9 16,0-2-1-16,0 2-2 0,-2-3-2 16,2 1 0-16,0 1 0 15,0-3 0-15,0 1 0 0,0 0 0 16,0-1 0-16,0 0 1 0,0 0 0 16,0 2-1-16,0-2-1 0,0 1 1 15,0-1 0-15,0 0 0 0,0 2 1 16,0-1 0-16,0-1 0 0,0 2 1 15,0 1 2-15,0-2 0 0,0 1 11 16,0 1-13-16,0-3 0 0,0 2-1 16,0 0-1-16,0 0 0 0,0 0 2 15,0 1 1-15,0 0 1 0,0-2 0 16,-2 3 0-16,2-2-2 0,0 2 0 16,0-1 0-16,0 1 0 0,0-1 0 15,0 0 0-15,0 0 2 0,0 0-1 16,0 0 0-16,0 0 1 15,0-1 0-15,0 0-2 0,0 0-1 16,0 0-11-16,0 1 9 16,0 0-1-16,0-1 1 0,0 1 2 0,0 0 1 15,0 0 0-15,0 0 1 0,0 0 1 16,0-1 0-16,0 3 1 0,0 0-3 16,0-2-2-16,0 1 0 0,0 2 0 15,0-4 0-15,0 4-11 0,0-2 11 16,0 0-1-16,0 0-19 0,0 1 3 15,0 2-13-15,0-1-41 0,0 0-22 16,2 0-27-16,-2 0-44 0,2 1-75 16,-2-1-127-16,2-2-287 0,-2 0-560 0</inkml:trace>
  <inkml:trace contextRef="#ctx0" brushRef="#br0" timeOffset="186696.75">22726 10287 109 0,'0'0'29'0,"0"0"-29"0,0 0 85 16,0 0 192-16,0 0 264 0,0 0-229 15,0 0-152-15,0 0-111 0,2-5-46 16,-2 5 26-16,0 0 13 0,0 0 7 16,0 0 13-16,0 0 26 0,0 0 12 15,0 0-9-15,0 0-26 0,0 0-33 16,0 5-12-16,0-1-4 0,0 4-14 16,0-2-1-16,2 2 2 0,-2-1-1 15,2-1 0-15,-2 0-1 0,2 0 1 16,-2-1 14-16,0 1-14 0,2-2 2 15,-2 1-1-15,2 0-2 0,0 0-1 16,0-1 0-16,1 0-2 0,-1-1 0 16,-2-1 0-16,2-1-1 0,0 0 3 15,-2 0 0-15,2 1 1 16,-2-2 3-16,4 1 18 0,-4-1-2 0,2 0 2 16,-2 1-2-16,0 0 2 15,0-1-2-15,2 1 3 0,-2-1-7 16,0 0-13-16,2 2 0 0,-2-2 10 15,2 0-10-15,-2 1 0 0,2-1 9 16,0 0-10-16,-2 1-1 0,2-1 0 16,0 1 0-16,1 0 12 0,-1 0-13 15,2 1 1-15,-2-1 0 0,0 0 1 16,2-1-1-16,-2 0-1 16,0 2 0-16,0-1 13 0,0 1 3 15,2-1 4-15,1-1 57 0,-1 0-22 16,0 0-20-16,0 0-5 0,2 0-11 15,-2 0 7-15,0 0 3 0,1 0-10 16,1 0 7-16,-2 0-10 0,-2 0-15 16,0 0 1-16,4 0-1 0,-6 0 0 15,2 0 0-15,-2 0-1 0,0 0 2 16,2 0 1-16,-2 0 10 0,2 0 0 16,-2 0 7-16,0 0 5 0,2 0 1 15,-2 0 0-15,0 0-1 0,0 0 1 16,3 0-10-16,-1 0-14 0,-2 0 0 15,2 0 1-15,-2 0-2 0,0 0 1 16,2 0-2-16,0 0-2 0,-2 0-1 16,2 0 2-16,-2 0-1 15,2 2-1-15,0-2-10 0,4 2 13 16,-2-1 3-16,3-1 0 0,-1 1 10 0,4-1-11 16,-2 2 1-16,1-2 16 15,3 0 3-15,0 0 30 0,1 0-21 16,1 3-18-16,3-3 0 0,-1 0 0 15,1 0 6-15,-1 0 7 0,3 0-14 16,2 0 11-16,-5 0 2 0,5 0 1 16,-2 0 2-16,-1-3-5 0,1 1-1 15,1 0 0-15,-1-2 4 0,0 1-14 16,-1 0 1-16,1 1-10 0,-3-1 16 16,1 1-19-16,-1 1 0 0,1 0 2 15,-3-2-2-15,3 1 3 0,-3 2 9 16,-1-3-11-16,5 2 1 0,-5 0 0 15,1 1 0-15,1 0-2 0,-1-1 2 16,-1 0 0-16,-1 1 1 0,5-1 13 16,-7 1-14-16,4 0 1 0,-1 0 10 15,-3-1-10-15,1 1 0 0,3 0 10 16,-6-2-10-16,5 2 13 0,-1 0 3 16,-2 0-16-16,3 0 10 15,-1-1-12-15,1 1 1 0,1 0 14 16,-4 0-14-16,5 0-1 0,-1 0 0 15,-1 0 12-15,1 0-1 0,1 0-9 16,-3 0 13-16,3 0-14 0,-1 0 11 16,0 1-12-16,1-1 2 0,2 2 10 15,-5-1-10-15,7 0 10 0,-5 0-10 16,5 0 0-16,-5-1 9 0,5 1 4 16,-5-1-13-16,5 1 10 0,-5-1-10 15,5 0 10-15,-5 0-11 16,5 0 10-16,-3 0-9 0,3 0 0 15,-2 0 0-15,1 0 9 0,-3 0-10 16,3 0 0-16,-3 0-1 0,3 0 1 16,1 0 0-16,-3 0 1 0,1 0 10 15,0 0-1-15,1 0-9 0,-1 0 0 16,-1 0 13-16,1 0-15 0,-1 0 1 16,1 0-1-16,-3 0 0 0,3 0 2 15,-1 0-1-15,-1 0 0 0,1 0-1 16,3 0 0-16,-5 0 0 0,5 0 0 15,-2 0-1-15,1 0 2 0,1 2 1 16,1-1 10-16,3-1-1 0,-4 0-10 16,1 1 0-16,3-1 2 0,-4 1-2 15,4-1 10-15,-1 0-11 0,-1 1-1 16,2-1 1-16,2 2-1 0,-5-1-1 16,3-1 1-16,2 0 2 0,-3 1 0 15,1 0-1-15,2-1 1 0,0 0 2 16,-2 0-2-16,1 1 10 0,3-1-10 15,-6 0 11-15,4 0-10 16,-3 0 19-16,5 0-10 0,-4 0 1 0,2 0-13 16,0 1 2-16,-1-1-2 15,-1 0 0-15,0 2 1 0,4-1-1 16,-7-1 14-16,1 1-14 0,6-1 0 16,-8 0 1-16,3 2 18 0,3-1-16 15,-4 1 12-15,2-2 7 0,-1 0-6 16,1 0-14-16,0 0 13 0,0 0-2 15,1 0-12-15,-1 0 11 0,0 0 7 16,4-3-6-16,-2 1-1 0,-1 1 0 16,3-2 1-16,-2 1-12 0,4 0 2 15,-2-1 10-15,-2 0-12 0,1 2 2 16,1-3 0-16,2 3 9 0,-4-2-9 16,4 1 0-16,-4 0 1 0,2-1-1 15,0 2-1-15,-1-1 0 0,1 2-2 16,-2-3 1-16,2 2 0 0,0 0 2 15,2 0-1-15,-2 0 0 0,-3-1-1 16,5 1 1-16,-2 0 0 16,2-1 11-16,-4 1-11 0,-2 0-1 15,2 1 0-15,1-2-1 0,-5 2 0 16,0 0 0-16,4 0 2 0,-5 0 0 16,-1-1 1-16,4 1-2 0,-5-1 1 15,3 1-2-15,0 0 1 0,-3 0-1 16,5 0 1-16,-7 0-1 0,3 0 0 15,-4 0 0-15,3 0 1 0,-3-2 0 16,3 2 0-16,-5 0 0 0,1-1 0 16,-2 1 0-16,-1 0 0 0,1 0-1 15,-4 0 0-15,3 0 0 0,-1 0 0 16,-2 0 0-16,3 1-2 16,-1 1 0-16,0-2 1 0,-1 1-1 15,-1-1 1-15,2 1 0 0,-1-1 0 16,-3 3-1-16,2-2 1 0,0 0 1 15,-1 0 0-15,-3 0 1 0,-2-1 0 16,4 1-1-16,-2-1 0 0,-2 2 0 16,6-1-2-16,-6-1-1 0,3 0-9 15,-1 0 8-15,-4 0 1 0,2 1-12 16,0-1 15-16,0 1-2 0,0 0 2 16,0-1 0-16,0 0 0 0,-2 0 2 15,0 0 0-15,0 0 10 0,0 0-9 16,0 0 0-16,0 0-3 0,0 2 0 15,0-2-15-15,0 0 3 0,2 0 10 16,-2 1 0-16,0-1 1 0,0 0 0 16,2 0 0-16,2 0 1 15,-4 0 0-15,0 0 0 0,2 0 2 16,-2 0 1-16,0 0-1 0,0 1 1 16,0-1 9-16,0 0-9 0,0 0 10 15,0 0-10-15,0 0 9 0,0 0-12 16,0 1-1-16,0 0-1 0,3 2 0 15,-3-2 2-15,4 2 0 0,-2 0 0 16,0 0 1-16,-2 2 0 0,4 1-1 16,-2 2 1-16,0 1 1 0,2 0 0 15,-2-1-1-15,4 1 0 0,-3 0 1 16,-1 1-2-16,4-2 0 0,-4 2 0 16,0 0 0-16,0-1 1 0,-2 2 1 15,2-1 2-15,0 0 8 0,0-2-10 16,0 1 10-16,0 2-11 0,-2-2 15 15,7 0-13-15,-5 1 9 0,0 2-8 16,-2 2 14-16,4-1-16 0,-2 0 0 16,0 1 1-16,-2-1-1 0,4 1 0 15,-4-4 0-15,0 3-1 16,2-3-1-16,-2 1-16 0,0 1 15 16,2 1-1-16,-2-3 0 0,0 2 0 15,0-2 2-15,0-1 0 0,0 1 1 16,0-3 0-16,-2 1 0 0,2 0 1 15,0-3-1-15,-2 1 0 0,2-2-1 16,0 3-1-16,0-4 0 0,0-2 0 16,0 2-1-16,0-2 1 0,0 1-1 15,0-2 1-15,0 1 0 16,0-1-1-16,0 0 1 0,0 0 0 16,0 0 0-16,0 1 0 0,0-1-1 15,-2 0-1-15,2 0-15 0,0 0-26 16,-2 0-21-16,2 0-41 0,0 0-70 15,-4 0-59-15,2 0-60 0,-2-2-74 16,-3-1-62-16,5 0-148 0,-6-1-201 16,6-3-220-16,35 26 686 0</inkml:trace>
  <inkml:trace contextRef="#ctx0" brushRef="#br0" timeOffset="187499.12">26930 10641 99 0,'0'0'13'0,"0"0"156"0,0 0 1162 15,0 0-1007-15,0 0-100 0,0 0-224 16,0 0 16-16,0 0-16 0,0 0 85 16,0 0 21-16,19 3 8 0,-9-4-27 15,1-2-7-15,1 0-18 0,5 1-5 16,-5-1-15-16,5 2-6 0,-3-2-34 15,7 0 11-15,-5-1-10 16,5 1 0-16,-7 0 0 0,5 1 13 0,-5 1-13 16,5-1-2-16,-11 2 1 15,5 0 11-15,-3 0-12 0,-4 0 0 0,3 2 2 16,-5 0-1-16,4 0 1 16,-2 0 10-16,-4-1-10 0,2 0 1 15,-4 0 15-15,2 0-17 0,-2-1 20 16,0 0 10-16,0 2 45 0,0-2 42 15,0 0 12-15,0 1-30 0,0 0-31 16,0 1-48-16,-2 4-22 0,0 3-2 16,-2 1-1-16,-2 5 1 0,-4-1-1 15,3 4-10-15,3-1 10 16,-4 0-26-16,0 2 13 0,-3-2 13 0,5 0-9 16,0-1 8-16,0-1 1 0,-5-1-13 15,3 0 0-15,4-3 14 0,-2 0 0 16,0-3 2-16,-1-2 2 0,3 2 14 15,0-4-13-15,2-1 10 16,0 0-10-16,0 0 10 0,0-3-11 16,2 1-1-16,0-1 0 0,0 2 1 15,-2-2 0-15,2 0 2 0,0 0 15 16,0 0-7-16,0 0 4 0,-2 0 19 16,0-3-6-16,0 0-1 0,-2-3-3 15,-5 1-21-15,3-2-2 0,0-3 1 16,-2 2 25-16,-3-5-13 0,1 3-15 15,0-5-1-15,-3 3 0 0,1-2-1 16,1 1-11-16,-1 0 10 0,2-2-32 16,1 2 4-16,-3-1 5 0,8 0-24 15,-2 1-62-15,2-2-12 0,4 1-13 16,-2 3-39-16,2-1-72 0,0 2-123 16,2 1-235-16,-2 3-140 0</inkml:trace>
  <inkml:trace contextRef="#ctx0" brushRef="#br0" timeOffset="191544.29">28603 11055 70 0,'0'0'3'0,"0"0"49"0,0 0-6 16,0 0 19-16,0 0-23 0,0 0 545 15,0 0-242-15,0 0-179 0,0 0-39 16,0 0-13-16,-9-2-33 0,7 2 43 16,-2 0-1-16,-4 0-13 15,4 0-9-15,-2 0-14 0,-1 0 4 0,5 0-17 16,-4 0-25-16,2 0-4 0,-2 0-16 16,-2 0-10-16,3 0 4 0,1 0-4 15,-2 0-2-15,2 0-5 16,-2 0 1-16,-5 0-10 0,5 0-3 15,-2 0 0-15,-2 0 19 0,-1 0 0 16,1 0 4-16,2 0 12 0,-3 0-34 16,3 0 22-16,-2 0-21 0,-5 0 12 0,7-2-14 15,-6-2-14-15,-1-2 12 16,3 0-12-16,-7-1-44 0,3-1 22 16,-3 0 36-16,0 2 12 0,1-1-11 15,-7 1 2-15,8 0 9 0,-5 1-8 16,3-1 8-16,-4 2-10 0,1 1 1 15,1 2 19-15,-2-1-20 0,-4 2 40 16,2 0 3-16,3 0-12 0,-3 2-14 16,-2 0 26-16,0 2-29 0,4-2 32 15,-3 4 0-15,1-1-3 0,0-1-3 16,0 1-14-16,2-2-2 0,-3 2-4 16,1-1 7-16,0 2-3 15,2-2-10-15,-4-1 0 0,3 2 6 16,1 0-3-16,0-2 0 0,-6 2-18 15,4-1 0-15,3-1 15 0,-3 1-14 16,-2-1 1-16,0 1 23 0,4-3-13 16,-4 3-11-16,1-2 0 0,-1-2 11 15,2 1-13-15,0-1-2 0,-2 0 1 16,-2 0-13-16,0 0 14 0,2 0 2 16,-2-1-2-16,3-1-1 0,-3 2 1 15,0 0 1-15,0 0 0 0,-4 0-1 16,2 0 0-16,0 0-1 0,0 0-15 15,-2 0 16-15,4 0 2 0,-4 0-2 16,0 0 0-16,-3 0 2 0,1 0-2 16,2 2 0-16,0-2 2 15,-2 1-1-15,2 1 0 0,-2-1 0 0,4-1-1 16,-2 1 0-16,0 0 1 0,0 2 0 16,-1-3-1-16,3 1-1 15,-2 0 1-15,2 0-1 0,2-1 1 16,-2 0 0-16,-2 0 1 0,9 0-1 15,-7 0-1-15,2 0 0 0,0 0 1 16,-2-2 1-16,2 1-1 0,0-2-1 16,-2 2 0-16,0 0-1 0,6 1-11 15,-6 0 12-15,2 0 1 0,0 0 0 16,-2 0 1-16,6 0 2 0,-2 0 0 16,3 0 0-16,-1 0 10 0,2 0-11 15,2 0 10-15,-1 0-9 0,3 0 12 16,0 0-12-16,-1 0-1 15,3 0 10-15,-3 0-12 0,7 0 1 16,-5 0 17-16,5 0-18 0,-1 0 0 0,1 0 2 16,3 1 1-16,-2 1 0 15,1 1 13-15,7-1-3 0,-6 0 6 16,4 1-7-16,-1-2-10 0,5 1-1 16,0 1-1-16,0-1-1 0,2-1-1 15,-2 2-14-15,0-2 13 0,-2 1 1 16,4 1 0-16,-2-1 2 0,-4 3 1 15,6-2 2-15,-5 2 13 0,3-1-3 16,-2 3-1-16,0-1-9 0,2 0 16 16,-2 0-16-16,0 1 0 0,-2 0 10 15,3 1-11-15,-1 0 0 0,-2 0 10 16,4 1-11-16,-2-1-1 0,4 1 2 16,-4 3-1-16,0-1-1 0,2 1 0 15,-3-1-1-15,3 0-1 0,-2 0 1 16,2 1 1-16,-2-3 1 0,2-1 1 15,-2 3-1-15,2 0 0 0,2-2 0 16,-4-1 0-16,2 2 1 16,-5 2 1-16,5-2-1 0,0 2-1 15,0-2 1-15,-2 4 0 0,0-3-1 16,2 3 0-16,-2-3 1 0,4 4-2 16,-6-1 1-16,3 0-1 0,-1-1 0 15,2 2-4-15,0-2 1 0,-2 0 1 16,2 2 1-16,0-3-1 0,0 1 0 15,2 0 1-15,-2-2 1 0,0 0 0 16,2-2-1-16,-2 2-1 0,2-3 0 16,-2 1 1-16,0 3-1 0,-1-2 2 15,3 1-1-15,0 0 0 0,-2-1 0 16,2 2-1-16,0-1 0 0,0 1-1 16,0-1-13-16,0-1 14 0,0 0-1 15,0 3 0-15,0-2-1 0,2-3-8 16,-2 3 11-16,0-2 1 0,0 2 1 15,3-1-1-15,-1 0 2 16,-2-1 14-16,2 1-4 0,-2 2 4 16,0-2 0-16,2 1-3 0,-2 1-10 15,4 2 0-15,-2-2-1 0,-2 1 1 16,4 0 0-16,-2 1 1 0,0-3-4 16,0 1 0-16,0-2-13 0,5 3 12 15,-7-2 1-15,4 0 0 0,-2-2 0 16,-2 2 2-16,0-1 0 0,2-1 11 15,-2-1-10-15,0 2 16 16,2-2 9-16,-2 0 13 0,2-1 13 0,-2 1-1 16,2-1-8-16,-2-1-20 15,2 0-13-15,0-1-11 0,-2 0 1 16,0 1 0-16,2-2 2 0,-2 1 8 16,0 1-10-16,0 0 1 0,0 0 13 15,0-1 9-15,2-1-25 0,-2 1-2 16,2-2-17-16,-2 1 18 0,0-1 1 15,2 0-1-15,3 0 1 0,-3 0 0 16,-2 0 0-16,2 0 1 0,0-1 1 16,0 2 0-16,-2-3 0 0,0 1-1 15,2 1 2-15,-2-2-2 0,2 1-1 16,0 2 0-16,0-3 0 0,0 2 0 16,2 0 0-16,0 2 1 0,-2-2 14 15,5 1 1-15,-1-1-16 0,-4 0-1 16,2 0-2-16,2-2 1 15,-2 2 2-15,5-1 2 0,-5 1 1 0,2-2-2 16,-2 2-1-16,2 0 0 0,1 2 1 16,1-4 1-16,-2 2-1 15,-4 0 0-15,4-2-1 0,3 2 1 16,-1-1 0-16,0-1 2 0,-2 2 1 16,5-1 18-16,-1-1-3 0,2 1-3 15,1 1-16-15,1-3 1 0,-1 1 1 16,1 0 0-16,-1 1 1 0,5-1-1 15,-3 1 1-15,5-1 0 0,-5 2-2 16,3-1-1-16,1-1 1 0,2 2 0 16,-5-1 0-16,3 2 1 0,1-2-1 15,-1-2 1-15,4 2 0 0,-3-2 10 16,1 0-8-16,4 2 8 0,-4-1-12 16,1-1 2-16,5 0 0 0,-4 0-1 15,0 0 0-15,1 0-1 0,3 0 0 16,-2 0 0-16,-2 0 1 0,4 0 1 15,0 0-2-15,-3 0 0 0,-1 0 1 16,8-1-1-16,-4-1 0 0,2 2 2 16,2-1 11-16,-2 0-13 0,0-1 1 15,4 2-1-15,-4-2 0 16,4 1 2-16,-6 0-1 0,6 1 0 16,0 0 1-16,-2 0-2 0,0 0 0 15,0 1 1-15,0 2 0 0,2-1 0 16,-2-1-1-16,2 0 1 0,0 1 3 15,0-1-2-15,0-1 10 0,0 2-9 16,3-2 13-16,-3 0-13 0,0 0 12 16,4-2-12-16,-2 1 0 0,0-1 12 15,-2 0-12-15,7 0-1 0,-3-2 11 16,-2-1-13-16,4 2 0 16,-6 0 0-16,5 0 0 0,-3 0 0 15,2 1 0-15,0 0-1 0,-4 0 1 0,0 0 1 16,7 2 1-16,-12-2-2 15,6 2 0-15,-3 0 1 0,2 0 1 16,0 4-1-16,0 1 12 0,0-1 2 16,0 2-14-16,0-2-1 0,-2 4 2 15,0-4-2-15,-2 1 0 0,4 1 0 16,-6-2 2-16,4 0-2 0,-4 0 0 16,-5-3 0-16,5 0 1 0,-2-1 0 15,0 0 1-15,-4-1-1 0,-1-4 1 16,1 1-1-16,-2-2 1 0,-3 0-2 15,-3 2-22-15,-1-2 21 0,0 0 1 16,-1 0 0-16,-5 2 0 0,4 0 0 16,-4 0 1-16,1 2 0 0,-1-2 1 15,2 2-2-15,2-2 1 0,3 3-1 16,-3-2 0-16,3 0-1 16,-1 2-2-16,-4 0 1 0,11-2 0 15,-9 1 0-15,5 1 0 0,-3-1 2 16,-2 0 0-16,1 1-4 0,-3 0 4 15,-2-1 1-15,-4 0 3 0,4 1 8 16,-3 0-10-16,3 1 0 0,-4-2 1 16,4 1 0-16,-4-1-1 0,4 2 1 15,-2-2 0-15,3 0 0 0,1 0-2 16,0 0 0-16,-2-1-1 0,3 1 0 16,1 1-1-16,-2-2 0 0,-2 1 1 15,-1 1 2-15,1-1-2 0,2 1 1 16,0 1 1-16,-2-2-1 0,-1 1-1 15,-1 0-1-15,4-1 0 0,-2-1-2 16,0 3 0-16,-1-2-1 0,1 1 2 16,-2 0 1-16,4-1-1 0,-4 1 0 15,0-2 1-15,1 0 1 0,-3 0 1 16,0 1 0-16,2 0 2 16,0 0 0-16,2-1 0 0,-2 1 9 15,2-2-12-15,-1 2 1 0,-3-2 0 0,2 2 0 16,0-2 0-16,4 0 0 15,-6-1 0-15,5 1 0 0,-5-2 2 16,2 0 10-16,0 4-12 0,-4-5-1 16,4 2 0-16,-2-2 0 0,0 1 2 15,4 0 0-15,-4-2 0 0,3-1-1 16,-3 2 1-16,0-1 0 0,2-2-1 16,0 0-1-16,-2-1 0 0,2 0-1 15,-2-1 0-15,4 0 1 0,-1 0 0 16,-1 1 0-16,-2-1 1 15,4-1 0-15,-4 1 1 0,-2 1 1 16,2-3 0-16,0 3 10 0,0-4-13 16,-2 3 1-16,0-2 0 0,6 2-1 15,-6-1 0-15,0-1 0 0,2-1 0 16,-2 1 1-16,0-2 0 0,0-1 0 16,0 3 0-16,0 0-1 0,0 0-1 15,0-2 1-15,0 2-1 0,0-2-1 16,0 0 0-16,0 2 0 0,0-1-1 15,0 2 0-15,0 1 0 0,-2-1 0 16,2 1 1-16,0 1 0 0,0-1 0 16,0 2 1-16,-4-3 0 0,4 3 0 15,0-1-1-15,0 0 2 0,0 0-2 16,0-2 0-16,0 1 0 0,0-1 0 16,0 0-1-16,0 1-10 0,4-1 13 15,-2 1-1-15,-2 1-1 0,0 0-1 16,0 2 1-16,0-2 0 0,0 3 0 15,0-3 2-15,0 1 1 0,0 2 0 16,0 0 0-16,0-2 0 16,-2-1 0-16,-4 3 1 0,6-1 14 15,-4-2-15-15,2 3-1 0,0-6 0 16,-4 3-2-16,4-1-2 0,-2-2-8 16,-1-2 9-16,-3 2-9 0,4-1 10 15,0-1 0-15,-4 2 1 0,1 0 1 16,-3 1 2-16,4-1-1 0,0 5-1 15,-1-2 2-15,1 1-2 0,-2 1 0 16,2 2-4-16,4 0 3 0,-5 1-2 16,1-2-9-16,2 2-4 0,-4 1-2 15,2 0-4-15,4-1 6 0,-5 1-2 16,3 1-4-16,-2 2-13 0,-2-1-5 16,6 0-7-16,-4 1-20 0,3 0-14 15,-1 0-20-15,0 2-31 0,2-2-58 16,0 2-122-16,2 0-115 15,0 0-180-15,-2 0-577 0</inkml:trace>
  <inkml:trace contextRef="#ctx0" brushRef="#br0" timeOffset="192617.21">27034 12322 167 0,'0'0'163'0,"0"0"-117"0,0 0 1147 0,0 0-868 16,0 0-88-16,0 0-30 0,0 0-23 16,0 0-41-16,0 0-47 0,0 0-38 15,-11 7-32-15,11-2 22 0,0 2 42 16,0 2 22-16,0 5 0 0,3 1-7 15,-3 4-22-15,0 5-35 16,0 4-20-16,0 4-15 0,0 2-11 16,0 6-1-16,0 0 0 0,0-1-2 15,0-1 0-15,0-1 0 0,2-2 0 16,-2-3 1-16,0-1 0 0,0-2 0 16,0 0-1-16,0 0-12 0,0-2 10 15,0 2-22-15,0-2 9 0,-2-3-7 16,2 1-5-16,0-8-1 0,0 3-6 15,0-6-3-15,0-2 6 0,0-2 3 16,0-4-3-16,0-1-6 0,0-2-20 16,4-1-6-16,-4-2-16 0,2 0-36 15,0 0-61-15,-2 0-81 0,4-4-37 16,-2-2-111-16,2-2-36 0,-2 3-73 16,0-5-159-16</inkml:trace>
  <inkml:trace contextRef="#ctx0" brushRef="#br0" timeOffset="193172.53">26926 12769 547 0,'0'0'150'0,"0"0"1154"0,0 0-918 15,0 0-351-15,0 0-32 0,0 0-3 16,0 0 38-16,0 0 27 0,0 0 12 16,0 0-2-16,44 50 8 0,-36-32-2 15,2 3-1-15,-1-1-29 0,-3 5-22 16,2-3-10-16,-2 0-3 0,5-1-3 16,-5-2-11-16,0-4-1 0,2 1 3 15,1-1 8-15,-3-4 1 0,-2 0-11 16,0 0 11-16,-2 0-13 15,4-3 0-15,-4-2-1 0,5 1-12 16,-3-2 10-16,0 0 3 0,-2-2 0 0,0-2 12 16,-2 1 14-16,2-2 12 15,-2 0-3-15,2 0 0 0,-2 0 3 16,0-3 1-16,0 0-1 0,2-3 41 16,4-5-24-16,-2-2-30 0,5-6-25 15,-1-1-1-15,0-5-28 0,7-2-72 16,-5 2-88-16,0-1-32 0,3 1-52 15,-3 3-160-15,-2 5-362 0,5 4-665 16</inkml:trace>
  <inkml:trace contextRef="#ctx0" brushRef="#br0" timeOffset="195625.1">28355 13193 171 0,'0'0'16'0,"0"0"43"15,0 0 32-15,0 0 528 0,0 0-332 16,0 0-118-16,0 0-84 0,0 0-4 16,0 0 16-16,0 0-35 0,-44 12 26 15,34-12 26-15,4 0-7 16,-5 0-4-16,-1 0-22 0,2-2 4 16,-3 0 2-16,-3-2-16 0,3 3-13 15,-5-2-58-15,-1 0-19 0,-4 2-14 16,-1-2 33-16,1 3 3 0,-6 0-2 15,2 0 1-15,-4 0-2 0,-2 1 26 16,0 1 19-16,0 0 0 0,0 0-13 16,-2 0-3-16,-1 0 16 0,-1 0 0 15,2 0-9-15,-4-1 2 0,4 0 11 16,-3-1-4-16,1 0 6 0,-2 0-29 16,4 0-6-16,-4 0-16 0,1 0 0 15,-1 0 0-15,-2-1 0 0,4 0-1 16,-3 0-1-16,1 0 2 15,-2-1 0-15,-1 2 1 0,5 0 1 0,0 0 12 16,-2 0-14-16,-3 0 0 0,5 0 0 16,-2 2 4-16,2 0 8 15,1 0 14-15,1 0 0 0,-2 0-7 16,2-1 6-16,2-1 11 0,-2 1-8 16,2-1-5-16,0 0-7 0,2 0 0 15,0 0-4-15,0 0 4 0,2 0-3 16,-2-1 6-16,2 0-18 0,0-1-1 15,0 0 1-15,4 2-1 0,-2-1 0 16,0 1-1-16,-2 0 1 0,4 0 0 16,3 0 1-16,-3 0 15 0,-2 0-15 15,2 1 22-15,5 1-20 0,-7 0 12 16,4 0-15-16,0 0-12 0,-2 1 12 16,1 1 3-16,1-1 10 0,0 1-10 15,-2-1 13-15,3 2-15 16,3-1 2-16,-4 2 20 0,5 0 5 0,1 0-9 15,1 0-3-15,1 1 3 0,5 0-3 16,-1-1 9-16,1-1 7 16,6 0-13-16,0 0-17 0,0 0-2 15,2-1-19-15,2 0 3 0,-2 2-3 0,-3 0 17 16,5-1-14-16,0 1 14 16,0 2 1-16,-2 1 0 0,2 3 0 15,0 1 1-15,-2 3 0 0,2 2-1 16,-2-1 0-16,2 5 0 0,0-1 1 15,0 0-2-15,0 0-11 0,0 1 10 16,0 0 0-16,0 0 0 0,2 1 2 16,-2 0-1-16,0 1 2 0,0-1 2 15,0 1 0-15,-2-2 10 0,0-1-11 16,0 1 15-16,0-2-3 0,0 2 0 16,0-1 6-16,2-1 6 15,0-1 0-15,0-2 7 0,0 0 6 16,0-2-10-16,0-2-3 0,0 1-21 15,0-1-1-15,0-1-2 0,0 1 0 16,0 0 0-16,0 0-1 0,0 1-1 16,0 0 0-16,2 1 0 0,0-2 0 15,-2 2 1-15,2 0 1 0,-2-1 2 16,0 0 0-16,0-1 10 0,0-1-11 16,0-4-1-16,0 1 1 0,0 0-1 15,0-1 0-15,0 0 1 0,0 0-1 16,2-2 2-16,-2 1-3 0,2-1-37 15,-2 0 34-15,2 1 2 0,-2-1-1 16,2 2 1-16,0 0-1 0,3-2-10 16,-3 3 9-16,0-1-9 0,2 0 10 15,0 0-11-15,-2-1 0 16,2-1 10-16,2-2 1 0,-1 4 2 0,3-4 1 16,-4 1 1-16,0 1 1 15,-4-2 10-15,4 0-11 0,-2 2 1 16,2-2 1-16,1 2-2 0,-3 1 0 15,2 1 0-15,-2-1-2 0,0 1 0 16,2-1-1-16,-2-1-1 0,0-1 0 16,-2 1-2-16,4-1-15 0,-2 1 18 15,5-2-1-15,-3 0 0 0,0 0 0 16,0 0 0-16,4 1 2 0,-4-1 16 16,3 0 0-16,-1-1-16 0,4 1 0 15,-4 1 0-15,3-1-2 0,3-1 0 16,-2 2 2-16,-1-3 3 0,5 3-3 15,-2-1 0-15,3 0 2 0,4 1 29 16,-3 0-2-16,7-3-26 0,0 0 16 16,-3-1-4-16,5 1 1 0,2-1-3 15,2-1-13-15,-2 0 2 0,4 0 10 16,-4 1-11-16,4 0-1 16,2 0 1-16,0 2 12 0,6-1-10 15,-2 1 10-15,2-2-1 0,-1 1-10 16,5-1 14-16,3-1 9 0,-1 0-12 15,9 0 2-15,-7-1-11 0,5-1 8 16,-4 1 4-16,-7-2-4 0,11 1-10 16,-5-1 0-16,5 1 1 0,-5 1-2 15,9 0 1-15,-4-1-2 0,-5 1 0 16,9-1 0-16,-12 1 0 0,5 0 0 16,1-3 1-16,-11 2 1 0,13-3-1 15,-9 1 1-15,5 1-2 0,-3 0 1 16,-3 0-1-16,3-1 1 0,-4 2-1 15,-1-1 2-15,-3-1 0 0,4 2-1 16,-2-1 0-16,-1 0-1 16,-1 2-1-16,-2-2 0 0,0 0-1 15,-2 2-1-15,0-1 1 0,-2-1-11 16,-4 0 10-16,-4 0 0 0,2 0-28 16,-7-1-1-16,-3 1-2 0,-7 2 9 15,2-2 9-15,-1 1 3 0,-7 2 10 16,2 0 1-16,-4-1 2 0,2 1-1 15,-2 0 0-15,2 0 0 0,-2 0 0 16,0 0 1-16,0 0 0 0,2-1 0 16,-2 1 0-16,0-2-1 0,0 2 0 15,0-2 1-15,2 2-1 0,-2 0 1 16,2-2 0-16,4 0 0 0,1-2 0 16,-3 0-1-16,2-1 1 0,2-3 0 15,3 0-1-15,-3-1-13 16,-2-3 14-16,4 0 2 0,3-1 0 0,-5-3 1 15,-2 2 23-15,0-3-23 0,3 0 16 16,-1 1-7-16,-4-4-9 16,-2 2 16-16,4 1-17 0,-1-3 1 15,3-1 0-15,-4 3-1 0,0-2 10 16,0 0-11-16,-2-2 0 0,2-2 2 16,1 0 10-16,-3-1-10 0,4-2 19 15,-2 0-20-15,-2 2 11 0,0 0-13 16,0-1-2-16,-2 4 0 0,0-3 2 15,-2 3 3-15,-2-2 15 0,0 1 1 16,-4 2-3-16,-1 0-13 0,5 1-1 16,0-1-1-16,-4 2-1 0,-1 0 0 15,3 2 0-15,2-3 0 16,0 4-1-16,0-2-2 0,0-2-10 0,0-1 1 16,-3 0 9-16,5-1 0 0,-2-1-13 15,2 1 14-15,0 2-1 16,-2-3-13-16,4 3 15 0,-2 1 0 15,0 1 1-15,-2-1-3 0,2 1-13 16,0 5-3-16,-5-4-2 0,7 2-14 16,-2 1 0-16,2 0-6 0,-2 1-9 15,0 1-16-15,0 1-7 0,2-1-22 16,0-3-29-16,-2 1-61 0,2-1-100 16,0-3-117-16,0 4-233 0,-4-7-588 0</inkml:trace>
  <inkml:trace contextRef="#ctx0" brushRef="#br0" timeOffset="-208992.07">27040 12641 8 0,'0'0'3'0,"0"0"16"0,0 0 11 15,0 0-4-15,0 0-8 0,0 0-18 16,0 0-2-16,0 0-14 0,0 0 3 16,2-2 12-16,0 0-64 0</inkml:trace>
  <inkml:trace contextRef="#ctx0" brushRef="#br0" timeOffset="-204011.88">27034 12686 9 0,'0'0'3'0,"0"0"13"0,0 0 1 16,0 0-15-16,0 0-2 15,0 0-4-15,0 0-18 0,0 0 1 16</inkml:trace>
  <inkml:trace contextRef="#ctx0" brushRef="#br0" timeOffset="-188665.92">14027 3960 768 0,'0'0'176'0,"0"0"-117"15,0 0-10-15,0 0 9 16,0 0-12-16,0 0-23 0,0 0 6 0,3 5 13 16,-3-5 7-16,2 1 241 15,-2-1-43-15,0 0-78 0,0 0 2 16,0 0 27-16,0 0-27 0,2 0-48 15,-2 0-52-15,2 0-65 0,-2 0-6 16,4-1-3-16,-4 1 3 0,4-1 2 16,0 1-1-16,2-1 2 0,3 1 0 15,-1-2 10-15,-4 1 13 0,6 0 0 16,1 1 16-16,-3-2 12 0,0 0-12 16,3 1 3-16,3 0-4 0,-4-1 17 15,5 0 3-15,-3 1-10 0,3-1-13 16,3 1-9-16,1-2 3 15,0 2 0-15,3-1-4 0,-3 1 4 0,6-2 3 16,2 0 3-16,-3 3-3 0,1-2-12 16,2 0 5-16,0 2 10 15,2-1 0-15,0 1-13 0,0 0 13 0,0 0 6 16,0 0-12-16,2 0-1 0,0 0-2 16,0 0-17-16,2 2-10 0,0-1 14 15,0 1-14-15,2 0 0 16,0-1 11-16,0 2 0 0,2-3-11 15,1 1 17-15,-1-1-1 0,-2 0-5 16,2 1-1-16,-2-1 7 0,3 0-6 16,-1 0-1-16,0 0 4 0,4 0 0 15,-1 0-13-15,-5 0 9 0,2 0 2 16,2 0-12-16,-2 0-2 0,5 0 3 16,-1 0-1-16,-2 0 0 0,1 0 0 15,-1 0 11-15,6 0-1 0,-5 0-10 16,1 0 2-16,2 0 8 15,1 0-10-15,-3 0 1 0,-2 1-2 16,7 0 1-16,-5 0 1 0,3 1-1 16,-1-1 1-16,3 1 0 0,-3-2 0 15,7 1 9-15,-5 2-9 0,-1-2 0 16,5-1-1-16,-3 1-2 0,1-1 0 16,-1 1-2-16,-3-1 2 0,7 2-1 15,5-2-1-15,5 2 1 0,13-2-1 16,-1 0 0-16,-6 0-1 0,-6 0 3 15,-8 0 0-15,2 0 0 0,-3-2 0 16,-5-1 1-16,-7 3 0 0,-8-1-1 16,-2 1 0-16,6 0 0 0,4 0 0 15,7 0 3-15,4-1 13 0,-7 1 3 16,2 0-18-16,3 0 1 0,-5 0-1 16,5 0 1-16,-1 0-2 15,-1 0 2-15,1 0-1 0,-1 0 2 0,6 0-2 16,-7 0 0-16,9 0 1 15,-7-3 0-15,3 2 1 0,-2-2-2 16,3 0 1-16,-5 1 1 0,3 0 0 16,-1-1-1-16,-3 2-1 0,1-1 1 15,-1 2 13-15,3-3-14 0,-1 1 2 16,-1-1 12-16,1 2-14 0,-3-2 2 16,7 0 14-16,-3-1-17 0,-3 0-3 15,-1 0 1-15,-1 2 2 0,3-3 1 16,-5 2 0-16,0 0-1 0,-3-1 13 15,1 1-13-15,0 2-1 0,-4-4 0 16,3 2 1-16,-3-2 1 0,0 4-1 16,0-3 1-16,0 1 1 0,-2-1-1 15,2 1 3-15,-2 0-3 0,-2 1 0 16,0-1 2-16,0 0-2 0,-2 3-1 16,-2-2 0-16,-4 1 1 0,4 1 0 15,-4 0-1-15,3 0 0 16,-3 0-2-16,-2 0 2 0,4 0 0 15,-1 0 0-15,3 0 2 0,-4 0 0 0,6 0 1 16,-2 1 12-16,0-1-11 16,-2 0 8-16,-1 0 0 0,-1 0-11 15,0 0-1-15,-2 0 2 0,-3 0 2 16,1 0-3-16,-1 0 2 0,-1 0-1 16,-1 0 0-16,-1 0-2 0,-5 0-2 15,-1 0-11-15,-3 0-8 0,-2 0-48 16,-4 0-34-16,2 0-4 0,-2 0 16 15,0 0 10-15,0 0-14 0,-4 2-47 16,0-2-124-16,-7 6-111 16,1-3-80-16,2 2-253 0,-13 0-517 0</inkml:trace>
  <inkml:trace contextRef="#ctx0" brushRef="#br0" timeOffset="-187973.47">15863 4163 989 0,'0'0'351'0,"0"0"725"15,0 0-734-15,0 0-124 16,0 0-54-16,0 0-5 0,0 0-6 16,0 0-26-16,0 0-48 0,0 0-31 15,-35 19 8-15,27-1-18 0,-7 8-22 16,3 3 6-16,-5 8 25 0,5 5-3 15,-1 1-3-15,1 0-19 16,2 0 0-16,4-2-4 0,-1-2-2 0,-1-2-13 16,8-3-1-16,0-3-1 0,0-3-1 15,8-2-1-15,1-2-47 0,1-3 17 16,6-4 6-16,1-1-19 0,8-4-44 16,2-4-13-16,-5-4-29 15,11-4-98-15,1 0-104 0,-1-6-128 16,-4 0-331-16,6-6-512 0</inkml:trace>
  <inkml:trace contextRef="#ctx0" brushRef="#br0" timeOffset="-187469.52">16217 4344 981 0,'0'0'235'0,"0"0"735"0,0 0-698 15,0 0-124-15,0 0-44 16,-27 71-5-16,25-42-5 0,2 5-8 16,2 1-18-16,2-3-4 0,2-1-4 15,6-4 4-15,-1-4 25 0,1-2 1 16,5-5-8-16,-3-2 16 0,5-5-41 16,-5-3 0-16,7-2-6 0,-7-4-23 15,5-1 19-15,-5-8 7 0,5 1 24 16,-4-6-12-16,1-3 7 0,-6-4 11 15,1-2 16-15,3-4-1 0,-6-5-22 16,-1 1-21-16,-3-3-10 0,6 3-15 16,-8 0-9-16,0 3-4 0,-2 5-5 15,0 3-11-15,-2 4 10 0,-2 3-12 16,-4 3-22-16,4 4-55 0,0 1-37 16,1 5-60-16,3 0-60 15,0 0-236-15,3 9-290 0,1-1-51 16,6 7-639-16</inkml:trace>
  <inkml:trace contextRef="#ctx0" brushRef="#br0" timeOffset="-186720.4">16698 4742 620 0,'0'0'173'15,"0"0"-29"-15,0 0 948 0,0 0-813 16,0 0-172-16,0 0 45 0,0 0 31 15,0 0-12-15,2-62-17 0,0 46-33 16,5-1-12-16,-5-4 24 0,2-2 4 16,0-2-20-16,-2-3-19 0,0 1-17 15,0-3-11-15,0 1-8 0,0-1-1 16,0 3-17-16,0-1-13 0,-2 3-3 16,2 5-3-16,-2 3 9 0,0 5 7 15,5 5-10-15,-5 4-13 0,2 1-18 16,-2 2-10-16,2 0-18 15,0 6-22-15,4 6 40 0,-4 4 10 16,4 2 22-16,0 4-7 0,5 1-13 16,-3-2 0-16,-2 2 17 0,0-3-7 15,5-4-10-15,-3-1 2 0,0-3 11 16,1 1-13-16,1-5 14 0,-2 2-16 16,0-3 0-16,-1-3-1 0,3-1-1 15,-4 0-2-15,-2-1-11 0,0 0 3 16,-1-2-1-16,1 0 10 0,-2 0-13 15,4-4 1-15,0 0 2 0,0-5 13 16,-2-5 1-16,3-1-1 0,-1-7-3 16,6 0-9-16,-6-3 10 0,1 0-11 15,-1 2 13-15,4 2 1 0,-4 2 2 16,-1 3 0-16,1 3 0 0,-4 3 0 16,2 4 12-16,0 1 4 15,-4 4 6-15,2-1-3 0,0 2-1 16,-2 3 10-16,2 5-6 0,0 5 62 0,2 6 108 15,-1 4-48-15,1 2-64 16,0 0-46-16,0 0-13 0,2-2-21 16,2-1-1-16,-1 0-1 0,1-3 2 15,-2 0 0-15,4 1-3 0,-1-6-19 16,-1-1-64-16,-2 0-3 0,7-1-12 16,-5-1-53-16,0-1-57 0,4-3-44 15,-1 1-161-15,-1-3-160 0,3-4-165 16,-3-1-550-16</inkml:trace>
  <inkml:trace contextRef="#ctx0" brushRef="#br0" timeOffset="-186215.63">17358 4270 1023 0,'0'0'716'0,"0"0"-35"0,0 0-262 16,0 0-50-16,0 0-38 0,0 0-72 15,0 0-92-15,0 0-127 0,0 0-39 16,0 0 57-16,-19 72 4 0,17-37-21 16,2 1-22-16,0-1 12 0,0-2-3 15,0-4 3-15,0-3 9 16,0-2 4-16,0-4 8 0,2-2-5 16,0-5-10-16,0 0-15 0,0-3-4 15,2-3-15-15,-2 0-2 0,3-2 2 16,-3-3 10-16,2 0-10 0,2 0 15 15,0-2-2-15,0 0 21 0,3 0 27 16,-3-2 69-16,6-3-8 0,-1 1-48 16,-1-3-38-16,4 1-21 0,-1 1-18 15,-1 1-16-15,1 1-5 0,1 2-13 16,5 1-45-16,-7-2-35 0,7 2-33 16,-7 0-35-16,7 2-29 0,-5-1-109 15,-4 2-188-15,3-3-176 0,-7 3-507 16,-2 0-388-16</inkml:trace>
  <inkml:trace contextRef="#ctx0" brushRef="#br0" timeOffset="-185732.69">17852 4155 1551 0,'0'0'682'15,"0"0"-18"-15,0 0-273 0,0 0-172 16,0 0-48-16,0 0-48 0,0 0-10 16,0 0 3-16,0 0-21 0,0 0-7 15,51 25-20-15,-36-13-9 0,-1 5 19 16,-1 0-20-16,-1 2-14 0,5 4 2 15,-5 0-18-15,0 2-10 0,1 1-15 16,-5 1 13-16,2 0-4 0,-1 4 0 16,-3-1-11-16,-2 1-1 15,-2-2-15-15,-2-1-25 0,0 3-25 0,-6-4-21 16,2-2-4-16,-7 0-10 0,1-2-43 16,-2-1-65-16,-5-3-98 0,5 0-229 15,-1-4-621-15,-7-1-756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58:53.3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27538 5926 389 0,'0'0'349'0,"0"0"-17"15,0 0 20-15,0 0-86 0,0 0-90 16,0 0-53-16,-47 21-13 0,34-21 4 16,5 0-33-16,2 0-13 0,-3 0-7 15,-3 0 4-15,2 0 16 0,-3 0 3 16,-3 0-10-16,1 0-29 0,-3 1 6 16,1 1 26-16,-3 1-16 0,-3-2-19 15,0 2 3-15,-2 0-10 0,-6 0 4 16,2 1-4-16,-4 1 9 0,-2 1 1 15,0 0-3-15,-2 1-1 0,-3-1-6 16,-1 1 3-16,-2 0-12 0,-3 0-4 16,-1 0 10-16,1-2-30 0,-3 0 23 15,5-2-12-15,-1-2 9 0,-5-1-9 16,7 0-1-16,-7 0 4 0,5 0-14 16,-3-1-2-16,-2-3 26 15,5-1-7-15,-7 1 6 0,7-1-3 16,-5-1-3-16,3 2 16 0,-13-2-4 15,-4-1-5-15,-7-1-8 0,-3 1 17 16,6-1-32-16,4 2 13 0,6 2-14 16,2 0 17-16,0 0-18 0,2-2 17 15,-6 0-17-15,7 0 10 0,1-1-9 16,-4-2 13-16,5 1-15 0,-5 1 0 16,4-2 16-16,0 0-13 0,-6 1 19 15,9 0-21-15,-7 2 8 0,4 0-9 16,1 1 0-16,-5 1 2 0,6-2 11 15,3 1-10-15,10-1 10 0,3 2-12 16,3-2 11-16,-2 2 1 0,-8-2-12 16,-7-2 15-16,1 1 6 0,1-1-20 15,-3 0 11-15,5-3-11 0,-1 3-1 16,-3-1 1-16,5 0 0 16,-2 2 0-16,-1 1 1 0,3-2 10 15,-3 3-13-15,1-1 0 0,3 0 1 16,-3 1 11-16,4-1 0 0,1 0-11 15,1 0 1-15,-2 0 23 0,-1 0-22 16,3 2 25-16,-2-2-9 0,-3 3-4 16,1 1 13-16,-1 0-24 0,1 2 15 15,-2 0-18-15,1 0-1 0,-1 0 0 16,-1 2 0-16,3 2 11 0,-5-3-10 16,5-1 1-16,2 2-1 0,-5-2 17 15,3 1-17-15,1 0 2 16,-1 1 10-16,-1-2 2 0,3 0 13 0,0 2-15 15,-3-2-1-15,1 0-11 16,2 0 0-16,-1 1 2 0,1 0 0 16,-2 0-3-16,1 2 0 0,1-3-2 15,-5 2 2-15,5 2-2 0,-4 0 0 16,-1 0 2-16,3 1 0 0,-3-2 0 16,-1 2-1-16,3 1 0 0,-12 0 2 15,9-1-1-15,1 1 3 0,-3 0-3 16,7 0 0-16,-7 0 0 0,-1 0 1 15,3-1 0-15,-3-1 2 0,3 2-1 16,-3-2-2-16,0-2-2 0,5 2-1 16,-5-2 2-16,1 0-2 0,3 1-9 15,-1-2 11-15,-9 2-11 0,-2-2 12 16,4 1 0-16,5-1 1 0,7 1-1 16,5 0 1-16,-13-1 0 15,1 2 1-15,-1 0-1 0,1-1 0 0,7 2-1 16,-5-2 3-16,1 2-2 15,3-2 1-15,-3 3-2 0,3-2-1 16,2-1-1-16,1 0-1 0,-1 0 1 16,4 1 2-16,-3-1 0 0,1 0 1 15,2 1 1-15,-2 1-1 0,-1-1-1 16,3 3 1-16,2 0 0 0,-2 1-2 16,0 1 0-16,1 1 1 0,-1-1-3 15,4 0 0-15,0 1 0 0,0 1 1 16,0 0 0-16,0 2-13 0,0 0 15 15,4-2 2-15,2 5 0 0,0-4 8 16,4 1-10-16,1 1-1 0,1 1 1 16,2-3-2-16,3 3-10 0,1-3 11 15,-1 3 0-15,3-1-1 0,3-1-11 16,0 2 10-16,-3 1-12 16,7 0 14-16,-4-1-2 0,4 3 1 0,-3-1-10 15,3 1 11-15,0 3-1 0,0-3 1 16,2 1-2-16,0 0 0 0,-1-1-10 15,1 2 11-15,0 0 0 16,2 3-10-16,0-2 10 0,-2 2 2 16,2-1 0-16,-2 2 2 0,2-1 0 15,-3 3 13-15,-1 0-13 0,-2 2 17 16,4 2-4-16,-4 0-12 0,-1 1-3 16,-1-1-23-16,4 0 23 0,-3-2 0 15,1 2 0-15,-2-2 0 16,4 1 1-16,-3-3 1 0,3 0 8 0,-2 0-10 15,2 1-1-15,2-2 1 16,-3 1 1-16,3 1 1 0,0-2-2 16,0 2 0-16,0-2 1 0,-2 1-2 15,6 0 1-15,0 0 0 0,-2 2 0 16,0 0 0-16,-1 0 1 0,3 2 0 16,-2 0-1-16,0 1 0 0,2 1 1 15,0 1 1-15,0 0-1 0,0 4-1 16,0-1-15-16,0-1 3 0,0 1 10 15,0 0-14-15,0 0 15 0,0-2 0 16,0 1 1-16,0 0 0 0,2-4 0 16,0 3 0-16,3 1 0 0,-3-3 0 15,4 1-1-15,2-2 0 0,-2 1 0 16,3-1-1-16,1 2 1 0,0 0 0 16,1 0-1-16,-3 0 1 0,6-1-1 15,-1 1-10-15,-1-1 12 0,3-1-1 16,-3 1-1-16,5 0-20 0,-1 0 10 15,-1-1 10-15,-1 1 0 16,1-2 0-16,-1 2-1 0,0-1 1 16,1 1 2-16,-3 1 0 0,5-1 1 15,-1 1-1-15,-1 2 0 0,-3-3 0 16,1 2 0-16,1-1 1 0,-1-1 0 16,1 2 0-16,0 0 1 0,-1-1-1 15,1 1-1-15,1 0 2 0,-1 1-2 16,1-1 0-16,1-1 0 0,-1 0 0 15,-3 1-3-15,3-1-9 0,-3-1-4 16,3-2 15-16,-3 1 1 0,0-1-1 16,-1-2 2-16,1 4-1 0,-4-4 1 15,3 2-1-15,-1 1 0 0,-2-2 1 16,3 1 0-16,-5-2 1 0,4 1-1 16,-2 1 0-16,3-1-1 0,-1 0 0 15,-4-2 0-15,7 3-2 0,-5-4 2 16,4 2-2-16,-3 2 4 0,1-1-1 15,-2 0 0-15,-2-1 1 16,5 3 0-16,-5-1 7 0,0-1-9 16,0 2-2-16,-1-4-10 0,-1 4 12 15,0-3-1-15,-2 1 1 0,2-1 0 16,-2-1-2-16,0 1 2 0,0-1 0 16,2-1 0-16,0 0-1 0,1-1-1 15,-1-2-1-15,0 1 3 0,0-1-1 16,0-1 1-16,0 0 0 0,0-1 0 15,-2-1 0-15,3 0 0 0,-3-1 1 16,-2 0 1-16,0 2 0 0,0-2-1 16,0 0 2-16,0 1-3 15,0 1 0-15,0-1 0 0,0 2 1 16,0-2-1-16,-2 2 0 0,2-2-1 0,-2 1 1 16,-1-2-4-16,1 0 3 0,0 2-1 15,0-2-16-15,2 1 14 16,-2-1 1-16,2 2 1 0,-2 1-10 15,2 0 12-15,0 1 0 0,0-1 0 16,0 1-1-16,0-4 1 0,0 3 0 16,0 1 0-16,0-3 1 0,0 2-2 15,0-2 1-15,0 3 0 0,0-4 0 16,2 1-1-16,-2 0 1 0,0-3-1 16,0 4 0-16,0-3 0 0,0 2 1 15,0 0-2-15,0 0 0 0,0 2 2 16,0-2-1-16,-2 1 1 0,2 1 0 15,0 1 1-15,0-1-1 0,-2 1-1 16,2-1 1-16,-2-3 0 0,0 4 1 16,2 0-2-16,-2-1 2 0,0 2 2 15,0 1-3-15,-2 0-13 0,4-2 1 16,0 0 10-16,0 0-11 16,-2 0 13-16,2-2-2 0,0 2 1 15,-3-1 1-15,3-1 0 0,0 0 1 16,-2 2-1-16,2 0 1 0,0-2-1 15,-2 4 1-15,2 0-1 0,-4-1 0 16,4 2 0-16,-2 1 1 0,0 0-1 16,-2 1 0-16,0-1 1 0,-4 3 0 15,5 1 1-15,-3-3-1 0,-2 4 2 16,2 0-3-16,0 0 3 0,-3 5 0 16,1-3 0-16,2 2-2 0,-5 1-1 15,5 4 1-15,-2-4-1 0,0 3-16 16,-1-1 13-16,3 0 0 0,-2 0 0 15,0-2 1-15,-1 1 0 0,1 0 0 16,-2-1 1-16,2-1-2 0,-3 1 1 16,1-2 2-16,0 1-1 0,-1-2 1 15,3-2 1-15,-2 0 0 0,1 0-1 16,-3-1 1-16,6-3 1 0,-2 1 0 16,-3 0-1-16,3 2-1 15,-2-4 0-15,1 2 0 0,-1-1-29 16,4 1 16-16,-5-2 10 0,5 1-13 15,-4-2 15-15,2 0 0 0,-1 0 0 16,1 0-1-16,-4 1 0 0,5 0 2 16,-3 1 0-16,0-1 1 0,2 2 1 15,-5-3-1-15,3 0 0 0,2 0 2 16,-5 0-3-16,5-2 3 0,0 0-2 16,-1 0-1-16,1 0 1 0,0 0-1 15,-5 2 0-15,5-1 0 0,0 1 0 16,-2 0 0-16,1 3 0 15,-1-3 0-15,2 2 0 0,-1 0-2 0,1 1-1 16,0-1 1-16,0 2-17 16,-1-1 4-16,3-1 12 0,0 0-12 15,-2 0 13-15,1-2 0 0,1 3 2 16,0-2-1-16,0 2 0 0,0 1-3 16,2-3 3-16,-3 6-2 0,3-2-9 15,-2 1 10-15,4 2-2 0,0-2-8 16,-4 3 9-16,6-2 1 0,-5-1 2 15,3 1-2-15,0 0-11 0,-2-1 12 16,0 1 0-16,4 3-2 0,-6-2 0 16,6 0-10-16,-4 3 11 0,0 3-26 15,2-1 6-15,-3-2 18 0,1 3-14 16,2-1 17-16,-4 3-12 0,2-2 12 16,2 2 0-16,0 1 1 0,-2 1-2 15,-1 0-11-15,1 0 10 0,0-1-13 16,0 1 14-16,0-3-1 15,-2 3-13-15,6-1 13 0,-4-1-13 16,2 3 1-16,-3 0 2 0,5-1-19 16,0 0 16-16,0-2 14 0,0-1 0 15,0-1 1-15,0-2-15 0,5 1 13 16,-1-1-19-16,-2-2 6 0,8-1 14 16,-4 0-1-16,-2 0 0 0,5-3 0 15,-5 1-13-15,6 0-6 0,-4-2 21 16,1 1-2-16,1-2 0 0,0 0 1 15,-2-1 0-15,3 3-14 0,-1-3 13 16,-2 1 3-16,4-2-2 0,-1 1-14 16,-1-1-3-16,-2-2-3 0,7-2 19 15,-5 2-13-15,2-4 0 0,-2 0 15 16,3-2-12-16,-1 1 11 0,0-3-1 16,3 0-10-16,-3 0 12 0,0-3 0 15,3 1 0-15,-3 1-12 16,1-2 11-16,1 1-1 0,-2 0 0 0,1-1-10 15,1 1 13-15,-2 1-1 0,3-3-2 16,-1 1-10-16,3-3 10 16,-3 4 0-16,0-5 0 0,1 0-13 15,3-2 0-15,-3 1-6 0,5 0 6 16,-3-2 3-16,3 2 11 0,-3-2 1 16,6 2-1-16,-3 0 2 15,3 0 0-15,0-1-1 0,-3 1 1 0,5 0-3 16,0 0 2-16,-3 1 0 0,5-1 0 15,0 0 0-15,0-1-12 0,0 2 13 16,1-2 2-16,1 1-1 0,2-1 0 16,0-2-1-16,2 2 1 15,-2-2 0-15,2-1 0 0,2 3-1 16,0-2 0-16,0 0-1 0,0-1 0 16,0 1-1-16,1-1 1 0,1 1-12 15,0-1 10-15,0 2-10 0,2-3 10 16,0 2 0-16,3-2-10 0,-1 0 13 15,0-1-1-15,3 3 1 0,-1-4 0 16,4 3 0-16,-1 0 0 0,1 1-2 16,3-2-11-16,6 1 11 0,-7-1 2 15,3 0 1-15,-3-1 0 0,3 0-1 16,12 0-13-16,8 0 13 0,2-2 2 16,-1-1 2-16,-7 0-2 0,-8 0 0 15,6 0 1-15,-2 0-3 0,2 0 10 16,0 0-7-16,0 0-3 0,-2 0 2 15,0 0 11-15,0 0-10 16,2 0-2-16,-3 0 12 0,6-1-11 0,1-5 23 16,0 0 11-16,2-2-11 0,4 0-3 15,-5-3 4-15,1 3 9 16,2-4-6-16,-4 3-7 0,0-2-3 16,-4 0-3-16,2 1-14 0,3 1 14 15,1-2-15-15,0-2 1 0,2 1 0 16,3-2 1-16,-1-4 10 0,4-1 6 15,-3-2-3-15,-3-4 12 0,0-1-15 16,-1-1 12-16,-3 1-2 0,6-2 5 16,-2-1-9-16,-1 1 3 0,3-3 4 15,-2 2-8-15,3-1 8 0,-3 0-11 16,2-2-2-16,-2 1-10 0,-3-2 19 16,-3-3-6-16,4 2 9 0,-2-3 3 15,2-4 4-15,3 3 2 16,-3-4 1-16,0 2-7 0,0 0 7 0,-4-1 13 15,2-1-20-15,-1-1-25 0,-8 0 19 16,-1-4 12-16,4 0-19 16,2 0 26-16,-2-2-13 0,0-2 13 15,0 1-20-15,2-5 16 0,-2 1 10 16,2-2-1-16,0-2 7 0,-6 3-10 16,4 2 19-16,-2 3-19 0,0-1-9 15,-7 1-3-15,5 0-19 0,0 0 0 16,-2-3-11-16,3-1-1 0,-1 3-7 15,0 0 7-15,-2 2 28 0,2 1-10 16,-5 4-17-16,3-1 12 0,-4 2-10 16,-3 7 9-16,-10 3 0 0,-3 8 1 15,-6 0 2-15,6-6-15 16,5-2 0-16,6-9-2 0,7 3-1 0,-7-2 1 16,5 0 1-16,-7-1 1 0,7 3 2 15,-4-1-1-15,-1 1 1 16,0 1 0-16,-1 3-2 0,-1 2 2 15,1-2 10-15,-1 2-12 0,-2-1 16 16,5-2-14-16,-5 0 13 0,-1 0-13 16,-1 0 10-16,4 0-11 0,-6 0-1 15,5 2-3-15,-3 1-9 0,0 1 10 16,-4 1-1-16,9 3 1 0,-5-1 0 16,-4 2 2-16,5 0 0 0,-3-2 0 15,0 4 0-15,4-4 3 0,-1 1-2 16,-3-1 10-16,2-1-11 0,-2 4 0 15,1-2 2-15,1 1 0 0,-4-1 0 16,0 1 0-16,0 0 1 0,0 0-1 16,1 2 13-16,-3-1-15 0,2 2 0 15,-2-2 1-15,0 1 1 0,-2 0-1 16,0 2 1-16,-2 1-2 0,0 1-1 16,-2-1-2-16,2 4-10 0,0-1 11 15,-3 1 0-15,-1 1 0 16,-2-1-1-16,2 1 2 0,-3 0 1 15,-3 2 2-15,6-2-2 0,-7 2-1 16,3-2 1-16,0 0 3 0,-7 1-1 16,7-3 1-16,-7 3 10 0,7-2-12 15,-8 0 2-15,3 0-2 0,-1-2 11 16,3 3-12-16,-5 1 1 0,5-2-1 16,-8-2 1-16,7 3 0 0,-3 0 2 15,-5-1-1-15,9 0 10 0,-7 0-11 16,3-2 1-16,-1-1 11 0,-3 2-12 15,4-3 11-15,-1 0-9 0,1 0 12 16,-3-1-15-16,1 1 12 0,5 0-8 16,-5-1-1-16,0 0-1 0,1 1-2 15,1 0-10-15,1 0 10 16,-5 0 0-16,-2 0-3 0,9-1 1 0,-7 2 2 16,-4 0 2-16,9 3-1 0,-7-1 1 15,-2 2 0-15,3 0 17 16,-3 3-17-16,2-3 19 0,-2 2-19 15,0 1 14-15,1-2-1 0,-1 3-3 16,0-2-10-16,-2 0 10 0,2 1-10 16,1-1 1-16,-1 0-1 0,-2-1-1 15,4 1 2-15,-2-1-1 0,1-1 2 16,3 0-3-16,-2-3 1 0,0 2 0 16,-1-1 1-16,5-1-1 0,-2 2 10 15,-1-1-12-15,-5-1 2 0,6 2 1 16,-4 0 0-16,1 1 12 15,-1-2-14-15,-2 2 1 0,4-1 0 0,-4-1 1 16,2 1 0-16,1-2 10 16,-3-2-13-16,0 1 12 0,4-2-12 15,-2-1-3-15,1 2-12 0,-1 1 12 16,-2-3 3-16,6 1-2 0,-1-1 2 16,-3 1 0-16,0-2 0 0,4 0 1 15,-1 0 1-15,-3 0 0 0,0-2-1 16,-2 2 0-16,4 0 2 0,-4 0 0 15,3 0 9-15,-3 0 0 0,0 0-9 16,0 0 0-16,-2 0 0 0,0-1 12 16,4 0-2-16,-1-2-1 15,-3 0-9-15,2 0 9 0,-2-1-10 0,0 0 1 16,2 0 9-16,-2 2 0 0,0-3-10 16,0 0 8-16,0 2-10 0,-2-1-2 15,4 2 0-15,-2 0 0 16,-2 1 2-16,0 1 0 0,0-1 3 15,0 3-1-15,-6-1 14 0,4 0-1 16,0 0 0-16,0-1 0 0,-2-1 0 16,0 0-2-16,0-2 5 0,0 0 0 15,-1 0 0-15,-1-1 3 0,2 1-17 0,0-3 17 16,-2 1-19-16,0 0 16 16,-1-3-16-16,-3 2 1 0,4 0 0 15,-5-2 15-15,-3 0-16 0,6 1 1 16,-5-2 6-16,-1 2-9 0,1 1-12 15,-3 0 0-15,4 2 10 0,-3-2-1 16,1 0 0-16,-1 1 3 0,-1-2 0 16,-1 0-2-16,1-1 2 0,-1-1 2 15,0 1 0-15,1-1 0 0,-3 0 13 16,3-2-13-16,1 1 1 0,-1 0 0 16,-1-2 18-16,3 0-5 0,-3-2-4 15,3 2 3-15,-5-2-13 0,7 0 19 16,-7-2-18-16,3 1-3 0,-3 0-29 15,0 1 27-15,3 1 0 16,-3 1 2-16,1 0 2 0,-5-1 0 16,8 1 0-16,-5 0 1 0,3-2 15 15,-3 1-16-15,3-1 0 0,-2-1 10 16,1 3 0-16,-3-2-11 0,3 0 11 16,1-1-9-16,-4-1-1 0,3-1 1 15,-3 3 16-15,-2-3-19 16,7 1 0-16,-7 1-28 0,4 0 16 0,-3 1 10 15,1 1-13-15,0-2 14 0,1 2 1 16,-5-1 0-16,4 1 0 16,-4 2 2-16,1-1 10 0,-3 1-9 15,4 0-1-15,-2 2 13 0,0-1-14 16,-2 1 12-16,5 0-12 0,-3 0 0 16,0 0 2-16,-2-1-1 0,5 1 0 15,1-1 1-15,-4 0-3 0,4 0-22 16,1 2 20-16,-3-1-16 0,4 1 17 15,-3 2-2-15,-1-1 2 0,6 0 1 16,-7 1 0-16,5 1 2 0,-4 0-2 16,0 0 12-16,5 1-10 0,-7 3 1 15,2-1-3-15,5 0 10 0,-5 1-9 16,0 0-1-16,3 1 3 0,-1 0-1 16,-2 2 0-16,5-2 1 0,-5 2 0 15,-2-2 9-15,6 2-11 0,-5-1 0 16,-1 0 2-16,4 3-2 0,-4-2 1 15,5 3-2-15,-1 0-1 16,0-1-11-16,-1 1 9 0,3 1-12 0,-4-1 15 16,0 2-3-16,5 0 3 15,-3-1-1-15,3 3 1 0,-3-3-2 16,-2 5 4-16,7-1-1 0,-9 1 1 16,8 0 1-16,-5 0-1 0,1 3 1 15,2-3-1-15,-3 3-1 0,5 0 0 16,-4 0 2-16,3-1-2 0,1 2 1 15,-3 1 1-15,1 1-2 0,-2 0 0 16,5-1 2-16,-5 1 0 0,2 0-2 16,3 1 1-16,-3 0 0 0,3 0-2 15,-3 1 1-15,7-1-1 0,-7 0 1 16,7 1 0-16,-7 0-1 0,9 0 0 16,-5-2-3-16,-1 3 2 0,1-1 1 15,-1-2 1-15,3 2-1 0,-3 1-1 16,1-1-11-16,-1 0 12 0,1 1 1 15,-1 2-1-15,3 0-1 0,3 1 1 16,-2-1 0-16,3 1 0 0,3 1-12 16,-2-2-4-16,4 2-5 15,-2 1-73-15,6-1-54 0,0 1-59 0,0-1-71 16,0-3-50-16,10-1-59 16,2-3-188-16,-3 1-567 0,3-3-362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55:45.860"/>
    </inkml:context>
    <inkml:brush xml:id="br0">
      <inkml:brushProperty name="width" value="0.05292" units="cm"/>
      <inkml:brushProperty name="height" value="0.05292" units="cm"/>
      <inkml:brushProperty name="color" value="#FF0000"/>
    </inkml:brush>
  </inkml:definitions>
  <inkml:trace contextRef="#ctx0" brushRef="#br0">6948 7147 89 0,'0'0'56'15,"0"0"-56"-15,0 0 68 0,0 0 212 16,0 0 115-16,0 0-236 0,0 0-54 15,-48 18 9-15,38-16-49 0,-3 0 23 16,1 0 42-16,-5-1 3 0,5 1-36 16,-3-1-64-16,-1 2-1 0,-1-1-31 15,1-1 16-15,-1 2 18 0,-1-3-5 16,-3 2 12-16,5 0-3 16,-3-2 26-16,0 3-7 0,-3-2-13 15,-1-1 17-15,4 2-43 0,-3 0 4 16,-5-1 0-16,4 1-21 0,-2 2-2 15,-4-3-16-15,0 2 16 0,0 0 0 16,-2 0-1-16,-2 2 1 0,2-1 0 16,-2 1 12-16,0-2 1 0,-2 1 17 15,2 0 8-15,-2 0 4 0,-3-2-6 16,3 3 6-16,-2-4-19 0,2 2-7 16,-2-1-3-16,-2 1 0 15,-1-1-1-15,3 1-9 0,-4-3 0 16,1 4 6-16,-1-2-9 0,-2 1-10 0,3 0 10 15,-3-1 0-15,2 0 0 16,-3 0 3-16,1 0-2 0,-1 0 1 16,-1-1 18-16,2-1-1 0,-7 2 33 0,6-2-14 15,-3 0-2-15,-1 0-7 16,3-2 9-16,-3 1-6 0,5-2-16 16,-3-1-12-16,1 0-1 0,2-3-1 15,-3 0-3-15,3 0 2 0,-1 0 11 16,-1-1-12-16,-1 0-1 0,1 0 1 15,-5-1 19-15,3 2-17 0,-1 0-1 16,-8-2 14-16,-8-1-2 0,-4-2 13 16,-2-1-25-16,6 0 24 0,4 2-25 15,6-2-32-15,9 4 31 0,5-3-15 16,9 6-6-16,0-4 20 0,-6-2 2 16,-6 0-2-16,-3-4-12 0,1-3 11 15,-1-1-16-15,5 0 19 16,2-2 19-16,1 1-19 0,1-2 0 15,4-1-19-15,0-1 16 0,2 0 3 16,4-2-1-16,0-2-37 0,5 0 35 16,5-3-32-16,-2 1 12 0,5-3-15 15,4-3 9-15,-3-1-10 0,7 1-3 16,0 0 16-16,4 3-6 0,0-2-7 16,2 4 7-16,2-3 9 0,4 2 4 15,2-1-4-15,7 5-6 0,-3-3 16 16,3 3 0-16,5-2 10 0,-1 2 1 15,4 2-17-15,1-1 17 0,3 2 0 16,2 1-1-16,2 2 0 0,2-1 1 16,4 4 2-16,1-1 2 0,3 1 27 15,4 0 0-15,5 1-27 0,14-1 11 16,9-1-12-16,1 3 12 0,0 1-11 16,-3 4-1-16,-7 1-1 0,2 3 1 15,-4-3 2-15,8 2 0 16,-2 2 23-16,1 0-13 0,-1 1-12 0,-2 0 20 15,4 1-20-15,-2 0 10 16,1 1-11-16,1 2 0 0,2-2 0 0,-3 3 2 16,-1-2-2-16,0 4 0 15,-4 0-2-15,2 0 2 0,-4 0 1 16,-2 6-1-16,2 2 23 0,-2 1-7 16,0 0 13-16,-2 1-27 0,0 1-2 15,2 2 3-15,0-1 10 0,-5-1-1 16,1 3-11-16,4-1 13 0,-2 0-13 15,-4 0-1-15,-9-1 3 0,-5-2 10 16,-9-1-12-16,0-1 3 0,4 2 6 16,6 2-7-16,5 2-2 0,-1 2 1 15,-2 0 14-15,1 2-3 16,-3-3 3-16,-1 3 10 0,-3 1-23 16,0 0 22-16,-2 0-5 0,2 3-4 15,-4-2-3-15,-4 4 0 0,2-2-12 16,-2 3 12-16,-4 0-11 0,0 0 14 15,-4 0 0-15,-1 3 10 0,-5-2-24 16,3 0 17-16,-5 2-3 0,-1-3-15 16,-2 3 2-16,-1-2-1 0,-1 3 11 15,-4-3-11-15,2 4-2 0,-2-2 0 16,-2-3-1-16,1 1-18 0,-3-2 17 16,0-2 0-16,0-1 2 0,-3-1 0 15,1-3 3-15,0 0 10 0,-4-3-10 16,2-1 13-16,-4 0-3 0,2 0 3 15,-1-1-13-15,1 0 10 0,-6-1-10 16,6 0 0-16,-5-2 20 16,-1 1-4-16,-1-2-17 0,1 1 11 15,-2 0-11-15,-1 1 17 0,-1 0-18 16,1 0 2-16,1-2-1 0,-1 3-2 16,1-1 0-16,-3 0-1 0,5 1-3 15,-3-2 2-15,3 0 2 0,-1 0 0 16,1-3 0-16,2 1 2 0,-1 0 1 15,1-2-3-15,0 1 0 0,1-2-1 16,-1 1-2-16,6 0 0 0,-4-2-10 16,4 1 1-16,-3-3-1 0,5 2 0 15,0-2-10-15,2-1-5 0,-2 0-46 16,2 0-35-16,0 0-17 0,0 2-51 16,0-2-50-16,0 0-116 0,0 0-242 15,0 0-401-15</inkml:trace>
  <inkml:trace contextRef="#ctx0" brushRef="#br0" timeOffset="2049.95">10067 7234 30 0,'0'0'23'15,"0"0"16"-15,0 0 23 0,-50 1-36 16,32-1 0-16,-5 0 300 0,0 0-215 16,0 1 0-16,-5 1-3 0,1 0 55 15,-2 0-40-15,0 0 8 0,-2 1 35 16,0 0 9-16,0-1-35 0,0-1 13 16,2 1-50-16,-4-2-41 0,2 1 9 15,2-1-22-15,-2 0-10 0,-2 0-20 16,0-2-18-16,-3-2 3 0,3 0-1 15,-4-1-3 1,2 0 2-16,-6-1-2 0,-1 0 0 0,1 1 1 0,-4-1-1 16,1 0 0-16,-3 2 1 0,-3 0 14 15,-4 1-14-15,3-1 35 0,3 3-4 16,-2 0 23-16,7-1 20 16,-5 0-17-16,-1 2 0 0,3-2-10 15,-3 0 10-15,3-2-29 0,1 1 3 16,1-1-12-16,-1-2-1 0,2 0-9 15,-1-2-10-15,3 2-13 0,1-3 12 16,-1 1-3-16,2 0 2 0,2-2-27 16,-3-1 28-16,5 0-2 0,0-1-13 15,-2-1 15-15,10 3 0 0,-4-4-2 16,6 2 3-16,0-4 0 0,7 1 0 16,-3-2 19-16,3-3 13 0,7-1 13 15,-3-1-30-15,3-2-15 0,1-3-16 16,0 0 3-16,-1-1 11 0,5-1-17 15,-2 1-10-15,4-3 6 16,-2 1 20-16,3 1-10 0,1-3 12 16,-2 2-1-16,4-2-11 0,4-1 10 15,1 2-10-15,3-2 10 0,0 0-17 16,0 1 1-16,7-1 16 0,-1 1-13 16,-1 1 14-16,3 2-2 0,1 1-12 15,3-1 3-15,1 2 12 0,0 1 0 16,2 0-1-16,1 1 1 0,3 1 0 15,2 2 0-15,2 0 0 0,2 1 0 16,2 0-2-16,3 2 3 0,1-1 0 16,0 2-12-16,2 2 11 0,1-1-1 15,-1 2 1-15,1 0 0 0,1 1 0 16,0 1 0-16,-1 2 1 0,-1 0 1 16,0 3 12-16,1-1 0 0,-1 1 16 15,0 2-16-15,-1 1 6 0,-1 1-6 16,2-1-11-16,5 2-2 0,-5-1 0 15,5 2 0-15,-1-2 1 0,1 4 1 16,1-3-2-16,1 2 2 16,-3 1-2-16,11 0 0 0,-9 0 1 15,3 0 0-15,-2 0 12 0,-7 1-11 16,6 3 14-16,1 1 0 0,0 0 3 16,-3 0 1-16,1 1-4 0,1 1-13 15,-1 0 10-15,1 0-10 0,1 1-1 16,-1-1-1-16,1 1 2 0,-1 1 1 15,-1-1-3-15,1 2 1 0,3-2-1 16,-5 1 0-16,1 0 12 0,1-2-13 16,-1 0-1-16,-5 3 1 0,5-2 2 15,-7 1 0-15,2 1 0 0,-3-1 2 16,3 0-4-16,-6 3 2 0,2-4-1 16,-2 1 1-16,-2 1-1 0,3-1 10 15,-5 1-11-15,2-1 0 0,-2 2 0 16,-2-1 0-16,2 0 2 0,-9 1-1 15,3-1 0-15,-2 1-1 16,-2-2 2-16,-1 4 0 0,1-1 0 16,-7 0-1-16,3 1-1 0,-7 1 13 15,3-1-9-15,-1 2-1 0,-4 1 10 16,1-1-11-16,-1 1 1 0,2 0 10 16,-4 3-13-16,5-3-2 0,-3 1 1 15,2 3 1-15,-1-3-2 0,-1 2 1 16,2-1 1-16,-4 3-1 0,1-2 0 15,3 2-2-15,-4-1 3 0,2-1-1 16,-1 2 0-16,-1-2 1 0,0 2 2 16,-2-2 0-16,-4-1 1 0,6 1-2 15,-6-2 2-15,0 1-3 16,0-1 2-16,0 1 1 0,-6 0 0 16,6-2 0-16,-6 0 1 0,2 2-1 15,-2-2 13-15,-1 0-13 0,-3 0 13 16,4 0 0-16,-4-2-3 0,3 2-11 15,-3-1 0-15,0-2 11 0,1 3-13 16,-3-3-2-16,2-1 0 0,-1 3 2 16,-1-4 0-16,2 3 0 0,-1-4 1 15,-3 1 1-15,3 0 1 0,-1-2 0 16,-5 1 10-16,3-1-13 0,-3 1 1 16,3 1-2-16,-3-3 2 0,-1 2-2 15,-1-2-1-15,3 1-1 0,-5-1 0 16,5-1 1-16,-7 1 2 0,6 0 1 15,-1-2 0-15,-1 0 0 0,0-1-1 16,-3 1-1-16,1 2 1 0,4-5-1 16,-3 2 0-16,-1 1-3 0,0-1 1 15,1 1 3-15,-3 0 0 0,2-2 1 16,-1 2 12-16,1-1-12 16,-4-1 2-16,2-2-3 0,1 2 2 15,-3-2-1-15,2 0-1 0,-2 0 0 16,5-1 0-16,-5 0 0 0,2-1 3 15,5 0 9-15,-3 0-8 0,2 0 8 16,-1 0 1-16,-1 0 0 0,4 0-11 16,-1 0-2-16,-1 0-3 0,1-1-10 15,-1 1-3-15,2-1 3 0,1 1 1 16,-3 0-4-16,5 0 14 0,-3 2-1 16,3 0-10-16,1 1 10 0,-1 0-13 15,6 0-9-15,-5 0-27 0,5 0-15 16,0-1-33-16,4 0 32 0,-5 1-9 15,7-2-1-15,0-1-12 0,2 0-104 16,0 1-263-16,0 0-61 16,0-1-120-16</inkml:trace>
  <inkml:trace contextRef="#ctx0" brushRef="#br0" timeOffset="13714.85">12810 4728 135 0,'0'0'19'15,"0"0"151"-15,0 0 978 0,0 0-814 16,0 0-119-16,0 0 2 0,0 0-39 16,4-26-10-16,-4 26-17 0,0 0-12 15,0 0-27-15,0 1-41 0,0 5-17 16,0 5 10-16,0 5 162 0,0 9 6 15,0 15-100-15,2 18-47 0,-2 22-56 16,4 15-10-16,-2 2-19 16,-2 6-10-16,0-3-2 0,0 1-10 15,0 4-4-15,-2 0 4 0,0-9 22 16,0-5 0-16,2-9 44 0,0-7-3 16,0-8-38-16,0-14-1 0,6-14-2 15,-4-9 0-15,3-8 0 0,-1 3 1 16,4 1-1-16,-2-1-2 0,-4-6-1 15,4-1 3-15,1-7 13 0,-3 0 0 16,-4-5-1-16,4-2 4 0,-2-1 3 16,-2-2-1-16,0-1-5 0,0 0 18 15,0 0-5-15,0 0 6 0,0 0 5 16,0-2-6-16,0 2-6 0,0-4-3 16,0 2-20-16,0-3 1 0,0 3-3 15,0-2 0-15,0 0-18 16,0 0-14-16,4-1 1 0,0 4 6 15,-2-5 7-15,7 2 2 0,3 1 13 0,0-2 1 16,5 2 1-16,6-1-3 0,4 1 3 16,6 1-2-16,8 1 2 15,17 1 1-15,14 0 0 0,11 0 3 16,-3 0 0-16,-1 0-1 0,-3 0-2 16,-3 0 0-16,7 0 0 0,-1 0-2 15,-5 1 2-15,5-1 3 0,-3 0-3 16,-3 0 0-16,-7 0-23 0,-2-1-9 15,-10 1 7-15,-5 0-19 0,-13-1 27 16,-8-1 17-16,-9 1 1 0,8-2 11 16,-2 0 1-16,0-2-13 0,-9 1-2 15,-1-2 2-15,-7 2 10 0,-6 2 12 16,0-4 22-16,0 0 38 0,-2-5 12 16,0-3-22-16,0-6-29 15,0-4-15-15,0-5-13 0,2-4-11 0,-2 1-4 16,4-8 0-16,-2-7-4 0,0-11-8 15,5-17 11-15,-3-9-2 0,-4 1 0 16,2 2 0-16,-2 9-10 16,0-2 1-16,-4-2-29 0,-5-2 7 15,1-5 19-15,0-1-13 0,-9 0 15 0,3 4 11 16,3 1-1-16,-3 6-19 16,6 12 0-16,2 17-3 0,-1 13-15 15,1 6 36-15,0 3 4 0,0-3 32 16,2 4 8-16,-3 6 1 0,3 3-16 15,-4 4 0-15,6 3-3 0,-2-1-20 16,2 2 13-16,2 2-2 0,-2 0-10 16,2 2 15-16,0-1 7 0,0 1-6 15,0 0 0-15,0 0 2 0,0 0-5 16,0 0 5-16,-2 0-2 16,2-1-7-16,-2 1 1 0,-1-1-10 15,-1 1 9-15,-6-1-10 0,2-1 19 16,-1 1-20-16,-7-2-1 0,1 2 2 15,-5-1-1-15,-3 1-1 0,-4 0 0 16,-6 1 0-16,-2 0 0 0,-15 0 0 16,-5 0 1-16,-20 4 10 0,-5-2-11 15,-3 4-3-15,2 1 0 0,9 1-9 16,-9-1 12-16,1 2 0 0,5-1 0 16,-3 0-1-16,5 1-1 0,5 0 2 15,2-2-3-15,6 1 0 0,12-1-13 16,9-2-9-16,10 0 4 0,2-1-1 15,-2 1-12-15,0 0 12 0,1 2 0 16,5-1-37-16,0 0-22 0,7-1-9 16,5 0-33-16,3 1-88 0,4 2-77 15,0 1-136-15,4 2-81 0,0-2-149 16,0 6-437-16</inkml:trace>
  <inkml:trace contextRef="#ctx0" brushRef="#br0" timeOffset="14199.99">12882 5709 418 0,'0'0'1557'16,"0"0"-1035"-16,0 0-277 0,0 0-181 16,0 0 4-16,0 0 86 0,0 0-10 15,0 0 6-15,0 0-10 16,54-4 2-16,-31 3-6 0,4 1 9 15,10-1-23-15,10 1-27 0,13-5-20 16,21 2-12-16,4-4-11 0,4-1-8 16,-1 1-16-16,-9 0-10 0,4-2 1 15,-3 0-3-15,5-1-4 0,-6 1 3 16,-1 2-11-16,-1 1 11 0,-11 1-12 16,-12 3 0-16,-11 2 8 0,-18 0-11 15,0 0-2-15,-3 0-33 16,-3 0-30-16,0 0-18 0,-9 0 17 0,-6 1 23 15,-4 0 43-15,0-1 12 0,0 0-12 16,0 3-12-16,0-1-79 16,-4-1-70-16,0 2-59 0,2-1-129 15,-2-1-201-15,4 0-621 0,-7-1-473 0</inkml:trace>
  <inkml:trace contextRef="#ctx0" brushRef="#br0" timeOffset="14925.29">12988 5017 1657 0,'0'0'587'0,"0"0"-228"16,0 0-53-16,0 0-78 0,0 0-149 0,0 0-78 16,-13 58 44-16,13-29 13 15,0 6 18-15,0 3 0 0,4-2 13 16,-1 1 12-16,3-2 7 0,2-3-11 16,4-2-28-16,-1-4 0 0,1-3-34 15,5-3-6-15,-1-4-7 0,5-3-20 16,2-2 23-16,-5-6 9 15,3 0-3-15,2-5 7 0,-5 0-1 16,1-7 16-16,-5-4 31 0,1-3 46 16,-5-4 3-16,3-7-14 0,-3-3-23 15,-2-4-23-15,-6-2-24 0,4-3-18 16,1 2-13-16,-3 1-6 0,-4 2-11 16,6 5 1-16,-6 6 10 0,0 5 7 15,-6 5-16-15,4 2-3 0,-5 1-6 16,-1 1-52-16,4 3-31 0,-8 2-21 15,8 1-56-15,-5 1-50 0,5 0-70 16,4 1-186-16,-2 4-501 0,2 5-457 0</inkml:trace>
  <inkml:trace contextRef="#ctx0" brushRef="#br0" timeOffset="15363.15">13610 5131 1289 0,'0'0'748'0,"0"0"11"0,0 0-323 16,0 0-73-16,0 0-76 0,0 0-101 16,0 0-36-16,0 0-41 0,0 0-26 15,0 0-8-15,-39-28-10 0,26 23-35 16,-1 4-14-16,-3 1-16 0,1 0-22 15,-3 3-12-15,3 3-9 0,-1 3-6 16,3 4 2-16,-3-2-18 0,7 1 6 16,3 0 3-16,-1 1 6 0,6-1 3 15,0-2 4-15,2 2-2 0,4-2 1 16,4-1 16-16,-1 0 9 0,9-2 16 16,-3-1 2-16,7 0 1 0,-5-3 28 15,5 1-3-15,-5-1 9 0,1 0 11 16,-5-1 11-16,-3 0-6 0,-2 0 13 15,-4 1-7-15,-2 2 34 16,0-1 58-16,-2 1 74 0,-6 3-87 0,0 4-89 16,-7-2-25-16,-1 2-20 15,3-2-1-15,-1-1-15 0,3-2-28 16,-5-1-64-16,4-1-69 0,-5-3-71 16,5 0-75-16,1-1-277 0,1 0-476 15,-5-1-339-15</inkml:trace>
  <inkml:trace contextRef="#ctx0" brushRef="#br0" timeOffset="15774.25">13647 5228 549 0,'0'0'140'16,"0"0"1654"-16,0 0-1366 15,0 0-332-15,0 0-32 0,0 0 42 16,0 0 15-16,0 0-12 0,0 0-30 15,62 1-22-15,-49-1-3 0,5-1 0 16,-5-4 0-16,5-1-1 0,-5-1-9 16,-1 1-3-16,-2-1 0 0,-8 1 6 15,5 0 3-15,-5 0 13 0,-2 0 26 16,0-1 16-16,-2-2-21 0,-5 0-37 16,5 0-26-16,-8-1-21 0,0 1-22 15,-1-2 3-15,-5 3-18 0,-1 2-22 16,1 1 15-16,-1 1 1 0,1 4 24 15,-1 3 16-15,7 5 1 0,-5 2 0 16,5 6-14-16,2 3-9 0,-1 3 0 16,3 2-1-16,2 1 14 0,4 0 10 15,0-3 2-15,0-1 15 0,4-4 11 16,4 1-10-16,3-5-13 0,-1 0-2 16,3-4-1-16,3 0-28 15,1-5-11-15,-1-2-102 0,1-2-76 16,-1 0-123-16,5-5-72 0,-7-3-107 15,1 0-169-15,-3 1-70 0</inkml:trace>
  <inkml:trace contextRef="#ctx0" brushRef="#br0" timeOffset="16140.35">13841 5136 259 0,'0'0'124'0,"0"0"1422"15,0 0-863-15,0 0-268 0,0 0-156 16,0 0-170-16,0 0-70 0,0 0 95 15,0 0 7-15,17 62-27 0,-9-40-15 16,1 1-16-16,-5 1-3 0,2-3-13 16,0 0-16-16,4-4-9 0,-3-1 0 15,-5-4-5-15,4-1 5 0,-4-4 0 16,2-3-1-16,-2-2-5 0,-2 0-13 16,0-2 22-16,0 0 37 15,0-1 66-15,0-5 70 0,-2-2-78 16,0-6-93-16,-2-3-27 0,0-3-28 15,0-3 10-15,4-1-4 0,0 0 10 16,0 3 9-16,0 2 1 0,0 4 2 16,0 5 11-16,0 3 6 0,0 0-17 15,4 3-18-15,2 0-7 0,0 0-6 16,7-1 10-16,-5 0 5 0,4 1 1 16,5 0-16-16,-3 1-37 15,3-2-59-15,-3 1-54 0,5-2-90 0,-7 1-226 16,1 3-466-16,-5-1-1182 0</inkml:trace>
  <inkml:trace contextRef="#ctx0" brushRef="#br0" timeOffset="17053.32">15677 4499 391 0,'0'0'427'16,"0"0"430"-16,0 0-506 0,0 0-108 15,0 0-23-15,0 0-55 16,0 0-27-16,0 0-35 0,0 0-10 16,0 0-22-16,-33-10-23 0,31 12-30 15,2 8-17-15,0 7 39 0,0 15 47 16,0 25 34-16,0 22-4 0,0 19-18 15,8 10-8-15,-2 5 13 16,-1-1 7-16,-1 9-11 0,2 2-36 0,-2 2-21 16,4 0 14-16,1-8 5 0,-5-9 3 15,4-6-9-15,-2-12-37 0,7-9-4 16,-5-11-13-16,-2-14 1 0,0-13-3 16,0-15-18-16,-1-4-7 0,-1 1-9 15,0 0 3-15,-2-1-7 0,0-6-5 16,-2-6 5-16,2-7-21 0,-2-2-45 15,0-3-66-15,0-3-38 0,0-6-62 16,0-5-130-16,-4-8-122 16,2 6-266-16,-2-19-648 0</inkml:trace>
  <inkml:trace contextRef="#ctx0" brushRef="#br0" timeOffset="18608.25">15830 5768 197 0,'0'0'1986'16,"0"0"-1669"-16,0 0-156 0,0 0 97 15,0 0 17-15,70 27-7 16,-39-22-28-16,2-2-25 0,17 3 2 0,10-1-55 16,23 1-20-16,5-1 10 15,-1-1 14-15,4-1-43 0,0 0-28 16,2-3-16-16,9 0-12 0,1 0-6 16,2 0 6-16,-3 0-30 0,1 0-10 15,-2 1 0-15,-8 3-8 0,-2 1-1 16,-10 0-1-16,-13-1-16 0,-12 2-2 15,-17-2 0-15,-12-1-14 0,-15-1-34 16,5 0-15-16,-9 0-12 0,-2 1 15 16,-1-2 28-16,-5-1 33 0,0 1-15 15,-5-1-56-15,-5 0-109 0,-2-1-60 16,-3-3-76-16,-1-2-127 0,-1 0-239 16,5 1-469-16,-11-7-703 0</inkml:trace>
  <inkml:trace contextRef="#ctx0" brushRef="#br0" timeOffset="19245.87">16252 4823 298 0,'0'0'2249'16,"0"0"-1898"-16,0 0-72 0,0 0 43 15,0 0-104-15,0 0-67 0,0 0-19 16,0 0-12-16,0 0-17 0,0 0 3 16,-42-52-7-16,28 45 9 0,-1 3-3 15,-5 1-34-15,-5 3-53 0,-6 2-18 16,-2 6-40-16,-2 4 0 15,-5 6-34-15,3 2 0 0,2 4 46 0,2-1 13 16,6 1-1-16,2 1 16 16,11-2-2-16,4-2-22 0,1 0-4 15,9-1-6-15,2 3 2 0,11-2 8 16,-1 2 2-16,11-2 9 0,0 2 10 16,3-3 2-16,5-1 1 0,5-3 13 15,-3-1 12-15,2-2 15 0,-2-2 16 16,-2-3-10-16,-6 3-12 0,0-4-6 15,-13-1-9-15,-2 0-4 0,-6 2 19 16,-4 2 37-16,-10 1 43 0,-2 3-59 16,-7 1-27-16,0 2-13 0,-5-2-15 15,1-1-3-15,6-4-37 0,-5 0-61 16,5-3-75-16,1-3-56 0,3-2-63 16,-1-2-222-16,8-1-144 15,1-4-305-15,5-8-485 0</inkml:trace>
  <inkml:trace contextRef="#ctx0" brushRef="#br0" timeOffset="19432.17">16212 5098 448 0,'0'0'1526'0,"0"0"-885"16,0 0-438-16,0 0-84 0,0 0 12 16,0 0-19-16,23 54-19 0,-19-33-17 15,7 2-41-15,-3 1-34 0,-2-3-1 16,2 2-16-16,7-6 1 0,-5-3-14 15,5 0-28-15,-3-6-36 0,0-2-61 16,5-3-58-16,-5-1-139 0,1-2-365 16,1-2-383-16</inkml:trace>
  <inkml:trace contextRef="#ctx0" brushRef="#br0" timeOffset="19634.4">16450 5161 431 0,'0'0'98'16,"0"0"1610"-16,0 0-1121 0,0 0-119 15,0 0-68-15,0 0-148 16,0 0-135-16,0 0-74 0,0 0-2 16,-56 77 9-16,34-41-13 0,5 7-15 15,-6 1 6-15,5-2-6 0,-5-3-8 16,4-2-14-16,9-3-3 0,0-5-28 16,3-4-65-16,1-6-87 0,6-1-103 15,4-6-193-15,5-5-157 0,-5-4-400 16,8-3-306-16</inkml:trace>
  <inkml:trace contextRef="#ctx0" brushRef="#br0" timeOffset="19997.41">16692 5192 96 0,'0'0'156'0,"0"0"1387"16,0 0-876-16,0 0-216 0,0 0-19 15,0 0-89-15,-39-52-148 0,20 46-54 16,7 1-24-16,-3 3-39 0,1 1-76 16,-1 1-2-16,1 0-25 0,4 1-3 15,1 1 15-15,1 1-2 0,4 0-16 16,2 0-1-16,2 1-22 0,0 1 16 16,0 1 13-16,0 1 22 0,0 2-12 15,0-1 3-15,4 0 11 0,2 2-10 16,2-1 11-16,1 0 0 0,1 2 14 15,0-3 21-15,1 1 27 0,-3 0-7 16,2 0 1-16,-4-1-13 0,-1-1 1 16,-3 1 3-16,-2 1 34 0,-7 3 15 15,-5-1-35-15,2 3-42 0,-3-2-10 16,-1-3-9-16,4 1-83 16,-3-6-51-16,1-3-59 0,3-1-52 15,-1-3-213-15,2-4-561 0,-5-8-794 0</inkml:trace>
  <inkml:trace contextRef="#ctx0" brushRef="#br0" timeOffset="20350.85">16742 5095 438 0,'0'0'2146'0,"0"0"-1706"15,0 0-28-15,0 0-70 0,0 0-332 16,0 0-10-16,0 0-19 0,0 0 19 16,0 0 78-16,0 0 4 0,49 3 6 15,-28-1 7-15,0 1-11 0,-1 0-22 16,3 0-21-16,-2 1-7 0,-1-1-12 15,-3 2-21-15,1-3-1 0,-5 2 0 16,-1-2-38-16,-3 0-36 0,-3 1-42 16,-4-2-41-16,0 0-19 0,-2-1-42 15,0 0-74-15,0 0-48 0,-2 0 67 16,-2 0-222-16,-7-4-533 0,3 0 256 16</inkml:trace>
  <inkml:trace contextRef="#ctx0" brushRef="#br0" timeOffset="20509.69">16874 5096 373 0,'0'0'498'0,"0"0"56"0,0 0 41 15,0 0-68-15,0 0-108 0,-52-11-13 16,50 11-73-16,0 1-116 0,2 8-75 16,-2 2-39-16,0 6 3 0,0 5-4 15,0 5-12-15,2 1-25 0,-2 3-19 16,2 1-34-16,0-4-12 0,0 1-4 16,0-4-36-16,0 0-74 0,2-5-85 15,4-1-80-15,2-6-128 0,1-4-244 16,1-4-349-16,2-5-473 0</inkml:trace>
  <inkml:trace contextRef="#ctx0" brushRef="#br0" timeOffset="20944.49">17031 5260 875 0,'0'0'169'16,"0"0"1268"-16,0 0-791 15,0 0-238-15,0 0-181 0,0 0-113 0,0 0-58 16,0 0-55-16,0 0 49 0,0 0-3 15,31 4-21-15,-17 0-10 16,-1 0 9-16,-5 0-9 0,7-1 2 16,-3 2-5-16,-2-5 3 0,5 0-4 15,-5 0 0-15,3 0-8 0,-3-5 8 16,-2 0-9-16,3-2 13 0,-3-1 2 16,0-4 1-16,-2 0 9 0,5-1 6 15,-5-2-9-15,-2 0-3 0,-2 2 0 16,-2-2 5-16,0 3-11 15,0 0 3-15,-8 1 5 0,-3 2 20 16,1 0 8-16,-2 4-6 0,-3 2-9 16,1 3-15-16,-5 0-22 0,5 8-1 15,-5 7-39-15,5 1 3 0,-3 5 12 16,5 1 13-16,-5 2 12 0,5-2 1 16,5 1 39-16,-1-3-6 0,2-1 3 15,6 1-9-15,0-4-10 0,0-2-18 16,4-1 0-16,2-1-15 0,3-2-7 15,-1-2-15-15,2 1-22 0,5-5-61 16,-3-1-35-16,9-3-23 0,-3-3-76 16,5-4-144-16,0-3-132 0,-9 1-199 15,9-5-634-15</inkml:trace>
  <inkml:trace contextRef="#ctx0" brushRef="#br0" timeOffset="21566.1">17327 5182 389 0,'0'0'1796'15,"0"0"-770"-15,0 0-616 0,0 0-110 16,0 0-43-16,0 0-67 0,0 0-63 16,0 0-62-16,0 0-65 0,0 0 12 15,0 25 16-15,0-4 18 0,0 2-12 16,0 4-12-16,0-1-7 0,-2-1-3 15,-1-1-9-15,1-4-1 0,2-2-2 16,-2-2 0-16,2-3-3 0,0-5-18 16,0 0-19-16,0-3-10 0,0 0-14 15,2-3-4-15,0 0-19 0,1-2 13 16,-1 0 5-16,0-2 35 0,2-4 23 16,2 0 11-16,0-6 3 0,2-1 15 15,-1-3-15-15,3-3 1 16,-2-3-1-16,1 2 0 0,-1 0 9 15,0 1-11-15,2 3 1 0,-3 1 17 16,-3 4 9-16,0 3 0 0,0 4-9 16,0 2-1-16,-2 2-2 0,-2 0-1 15,2 2 4-15,-2 5 15 0,2 1 6 16,0 4 6-16,-2 4-27 0,0-2-4 16,0 2-14-16,0 0-1 0,2-3-3 15,-2-1 0-15,0 0-25 0,3-3 4 16,-1-1-13-16,0-3-19 0,0-1-6 15,2 0-6-15,-2-3 8 0,2-1 26 16,0 0 12-16,0 0 22 0,3-5 2 16,-5-2 20-16,4-1-20 0,0-3 14 15,2-2 0-15,1 0-13 0,-1-2 9 16,0 0 4-16,2 1 2 16,-1 2 7-16,-3 3-3 0,-4 5 12 15,2 2-15-15,-2 2-7 0,2 0 16 16,-2 6 31-16,0 3-10 0,1 7-6 15,-1 0-27-15,-2 2-16 0,0 0-65 16,0 1-40-16,0-3-41 0,0-1-89 16,-2-1-149-16,2-4-326 0,-7-2-748 15</inkml:trace>
  <inkml:trace contextRef="#ctx0" brushRef="#br0" timeOffset="24786.26">15369 4873 70 0,'0'0'1630'0,"0"0"-932"0,0 0-221 15,0 0-32-15,0 0-49 0,0 0-122 16,0 0-95-16,0 0-79 0,0 0-54 16,0 0-35-16,-16 9-9 0,22-2 30 15,0 4 5-15,0 2 9 0,9 4-11 16,-3 1-8-16,0-2 1 0,3 2-3 16,-3-2-10-16,5-3 1 0,-5 0-1 15,-1-2-3-15,1-3 7 0,-4 2-1 16,-2-4 4-16,-1-1 6 15,-1-2 2-15,0 3 7 0,-2-4 0 16,0 0 6-16,0-1-3 0,-2 0-3 16,2 1-4-16,-2 1 1 0,0-3 6 15,0 2 3-15,0 2-4 0,-4 1-11 16,-4 3-10-16,4 0-3 0,-5 4 0 16,-1 1-2-16,-7 1-11 0,3 1 1 15,-3 1 8-15,1-2-11 0,-1 1-3 16,3-1-28-16,-3-3-63 0,7 2-77 15,2-1-112-15,-5 0-132 0,11 0-528 16,-4 2-339-16</inkml:trace>
  <inkml:trace contextRef="#ctx0" brushRef="#br0" timeOffset="25577.47">15582 5866 27 0,'0'0'186'16,"0"0"-140"-16,0 0-7 0,0 0-38 16,0 0 24-16,0 0-25 0,0 0 0 15,0 0 104-15,0 0-61 0,0 0-21 16,-19-2 15-16,19 2-37 0,0 0-26 16,0-1 26-16,0 1 25 0,0 0 24 15,0 0 72-15,0 0 107 0,-2 0-49 16,2 0-65-16,-4 0 55 15,2 0-45-15,0 0-98 0,2 0-26 0,0 0-33 16,-2 0-90-16,2 0-95 16,0 0-92-16,0 0-71 0,0 0 38 15,12 0 212-15</inkml:trace>
  <inkml:trace contextRef="#ctx0" brushRef="#br0" timeOffset="25739.45">15582 5866 39 0</inkml:trace>
  <inkml:trace contextRef="#ctx0" brushRef="#br0" timeOffset="25771.5">15582 5866 39 0,'-17'-14'101'0,"19"14"-101"0,1-2-3 0</inkml:trace>
  <inkml:trace contextRef="#ctx0" brushRef="#br0" timeOffset="28776.81">14474 5048 800 0,'0'0'316'16,"0"0"-271"-16,0 0-2 0,0 0 243 15,0 0 461-15,0 0-375 0,0 0-170 16,-2 11 87-16,2-11 116 0,0 0 12 15,0 1-60-15,0-1-112 0,0 0-116 16,2 1-76-16,0 3-7 0,0-2 6 16,2 4-12-16,0-2-12 0,5 3-13 15,-1-5-3-15,2 4-11 0,7-1-1 16,-5-2-1-16,9-1-17 0,-5-2 17 16,5 0-1-16,-4 0-26 0,3-4-58 15,-5 2-68-15,3 0-44 0,1-1-60 16,0-2-150-16,1 4-250 15,-7 0-328-15,9-5-499 0</inkml:trace>
  <inkml:trace contextRef="#ctx0" brushRef="#br0" timeOffset="29010.46">14935 5056 1912 0,'0'0'482'0,"0"0"-243"16,0 0-42-16,0 0-107 0,0 0-17 16,0 0 20-16,0 0-32 0,0 0-29 15,0 0-19-15,62 11 0 0,-50-11-11 16,5 2-2-16,-3-2 0 0,1 0-2 16,-1 0-14-16,-1 0-80 0,3 0-109 15,-3 0 31-15,5 2-97 0,-7-2-862 16</inkml:trace>
  <inkml:trace contextRef="#ctx0" brushRef="#br0" timeOffset="29240.21">15266 5073 17 0,'0'0'2245'0,"0"0"-1693"0,0 0-142 16,0 0-152-16,0 0-193 0,0 0-64 15,0 0 14-15,0 0-3 0,0 0-12 16,0 0-16-16,33 11-60 0,-27-10-39 16,0 0 13-16,4 2-16 0,-1-2-42 15,-1-1-20-15,0 0-58 0,5 0-82 16,-5-1-125-16,2-3-98 16,1 0-11-16,-5 1-19 0</inkml:trace>
  <inkml:trace contextRef="#ctx0" brushRef="#br0" timeOffset="29350.23">15421 5065 396 0,'0'0'544'0,"0"0"13"0,0 0-73 15,0 0-115-15,0 0-14 16,0 0 8-16,0 0-66 0,0 0-113 16,0 0-73-16,0 0-44 0,14 21-61 15,-8-17-6-15,-1-2-38 0,5 0-123 16,-2-1-113-16,-2-1-155 0,1 0-363 16,-1-1-1137-16,-68-28 1819 0</inkml:trace>
  <inkml:trace contextRef="#ctx0" brushRef="#br0" timeOffset="30888.48">14679 5619 57 0,'0'0'35'0,"0"0"14"16,0 0-26-16,0 0 33 15,0 0-14-15,0 0 382 0,0 0-248 16,0 0-176-16,0 0-4 0,0 0-51 16,0 0-92-16,16 6 56 0,-10-6 58 15,-4-1 33-15,-2-1 59 0,5 0 91 16,-3 1 0-16,0 0 26 0,0 0 29 16,0 0-52-16,-2 1-42 0,2-3-24 15,-2 1 1-15,0 1-3 0,0 0-17 16,0-2-16-16,0 1 16 0,0 1 52 15,0-1 32-15,0 0 17 0,0 1 2 16,0 0-4-16,0-2-22 0,0 2-4 16,-2 1-32-16,2-1-13 15,0 1 31-15,0-1 22 0,0 1 19 16,0 0-1-16,0 0-13 0,0 0-6 16,0 0 1-16,0 0-19 0,0 0-9 15,0 0-10-15,0 0-16 0,-2 0-12 16,2 0-9-16,-4 0-13 0,-1 1-12 15,3 4-19-15,-6-2-19 0,-4 6-11 16,-1-1-19-16,3 5 4 0,-7 2 3 16,5-1 11-16,-2 0 1 0,-1-1 0 15,3 1 1-15,-3-3-1 0,7 1-1 16,-6 0 1-16,5 0-3 0,1-2-13 16,2 0-2-16,-5 0 0 0,9-1 2 15,0 0-5-15,0-1 9 0,2-1-4 16,0 0 1-16,2-2 12 0,2 0 3 15,3-1 2-15,1 0 10 16,-4-1 4-16,2 1-13 0,0-1 0 16,5-1 9-16,-5 1-9 0,-2 0 0 15,2 0 9-15,1 1-11 0,-1 1 1 16,0-1 0-16,-2 3-2 0,0-2-15 16,-2 3-37-16,4 0-61 0,-1-1-66 15,3-1-37-15,-2-2-74 0,0 1-160 16,5-3-242-16,-3-1-360 0,2-2-274 0</inkml:trace>
  <inkml:trace contextRef="#ctx0" brushRef="#br0" timeOffset="31710.34">14633 5795 112 0,'0'0'13'0,"0"0"13"0,0 0 43 16,0 0-14-16,0 0 137 0,0 0 525 15,0 0-265-15,0 0-175 0,0 0-24 16,0 0-7-16,0 0-43 0,0 0-77 16,0 0-33-16,2 0 16 0,-2 0 10 15,0 1 2-15,0-1-38 16,0 0-25-16,0 0-26 0,0 0-4 16,0 0-2-16,0 0 18 0,0 0 4 15,0 0 3-15,0 0 9 0,0 0 22 16,0 0 25-16,0 0 19 0,0 0-26 15,0 0-39-15,0 0-33 0,0 0-28 16,0 0-11-16,0 0-2 0,0 0 12 16,0 0 1-16,0 0 16 0,0 0 12 15,0 0 15-15,0 0 13 0,0 0-9 16,0 0-7-16,0 0-12 0,0 0-6 16,0 0-20-16,0 0-2 0,0 0 0 15,0 0-25-15,0 0-6 0,0 0-6 16,0 0-3-16,0 0-7 0,0 0-12 15,0 0-23-15,0 0-19 16,0 0-3-16,0 0 0 0,0 0-16 16,2 0 19-16,0-1-112 0,5-2-120 15,-3 0-69-15,-2 0-424 0,4-2-584 0,-29 20 1071 16</inkml:trace>
  <inkml:trace contextRef="#ctx0" brushRef="#br0" timeOffset="31860.34">14633 5795 148 0</inkml:trace>
  <inkml:trace contextRef="#ctx0" brushRef="#br0" timeOffset="32058.49">14633 5795 148 0,'35'-13'1057'0,"-35"13"-79"0,0 2-722 0,0-2 454 15,0 0-490-15,0 0-19 0,0 0-21 16,2 0-26-16,-2 1-22 0,0 0-34 16,0-1-33-16,0 2-34 0,0-2-31 15,0 0-16-15,2 1-37 0,3 0 37 16,-1 0 16-16,0-1 12 0,6 1-8 16,-2-1-2-16,-1 0 1 0,1 0 9 15,2 0-9-15,-1 0-2 0,-1-1-1 16,-2 0 0-16,6-3-14 0,-5 2-67 15,-1 0-61-15,0-1-41 0,2 1-66 16,-2-1-57-16,1 1-92 0,-5 1-189 16,2-2-437-16,0 2-174 0</inkml:trace>
  <inkml:trace contextRef="#ctx0" brushRef="#br0" timeOffset="32329.64">14964 5747 412 0,'0'0'13'0,"0"0"1733"15,0 0-1300-15,0 0-288 0,0 0-7 16,0 0-35-16,0 0-4 0,0 0 82 16,0 0-32-16,16 6-54 0,-14-6-16 15,7 0-35-15,-3 0-17 0,-2 0-14 16,4 0-23-16,-1 0-3 0,5 0-2 15,-4 0-23-15,1 0-48 0,3 0-50 16,-2 0-48-16,-1 0-62 0,1 1-17 16,0 0-42-16,-2-1-135 0,-1 0-268 15,3 0-128-15</inkml:trace>
  <inkml:trace contextRef="#ctx0" brushRef="#br0" timeOffset="32537.87">15185 5761 340 0,'0'0'88'0,"0"0"1776"15,0 0-1444-15,0 0-256 0,0 0-65 16,0 0-47-16,0 0 50 0,0 0 4 16,0 0-39-16,0 0-23 0,48 2-18 15,-40-2-14-15,4 0-12 0,-1-2-2 16,-1 2-1-16,4 0-77 15,-3-1-111-15,1 0-63 0,3-1-113 0,-9 1-388 16,6-2-598-16</inkml:trace>
  <inkml:trace contextRef="#ctx0" brushRef="#br0" timeOffset="32764.14">15477 5743 867 0,'0'0'1347'15,"0"0"-724"-15,0 0-312 0,0 0-177 16,0 0-22-16,0 0-36 0,0 0 10 16,0 0-20-16,0 0-25 0,0 0-26 15,51 3-15-15,-45-4-3 0,5 1-13 16,1 0-25-16,-4 0-41 0,1 0-55 16,-1 0-48-16,0 1-23 15,-2 0-23-15,1 0-69 0,-1 0-137 0,-4 0-275 16,8-1-443-16</inkml:trace>
  <inkml:trace contextRef="#ctx0" brushRef="#br0" timeOffset="32938.08">15671 5746 327 0,'0'0'59'0,"0"0"1672"0,0 0-1178 0,0 0-184 16,0 0 46-16,0 0-187 0,0 0-164 15,0 0-64-15,0 0-64 0,0 0 39 16,2 7 25-16,2-5-1 0,4-1-1 15,1-1-68-15,-3 1-101 0,2-1-46 16,7 2-52-16,-7-2-30 0,2 0-79 16,5 0-70-16,-7 0-111 0,2 0-129 0</inkml:trace>
  <inkml:trace contextRef="#ctx0" brushRef="#br0" timeOffset="43002.82">10811 5678 60 0,'0'0'205'0,"0"0"1304"16,0 0-1337-16,0 0 23 0,0 0 103 15,0 0-56-15,0 0-20 0,-31-3-65 16,31 1-71-16,0-1-67 0,2-3 39 16,8-3 41-16,-3-4 9 0,5 0 0 15,5-3-4-15,-1 0-21 0,5-2-17 16,6-1-13-16,2-1-21 0,4-1-10 15,4-1 6-15,12-3-9 0,16-5 9 16,9-1 3-16,9 0-6 0,-1 2 5 16,-5 4 1-16,-7 2 16 0,-2 4-7 15,-2-1-2-15,1 6 2 0,-7 2-9 16,-9 3-12-16,-3 4-4 16,-13 1-12-16,-4 1 1 0,-8 0-2 15,8 2 1-15,2 1-1 0,0-3 1 0,-4 3 0 16,-6-1 13-16,-5 1-4 15,-3-2 10-15,-7 2-10 0,-2 0 0 16,-4 0 4-16,-2-1-1 0,0 1-11 16,0-2-1-16,2 2-1 0,-2 0-2 15,4 0-1-15,-4 0-24 0,0 0-46 16,0 0-26-16,0 0-21 0,0 0-40 16,2 0-43-16,-2 0-118 0,0 0-141 15,0 3-181-15,0-1-526 0,-8-7-29 0</inkml:trace>
  <inkml:trace contextRef="#ctx0" brushRef="#br0" timeOffset="43394.7">11919 4900 826 0,'0'0'984'0,"0"0"-666"0,0 0-101 16,0 0 44-16,0 0-54 0,0 0-185 16,0 0 7-16,0 0 3 15,0 0 77-15,0 0 19 0,43 36-9 0,-18-27-43 16,4 3 16-16,0 1-6 0,4 2-13 15,-6 1-19-15,6 1 0 16,-2 1 2-16,-6-1-2 0,0-1-13 0,-7 0-3 16,-1 0-10-16,-7-3-3 15,-4 2 10-15,3-2 2 0,-7 1 17 16,-2 3 28-16,-4 1 17 0,-9 0-2 16,-1 4-32-16,-9 1-34 0,0 5-31 15,1-1-9-15,-9 2-66 0,2 0-93 16,2-3-89-16,0 1-249 0,8-11-615 15,-16 4-1047-15</inkml:trace>
  <inkml:trace contextRef="#ctx0" brushRef="#br0" timeOffset="50215.99">17356 7592 1 0,'0'0'0'16</inkml:trace>
  <inkml:trace contextRef="#ctx0" brushRef="#br0" timeOffset="64382.51">6722 6703 1456 0,'0'0'760'0,"0"0"-659"16,0 0-79-16,0 0-21 0,0 0 0 16,0 0 60-16,0 0-6 15,-41 7-26-15,41-7-29 0,0 0-42 0,0 0-36 16,0 0-9-16,0 0 29 0,0 0-7 16,0 1-45-16,0-1-88 0,0 3-95 15,2 0-179-15,2-1-186 16</inkml:trace>
  <inkml:trace contextRef="#ctx0" brushRef="#br0" timeOffset="64798.36">8368 6756 2682 0,'0'0'583'0,"0"0"-353"0,0 0-142 16,0 0-18-16,0 0-16 0,0 0 15 15,0 0-16-15,0 0-18 0,0 0-34 16,0 0-1-16,4 5-22 0,-4-5 3 16,0 0 16-16,0 0-19 0,0 0-16 15,0 0-9-15,0 0-80 0,0-4-63 16,-2-2-78-16,-2-1-66 15,0 2-62-15,-1 2-29 0,1-1-65 16,4 1 8-16,-2 2-92 0,23 34 146 0</inkml:trace>
  <inkml:trace contextRef="#ctx0" brushRef="#br0" timeOffset="80566.71">15710 4566 11 0,'0'0'3'0,"0"0"56"15,0 0-27-15,0 0 21 0,0 0-14 16,0 0-23-16,0 0 4 0,0 0-7 16,0-6-12-16,0 5-1 0,0-1 137 15,0 1 88-15,0-1-49 0,0 1-36 16,0-2 52-16,-2 2 0 0,0 1-26 15,-2-2-26-15,0 0-30 16,2 1-22-16,0 0-43 0,2 0-6 16,-2 1 4-16,2 0 12 0,0 0 19 15,0-1 37-15,0 1 8 0,0 0-28 16,0 0-62-16,0 0-29 0,0-2-3 16,0 2 3-16,0 0 61 0,0 0 46 15,0 0-1-15,0 0-19 0,0 0-16 16,0 0-7-16,0 0-6 0,0 0-29 15,0 0-29-15,0 0-27 0,2-1 27 16,2-2 29-16,2 0-3 0,0-1-10 16,7-1-13-16,-3 0 16 0,4 1 7 15,1 0-25-15,5 0 9 0,-1-1-10 16,6 1-2-16,-2 0-10 0,1 0 9 16,5 1 3-16,0-1 0 0,4 3-12 15,5-2 12-15,-1 0 0 0,8 1 1 16,1-2 11-16,16 1-12 0,8-3 3 15,2 3-3-15,-1-2 3 0,-5 3-2 16,-4 0-1-16,0 0 2 16,2 2 11-16,-4-2 3 0,0 0 0 15,0 2-14-15,0 0 0 0,0 0 20 16,-2 5-9-16,-1-2-11 0,-1 1-2 16,4 2 2-16,-4-3 11 0,-2 3 0 15,-1-2 0-15,-7 2-10 0,-9-3 19 16,-8 0 1-16,0 1-11 0,4 0 13 15,4 1-24-15,5 1-2 0,-3-1 2 16,-4-1-1-16,0-1 16 0,-2 1-15 16,-2-1-2-16,-2 0 1 15,-4-1-1-15,-4 0 1 0,-1 0 1 16,-5 0 2-16,-1-2-2 0,-5 0 2 16,-1 0 0-16,-4 0 10 0,2 0 0 15,-2 0-13-15,-2 1 0 0,0-1 1 16,-2 0 0-16,3 1 0 0,-3-1-1 15,0 2-2-15,0-1 0 0,0-1 2 16,0 0 13-16,0 2 22 0,0-2 22 16,0 1 3-16,0-1-12 0,0 3-23 15,0 1-9-15,2 6 19 0,-2-1-10 16,2 7-9-16,-2 4-4 0,4 4 1 16,-2 5-10-16,0 6 13 0,-2 4-13 15,2 3 16-15,0 2-6 0,2 3-1 16,2 2-10-16,-1 5-1 0,-1 10-1 15,4 8-3-15,-4 2 2 0,4-4 0 16,1-4 2-16,-5-8 1 16,-2 1 11-16,2-1 3 0,-2 2 2 15,-2 1-2-15,0-2-14 0,0 1-1 16,-2-2 1-16,-2-9-2 0,4-11-12 16,0-7-16-16,-2-3-4 0,0 6 7 15,0 3 0-15,0 3 3 0,-1-2-10 16,1-3 7-16,0 1-13 0,0-4-4 15,2-1 4-15,0-1 10 0,0-2 3 16,-4-3-7-16,4 0-10 0,0-4-2 16,0-1-20-16,0-4-9 0,0-3-1 15,0 0-15-15,0-3 25 0,0-4 6 16,-2 1 6-16,2-2-2 0,0-3-4 16,-2 0 10-16,2-1 15 0,-2-1-28 15,-4 2-42-15,2-1-36 0,-1-1-26 16,1 0 22-16,-4 0 7 0,4 0-13 15,0 0 45-15,-2 0 61 0,-1 0 43 16,-1 0 20-16,2 0 19 16,0 1 45-16,-3 0 27 0,1 1 9 0,-2 0-3 15,0 2-20-15,-1-1 3 16,-1 1-25-16,1 0 18 0,1-1-35 16,-4 0 0-16,3 2-22 0,-3-2 22 15,1-2-3-15,-1 2-10 0,-3-2-7 16,1-1 7-16,-1 2 3 0,1-2-19 15,-3 0-13-15,3 0 4 0,-5 0 21 16,-2 0 4-16,5 0 0 0,-7 2-16 16,-2-2-10-16,-6 2-18 0,2-1-1 15,-4 1-14-15,0-1 14 0,-5 3 16 16,-1-3-15-16,-2 2 12 0,1 1 3 16,-1-3 6-16,-5 1 23 15,5 0-13-15,-1-2 9 0,-3 0 0 16,1 0-12-16,-3 0 0 0,3-2 12 15,-1 0-39-15,-3 1-2 0,3 0 19 16,-11 1-19-16,-6 0-1 0,-4 1-1 16,-5 2 1-16,15 1-12 0,13-2 13 15,14 0-1-15,2 0 2 0,-8-2-1 16,-7 2 16-16,1 1-14 0,-1-3 1 16,-1 1-3-16,6-1-3 0,-1 2 0 15,5 0 0-15,0-1 1 0,2 0 1 16,2 1 0-16,2-1 0 0,4 2-2 15,7 0-9-15,-1-1-10 0,7 0-10 16,-1 0-10-16,9 0-31 0,4-1-109 16,0 0-322-16,0-1-491 15,2 0-281-15</inkml:trace>
  <inkml:trace contextRef="#ctx0" brushRef="#br0" timeOffset="83126.23">16932 7157 17 0,'0'0'150'0,"0"0"-124"16,0 0 46-16,-58 9 375 0,35-6-89 16,-6 0-208-16,-2-1-69 0,0 1-32 15,-4-2-49-15,0-1 1 0,-2 1 0 16,-5-1-1-16,-1 1 0 0,2-1-19 15,-15 0-17-15,-2 0 20 0,-16 0 3 16,1 0 11-16,3-1 2 0,4 0 3 16,2-3 10-16,-5 2 23 0,1-3 29 15,-2-1-3-15,0 2-27 0,-3-4 4 16,-1 1 10-16,2-1-13 0,-1-6-23 16,5 4 3-16,-2-3 13 15,4-3 4-15,-5-1-1 0,1-2-12 0,-2 0-20 16,1-3 3-16,-1 0 15 0,2-1-18 15,-5 0-3-15,-1-3 3 0,-3 4-29 16,5-3-16-16,-7 0-27 16,5 2-38-16,-3 0 9 0,-1 0 13 15,1 2 32-15,-2 1 47 0,1-1 5 16,-3 0 4-16,3 1 0 0,1 0 12 16,-2-1 14-16,5-2-3 0,-5-1 26 15,-1-1-7-15,7-1 4 0,-5-3-1 16,3 3-32-16,5-4 7 0,-5-1-20 15,7-2-2-15,4-4 0 0,4-1-1 16,2-2 0-16,2-1-10 0,0-3 13 16,2 0 23-16,13 4-4 0,4 6-6 15,10 8 10-15,2-2 7 0,-6-5-8 16,-2-5-9-16,-5-8 13 0,5 1-6 16,2-8-4-16,8 5 0 15,2 0-3-15,5-2-3 0,12 6-10 0,-5-12-23 16,5 6 1-16,6 0 2 0,0-9 4 15,6 15-4-15,7-9 7 16,1-7 0-16,9 2-6 0,10-15 6 0,4 1 0 16,5 5 11-16,1 6-15 15,-2 7 4-15,-3 10-13 0,9-8 25 16,9 3-12-16,4 2-19 0,6-8 31 16,0 5-3-16,4 1 4 0,1-1 12 15,3 5 11-15,7 1 3 0,-1 0-6 16,5 3-4-16,0 1 3 0,6 1-18 15,0 1-1-15,2 1 0 0,2 1-22 16,4 2 22-16,0 1 0 0,5 5 1 16,-1 2-14-16,0 3 5 0,5 4 8 15,-5 2 0-15,3 5-16 16,-1 0 13-16,-2 2-7 0,1 0 10 16,1 3 3-16,-1-1-1 0,-1 5 2 15,-4-2 18-15,0 2-20 0,1 1 1 16,-1 1 23-16,0 1-1 0,6 0-25 15,-1 0-3-15,-1 4 3 0,-4 0 0 16,1 0 2-16,-1 2-2 0,-4 0 0 16,2 0 1-16,-2 3 0 0,-2 3-2 15,-2-2 4-15,-2 5 7 0,-6-1-10 16,-3 0 1-16,-1 4 1 0,-7 0 24 16,3 3-26-16,-3 1 26 0,-4 2-7 15,-4 0 1-15,-2 2 3 0,-4 0-7 16,2 4-13-16,-4 0 0 0,-6-1 0 15,-3-3-3-15,-10-4 3 0,-6-2-1 16,-4 0 14-16,6 5-16 0,4 4 2 16,7 5 2-16,-5 2 9 0,0 0-12 15,-1 2 2-15,-3 1 20 0,-2-1-22 16,-4 0 15-16,-4-1-15 16,1 1 1-16,-1 0 11 0,-8-1 0 15,3 3-13-15,-7-2 3 0,3 3 23 16,-5 0-23-16,-5 0-1 0,2-1 1 15,-4 0-2-15,-4 2 15 0,0-2-12 16,-8 12-1-16,-6 7-1 0,-5 10 0 16,2-7 1-16,1-11 1 0,6-14 9 15,-1-7-11-15,-1 4 11 0,-5 7-13 16,3 4 0-16,-1-1-1 0,1 1-25 16,-1-1 3-16,3-1 0 0,-4 0 1 15,3-5-4-15,-3 2 6 0,-1-2 4 16,1-3 0-16,-5 1 13 0,0-1 1 15,-4 1-11-15,3-1 12 0,-5 0-1 16,2-1 0-16,0-2 1 0,-2 0 0 16,0 1 1-16,1-4-1 0,-1 2-2 15,-2-2 3-15,4-4 0 16,-4 2 3-16,2-4-1 0,-4 2 0 0,2-3 13 16,0 1-15-16,-4-1 0 15,0 0 3-15,0 0-1 0,-2 1 0 16,2 1-2-16,-2 0-3 0,-3-3 3 15,3 3 1-15,-4-2 2 0,2-3 0 16,-5 3-2-16,7-2 11 0,-2-1-11 16,0-1 14-16,0 0 8 0,-1 0-23 15,3 0-1-15,-4-1 1 0,0-1 1 16,0-1 15-16,-1 3-15 0,3-2-1 16,-4 0 0-16,-3 0 0 0,3 1 0 15,0 0 1-15,-5-2 22 0,7-1 19 16,-3-1 4-16,5-2-4 0,-4 1-10 15,0-4 4-15,3 1-7 16,3-1-9-16,0-2 18 0,0-1-5 16,4 1-30-16,-2-2 23 0,2 0 23 15,2 2 6-15,0-4 0 0,10 0-33 16,-3 2-19-16,5-2-3 0,3-1-12 16,5-1-8-16,3 2 4 0,2-2-42 15,4 0-143-15,0 0-302 0,0 0-168 16</inkml:trace>
  <inkml:trace contextRef="#ctx0" brushRef="#br0" timeOffset="84807.6">16456 6657 99 0,'0'0'636'0,"0"0"-112"15,0 0-280-15,0 0-52 0,0 0-52 16,0 0-59-16,0 0-13 0,0 0 10 16,0 0 9-16,-4 46-9 0,8-35-13 15,0 3 22-15,7 1-6 0,3 3-3 16,-1 1-4-16,7 2 32 16,-1 3-22-16,10 4-7 0,2-2-35 15,2 6-1-15,4 2-18 0,15 7 6 16,8 7-4-16,10 4 14 0,5 4-7 15,-3-6 3-15,-6 0-9 0,-4-3-1 16,4 2-6-16,0 2 4 0,0 2-20 16,-1-1 0-16,-1 1-3 0,0-1 0 15,0-1-19-15,-6-4 3 0,-3-1 3 16,-3-7 13-16,-10-8-1 0,-11-8-1 16,-3-3 2-16,10 2 0 0,-1 0-2 15,4 0-1-15,-4-3 1 0,-1-5-11 16,-10-3 10-16,1-5-13 0,-4 0-26 15,-2-6-38-15,-3 0-52 0,-1-4-41 16,-1-7-85-16,-1-5-92 0,-5 3-228 16,-2-18-646-16</inkml:trace>
  <inkml:trace contextRef="#ctx0" brushRef="#br0" timeOffset="85190.5">18120 7407 1449 0,'0'0'357'0,"0"0"-243"16,0 0-4-16,0 0 14 0,0 0 2 15,0 0-16-15,0 0-65 0,-45 56-25 0,45-44 6 16,2 2 19-16,6 2 16 0,1 4-19 15,3 2-16-15,0 2 6 16,7 4-31-16,-5 1 1 0,7 2 0 16,-4-1 2-16,1 0 8 0,-3 0 1 15,-1-4 7-15,-4 2 9 0,-5-5 6 16,-1-2 39-16,-4-2 9 0,-4-3 20 16,-5-1 12-16,-7-1-13 0,-5 2-35 15,-6-2-35-15,-4-1-6 0,-6 1-23 16,-4-1 0-16,-5-1-3 0,1-1-3 15,-1 0-13-15,1-1-13 0,-1 0-54 16,3-2-64-16,4-1-77 0,10-3-72 16,6-2-98-16,4-1-210 0,11-1-200 15</inkml:trace>
  <inkml:trace contextRef="#ctx0" brushRef="#br0" timeOffset="88875.37">23354 17255 148 0,'0'0'274'16,"0"0"387"-16,-68 47-465 0,39-30-79 0,-2 1-20 15,0 0 30-15,-2 0-29 16,2-1-1-16,0-1-22 0,-2 1-17 16,4-1 17-16,-2-3-20 0,0 2 0 15,0-3-29-15,0-4 3 0,-2 0-7 16,0 1-22-16,-2-7-1 0,0 2 0 15,-1-2-22-15,-1-2 7 0,-2 0 14 16,0 0-18-16,-5-1 20 0,-7-1-11 16,-11-1 11-16,-9 3 0 0,-5 0 18 15,3 2-17-15,1 4-1 0,10 2 2 16,-4 0 11-16,-4 2-12 0,1 2 18 16,-1-3-19-16,-2 1 2 0,-3-4-2 15,3 3 2-15,-2-1-1 0,1-1 1 16,-1 0 1-16,-1-4 10 0,1-3 0 15,2 0 0-15,-7-6 3 0,-1-4 0 16,-3-2-16-16,0-3 4 16,-2-1-4-16,1-3 0 0,-1-2-1 15,0 1-1-15,5-2 2 0,-1-3 14 16,-2-1-11-16,5-3-2 0,-5-5 8 16,4-1 4-16,3-5-3 0,-5-3 3 15,3-4 19-15,1-4-15 0,-1-3 8 16,1-5-23-16,-1-5-2 0,-1-1-3 15,1-6 1-15,-5-5-27 0,4-2 16 16,1-7 12-16,-1-4-2 0,1 1-10 16,-1-5 10-16,1 1-10 0,-1 2-3 15,-2-3 16-15,5 4-20 0,-3 3-6 16,1-2 24-16,3 5 2 16,1-3 9-16,0 0-9 0,-1 1 0 0,5-3 2 15,-2 1-2-15,1-7-16 16,3-2 12-16,0-3 1 0,2-3-13 15,2 0 16-15,2-2-11 0,2 0 9 16,4-2 2-16,2-5-19 0,2 1 6 16,5-4 9-16,-5-3-15 0,11 0 19 15,-3 0 1-15,3-2 0 0,2-1-1 16,6 1-29-16,0-4 26 0,0 1-10 16,4-3 12-16,0-1 0 0,8 1 0 15,-2-4-1-15,1-3-14 0,5-3 13 16,-6-3 0-16,7 1 3 0,-3-2 0 15,3-1 0-15,-3 4-16 0,0-3 13 16,5 4 3-16,0 5 1 0,-1-2 3 16,7 4-2-16,2-3-2 0,-1 1-3 15,7 1 3-15,7-2 13 0,-1-3 29 16,8 0-13-16,5-2-28 16,6-2 0-16,-3-2 1 0,9-1 18 15,5 2 6-15,3-2-25 0,2 2-1 16,3 0 0-16,3 2 1 0,1 4 1 15,3 5 0-15,3 2-2 0,2 0 0 16,6 0-3-16,-4-3-12 0,2-1 15 16,6-1 1-16,0 1 12 0,4 1-13 15,-1-1-25-15,1 1 25 0,0-2 1 16,2 2 15-16,-1 4-3 0,1 1-13 16,5 3-3-16,-3-1 3 0,5 2 2 15,-1 2-1-15,3 2 14 0,3 3 15 16,1 3-27-16,2 0-3 0,2 5 0 15,4 2 23-15,2 4-23 0,2 4-13 16,0 5 13-16,3 4-1 16,-3 5-21-16,0 0 22 0,0 1 0 0,0 7 0 15,0 1 22-15,-2 5-21 0,0 4 12 16,1 0-11-16,-1 6 0 16,0 2-2-16,0 4 0 0,4 3-14 15,2 3 14-15,3 2 2 0,1 2 27 16,3 0-28-16,1 4 0 0,3 4 0 15,-5 2 1-15,3 1 34 16,-1 5-14-16,1 0 4 0,2 6-6 0,-1-1 2 16,-1 7 17-16,-1 1 0 0,3 1 0 15,-2 4-14-15,-1 0 1 0,5 3-3 16,-1 2 6-16,3 2-13 0,0 0 16 16,0 0 7-16,-1 4 3 0,3 0-13 15,0 5-26-15,4-3 13 16,0 2 10-16,0-1-25 0,2 1 15 0,-6 2-15 15,0-1-1-15,4 2 2 16,-7 2-2-16,5 2 2 0,-8 1 1 16,4 3-3-16,-9 2 0 0,1-2 1 15,1 5 0-15,1-4 22 0,-5 1-1 16,1 3 1-16,-3-2 9 16,0 2 16-16,-1 0-26 0,1-1-2 0,0-1 8 15,1 2-15-15,-1-2 16 0,-4-1-17 16,1 3-12-16,-1-3-4 0,0 3 3 15,0-1-2-15,0-1 3 0,-1 3 2 16,-3 0 0-16,0 0-2 0,-4 2 2 16,0 1-2-16,2-1-3 0,-4 2 3 15,-5 2 4-15,7-2 8 0,-4 1-12 16,-4 4-11-16,1-1 10 0,-3 1 0 16,-4 1-2-16,1 0 3 0,-6 2-3 15,-1 1 2-15,-3-1 1 16,-2 2 1-16,-4 0 0 0,0 2-1 15,-2 0 11-15,-6 5-11 0,4 0-1 16,0 2 1-16,-7 4 2 0,7-1 14 16,2 0 3-16,-4 0-17 0,-4-4 14 15,5 1-4-15,-3-1-12 0,-8-6-3 16,-5-6 2-16,-8-6-12 0,-2-4 13 16,4 8 1-16,5 3 15 0,9 5 3 15,-10-1-16-15,-1-2-2 0,-5 0 0 16,-2 0 12-16,-4 1-12 0,-3 1 0 15,-3 3 12-15,0 2-10 0,1 2-1 16,-1 7 0-16,8 9-2 0,0 8-20 16,2 1 20-16,-2-7 4 0,0-4 12 15,-8-15-15-15,-1-6 15 16,3 4-4-16,-4-5 4 0,-1-1-3 16,3 6-11-16,-3-8 1 0,3 7 10 15,2 7-10-15,-2-3-2 0,-5 1-1 16,3-2-1-16,-5 6-24 0,5 11 25 15,-5 5-2-15,5 5-2 0,-5-4 2 16,5-7 1-16,0-6 1 0,1-2 0 16,-1 0 2-16,4 0 0 0,1 0-1 15,-1-2 3-15,-6-8-3 0,1-7-1 16,-5-10 0-16,1 1-1 0,1 3-18 16,-1 3-7-16,1 7 10 0,-3 0 3 15,0 1 13-15,-3-2 0 0,-1 3 0 16,-4 1 2-16,4 1 11 0,-2-1-13 15,-1-1 2-15,1 2 2 0,-2 1-1 16,-2-2 13-16,6 1-13 16,-4-2-1-16,3 0 0 0,-3-2-1 15,2 0-1-15,-4 0-1 0,2-1-12 16,4-1 12-16,1 4-1 0,-5-1-1 16,4 1 1-16,-4 0-1 0,7-1 1 15,-5 1-1-15,2-1 2 0,-2-3-1 16,7 3 2-16,-7-2-1 0,2 0 0 15,-4-1 1-15,5 2 2 0,-3-2 0 16,-2 3-2-16,0 0-1 0,0 0-15 16,0 0-38-16,-2-2 9 0,0 3 23 15,5-2-7-15,-3 1-9 0,-2 1 6 16,2 0 16-16,-2 1 0 0,-2 1 3 16,2 0 11-16,-2 2 1 0,2-1 1 15,-2 3 1-15,2 0 1 16,0-2-1-16,-2 2 12 0,0-1-12 15,0-1-1-15,0 2-13 0,0-2 0 0,2 0 12 16,-2-1-2-16,2 0 1 0,-2 0-11 16,0 0 13-16,2-1 1 15,-2 8 12-15,0 8-12 0,-4 11 12 16,-4 2-11-16,0-2 1 0,-3-4 10 16,5-7 0-16,-4 0-13 0,0-2-2 15,-1 1-14-15,-1 3 13 0,-1-3 2 16,1 3 1-16,-2-2 0 0,-1-1 4 15,-1-1-2-15,-3 0 0 0,-2 0 14 16,1 1-14-16,-3-1 11 0,0 0-11 16,0-2-1-16,-1 2-1 0,-3 0-2 15,2 0-1-15,0 0 0 0,-2-1 1 16,0 1 2-16,-2-1 0 0,5 2 0 16,-3-1 2-16,-2 1 0 0,-2 0 1 15,-4-2 10-15,0-2 0 16,-3 1-13-16,1-2-4 0,-4 1 3 15,1 1 0-15,-1-2 1 0,-2 3 2 16,-1-1-1-16,1 1 0 0,-3 0 1 16,1-1 0-16,4 5 1 0,-1-1-1 15,-1-2 12-15,4 1-14 0,1-2 0 16,-3-1-2-16,2 0-27 0,-5-1 26 16,5 0-1-16,-6 1 1 0,-1-1 0 15,-1-1 3-15,1 1 0 0,-4 2 1 16,-3 2 2-16,3 1 17 0,-4 2-17 15,3 2-3-15,-3-2-3 0,-4-1-29 16,6 2 28-16,-3-2-21 0,5-3 25 16,0 0 0-16,-1 0 1 0,1-5 2 15,0 1 10-15,1-3-10 0,-1 0 0 16,7-8 10-16,10-9-11 16,4-5 16-16,-2-4-18 0,-4 8-19 0,-7 1 17 15,1 6-1-15,-9-2 2 16,7-1 0-16,-3 0-2 0,-1-4 3 15,4 1 13-15,-1-1-13 0,-5-2 0 16,7 0 3-16,-7-2-3 0,5 0 13 16,-3 0-11-16,-3 0 2 0,2 0-2 15,-7 2-2-15,-12 5-1 0,-1 5 1 16,2-5 0-16,12-5 0 0,5 0 0 16,-3-2 0-16,5 1 0 0,-5-2-23 15,15-8 20-15,8-6-13 0,-8 4 3 16,-5 1-22-16,-16 5-7 0,11-2 13 15,-5 0-3-15,-6 4 19 0,2 0-15 16,-18 10 28-16,2 0-2 0,1-1 0 16,5-1 2-16,10-6-2 0,-1 3 1 15,-3-1 1-15,-2-1-16 0,2-1 16 16,0 0 2-16,2 1 24 0,-2-2-13 16,-2 0-10-16,0 0-3 15,0 1-1-15,0-2 0 0,-2 2-2 16,0-3-13-16,4 2 3 0,-4-3-16 15,4 2 0-15,-4-2 16 0,-1 0-23 16,1-1 1-16,0-3 6 0,0 3-10 16,-2-3-9-16,-2 1 16 0,-4 2-23 15,3-3 16-15,-1 2 13 0,0-2 10 16,-3 1 16-16,3 0-15 0,-2 3 15 16,1 0 1-16,3 2 1 0,-2 0 17 15,-2-1-18-15,-5 0 0 0,1 1 25 16,-1-4-23-16,-1 0 45 0,-1-2-19 15,5 0-13-15,-7-2-13 0,7 2-3 16,-1-4 2-16,1 4-2 0,1-2-2 16,-1 0 0-16,2 1 2 15,3 0 19-15,3-2-6 0,4-2 19 0,0-2-3 16,9-3-26-16,5-3 12 16,13-3-14-16,6-5-2 0,8 0-1 15,3-7-185-15,-7-7-189 0,10 3-423 16</inkml:trace>
  <inkml:trace contextRef="#ctx0" brushRef="#br0" timeOffset="91740.82">16562 7486 719 0,'0'0'525'15,"0"0"210"-15,0 0-327 0,0 0-60 16,0 0-49-16,0 0-94 0,0 0-205 15,-25-14-39-15,37 9 39 0,-1-1 37 16,5-4 23-16,1 1-6 0,8-2 0 16,-7 2 1-16,9 0-1 15,-2 3-1-15,2 2 20 0,-7 4-9 16,3 0 11-16,-6 4 16 0,-5 3 29 16,-4 3 0-16,-4 2-8 0,-4 2 46 15,-2 5 31-15,-4 4-72 16,-6 2-52-16,-5 1-25 0,3 2-13 0,-5-2-5 15,5-4 9-15,-5-1-10 0,9-3 10 16,-1-2-13-16,1-5-15 0,6 0-3 16,2-3-21-16,2-4-22 15,0 2-16-15,0-1-14 0,4 1-35 0,0 0-28 16,4-2-28-16,-1 4-41 16,-1-1-82-16,-2 0-73 0,2 2-347 15,-2-1-309-15,-4 4-424 0</inkml:trace>
  <inkml:trace contextRef="#ctx0" brushRef="#br0" timeOffset="91916.71">16675 8022 128 0,'0'0'2833'0,"0"0"-2116"0,0 0-242 15,0 0-189-15,0 0-286 0,0 0-90 16,0 0 22-16,0 0 31 0,0 0-23 15,0 0-131-15,52 21-212 0,-37-18-696 16,-5 2-1037-16</inkml:trace>
  <inkml:trace contextRef="#ctx0" brushRef="#br0" timeOffset="93786.14">16659 8338 47 0,'0'0'146'15,"0"0"-51"-15,0 0 472 0,0 0-290 16,0 0-117-16,-58 6-40 0,50-6 4 16,-5 0-27-16,1-1-16 0,0-4-12 15,1 2-56-15,-1-1-12 0,1-2-1 16,1 0-20-16,-4 0 7 0,3-3 12 15,-5 1-18-15,3-2-2 16,3-1 19-16,-4-1-8 0,3-2 10 16,1 1 2-16,-5-3 18 0,7 0-17 15,-2-2-3-15,0 1 3 0,1-3-2 16,3-1-1-16,2-3-2 0,0 1-14 16,-4-4-3-16,5-1 2 0,1-1 1 15,0-3-26-15,0-1-40 0,0 1 4 16,2-2 4-16,0-1 25 0,0 1 6 15,0-3 4-15,4 3 26 0,0 1 13 16,7-2 16-16,-3 4 26 0,0-2 49 16,5 2-19-16,1 0-7 0,1 2-13 15,3-2-23-15,1 1 10 0,-1 1-20 16,7 1-15-16,-6 0 12 0,4 2-15 16,1 1 12-16,1 2-11 0,-4 3 14 15,4 1 4-15,-3 2-1 0,-1 0-6 16,4 4-10-16,-2 1-3 0,-3 2 1 15,3 1-1-15,0 2-2 16,-3 1 2-16,5 0 2 0,-2 4 1 16,-2 1 10-16,4 1 6 0,-1 0 14 15,-3 3 25-15,0 3-28 0,-1 0-4 16,-1 4-7-16,0 1-18 0,-5 1 15 16,5 3-12-16,-7 2 7 0,5 3-10 15,-5 3 1-15,-2 0 20 0,1 3-6 16,-1 0 4-16,-4 3-7 0,4-1 6 15,-1 1-19-15,-1-2-1 0,-2 0 0 16,0 0 0-16,3 0 1 0,-5 0 19 16,0 2-18-16,-4 0 1 0,0 0 1 15,0 2 13-15,0-1-16 0,-6 3-42 16,-2-3-10-16,-1 1-16 0,-1-1 16 16,0-2 29-16,-3-3 23 0,3-2 2 15,-1 0 14-15,-3-4-14 16,4-1 17-16,-5-1-2 0,1-1-14 15,-1-1 26-15,1 1-27 0,-3-1 24 16,1-1 3-16,-1 1 7 0,-1 0-10 16,-1-1-7-16,-2 2 1 0,-1-4-4 15,3 1 23-15,-4-2 0 0,0-1 3 16,1-1 6-16,-1-2 14 0,-2 2 6 16,5-1-13-16,-1 0-10 0,-2-1-13 15,7-1-32-15,-3 0-3 0,7-2-16 16,-3 0-30-16,7-2-61 0,2 0-74 15,4-1-50-15,-3-1-142 16,1 0-210-16,-2 0-455 0</inkml:trace>
  <inkml:trace contextRef="#ctx0" brushRef="#br0" timeOffset="101898.12">16219 8026 17 0,'0'0'69'0,"0"0"-69"0,0 0-16 16,0 0 14-16,0 0-14 16,0 0 0-16,0 0 16 0,18-30 0 0,-16 26 2 15,4-2 27-15,-1 2 11 16,-1 0 5-16,0 0-12 0,0-1-33 16,-2 2-15-16,2-2-28 0,-2 1 1 15,5 1 22-15,-3-1 1 0,-2 1-1 16,2-1-6-16,0 1 26 0</inkml:trace>
  <inkml:trace contextRef="#ctx0" brushRef="#br0" timeOffset="102039.13">16314 7911 67 0,'0'0'92'0,"0"0"-71"0,0 0-20 15,0 0-2-15,0 0-15 0,0 0-23 16,0 0 13-16,0 0-33 0,0 0 19 16,20-23 40-16,-20 23 0 0,2 0 0 15,-2 0 88-15,0 0 42 16,0 0-103-16,0 0-24 0,0 0 127 0,0 0-130 15,0 0-13-15,0 0-130 16,0 2-46-16</inkml:trace>
  <inkml:trace contextRef="#ctx0" brushRef="#br0" timeOffset="102820.81">16372 7904 60 0,'0'0'52'0,"0"0"-42"0,0 0 84 0,0 0-77 15,0 0 546-15,0 0-370 16,0 0-125-16,0 0-42 0,0 0-13 15,0 0 17-15,-17 1-28 0,11-1-2 16,2 1-4-16,-2 0-15 0,3 1-7 16,-3-1-101-16,2 0-124 0,0 1-150 15,54-11 101-15</inkml:trace>
  <inkml:trace contextRef="#ctx0" brushRef="#br0" timeOffset="105433.06">12994 7531 53 0,'0'0'69'16,"0"0"6"-16,0 0-30 0,0 0-12 15,0 0 6-15,0 0 597 0,0 0-356 16,0 0-72-16,0 0 16 0,0 0-9 15,0-18-37-15,0 16-38 0,0 2-4 16,-2-2 3-16,2 2-20 0,0 0-3 16,-2-2-13-16,2 2 13 0,-2 0 6 15,0-2 9-15,2 2-10 0,-4 0-12 16,4 0-8-16,0 0-37 16,-3 0-17-16,3 0-18 0,-2 0-10 0,0 0 0 15,0 0-16-15,-2 4-3 16,0 2-1-16,2 1-28 0,-2 2 7 15,2 0 19-15,0 4-10 0,0-3 13 16,0 1 0-16,2-3 0 0,0 0-3 16,0-1-19-16,2-1 3 0,2-2 3 15,0 0 13-15,0-2-13 0,2 2 14 16,0-2-14-16,-1-2 15 0,1 2 1 16,2-2 1-16,0 0 1 0,1 0 0 15,-7-3 11-15,6 0 0 0,-2-2 6 16,0-1 0-16,0-1 3 0,-1-2 0 15,-3 1-6-15,4-1 6 0,-2-3 0 16,-2 0-6-16,2-1-13 0,-4 3 10 16,0-3-10-16,4 1 0 0,-4 1 0 15,0 1 13-15,0 1 6 0,0 1-9 16,-4 1 15-16,2 0 3 16,-2 1 13-16,2 1-12 0,-2 1 2 15,0 2-2-15,2 0-4 0,-3-1 6 16,-1 2-8-16,0 1-7 0,-2 0-3 15,2 0-13-15,-1 2-1 0,-5 3 1 16,4 2-3-16,-1 2-3 0,5 2-13 16,-6 0 1-16,8 0-1 0,-2 1 13 15,2-1-14-15,0-1 2 0,2-1-1 16,0-1 0-16,0 0 4 0,4-2-7 16,0 3 6-16,-2-5 1 0,8 0 11 15,-6 0 0-15,3-2-2 0,1-2 3 16,0 0 3-16,0 0 9 15,-3 0 1-15,1-4 2 0,0 0 4 16,-2-2 6-16,6-3-6 0,-5 3-16 0,-3-3 17 16,-2 2-1-16,4-2-7 15,-2 1-8-15,0-3 8 0,-2 3-9 16,0 0 0-16,0 2 16 0,0-3 6 16,-2 3-6-16,-4-1 2 0,4 2 1 15,-5 2 3-15,-1 2-9 0,4 1-14 16,-2 0-2-16,0 0-3 0,1 4-13 15,-1 4-9-15,-2 2 3 0,2-1 4 16,2 1 16-16,0 0-2 0,1 1 3 16,3-5 1-16,-2 0 1 0,2-4 3 15,-2 3-1-15,2-3-3 0,0-2-2 16,0 1-17-16,0-1 0 0,0 3 7 16,2-3-1-16,0 0 10 0,1 0 0 15,1 0 0-15,0 0 3 0,0-3 3 16,0 0 9-16,0-2-8 15,2 3-4-15,-4-2-7 0,1 0-72 16,-3 2-81-16,2 0-105 0,-2 0-221 16,0 0-602-16,0 2-962 0</inkml:trace>
  <inkml:trace contextRef="#ctx0" brushRef="#br0" timeOffset="106399.1">13213 7178 856 0,'0'0'1060'0,"0"0"-548"16,0 0-170-16,0 0 27 0,0 0 16 15,0 0-138-15,0 0-121 0,0 0-114 16,0 0 13-16,0 0 69 0,0 14 17 15,15-14-27-15,1 0-28 0,3 0-9 16,3 0-7-16,3 0-9 0,-6-1-9 16,6-2-7-16,-1 1-12 15,-7 1 0-15,4 0-3 0,-1 1-3 16,-9-2-19-16,1 2-46 0,-4 0-47 16,-2 0-44-16,-1 0-27 0,-5 4-25 15,0 2-14-15,0 1 12 0,-7 3-104 16,-3 2-118-16,0 0-86 0,4-3-214 15,-15 6-383-15</inkml:trace>
  <inkml:trace contextRef="#ctx0" brushRef="#br0" timeOffset="106703.86">13184 7379 233 0,'0'0'726'0,"0"0"485"0,0 0-826 15,0 0-41-15,0 0 12 0,0 0-114 16,0 0-150-16,0 0-70 0,0 0 73 15,0 0 43-15,4 22 29 0,11-20-7 16,1-2-23-16,5 1-22 0,0-1-13 16,3 0 9-16,3 0-3 0,4 0-29 15,-2-4-20-15,0 1-22 0,-2-3-7 16,0 1-5-16,-2 1-13 0,2 1-11 16,-9 0 1-16,1 1-2 0,-5 2 0 15,3 0-3-15,-9 0-22 0,0 0-30 16,1 0-12-16,-5 0-10 0,0 0-24 15,-4 0-20-15,2 0-2 0,-2 1-20 16,0 0-10-16,-2 0 21 0,-2 1-73 16,-7 2-267-16,1 1-127 15,2 1-80-15,-9-1-111 0,7-1 31 0</inkml:trace>
  <inkml:trace contextRef="#ctx0" brushRef="#br0" timeOffset="106933.71">13414 7404 50 0,'0'0'238'16,"0"0"-59"-16,0 0 916 0,0 0-705 15,0 0-73-15,0 0 19 0,0 0-46 16,0 0-18-16,0 0-86 0,0 0-85 16,-38-1-31-16,38 5-10 0,0 3 54 15,0 3 31-15,2 1 6 0,-2 3-19 16,0 4-13-16,2 0-26 0,1 2-25 16,-3 0-21-16,0 2-22 0,2-1-10 15,-2 1-15-15,0-2-1 16,2-2-1-16,0-2-20 0,0-3-37 0,2-2-46 15,2-4-42-15,-2-1-35 0,2-2-25 16,-1-4-62-16,3 0-110 0,2-6-39 16,-2 1-206-16,-3-12-572 15</inkml:trace>
  <inkml:trace contextRef="#ctx0" brushRef="#br0" timeOffset="107171.73">13556 7191 935 0,'0'0'1671'0,"0"0"-1185"0,0 0-59 15,0 0-67-15,0 0-140 0,0 0-220 16,0 0-3-16,0 0 3 0,0 0 0 16,0 0 25-16,21 55-22 0,-17-38 0 15,2-2-1-15,-2 1-2 0,3-1 0 16,-3 0-40-16,0-5-83 15,-2 0-75-15,0-1-119 0,-2-2-159 16,2-4-168-16,0 0-513 0</inkml:trace>
  <inkml:trace contextRef="#ctx0" brushRef="#br0" timeOffset="107365.11">13674 7149 288 0,'0'0'2023'0,"0"0"-1394"0,0 0-96 15,0 0-157-15,0 0-181 0,0 0-120 16,0 0-74-16,0 0 0 0,0 0 40 16,0 0-10-16,10 56-9 0,-6-37-19 15,-1-1-3-15,-1-1-2 0,4 2-30 16,-4-3-80-16,2-1-118 0,-2 0-162 16,0-5-215-16,0-2-647 15</inkml:trace>
  <inkml:trace contextRef="#ctx0" brushRef="#br0" timeOffset="107785.21">13790 7391 438 0,'0'0'2055'0,"0"0"-1482"0,0 0-79 15,0 0-75-15,0 0-196 16,0 0-145-16,0 0-76 0,0 0 42 15,0 0 49-15,0 0 21 0,33 2 40 16,-15-6-12-16,-1 1-41 0,4-1-46 16,-1 1-19-16,-1-1-20 0,4 0-14 15,-9 0 0-15,5 1-2 0,-3 0 0 16,1 2-15-16,-3-1-10 0,1 0-39 16,-7-1-28-16,2 1-46 0,-1 0-13 15,-3 0-13-15,-2 0-23 16,-4-1-58-16,0 1-60 0,0-2-54 0,0 1-54 15,0-1-251-15,-8-1-489 0</inkml:trace>
  <inkml:trace contextRef="#ctx0" brushRef="#br0" timeOffset="108021.49">13841 7275 712 0,'0'0'1522'0,"0"0"-983"0,0 0-87 15,0 0-39-15,0 0-98 0,0 0-98 16,0 0-77-16,0 0-62 0,0 0-78 16,0 0-13-16,-20 19 13 0,22-6 31 15,0 5 6-15,-2 1-15 0,8 3-9 16,-6 0-12-16,2 1-1 0,-2-2-16 16,-2 0-18-16,0-2-62 0,3-3-60 15,-1-1-29-15,0-5-42 0,2-1-102 16,0-6-83-16,-2 0-167 15,6-3-206-15,1-3-283 0</inkml:trace>
  <inkml:trace contextRef="#ctx0" brushRef="#br0" timeOffset="108332.49">13945 7202 550 0,'0'0'287'0,"0"0"1258"15,0 0-1090-15,0 0-73 0,0 0-93 16,0 0-124-16,0 0-92 0,0 0 27 16,0 0 32-16,0 0-12 0,18 52-23 15,-13-32-1-15,-1 0 4 0,-2 5-10 16,-2-2-26-16,0 4-14 0,0-1-13 16,0 1-3-16,0 0-31 0,-4 2-1 15,-1-3 1-15,-3 0-1 0,2-2 0 16,-4-1-2-16,6-3-12 15,-5-4-16-15,1-2-6 0,2-5-3 0,0 1-3 16,6-4-9-16,-5-4-48 16,3 0-33-16,0-2-35 0,0 0-56 15,2 0-110-15,-6-6-276 0,6 2-400 16,0-9-258-16</inkml:trace>
  <inkml:trace contextRef="#ctx0" brushRef="#br0" timeOffset="108585.49">14075 7109 761 0,'0'0'62'16,"0"0"1613"-16,0 0-1234 0,0 0-204 15,0 0-39-15,0 0 78 0,0 0-34 16,10 52-94-16,-8-29-60 0,-2-1-28 15,2 5-11-15,-2-2-14 0,0 1-20 16,0-3-14-16,0 1-1 0,0-6-15 16,0 0-82-16,0-3-66 0,0-4-79 15,5-1-132-15,-3-5-86 0,0-2-208 16,0-1-499-16</inkml:trace>
  <inkml:trace contextRef="#ctx0" brushRef="#br0" timeOffset="108766.69">14211 7136 304 0,'0'0'2099'16,"0"0"-1372"-16,0 0-265 15,0 0-222-15,0 0-140 0,0 0-25 0,0 0-20 16,11 54-36-16,-7-34-18 16,-2 2-1-16,-2 0-55 0,2 2-83 15,-2-3-89-15,0 0-154 0,0-5-280 16,-8 2-1154-16</inkml:trace>
  <inkml:trace contextRef="#ctx0" brushRef="#br0" timeOffset="109433.73">14515 7282 692 0,'0'0'1820'0,"0"0"-1152"0,0 0-166 16,0 0-120-16,0 0-158 0,0 0-87 16,0 0-32-16,0 0-43 0,0 0-28 15,-49 24-22-15,34-14-12 0,1 2 1 16,-5 2 2-16,5 2 9 15,-9 2-8-15,4-1-4 0,-3 0 0 16,1-2-16-16,6-2 4 0,-3-2-10 16,5-3-3-16,7-2-36 0,-2-2-72 15,4-2-29-15,2-2-45 0,2 0-123 16,2-1-252-16,6-3 241 0,0-3 38 16,1-1 25-16,-1-3 6 0,8 1 12 15,-5-2 55-15,1 2 166 0,1 1 39 16,-5 0 58-16,4 3 112 0,-1 2 37 15,-7 1-2-15,2 2 12 0,-2-2 6 16,-2 3 19-16,2 0 25 0,-2 0-14 16,0 0-18-16,0 3-35 0,-2-1-24 15,3 4-13-15,-1 3 35 0,0 6-2 16,-2 4-42-16,0 5-40 0,0 3-25 16,0 2-21-16,-2 2-19 15,0 0-18-15,-3-4-16 0,3 0-15 16,0-4 0-16,-2-2-15 0,4-5-40 15,0 0-62-15,8-6-49 0,-1-3-45 16,-3-3-75-16,4-4-146 0,4 0-186 16,-3-7-410-16,-1-7-814 0</inkml:trace>
  <inkml:trace contextRef="#ctx0" brushRef="#br0" timeOffset="109666.54">14575 7422 1831 0,'0'0'1660'15,"0"0"-1183"-15,0 0-136 0,0 0-186 16,0 0-109-16,0 0 16 0,0 0-28 16,0 0-31-16,0 0-3 0,60-11-1 15,-47 10-73-15,1 1-68 16,-6 0-48-16,3 0-48 0,-1 3-49 15,-4 2-126-15,-2 3-67 0,-4 2-98 16,0-2-400-16</inkml:trace>
  <inkml:trace contextRef="#ctx0" brushRef="#br0" timeOffset="109846.7">14637 7641 905 0,'0'0'1479'15,"0"0"-778"-15,0 0-182 0,0 0-156 16,0 0-125-16,0 0-79 15,0 0-63-15,0 0-16 0,0 0-3 0,0 0-33 16,25 5-26-16,-17-5-6 16,3-4-12-16,1-2-2 0,0 1-84 15,1-2-56-15,6-4-66 0,-5 1-65 16,3-3-121-16,-3 1-269 0,0 1-556 16</inkml:trace>
  <inkml:trace contextRef="#ctx0" brushRef="#br0" timeOffset="110410.24">15102 7345 373 0,'0'0'23'15,"0"0"1549"-15,0 0-1015 16,0 0-184-16,0 0-65 0,0 0-79 0,0 0-80 15,0 0-25-15,-55 12-30 0,50 0-43 16,-1 4-23-16,0 6 10 0,-2 3 18 16,-3 4-9-16,1 2 26 0,0 2 27 15,-5-2 24-15,5-1-34 16,-7-1-43-16,3-4-35 0,6-2-12 16,-5-4-3-16,7-2-22 15,0-5-46-15,6 1-60 0,-2-6-24 0,2-3-63 16,2-1-79-16,4-3-100 0,2 0-88 15,5-9-159-15,-7 1-388 0</inkml:trace>
  <inkml:trace contextRef="#ctx0" brushRef="#br0" timeOffset="110612.24">15142 7422 396 0,'0'0'1780'0,"0"0"-1169"16,0 0-252-16,0 0-104 0,0 0-74 0,-4 64-67 15,4-41-19-15,0 0-17 16,0-1-5-16,0-1-20 0,4-2-19 16,0 0-18-16,-2-4-16 0,8-2-1 15,-4-1-15-15,1-2-21 0,-1-2-73 16,4-2-92-16,-2-2-109 0,-1-4-133 16,1 0-233-16,-4 0-480 0</inkml:trace>
  <inkml:trace contextRef="#ctx0" brushRef="#br0" timeOffset="110966.6">15297 7374 177 0,'0'0'1365'16,"0"0"-803"-16,0 0-326 16,0 0 197-16,0 0-292 0,0 0-121 15,-11 52 2-15,11-31-6 0,0 2 10 0,0-1-10 16,0-3 19-16,7-5 26 15,-3-1 3-15,0-2-23 0,2-4 4 16,0-4-13-16,9-1 0 0,-7-2-13 16,2 0 25-16,3-7 23 0,-5-3 22 15,4 0-19-15,-1-5-26 0,-3 0-6 16,-4-3-3-16,2 0-4 0,-2-1-2 16,1-2-4-16,-3 1 6 0,-2 0-2 15,0-1 27-15,-9 3 4 0,3 3 13 16,0 5 5-16,-4 1 0 0,-3 1-22 15,1 7-44-15,2-1-12 0,-3 2-2 16,3 3-44-16,-1 6-11 0,1 1-61 16,2 2-43-16,4 1-25 0,2 2-58 15,0-3-55-15,2-2-83 0,0 1-167 16,2-4-223-16,2-2-411 16</inkml:trace>
  <inkml:trace contextRef="#ctx0" brushRef="#br0" timeOffset="111226.23">15561 7294 53 0,'0'0'375'0,"0"0"1753"16,0 0-1550-16,0 0-129 0,0 0-80 16,0 0-149-16,0 0-108 0,0 0-71 15,0 0-29-15,-33 60 0 0,25-37-10 16,-4 0-2-16,1 1-2 15,3-1-29-15,-4-2 3 0,1-3-6 16,7-3-44-16,-2-5-40 0,4-4-40 16,0-1-44-16,2-5-99 0,2 0-130 15,2-3-49-15,2-5-74 0,0-2 15 16,3-5-38-16,-1 5-107 0</inkml:trace>
  <inkml:trace contextRef="#ctx0" brushRef="#br0" timeOffset="111479.86">15530 7382 5 0,'0'0'424'0,"0"0"-26"16,0 0 6-16,0 0 38 0,0 0-72 15,0 0-49-15,0 0-37 0,31-51-17 16,-29 49-14-16,2 2-26 0,1 0-33 16,1 0-24-16,2 0-44 0,-2 0-32 15,0 0-8-15,1 5 1 0,-1 1 22 16,2 3 12-16,-2 2-34 0,-2 4-31 16,1 1-16-16,-1 3-3 0,0 3-36 15,-4 1 0-15,0 0 1 16,0 4 10-16,-2-1-8 0,-4 2 11 0,-1-1-13 15,-1 0 13-15,-2-2-11 16,-1-2-1-16,5-1-3 0,-2-2-1 16,0-5-24-16,2-4-62 0,1-1-33 15,1-2-35-15,2-3-60 0,-2-3-60 16,2-2-79-16,-6 0-180 0,8-2-231 16,-6-7-502-16</inkml:trace>
  <inkml:trace contextRef="#ctx0" brushRef="#br0" timeOffset="111668.85">15485 7511 324 0,'0'0'352'15,"0"0"1377"-15,0 0-1274 0,0 0-211 16,0 0-2-16,0 0 18 0,0 0 5 16,0 0-32-16,0 0-49 0,0 0-47 15,33 50-63-15,-25-44-46 0,-2-1-28 16,5 1-1-16,1-2-42 0,-2 0-125 15,1-2-117-15,3 0-130 16,-8-1-319-16,5 2-789 0</inkml:trace>
  <inkml:trace contextRef="#ctx0" brushRef="#br0" timeOffset="112215.84">15813 7499 37 0,'0'0'476'0,"0"0"1707"0,0 0-1565 16,0 0-130-16,0 0-129 16,0 0-160-16,0 0-91 0,0 0-52 15,0 0 52-15,0 0 3 0,27 8-25 16,-16-8-22-16,-3 2-15 0,0-2-22 15,-2 0-15-15,3 2-12 0,-1 0-3 16,-4-2-31-16,2 4-61 0,-2-4-43 16,1 2-56-16,1 1-67 0,0-1-150 15,-2-1-245-15,-2-1-450 0,2 0-739 0</inkml:trace>
  <inkml:trace contextRef="#ctx0" brushRef="#br0" timeOffset="112500.33">16026 7410 40 0,'0'0'1885'0,"0"0"-629"15,0 0-826-15,0 0-90 0,0 0-108 16,0 0-110-16,0 0-100 0,0 0-1 16,0 0 26-16,0 0-10 0,42 18-6 15,-28-16-12-15,-1 0-17 16,-1-2-1-16,5 1-1 0,-3-1-28 0,-2 0-74 16,-1 0-66-16,-3 3-99 15,-4 0-140-15,0 1-242 0,-8 6-772 16</inkml:trace>
  <inkml:trace contextRef="#ctx0" brushRef="#br0" timeOffset="112756.66">16049 7675 1851 0,'0'0'1538'0,"0"0"-1130"0,0 0-137 16,0 0-152-16,0 0-1 0,0 0 0 15,0 0-35-15,0 0-30 0,0 0-25 16,52 28-7-16,-40-27 1 0,-1-1 9 16,-3 0 2-16,6 0 10 15,-3-2-21-15,-1-4-7 0,2-4 1 0,-1 2-4 16,-3-5-2-16,0 0-10 0,5-5-55 16,-3 1-31-16,-2-3-53 15,5-2-72-15,-5 1-139 0,-2 5-244 16,-2-3-1301-16</inkml:trace>
  <inkml:trace contextRef="#ctx0" brushRef="#br0" timeOffset="123327.56">12955 8319 14 0,'0'0'20'0,"0"0"-20"0,0 0 19 15,0 0-6-15,0 0 13 0,0 0-13 16,0 0-3-16,0 0-10 0,-13 2-26 15,13-4-16-15,0 2-4 0,0 0 45 16,-2-1 1-16,2 1 0 0,0 0 0 16,-2 0 82-16,2 0 9 15,0 0-78-15,0 0 10 0,0 1-22 0,0-1 243 16,0 0 50-16,0 0-180 0,0 0-69 16,0 0-15-16,0 0 15 15,0 0 30-15,0 0 62 0,0 0 68 0,0 0-7 16,-2 0-90-16,-2 0-27 15,4 0-29-15,0 0-23 0,0 0-9 16,0-1-8-16,0 1-12 0,-2 0-2 16,2 0 0-16,0 0 0 0,0 0 1 15,-2 0 1-15,2 0 2 0,-2 0 27 16,2 0 33-16,0 0 6 0,0 0 7 16,-2 0 6-16,2 0 6 15,0 0 7-15,0 0 9 0,-2 0 4 0,2 0-10 16,0 0-10-16,0 0-10 15,-2 0-23-15,2 0 4 0,0 0-10 16,-5 0-6-16,5 0 0 0,0 0-4 16,0 0-13-16,0 0-9 0,0 0-12 15,0 0 15-15,0 0 0 0,0 0-16 16,-2 0 10-16,2 0 0 0,0 0 0 16,0 1 2-16,0-1 8 0,0 0-7 15,0 0-4-15,0 0 1 0,0 0-10 16,-2 2 16-16,2-2-3 0,-2 1-12 15,2-1-1-15,-2 0 0 0,2 0 0 16,0 0 0-16,-2 2 0 0,2-2 1 16,-2 0 12-16,2 1 3 0,-4 0-7 15,4-1 7-15,0 3-3 16,0-2 0-16,0 1-13 0,0 0 1 0,0 1 15 16,0 0-17-16,-2 0 0 0,2 1-2 15,0 2 0-15,0 2 0 16,0 0 1-16,0 1 0 0,0 0-1 0,2 1-1 15,2-1-12-15,0 0 10 16,0 0 1-16,-2-4-1 0,0 1 0 16,5 0 3-16,-3-2 0 0,2 0 2 15,-2-2 1-15,2 1 13 0,-2-3-13 16,-2 0 9-16,5 0-8 0,-1-5 21 16,-2-1 7-16,2-2 2 0,0-1-2 15,-1-1-7-15,-1-2-12 0,0 3-10 16,2-2 0-16,-4 2 0 0,4 0 13 15,-4 1-14-15,0 0 11 0,-2 2 3 16,0 0 9-16,0 0 6 0,-2 0 7 16,-2 2-3-16,0-1-4 0,-2-1 0 15,2 0-2-15,-2 1-11 0,3 1 1 16,-1-1 3-16,-2 2-8 0,0 0-2 16,2 0 1-16,-2 2-10 15,1 0 9-15,3 1-11 0,-2 0-1 16,0 0-2-16,-2 1-10 0,4 2-4 0,-2 1 1 15,0 4-2-15,-3-1 4 16,7 3 1-16,-2-1 10 0,2 0-1 16,-2 2-1-16,2-3 2 0,0 2-1 15,0-2-9-15,2-2 9 0,0-1-16 16,5 0 16-16,-1-2-1 0,-2 0 4 16,6 0 0-16,-4-3 4 0,1 0 8 15,-1 0-9-15,-2 0 10 0,4 0-10 16,-4-4 13-16,1 0-1 0,-3 0 1 15,2-1-2-15,-2 0 4 0,0 0 4 16,-2-1-6-16,0-1-1 0,0 1-2 16,0 1-11-16,0-1 0 0,-2 0 0 15,0 0-1-15,0 0 1 0,-2 0 1 16,1-1-3-16,-1 3-1 0,0 2 1 16,-4 0 0-16,2 2-1 15,0 0-1-15,1 0 0 0,1 0-10 16,0 4-4-16,-2 0 4 0,4 2-4 15,0 0 3-15,0-1 10 0,2-1 0 16,-2 0-9-16,2-2 9 0,0 1 0 16,0-1 1-16,0-1-2 0,0-1 1 15,2 2 1-15,0-2 0 0,2 0 2 16,0 0 1-16,0-2 2 0,2 0 20 16,-4-3-10-16,5 0-1 0,-3 0-10 15,0 0 1-15,-2 1 0 0,2-1-1 16,-2 3 2-16,-2 1 8 0,0 1 13 15,0 0 9-15,0 0-34 0,-6 1-10 16,6 3-15-16,-4 0-12 0,0 2-10 16,2-1-42-16,0-3-71 15,2 0-109-15,0-2-254 0,0-4-683 0</inkml:trace>
  <inkml:trace contextRef="#ctx0" brushRef="#br0" timeOffset="124582.68">13178 8085 383 0,'0'0'1932'16,"0"0"-1458"-16,0 0-41 0,0 0-42 16,0 0-79-16,0 0-167 0,0 0-114 15,0 0 19-15,0 0 3 0,0 0-6 16,27 14-10-16,-13-18 1 0,5 0-14 15,-3 1-24-15,5-2 0 0,-9 1-15 16,5 3-22-16,-9-1-60 0,3 2-31 16,-5 0-61-16,-2 6-89 0,-2 0-106 15,-2 6-130-15,0-4-650 0,-12 10-380 16</inkml:trace>
  <inkml:trace contextRef="#ctx0" brushRef="#br0" timeOffset="124764.6">13213 8280 955 0,'0'0'1226'16,"0"0"-664"-16,0 0-129 0,0 0-83 15,0 0-169-15,0 0-36 0,0 0-29 16,0 0-41-16,0 0-24 0,56-6-29 16,-42 3-22-16,5 0-13 0,-7 3-60 15,3 0-99-15,-1 1-90 0,-5 6-94 16,-3 3-96-16,-2-2-236 0,-4 11-481 0</inkml:trace>
  <inkml:trace contextRef="#ctx0" brushRef="#br0" timeOffset="124989.19">13275 8504 431 0,'0'0'1019'0,"0"0"-191"0,0 0-344 0,0 0-134 15,0 0-101-15,0 0-14 0,0 0-33 16,0 0-45-16,0 0-24 0,0 0-5 15,37 7-7-15,-28-11-9 16,-1-2-20-16,8-2-33 0,-9-2-25 16,3 1-22-16,4-2-11 0,-3-3-1 15,-3 2-46-15,6-1-53 0,-7-1-37 16,3 0-51-16,0-1-67 0,-1 1-144 16,-5-2-186-16,0 6-498 15,0-5-727-15</inkml:trace>
  <inkml:trace contextRef="#ctx0" brushRef="#br0" timeOffset="125453.82">13593 8138 376 0,'0'0'2244'0,"0"0"-1733"0,0 0-97 16,0 0-95-16,0 0-196 0,0 0-67 16,0 0 4-16,0 0-7 0,0 0-6 15,0 0 3-15,56-2 6 0,-39 1 0 16,-3 1 0-16,5-2-10 0,-5 1-12 15,5 1-6-15,-9 0 6 0,7 0-6 16,-3 0 3-16,-8 0 24 16,3 4 31-16,-5 1-12 0,0-1-4 0,-4 5 4 15,0 3-1-15,-4 4-24 16,-4 3-22-16,-1 4-14 16,-1 0-13-16,-5-1-2 0,5 0-1 0,-6 0-10 15,1-1 11-15,5-2 0 0,-5-3-1 16,5-1-33-16,2-2-38 0,-3-2-27 15,5-3-52-15,2-3-29 0,2-2-44 16,2-2-86-16,0-1-231 0,6-1-54 16,0-7 16-16,5-1-145 0,-5 1-33 15</inkml:trace>
  <inkml:trace contextRef="#ctx0" brushRef="#br0" timeOffset="125612.34">13740 8301 308 0,'0'0'231'0,"0"0"871"15,0 0-625-15,0 0-24 0,0 0-48 16,0 0-59-16,0 0-23 0,0 0-70 15,0 0-77-15,0 0-63 0,35 42-29 16,-26-32-7-16,-1 2-8 0,0-2-23 16,-2 2-18-16,-4-3-25 0,5 1-3 15,-1-1 0-15,-2 0-81 16,2-1-121-16,-2 0-121 0,2-1-208 16,-6 0-486-16,5-3-788 0</inkml:trace>
  <inkml:trace contextRef="#ctx0" brushRef="#br0" timeOffset="126181.23">13897 8076 53 0,'0'0'1042'0,"0"0"360"16,0 0-958-16,0 0-191 0,0 0-90 16,0 0 40-16,0 0 59 0,0 0-25 15,0 0-63-15,0 0-43 0,64-5-35 16,-45 2-6-16,4-1-7 0,-3 1-22 16,5-1-21-16,0 1-27 0,0 2-13 15,-5-1-3-15,1 1 0 0,-6 1-62 16,-1 0-58-16,-6 0-72 0,1 1-23 15,-5 4-18-15,0 2-51 0,-4 4-117 16,-4 0-128-16,-5 3-193 0,3-5-444 16</inkml:trace>
  <inkml:trace contextRef="#ctx0" brushRef="#br0" timeOffset="126564.53">13957 8232 360 0,'0'0'1319'0,"0"0"-609"0,0 0-268 15,0 0-221-15,0 0 25 0,0 0 91 16,0 0-41-16,0 0-66 0,50 10-50 16,-34-10-47-16,5 0-55 0,0-1-17 15,-3-2-5-15,3 3-4 16,-2-1-21-16,-3 1-28 0,1 0-3 16,1 0-3-16,-5 0-56 0,-1 0-48 15,-4 0-33-15,-1 0-33 0,-1 1-14 16,-4 1-9-16,-2 0-34 0,0-1-30 15,0 2 82-15,-2-2 5 0,-4 3-65 16,-1-1 29-16,-3 0 51 0,-2 3 51 16,1-3 39-16,-1-1 68 0,-1 2 74 15,3-1 119-15,2 2 23 0,-3-1 32 16,7 2-8-16,0 0-46 0,0-1-38 16,2 5-30-16,2-2-16 0,-2 2-18 15,0 1-5-15,0 0-4 0,-2 3-11 16,-3-3-13-16,5 1-28 0,-2 0-22 15,2-2-9-15,0 1-28 0,0-1-50 16,-2-2-88-16,4 2-73 0,0-3-129 16,0-1-234-16,4-4-478 0,2-2-402 15</inkml:trace>
  <inkml:trace contextRef="#ctx0" brushRef="#br0" timeOffset="127068.77">14381 8158 327 0,'0'0'1985'15,"0"0"-1346"-15,0 0-192 0,0 0-108 16,0 0-62-16,0 0-36 0,0 0-52 16,0 0-50-16,0 0-49 0,0 0-19 15,2 11-4-15,-2-1-12 0,-4 5-24 16,0 7-16-16,0 0-15 0,-3 3-9 15,-3 0 7-15,4-4-1 0,2-1 0 16,0-5 1-16,4 0 1 0,0-3 1 16,0-4-3-16,0-2-22 15,6-1 1-15,2-2 2 0,4-2 10 0,-3-1 9 16,3-1-12-16,5-5-4 0,-5-3-12 16,7-2-12-16,-5-2 0 0,3-1-18 15,-5 0-7-15,3 0 0 0,-3-1-19 16,-2 2 3-16,1 3-3 15,-3-1 3-15,-4 3 14 16,-2 0 20-16,-2 3 34 0,0-1 16 0,0 0 31 16,0 2-5-16,-2 0-4 0,2 0 4 15,-2 3 23-15,0 0 42 0,0-2 12 16,2 3-4-16,0 0-16 0,0 0-33 16,0 4-13-16,0 1-19 0,0 2 35 15,2 4 17-15,0 2 1 0,0 3-16 16,2 1-3-16,0 0-9 0,0 1-24 15,-1-3-19-15,3-1 0 0,0-1-3 16,-2 0-43-16,-2-1-80 16,4-1-90-16,-2-2-93 0,1 1-262 15,1-4-650-15,-6 2-1083 0</inkml:trace>
  <inkml:trace contextRef="#ctx0" brushRef="#br0" timeOffset="127949.64">13494 8725 27 0,'0'0'2033'16,"0"0"-1541"-16,0 0-61 0,0 0 3 16,0 0-183-16,0 0-185 0,0 0 38 15,0 0 78-15,0 0 13 16,50-21-68-16,-23 14-46 0,0-2-29 16,1 3 4-16,3 0-4 0,3 4 7 15,-3 0 3-15,0 2-7 0,-5 0-15 16,1 2-3-16,-8 0-13 0,-3 4-21 15,-5-1 13-15,-5 1-4 0,0 1 3 16,-6-1 10-16,0 3 5 0,-6 1-2 16,2 2-25-16,-9 0-3 0,5-1-46 15,-4 0 3-15,-1-3-12 0,1 2-9 16,0-3-7-16,1-2-12 0,-3 1-4 16,3-3 7-16,3-1 6 15,-2-2 18-15,2 0 22 0,-1 0 24 16,5 0 10-16,2 0 13 0,-2-2-12 15,2 0 14-15,2 0-2 0,0 0 12 16,0-1-7-16,0 2 4 0,0 1 6 16,0 0 12-16,0 0 13 0,0 0 5 15,0 0-2-15,0 0-7 0,0 1-18 16,0 5-7-16,0 3 7 0,2 4 34 16,0 7-19-16,-2 0-13 0,0 5-5 15,0-1-1-15,0 0-2 0,0-3-22 16,0 2 9-16,0-4-10 0,0-2-1 15,0-1-1-15,0-4-18 0,0-3-10 16,0-2-54-16,2-2-72 0,0-2-62 16,2-3-50-16,5-2-120 15,-1-5-248-15,0 1-430 0,-2-7-849 0</inkml:trace>
  <inkml:trace contextRef="#ctx0" brushRef="#br0" timeOffset="128220.07">14013 8906 431 0,'0'0'2146'0,"0"0"-1347"0,0 0-318 16,0 0-130-16,0 0-158 0,0 0-125 15,0 0-65-15,0 0 25 0,0 0-9 16,0 0-17-16,43-7-2 0,-28 4 0 16,-3 0-16-16,5 1-27 0,-3-2-53 15,5-1-91-15,-7 2-86 16,3-1-211-16,-5 1-851 0,-6-1-752 0</inkml:trace>
  <inkml:trace contextRef="#ctx0" brushRef="#br0" timeOffset="128780.34">14261 8697 859 0,'0'0'1781'16,"0"0"-1283"-16,0 0-323 0,0 0 19 16,0 0 66-16,0 0-53 0,0 0-62 15,58-7-51-15,-37 1-23 0,1 0-3 16,-3-1-21-16,6 1-10 0,-5 0-24 16,-1 1-13-16,2 2-3 0,-7 1-68 15,3 2-72-15,-9 0-86 0,-2 2-57 16,-2 6-91-16,-4 4-145 0,0-4-592 15,-8 12-391-15</inkml:trace>
  <inkml:trace contextRef="#ctx0" brushRef="#br0" timeOffset="128973.47">14327 8835 1115 0,'0'0'1164'0,"0"0"-545"15,0 0-155-15,0 0-204 0,0 0-102 0,0 0 65 16,0 0 6-16,0 0-77 15,0 0-55-15,58-7-26 0,-39 3-16 16,-3-1-33-16,3 0-20 0,4 1-2 16,-7 1-3-16,5-1-31 0,-9 2-71 15,3 0-56-15,-3 2-48 0,-4 0-58 16,-1 0-129-16,1 0-163 0,-6 0-167 16,-2 0-667-16</inkml:trace>
  <inkml:trace contextRef="#ctx0" brushRef="#br0" timeOffset="129287.83">14408 8588 66 0,'0'0'1786'0,"0"0"-1177"0,0 0-145 15,0 0-99-15,0 0-82 0,0 0-103 16,0 0-45-16,0 0 16 0,0 0-19 16,6 63-29-16,-2-36-16 0,-2 4 6 15,2 3 21-15,0-1 19 0,-1 1-11 16,-1 0-36-16,0-4-31 0,0-1-24 16,0-6-29-16,-2 0-2 0,6-5-21 15,-2-3-38-15,4-5-66 0,1-3-72 16,-1-5-41-16,2-2-65 0,7 0-183 15,-7-5-203-15,-2-3-595 0</inkml:trace>
  <inkml:trace contextRef="#ctx0" brushRef="#br0" timeOffset="129640.38">14685 8596 662 0,'0'0'1371'16,"0"0"-644"-16,0 0-249 0,0 0-141 15,0 0-179-15,0 0-92 0,0 0 54 16,0 0 8-16,0 0-42 16,0 0-18-16,60-8 7 0,-40 7 2 15,-3-1 7-15,4-1-16 0,1 1-40 16,-3-2-25-16,2 2-3 0,-7-2-1 0,3 2-48 16,-9 1-60-16,2 1-46 15,-4 0-55-15,-1 0-61 0,-5 1-138 16,0 3-100-16,0 0-269 0,-11 6-1159 0</inkml:trace>
  <inkml:trace contextRef="#ctx0" brushRef="#br0" timeOffset="129902.39">14670 8735 2162 0,'0'0'1012'16,"0"0"-595"-16,0 0-99 0,0 0-192 15,0 0 15-15,0 0 55 0,0 0-29 16,58 9-34-16,-39-9-56 0,4 0-31 16,3 0-12-16,-5 0-16 0,2-1-4 15,2-2-14-15,-9 0-2 0,3 1-47 16,-7 0-37-16,1 1-31 0,-5 0-59 16,-6 1-35-16,0 0-43 0,-2 0-80 15,0 0 10-15,0 0 65 0,-4 0-210 16,-2 0-192-16,-5 0-15 0,3 2 76 15,0-1 75-15</inkml:trace>
  <inkml:trace contextRef="#ctx0" brushRef="#br0" timeOffset="130061.41">14850 8744 376 0,'0'0'622'16,"0"0"16"-16,0 0-73 0,0 0-115 15,0 0-55-15,0 0-22 16,0 0-72-16,0 0-99 0,0 0-48 0,-33 15-32 16,33-6-19-16,6 1 15 0,-4 5 24 15,0 2-10-15,-2 2-55 16,0 3-34-16,0 1-30 0,0-1-13 15,0 0-19-15,3-2-55 0,1-4-95 16,-2-3-88-16,4-6-131 0,-2-2-332 16,6-5-647-16</inkml:trace>
  <inkml:trace contextRef="#ctx0" brushRef="#br0" timeOffset="130343.72">15094 8588 1528 0,'0'0'1703'15,"0"0"-1179"-15,0 0-134 0,0 0-160 16,0 0-134-16,0 0-68 0,0 0-26 15,0 0 14-15,0 0-14 0,-2 62-2 16,-2-44 0-16,-2-2-56 0,2 1-59 16,-1-2-43-16,1-3-47 0,4-3-40 15,-2-3-110-15,2-3-140 0,0-2-176 16,0-1-479-16</inkml:trace>
  <inkml:trace contextRef="#ctx0" brushRef="#br0" timeOffset="130618.98">15102 8629 441 0,'0'0'258'0,"0"0"409"0,0 0 113 16,0 0-388-16,0 0-48 16,0 0-59-16,25-51-90 0,-19 42-52 15,1 3-42-15,1 0-18 0,4 0-26 16,-3 4-20-16,-1 0-8 0,2 0 12 16,0 2-13-16,-3 0 0 0,1 2 4 15,2 4 2-15,-1-1-6 0,-3 3 0 16,2 0 8-16,-2 0 8 0,0 3 12 15,-1 0 28-15,-3 2 31 0,0 0 3 16,-2 3-20-16,0 1-17 0,-4 2-11 16,-3 3-24-16,-3-1-24 0,2 1-19 15,2-1-3-15,-3-2-1 0,-1 0-24 16,4-4-54-16,0-1-63 0,3-2-63 16,-1-2-53-16,2-3-174 0,0-2-288 15,0 0-681-15</inkml:trace>
  <inkml:trace contextRef="#ctx0" brushRef="#br0" timeOffset="131260.05">15363 8759 167 0,'0'0'124'0,"0"0"587"0,0 0-67 15,0 0-228-15,0 0-37 0,0 0-5 16,0 0-2-16,0 0-76 0,0 0-157 15,0 0-75-15,-23 0 77 0,29 0 79 16,7-3-32-16,-3 0-48 0,9 0-53 16,-7 0-31-16,9-1-16 0,-7 1-6 15,5 0-19-15,-3 0-13 0,1 1-2 16,-7 2-15-16,-2 0-78 0,-1 0-71 16,-1 0-66-16,-2 2-54 0,-2 4-140 15,-2 0-120-15,0-2-451 0,-8 5-624 16</inkml:trace>
  <inkml:trace contextRef="#ctx0" brushRef="#br0" timeOffset="131884.17">15336 8870 53 0,'0'0'88'0,"0"0"486"15,0 0 600-15,0 0-827 0,0 0-72 16,0 0-17-16,0 0-78 0,0 0-23 15,0 0-23-15,0 0-45 0,-15 11-47 16,15-11-41-16,3 0 34 0,-1 0 73 16,2 0-1-16,-2 0 10 15,2 0-13-15,0 1-10 0,0-1-22 16,-2 1-20-16,2-1-18 0,-1 2-9 16,-1-2-12-16,-2 0-11 0,0 0 0 15,0 0 0-15,0 0 10 0,0 0 4 16,0 0-14-16,0 1 1 0,0-1 13 15,0 0-13-15,0 1-1 0,0-1-1 16,0 0-1-16,0 0-2 0,0 0 0 16,0 0 1-16,0 0 1 0,0 0 1 15,0 0-1-15,0 0 0 16,0 0 2-16,0 0 1 0,0 0 9 16,0 0-10-16,0 0 2 0,0 0 8 15,0 0-11-15,0 0-1 0,0 0-12 16,0 0-7-16,0 0 0 0,0 0 0 15,0 0 4-15,0 0 13 0,0 0-11 16,0 0-5-16,0 0-7 0,0 0-11 16,0 0-14-16,0 0-28 0,0 0-20 15,0 0-6-15,0 0-13 0,0 0-26 16,0 0-44-16,0 0-56 0,0 0-75 16,0 0 72-16,0 0-77 0,0 0-115 15,2-4-34-15,2 1-56 0,-2-1-153 16,-10 15 659-16</inkml:trace>
  <inkml:trace contextRef="#ctx0" brushRef="#br0" timeOffset="132645.79">15441 8737 8 0,'0'0'45'0,"0"0"7"16,0 0 30-16,0 0-43 0,0 0 597 15,0 0-343-15,0 0-95 16,0 0-6-16,0 0-110 0,0 0 15 0,0 0 23 15,-39 6-35-15,35-6-1 16,2 0 13-16,-2 0 33 0,0 0 3 16,0 0-17-16,-1 0 20 0,1 1 12 15,2-1 3-15,0 0 3 0,2 0 12 16,0 0-16-16,0 0-29 0,0 0-42 16,0 0-35-16,0 0-19 0,6 0 58 15,1 0 55-15,1 0 36 0,0-1-25 16,4-2-18-16,5 0-13 0,-3-1-35 15,7 2-15-15,-2-3-12 0,-3 3-10 16,5-1-6-16,-7-1-16 0,3 3-8 16,-5 0-13-16,-3-1 9 0,1 2 0 15,-2 0-11-15,-4 0-1 0,0 0-2 16,-1 0-1-16,-1 0-34 0,0 0-33 16,-2 0-29-16,2 0-40 15,0-1-44-15,-2 1-26 0,2-1-55 0,-2-1-119 16,4 0-116-16,-2 0-107 15,-2 0-508-15</inkml:trace>
  <inkml:trace contextRef="#ctx0" brushRef="#br0" timeOffset="133064.23">15384 8562 197 0,'0'0'91'0,"0"0"1675"16,0 0-1267-16,0 0-36 0,0 0-39 15,0 0-154-15,0 0-166 16,0 0-70-16,0 0 73 0,0 0 32 15,8 6 11-15,0-6-7 0,2 0-16 16,7-1-7-16,-7 0-9 0,9-1-1 16,-5 1-3-16,7 0-27 0,-7 0-28 15,7-2-16-15,-4 2-14 0,3 0-7 16,-5 0-12-16,3 0 9 0,-3 1-12 16,3 0-1-16,-5 0 0 0,3 0-1 15,-7 0-10-15,-1 0-31 0,0 0-33 16,-4 0-16-16,-2 0-30 0,1 0-32 15,-3 1-16-15,0 0-19 16,0 0-25-16,0-1-35 0,0 4-67 0,-5-2-217 16,-1 3-1-16,0-3-758 15</inkml:trace>
  <inkml:trace contextRef="#ctx0" brushRef="#br0" timeOffset="133372.32">15543 8558 21 0,'0'0'146'0,"0"0"-61"0,0 0 1113 16,0 0-818-16,0 0-71 0,0 0-31 15,0 0-52-15,0 0-20 0,0 0 9 16,0 0-10-16,-15-3-2 0,15 3-19 16,-2 2-33-16,0 2-53 0,-2 3-23 15,2 1-2-15,-4 7 2 0,4 4 10 16,2 2 5-16,-2 4-3 0,-1 1-10 15,3 3-6-15,-2 0-12 16,2-3-13-16,-2-1-15 0,2-3-16 0,0-3-12 16,0 0-3-16,0-4 0 0,0-2-3 15,2 0-21-15,3-5-16 16,-3-1-62-16,6-2-34 0,-2-3-54 16,0-2-52-16,0 0-79 0,3-1-131 15,1-5-90-15,-4 2-430 0,0-5-297 0</inkml:trace>
  <inkml:trace contextRef="#ctx0" brushRef="#br0" timeOffset="133726">15638 8860 288 0,'0'0'753'0,"0"0"517"0,0 0-953 16,0 0-175-16,0 0 134 0,0 0-24 16,0 0-13-16,0 0-30 15,0 0-36-15,58-21 3 0,-48 14 14 16,7 3-32-16,-5-2-6 0,2 2-44 16,-1-1-22-16,-1 0-13 0,3 4-14 15,-5 0-14-15,0 1-8 0,1 0-12 16,-3 1-23-16,-4 2 1 0,2 1-2 15,-2 1 1-15,5 0 1 0,-7 0 0 16,-2 4 9-16,0-3-12 0,0 1-25 16,-2 0-37-16,-2 1-29 0,-3 0-48 15,1-2-36-15,0 1-26 0,0-3-51 16,-3-2-120-16,1-2-197 16,2 0-222-16,-4 0-737 0</inkml:trace>
  <inkml:trace contextRef="#ctx0" brushRef="#br0" timeOffset="133960.15">15708 8734 389 0,'0'0'78'0,"0"0"1500"15,0 0-1028-15,0 0-75 0,0 0-38 16,0 0-171-16,0 0-115 0,0 0-63 16,0 0-22-16,0 0 9 0,-2 7 93 15,4 5 9-15,4 5-50 0,-2 4-32 16,-4 1-15-16,2 3-16 0,-2-3-18 15,0 1-27-15,0-2-17 0,0-3-2 16,0-1-2-16,0-3-44 0,3-4-86 16,1 1-78-16,-2-4-41 15,2-2-74-15,4-3-158 0,0-2-160 0,-1 0-135 16,-1 0-589-16</inkml:trace>
  <inkml:trace contextRef="#ctx0" brushRef="#br0" timeOffset="134198.39">16031 8978 1874 0,'0'0'973'0,"0"0"-640"0,0 0 358 16,0 0-280-16,0 0-287 0,0 0-105 15,0 0-19-15,0 0-44 0,0 0-58 16,0 0-130-16,6 15-180 0,-4-15-569 16,-2 1-1104-16</inkml:trace>
  <inkml:trace contextRef="#ctx0" brushRef="#br0" timeOffset="148368.38">12932 6954 126 0,'0'0'170'0,"0"0"-47"16,0 0-21-16,0 0-18 0,0 0 21 16,0 0-50-16,0 0-54 0,0 0-1 15,-4 2 59-15,4-4 22 0,0 1-29 16,0-2-50-16,2 3 12 0,-2 0-1 15,2 0 13-15,-2 0 22 0,0 0-5 16,0 0 256-16,0 0-48 0,0 0-92 16,0 0-71-16,0 3-43 0,-4 0 10 15,2 0 20-15,-2 2-10 0,-3 1-20 16,5 3-16-16,-2-2-29 0,2 6 0 16,-6-2-13-16,6 3 0 15,-2 1 13-15,-1 5 3 0,-1 0 0 16,4 4 0-16,-6 1 0 0,-2 2 10 0,1 4-12 15,1 2 1-15,-4 1 0 16,-1 3 14-16,5 2-14 0,-6 1 1 16,-1 1 0-16,7-2 13 0,-7 1-13 15,3 2 23-15,4 1 3 0,-5 0-16 16,3 1 0-16,2 2-11 0,-1 1 14 16,1-2-15-16,0-2 2 0,6-3 0 15,-4 0 20-15,4-1-3 0,-5 0-18 16,7 0 17-16,0 1-7 0,0 3-12 15,0-1-23-15,0 4-3 0,2-1-12 16,3-1-14-16,-1 0 6 0,-4 0 27 16,2-3 18-16,0 1 1 15,-2 0 1-15,2 0 1 0,0 0 0 16,2 0 24-16,0-1-13 0,0-1-13 16,-2-2-19-16,9-2 16 0,-7-5-14 15,0-1 14-15,4-3 0 0,-2-2-10 16,7-1 13-16,-5-3-1 0,2 2 1 15,1-1-1-15,-3 1-1 0,2 1-15 16,3-2 14-16,-5 0-16 0,0-3-17 16,3 1 0-16,1-3 4 0,-8-2-4 15,7 1-9-15,1-5-13 0,-4 0 19 16,-2-1-52-16,3 0-46 0,1-2-12 16,-4 0-34-16,-2-1-48 0,3 1-85 15,-3-2-94-15</inkml:trace>
  <inkml:trace contextRef="#ctx0" brushRef="#br0" timeOffset="148939.07">12787 9051 78 0,'0'0'173'0,"0"0"-39"16,-33-72-17-16,21 44-13 0,-1 1-3 16,1-1 10-16,-5 0-16 0,7 1-11 15,-2-4-12-15,-3 2-26 0,3-2-4 16,1-3-3-16,1-2 0 0,2-3 3 15,2-10 7-15,-1-11 10 16,-1-9 9-16,4-3 20 0,0 5-16 0,2 6-11 16,0 6-12-16,-2 2-20 15,4 6-12-15,-2 9-16 0,2 8-1 16,-3 1-18-16,1-1-21 0,0-8-6 16,2-3-1-16,0-1-6 0,0 0 13 15,2-2 10-15,3 1-4 0,-1-2 7 16,4 3-3-16,-2-3-13 0,7 2-4 15,-7-2 14-15,4 1-7 0,0 1-13 16,1-2 26-16,-3 0-10 0,7 5-3 16,-5 2 3-16,0 4-7 0,5 2 17 15,-7 3 0-15,6 3 7 16,-1 2 6-16,-1 2 9 0,-1 3-15 16,3 3-1-16,-6 1 18 0,3 2-24 15,-1 0 26-15,-4 3 0 0,2-1 20 16,1 4-20-16,-1 0 0 0,-2 3-1 15,-2 0 1-15,2 3 0 0,-1 1 2 16,-1 0-2-16,2 0-20 0,-2 1-100 16,0 1-53-16,-4 2-65 0,2-1-91 15</inkml:trace>
  <inkml:trace contextRef="#ctx0" brushRef="#br0" timeOffset="149339.2">12876 7081 63 0,'0'0'248'0,"0"0"-75"0,0 0 51 0,0 0-67 15,0 0-17-15,0 0-46 16,0 0-25-16,0 0-4 0,-52 57-16 15,44-48-33-15,6 1-14 0,-6 2 11 16,0 3-9-16,-3-2-4 0,5 6-2 16,-8 1-14-16,3 2 14 0,1 6-1 15,-5 3-1-15,1 5-15 0,4 4 19 16,-9 11 1-16,5 14-1 16,-7 12 1-16,4 9 14 0,3-1-11 0,4-1-3 15,-1-7-1-15,1 2 0 0,2 2 0 16,-1-3 0-16,3 1-1 0,2-5-2 15,4-2-10-15,0-4 10 0,2-4 1 16,8-5 2-16,-1-5 0 0,3-6 1 16,3-11-1-16,-9-5-1 0,4-6-32 15,7 8-64-15,-5 4-66 16,9 1-114-16,-11-9-199 0</inkml:trace>
  <inkml:trace contextRef="#ctx0" brushRef="#br0" timeOffset="155248.3">17618 6798 239 0,'0'0'166'15,"0"0"-52"-15,0 0-6 0,0 0-36 0,0 0-1 16,0 0 14-16,0 0 6 0,-37-3-6 16,31 2-23-16,-3 0 16 15,-1 1-16-15,2 0 45 0,-3 0-19 16,-1 0-39-16,0 4 3 0,-3 0-13 15,1 2-10-15,-1 0 1 0,-1 3-28 16,-3-1-2-16,0 3-28 0,-3-2 15 16,3 1 3-16,-6 1 10 0,-2 2 15 15,1-3-14-15,-3 3 0 0,-4 2 19 16,0-1-17-16,-5 3-3 0,-1-1 15 16,4 1-14-16,-4-1 11 0,1-2-12 15,-3 1 2-15,0-4 15 0,-1 0-1 16,1-4 7-16,-7-1-20 0,7 0 42 15,-17 0 1-15,-2-3 42 0,-12 2-27 16,0 0-6-16,3-1 4 0,3 0-24 16,8 0-15-16,3-1-1 0,-5 1-6 15,-2-3-9-15,2 4-2 0,-2-4-2 16,0 2 0-16,0 1 0 0,-2-2-2 16,-3 0-14-16,-5 0 15 15,2-1 0-15,-5 2-12 0,3-2 12 16,-2 0-1-16,-7 1 2 0,4 2 0 15,-5 1 3-15,-1 3-2 0,-4-2 0 16,3 4 16-16,-5-3-1 0,0-3 16 16,4-1-6-16,-4-3-13 0,2-3-10 15,7-5-3-15,-5-7-1 0,4-2-18 16,-3-1 19-16,1-3-1 0,0-1 1 16,1 0-3-16,-1-2-7 0,0-1-7 15,-2 1 14-15,1-2 2 16,-3 4-60-16,4-3 28 0,-4 2-2 15,7-4 15-15,-5 0 18 0,8-6 0 16,-1-2-9-16,1-2 11 0,7-5 1 16,4 0 10-16,0-3-9 0,2-4-2 15,4-1 29-15,2 0-9 0,2 0 9 16,-4 1-10-16,9-1-16 0,-3 0-2 16,-4-1 21-16,6-3-18 0,1 1-2 15,1-5-1-15,2 1-1 0,7-3-2 16,0-1-2-16,6-1-9 0,4-5 10 15,6-3-13-15,2-2 0 0,11 0 3 16,-1-3-7-16,7 4-6 0,2-2 10 16,4 0 0-16,8 2 14 0,0 2-14 15,7 4 12-15,3 0 2 16,3 2-11-16,4 2 10 0,8 3-10 0,0 1 12 16,0 8-15-16,-2 14-1 0,8-9 14 15,11-3 0-15,16-3-10 0,7-5 13 16,-1 10-1-16,-6 7 0 0,2 2-1 15,7 1-1-15,1 1 0 16,5 3 0-16,-3 0-7 0,5 0 10 16,0 3 39-16,4-1-16 0,-3 4 3 15,7 0-10-15,0 2-13 0,4-1 17 16,0 1-17-16,-4 0 0 0,6 0-2 16,-1 1 0-16,1 0-1 0,2 1 1 15,0 2-1-15,0 1 0 0,1 2 0 16,1 2 0-16,-2-2 0 0,0 3 3 15,1 2-2-15,-3 2 0 0,4 0-1 16,-2-1 1-16,3 4 1 0,-3 0 0 16,0 1-2-16,-2 2 1 0,0-2-1 15,0 1 0-15,1 2 0 0,-1 2 4 16,-4 0-3-16,-6 0-1 0,4 1 1 16,-3 4-1-16,-7 2 0 0,4 2-25 15,-9 3 25-15,5 1 14 16,-5 2 12-16,-3 3-7 0,1 5-6 15,-6 1 3-15,9 4-13 0,-7 4-2 16,-2 0 0-16,-2 3 12 0,1 2-11 16,-1 3 1-16,0-1 13 0,0 0-16 15,-4 1-1-15,0 2 0 0,-6 0-15 16,2-2-7-16,-2 3 10 0,-11-7 12 16,-10-5-1-16,-4-4-1 0,-4-2 3 15,4 6 0-15,4 8 1 0,2 4 1 16,-3 0 0-16,-6 3 18 0,-1 1-20 15,0 10 13-15,-2 7-11 0,4 9 11 16,-6 7-11-16,-9-8-2 0,3-5 0 16,-7-8-36-16,-6 4 4 0,4-1 9 15,-3 1 4-15,-3 1 17 16,-2-1-2-16,0 1 2 0,-5 0 2 16,1-3 0-16,-4-1 3 0,2-3 10 15,-2-4-9-15,-3-8-2 0,1-8-1 16,2-8 1-16,-1-2 17 0,-5 7-19 15,2 1 4-15,-7 6 12 0,2-3-14 16,-3 2 24-16,-1-3-10 0,0-3-15 16,-3-2 3-16,-3 1 18 0,-2-2-20 15,0-1 11-15,-6 1-9 0,0-2-3 16,-7-1-1-16,3 3-1 0,-4-1-3 16,-11 3-12-16,-8 4 0 0,-6 5 14 15,-7 0-14-15,7-5 0 16,4-6 16-16,6-2 3 0,2-2-1 0,-2 1 11 15,0-1-12-15,-2 0 1 0,0 2 11 16,7-2-11-16,-5 2 1 0,2-1 1 16,13-4 15-16,3-5 36 0,11-3-3 15,-2-2-7-15,-2 0 4 16,0 4-33-16,-4-2 7 0,6-2-22 16,4-3-1-16,11-2-13 0,-1-4-45 15,7-5-163-15,4 0-175 0,-1 0-382 0</inkml:trace>
  <inkml:trace contextRef="#ctx0" brushRef="#br0" timeOffset="156043.34">16229 6819 1320 0,'0'0'88'0,"0"0"55"0,0 0-143 15,0 0-49-15,0 0 26 0,0 0 23 16,0 0 2-16,66 25-1 0,-43-20 1 15,-5 1-1-15,7 2 0 0,2 2 1 16,-2 5 17-16,0 1 4 0,6 5 19 16,-2 2 20-16,2 4-16 15,4 2-4-15,-2 5 0 0,4 0 7 0,7 3 13 16,-1-2-43-16,9 6-6 16,8 3 16-16,8 4 1 0,6-3 5 15,-8-6 4-15,-4-3-6 0,-6-4-17 16,0 0-3-16,2 1-11 0,-6 1 0 15,3 1-1-15,-3 2 2 0,-6-4 1 16,-9-3-2-16,-8-5 1 0,-2 0 0 16,6 6 10-16,4 3-12 0,4 5 0 15,-2-2 1-15,-3-3 0 0,-1-3-1 16,-2-1 0-16,-2-5-1 0,0-2 2 16,-6-1 24-16,4-2-24 0,-3-2 0 15,-5-1-2-15,6-3-1 0,-4-1 0 16,-5-1-1-16,5 1-30 0,0-4-114 15,-7 1-69-15,5-2-71 0,-9-3-62 16,3 0-124-16,-5-2-158 0</inkml:trace>
  <inkml:trace contextRef="#ctx0" brushRef="#br0" timeOffset="157830.09">17955 7278 963 0,'0'0'91'16,"0"0"7"-16,0 0 162 0,0 0-13 15,0 0-42-15,-37 53-4 0,33-45-42 16,4 0-43-16,0 2-38 0,6 0-20 16,-2 2-3-16,10 2-10 0,-1 3-3 15,3-1-6-15,3 1-14 0,4 1-6 16,2-1-16-16,-3 2 13 0,7 0 3 16,0 1-13-16,0 0 13 0,0 2 0 15,2 3-3-15,-4-1-10 16,2 2 10-16,-2-1 9 0,0 4-3 0,-3-3 4 15,1 1-4-15,-4 1 17 16,0-5-11-16,-1 1-21 0,-3-4 12 16,-7-1-13-16,5-2 13 0,-7-3-3 15,0-1 3-15,-6-3-4 0,4 2 11 16,-1-3-1-16,-5-1 1 0,0-2 2 16,0 2 4-16,-5-1-3 0,-1 0-7 15,2 0 7-15,-6 0-11 0,1 0 1 16,-1-2 0-16,-2 3-1 0,-3 1-14 15,3-1 2-15,-3 1-1 0,1 0 1 16,-3 2 10-16,1 2-13 0,-3 0-3 16,1 0 2-16,-3 5-2 0,2-2 1 15,-3 1 0-15,-1 2 1 0,-2-1-2 16,-2 0-16-16,-6 2-4 0,2 0 4 16,-4 4 3-16,0-2-6 15,0 1 6-15,-3-1 13 0,5-1 3 16,-2-1-3-16,4-2 2 0,4 1 0 15,-2-3 1-15,5-4 1 0,3 1 1 16,2-5 1-16,-1-1-2 0,7-1 2 16,1-2-1-16,-1-2 11 0,7-1-13 15,0-1 0-15,4 0-13 0,0 0-9 16,2-3-30-16,-2-4 8 0,2-3 18 16,0-4 10-16,0-5 13 0,0-3-17 15,4-4 20-15,-2-2 0 0,4-7 13 16,-2-11 13-16,9-14-4 0,-1-20-2 15,5-7-1-15,1-3 0 0,-1 7-17 16,-1 8 14-16,1 0-13 16,0 4 1-16,-1 4-1 0,-1 5-1 15,-5 12 11-15,2 14-11 0,-3 7-1 16,-3 7 0-16,0-2 0 0,2 1 1 16,-2 3-2-16,-1 3 0 0,-3 10-13 15,4 1 11-15,-6 4-1 0,0 2 3 16,0 0 16-16,0 0 10 0,0 0-4 15,0 0-20-15,0 2-2 0,0-2-14 16,0 5-18-16,0 0-45 0,0 4-12 16,2 0 12-16,-2 2 25 0,2 1 4 15,0 1 3-15,-2 0-13 0,4-2 3 16,0-1 0-16,0-1 10 0,-2 0 13 16,1-3 20-16,1 0 12 0,-4 0 2 15,2-3 11-15,0 1 10 0,-2 0 19 16,0 1 19-16,0 4 10 0,-2-1-10 15,0 6-13-15,-2 3-6 0,1 10-39 16,-1 17 9-16,-2 20-12 16,2 20-2-16,0 13 1 0,2-2 1 0,-4-7 0 15,6-15 1-15,-2-4 1 16,-3-5 11-16,3-12-11 0,0-11-2 0,2-12-11 16,-2-4-8-16,2 3-10 15,-2 0 0-15,2 0-3 0,0-9 0 16,0-6 6-16,0-7-3 0,4-6-35 15,0 0 6-15,1-9 25 0,1-10 19 16,2-13 14-16,4-21 23 0,1-25 12 16,3-15 17-16,-3-1-13 0,3 3-7 15,1 10-11-15,-7 4-21 0,7 4-1 16,-5 8-1-16,-6 11 2 0,3 14 2 16,-3 11 1-16,-4 7 0 0,0-2 10 15,0 5-1-15,-2 0 5 0,0 8 18 16,0 6 42-16,-2 5 35 0,-2 0-38 15,0 7-39-15,-3 7-35 16,-1 9-12-16,4 14-11 0,-4 19 7 0,2 14 15 16,-1 5-1-16,1-10 2 15,6-18 0-15,0-16 0 0,0-6 1 16,0 4-1-16,0 2 0 0,6 0-3 16,1-3-20-16,1-6-9 0,0-3-19 15,-2-6-4-15,7-4 1 0,-5-6-1 16,0-2 16-16,5-1 7 0,-3-7 19 15,0-6 11-15,1-5 2 0,-1-5 0 16,2-5 0-16,-3-3 1 0,3-4 15 16,-2 0-12-16,-3-1 9 0,3 2-10 15,-2 2 10-15,-2 3 3 0,-1 2-3 16,-3 6-1-16,0 5 1 0,-2 5 0 16,4 6 6-16,-4 3 27 0,0 2 43 15,-4 9-49-15,2 9-40 16,0 16-29-16,-5 19 16 0,1 1 12 15,2-2 1-15,-2-8 0 0,0-13 2 16,1-1 0-16,3 0 11 0,-2-10-10 16,2-7-3-16,2-9-1 0,0-4-60 15,0-2-19-15,8-6 48 0,1-9 29 16,1-8 3-16,0-7 10 0,3-5 7 16,3-3-1-16,-3-3-13 0,3 4 35 15,-1 3-15-15,1 3-10 0,-3 8-10 16,-3 8-1-16,0 3-1 0,-3 11 0 15,-3 3-1-15,-2 12 52 0,0 16 5 16,0 22-34-16,4 14-23 0,-2-3-18 16,2-11-66-16,1-16-15 0,1-12-75 15,4 1-113-15,-3-4-287 16,11 8-649-16</inkml:trace>
  <inkml:trace contextRef="#ctx0" brushRef="#br0" timeOffset="162109.76">27038 16521 314 0,'0'0'144'0,"0"0"-53"16,0 0 166-16,-17 56-159 0,9-41-20 15,0-1 26-15,2 1-74 0,-5-1-7 16,1 1-4-16,0-2 33 0,1 3 7 15,-1-2-10-15,-2-1-7 0,3 1-13 16,-5-3-27-16,2 1-2 0,-7-1 0 16,4 0 0-16,-5 0-2 0,-3-1-40 15,-2 2 6-15,-4-1-6 0,-2 2-27 16,0 1-2-16,-4 2 45 16,0 0 24-16,0 2 2 0,-7 1 0 15,-3 0-7-15,2 2 10 0,-3 1-3 0,-3-1 20 16,-3 4-1-16,-12 5-15 15,-11 2 22-15,1-1 3 0,2-2-13 16,5-3-15-16,1-2 3 0,0 0-1 16,-4 3-3-16,0-4 45 0,-5 2 24 15,1-1-24-15,-1-1 1 0,1-2 3 16,-3 0 22-16,-1-2 20 0,-5-2 4 16,-2-3-47-16,-1-4-15 0,-3-2-14 15,-2-4-19-15,-2-4-1 0,2 0-18 16,2 0-10-16,-2-5 3 0,-4-1 26 15,0 1 0-15,-4-1-38 0,3 1 37 16,1 4 1-16,0 1 0 0,6 0 0 16,-6 5 3-16,2 2 36 15,-2 1-10-15,-2 3 29 0,-4 3 20 16,4 0-9-16,-3 1-21 0,1 0-6 16,4 3-12-16,-4 0-5 0,2 1 1 15,-3-3 4-15,5 2-4 0,-2 0 22 16,4 0-19-16,0-1 4 0,6-3 2 15,3-3 17-15,-1 0 6 0,-2-3-26 16,-4-2 14-16,0-5-11 0,2 0-9 16,2-1-23-16,1-4 0 0,3-5 29 15,0-5-31-15,3-3 0 0,-3-5-1 16,-4-1 0-16,0-8-16 0,-2-2 3 16,1-2-7-16,-1-4 17 0,4 0-20 15,-2-2-12-15,4 2-7 0,3-3 10 16,-5 1 12-16,0-1 19 0,-2 0 1 15,5-2 3-15,-3 2 10 0,0-4-10 16,7-1 9-16,-1-3-12 0,3-3 0 16,-1-4 0-16,1-4 0 15,-3-2 2-15,-1-2 1 0,-3-6 10 16,2 1-11-16,3-5 11 0,1 2 0 16,1-3 3-16,8 0 0 0,-1 0-3 15,3-4 6-15,0-1-18 0,2-2 1 16,-2-4 11-16,4 0 0 0,2-2 0 15,-2 0 3-15,8 2 4 0,-4 0 2 16,2-1-6-16,7-2-16 0,-3-3 0 16,5-1-2-16,-3-3-10 0,4-1 12 15,-3 2 2-15,5 0 1 0,-1 0 0 16,-1 0 12-16,5-2-15 0,2-5-23 16,0 3-2-16,-1-5 8 0,7-1 14 15,-4 4 0-15,4-5 1 0,6 0 2 16,0-3 0-16,0-2-14 0,0 0 13 15,1-1 1-15,3 1 0 0,0 3 16 16,-2-1-3-16,5 4-12 0,1-1-1 16,-4 1-2-16,7-1 2 15,-5 4 1-15,5 1 2 0,-1 2 20 16,0 2-7-16,1-4-13 0,1 0-3 16,1 2 2-16,4-3 17 0,1 4 4 15,1 1-7-15,0 0 3 0,4 0 1 16,0-1-4-16,-1-4-13 0,3-2 10 15,2-5-11-15,0 2-1 0,0-2 12 16,0 1 0-16,0-1-11 0,2 2-2 16,3 1-2-16,-1 0-1 0,-2 3-1 15,4 2-9-15,2 3 13 16,-2 2 2-16,1 2 0 0,1 3-2 16,2-4-15-16,1 2 2 0,-1-1 0 0,0-4 11 15,3 4 2-15,-3-3-1 16,4 4 0-16,3 0 0 0,2 1-19 0,-3-1 7 15,7 1 11-15,-2 1-11 16,3 0 13-16,5 3 12 0,-2 1-11 16,4 4-1-16,2 2 0 0,0-2-2 15,2 0 0-15,1 2-11 0,3-2 11 16,0 1 1-16,5-2 1 0,-3 2 2 16,2-2 11-16,3 2-12 0,-1-2-1 15,-1 1-13-15,7-4 11 0,-3-2-1 16,4 0 1-16,-5-1 0 0,7 2 2 15,-7 1 0-15,7 3 4 0,-2 3-4 16,0 0-1-16,1 5-2 0,-1 2-9 16,4 0 9-16,0 6 1 0,-3 1 0 15,3 3 2-15,-2 0 0 16,2 4 1-16,4 2 1 0,-2 2-2 0,-1 2-2 16,-1 0-11-16,6 3 10 0,-2-4-10 15,2 6 10-15,2-3 3 16,-4 3 1-16,2 2-1 0,0 2 0 15,0 0 1-15,-2 4 2 0,2 2 0 16,2-1-2-16,0 4-1 0,3 1 12 16,-1 1-12-16,2 3 0 0,0 1-16 15,0 0 14-15,5 3 0 0,-3 0 1 16,0 2-12-16,3 1 13 0,1 0 1 16,0 0 19-16,1 1-18 0,3-1 14 15,3 3-16-15,0-2 2 0,-3 3 0 16,5 0 0-16,0 0 0 0,-3-1-2 15,3 3-10-15,-3 0 10 16,3 0 0-16,4 0 0 0,-6 1 0 16,3 2 0-16,3 0 1 0,-2-1-1 0,2 3 0 15,-5 1 0-15,1-1-1 0,2 0 1 16,2 1 11-16,-5 1-9 0,3-1 13 16,0 3-3-16,2 2-12 15,-3-1 0-15,-1 1 0 0,0 2 3 16,-3-1-3-16,-1 1-2 0,4 2 1 15,-5-1 0-15,5 0-2 0,-5 0 1 16,3 1 0-16,2 0 1 0,-3 0 0 16,-1-1 0-16,-1-1 1 0,1 2 0 15,2 0 0-15,-1-1 2 0,1 0-2 16,-5 2 0-16,3-3 0 0,-1 5-1 16,-3-1 1-16,-1 2-1 0,-3 0 1 15,1 0 2-15,-2 5-2 16,-2 1-1-16,-1 3 1 0,-1-1 2 15,-2 6 0-15,-2 1-1 0,2 0 1 16,-4 2-2-16,2-1-1 0,-2 2-1 16,0 3 2-16,2-2 13 0,-2 1 3 15,0 0 0-15,0 1 7 0,0-2-7 16,2 2-13-16,0 1 10 0,-2-2-12 16,-1 2 12-16,1 0-13 0,2 1 23 15,-2-3-23-15,0 3-2 0,0-4 1 16,-6 3 1-16,4-1 1 0,0 0 12 15,-4 1-11-15,1-1-2 0,1 3 1 16,-2-1 0-16,0 1 0 0,1 1 12 16,-5 1-13-16,6 1 0 0,-7-1 0 15,5 0 2-15,-8-1 1 0,-5-4 10 16,-14-5-11-16,6 3 11 0,15 5-10 16,-5 0 20-16,13 3-7 0,-3 4-14 15,-3-7 1-15,-2 2-3 16,3-1 0-16,-7-3-2 0,7 4 1 15,-5-1 0-15,3 0 1 0,-1-2-1 16,0 3 0-16,-3-1 1 0,-2-1-1 16,1 2 1-16,-3-2 0 0,-2 2 1 15,-1-1 1-15,-1 2 1 0,-2 2 0 16,0 0 13-16,-2 1-16 0,0 1 12 16,0 2-11-16,0 2-1 0,1 0 1 15,-1 3 3-15,6 0-1 0,-2 2 13 16,0 0-15-16,1-1 15 0,-1 2-16 15,-2 0-2-15,4-2-1 0,-4-1-1 16,7 0 1-16,-5 3 0 0,2-1 3 16,-4 2 1-16,2 0 12 0,-3 0-12 15,3 3-1-15,-2-1 1 0,0 2 1 16,6 1 1-16,-5-2 17 0,5 4-18 16,-4-1 1-16,2 1-1 0,9 6 1 15,-7-7 4-15,-1 0-7 16,-3 1-1-16,-2-6 1 0,0 4 0 15,8 1 1-15,-5 1 11 0,-1-2 1 16,-4 3-13-16,4-1 0 0,-4-1 2 16,2 5 2-16,3 8 8 0,5 11-10 15,0-1 14-15,-8-3-13 0,-1-8-1 16,-1-6-2-16,-2-2-13 0,2 1 10 16,-6-8-10-16,-5-7 13 0,7 7-2 15,-4-7 0-15,-2 2 2 0,10 12 2 16,-4 1 14-16,6 14 3 0,6 13-3 15,-8-7-13-15,-4-7 16 16,-8-4-16-16,2 1 1 0,-3 0-4 0,-1 1-2 16,0 1 0-16,-5 2 2 0,5-2 0 15,-5 1 3-15,1 0 9 16,-3 0-8-16,-2-1 8 0,5 1-10 16,-3-1 1-16,-1-2 0 0,-1 0 0 15,-2 0-2-15,0-1-1 0,1-1 3 16,-1 3 13-16,-2-2 0 0,0-2-3 15,-1-1 6-15,3 2-3 0,0-3 0 16,-2 4-3-16,0-3-10 0,1 1-2 16,3-4-1-16,-4-1-23 0,0-4 19 15,1 0-7-15,1 1 11 0,-2 3 2 16,0 0 0-16,-2 0 1 0,3-1 13 16,-5 0-14-16,2 2 14 0,0 0-14 15,-4 5 11-15,0-4-10 0,0 0-1 16,0 0-2-16,-4-1-17 15,2 0 14-15,-2 1-10 0,-3-2 12 0,-1 0 0 16,0-1 0-16,0-1 2 0,-3-8 0 16,5-7 1-16,-8 7 2 0,5 6 8 15,-3 8-10-15,-3 9 14 16,3-5-16-16,0-5-12 0,-1-2 9 16,1 1 1-16,-5 3 0 0,5-2 2 15,-7 0 1-15,5 3 0 0,-7-5 2 16,5 1 1-16,-5-1 12 0,0 1-14 15,-4 2-1-15,1 2 0 0,-1 0 12 16,0 0-13-16,-2 2-13 0,0-5 10 16,0 7 2-16,-1 0-1 0,-4 1 2 15,1-1 3-15,-2 2 9 0,2-3 1 16,-2 4-12-16,0 0 1 0,0-2 14 16,0 5-15-16,-2-3-1 0,0 0-32 15,2 0 16-15,-2-1 16 0,2 0-3 16,-3-2 3-16,-1 0 0 0,2-4-1 15,-6 4 1-15,-3-2 1 0,5 2 12 16,-4 2-10-16,-7 0-3 16,9 0-1-16,-5 0-12 0,-1 0 1 15,1 3 10-15,-3-4 2 0,3 0 1 0,-1 0-1 16,-3-2 1-16,2 0 0 16,3 3-1-16,-1-1-2 0,-3 2-11 15,3-1-25-15,-3-4 35 0,-5 2-13 16,0 1 13-16,5-2-1 0,-7 3 4 15,6-7 10-15,-1 2 6 0,-5 1 9 16,6-1-25-16,-6 1-2 16,7 3 0-16,-3-2 1 0,4-2-25 15,-1-1 23-15,3-3 0 0,-3-1 2 16,1-1 0-16,-6-1 1 0,5-1 1 16,-5-3 2-16,13-9-1 0,1-6 0 15,-7 5-2-15,8-6 3 0,1 2-3 0,-5 6 0 16,2-6-1-16,-3 5-21 15,-3 6 20-15,-5 0-1 0,5-3 0 16,-5 1 1-16,-4 4 1 0,-4 4-1 16,-12 7 2-16,-1-4 0 0,5-7 0 15,10-9 1-15,11-6-1 0,-9-1 0 16,13-6-1-16,5-5 1 0,7-4 1 16,0-3-1-16,-4 5-1 0,-6 2 1 15,-9 2-13-15,9 1-16 0,-9-2 10 16,3 4 5-16,-15 3 12 0,6-6-9 15,8 0 9-15,7-6 1 0,4 0 1 16,-5 0 3-16,-3 2-2 0,-5 0-1 16,3-2-2-16,3-1 1 0,-3-1 1 15,3-1 0-15,1-2 1 0,-2 0-1 16,1-3 0-16,3 0-1 16,-5-1 0-16,-3-3 0 0,-1 0-15 15,3-1 15-15,-11 1 0 0,2-3-15 0,-14 5 3 16,-3 0-12-16,11-1-4 15,2 1-3-15,11 2 9 0,5-2-12 16,5 2 13-16,8-2 9 0,10-2 12 16,-6 1-1-16,1 3 2 0,-7 3 0 15,-9 0 16-15,-1 3-15 0,-5-1 0 16,5 1 1-16,-5-2 0 0,5 1 1 16,2-1 12-16,3 0-14 0,-1-1 0 15,0-3 12-15,4 2-12 0,2-2 18 16,2 0-17-16,6-1 0 0,-4-1 10 15,6 0 1-15,2-2-11 0,5-1 11 16,-1 1-12-16,5-2-1 0,4-3 0 16,1 2-2-16,1-4-20 0,2 1-7 15,2-1-35-15,2 0-32 16,0 0 28-16,0 2-41 0,0-2-101 0,0 3-101 16,2-2-257-16,0 11-246 0</inkml:trace>
  <inkml:trace contextRef="#ctx0" brushRef="#br0" timeOffset="197096.12">26860 5666 285 0,'0'0'1671'0,"0"0"-1282"0,0 0-73 16,0 0-10-16,0 0-31 0,0 0-106 15,0 0-93-15,0 0-63 16,-14 37 12-16,18-17 16 0,2 9 7 15,0 3-4-15,0 6-15 0,-1 1-7 16,3 4 9-16,0 0-15 0,0-4 6 16,-1-3 6-16,1-4-15 0,2-5-10 15,1-2 19-15,-5-1-20 0,4-4 14 16,0-1-14-16,-1-2 17 0,1-1-10 16,4-5-9-16,-3-2-18 0,1-6-1 15,5-1 19-15,-5-2 3 0,3-4 44 16,-3-2-12-16,-2-5-7 0,1 1-16 15,-1-2 20-15,-6 0 22 0,4-1-17 16,-1 2-37-16,-3 3-79 0,-2 2-68 16,0 0-20-16,0 0-36 15,0 5-32-15,-2-3-18 0,0 4-46 16,0 0-124-16,0 0-118 0,0 0-9 16,-2 13-568-16</inkml:trace>
  <inkml:trace contextRef="#ctx0" brushRef="#br0" timeOffset="197532.15">26970 6213 164 0,'0'0'95'0,"0"0"909"0,0 0-695 0,0 0-62 16,0 0-19-16,0 0-56 0,0 0-56 16,0 0-6-16,-25-65 22 0,29 44 4 15,11-9 5-15,-7-3-3 16,8-13 29-16,1-12-14 0,10-13-10 16,-5-5-25-16,3-1-23 0,0 4-4 15,0 1-6-15,2-2-12 0,-2-5-5 16,8 0-46-16,0-6-18 0,0 2 21 15,0 1 1-15,0-1-11 0,6 4-2 16,-2-1 3-16,-1 7-4 0,1 6-12 16,-10 13-1-16,-5 13-2 0,-3 12-19 15,-2 2 9-15,3-4 10 0,5 2-12 16,-6-3-15-16,5 5-20 0,-5 4-31 16,-7 5-7-16,1 4-10 0,1 3-13 15,-8 4-38-15,1 1-16 16,-3 1-20-16,2 2-40 0,-4 0-84 15,0 3-66-15,-2 0-148 0,0 0-124 16</inkml:trace>
  <inkml:trace contextRef="#ctx0" brushRef="#br0" timeOffset="199232.31">27761 1901 246 0,'0'0'91'0,"0"0"1493"0,0 0-1198 0,0 0-108 15,0 0-65-15,0 0-62 0,0 0-33 16,0 0 17-16,0 57 5 16,0-19-10-16,0 23-25 0,5 26-32 15,-5 18 3-15,2 10-20 16,4 4-5-16,-4-1 2 0,8 7-3 0,-4 13-18 16,1 8-31-16,-1 8 2 0,-2 2 22 15,4 0 9-15,-4-2-7 0,3-5-27 16,-5 0-36-16,0-14 11 0,0-12 25 15,-2-13 2-15,4-11 1 0,-4-6-1 16,0-11-2-16,2-7 3 0,-2-11 16 16,2-6 0-16,-2-12-2 0,0-9-5 15,0-9 1-15,0-5-10 0,0 2-2 16,0 2-1-16,0 0-1 0,0-6 1 16,0-5 1-16,0-5 1 0,0-5 20 15,0-4-22-15,0 0 0 0,0-2-25 16,0 0 0-16,0 0-1 0,0-2 23 15,0 2 3-15,0-2 1 16,0 2 11-16,0-3 5 0,0 1 8 16,2 2-6-16,2 0-19 0,-2-1-11 15,0 1-14-15,3 0 2 0,-1-2 11 16,2 2-1-16,4 0 13 0,7 0 2 16,3 0 14-16,-1 0-14 0,12 0 21 15,8 0-4-15,17 0-4 0,16 2 7 16,9-2 3-16,4 3-22 0,0 0-1 15,-7-1 11-15,7 2-11 0,-2-1-2 16,10 0 0-16,-2-1 2 0,6 2-1 16,-4-2 1-16,6 4-2 0,-2-1 0 15,-4 5-2-15,-2-1 2 0,-4 2 1 16,-7 0-1-16,-1 3 3 0,-5-2-2 16,-5 1 0-16,-7-2 0 0,-11-2-1 15,-13-1 0-15,-9-4 3 0,-7 0-3 16,3-1-11-16,-2-1 11 0,4 0 1 15,-7-2 1-15,-5 0-2 0,-7 0 0 16,0 0 16-16,-4-4 9 0,-1-3 18 16,-3-5 44-16,0-2-6 15,0-6-53-15,0-4-25 0,0-4-1 0,0-2 0 16,0-4-2-16,-3-2 0 16,3-12 1-16,0-17 0 0,0-13 0 15,0-9-1-15,-2-1 0 0,0 1-3 16,0 3 3-16,-4-5 22 0,4-5 5 15,0-9 4-15,0-8-3 0,0-5 3 16,2-7 3-16,0-6-34 0,0-5-32 16,0 3 17-16,0 0 15 15,0 7 15-15,0 8-3 0,0 8-12 0,0 13-12 16,0 6-3-16,0 9 15 16,2 7 2-16,2 4 13 0,2 5-12 15,2-1 0-15,1 2-1 0,-1 4 1 0,-6 10-3 16,4 8-17-16,-4 10 6 15,0 3 11-15,-2-3 15 0,0-1 4 16,0 4-7-16,0 0-11 0,-2 5 11 16,0-4 4-16,-4-1-3 0,2 3-11 15,-2 3-2-15,-3 2 19 0,1 3-17 16,0 3 22-16,0 3 10 0,-1 3-31 16,1 0 22-16,0 4-4 0,0 1 4 15,-1 1-25-15,1 1-2 0,-2 0-14 16,-1 1 15-16,-1 0 0 0,-2 0-12 15,-3 1 12-15,-4 0-10 0,-3 4 9 16,-8-1-13-16,-3 1 15 0,-10 4 0 16,-13-1 1-16,-14 1 0 0,-15 1 2 15,-8 0-1-15,2-2 1 0,2-1-2 16,2-2-1-16,6 1-1 0,-2 0-26 16,-1-2 27-16,3 2 2 15,-2 3-2-15,7-2 0 0,-1 3 0 0,-2 1 0 16,7 2-8-16,0 3 5 15,-3 2 3-15,11 0-28 0,0 2 3 16,2-1 22-16,10 1-18 0,4-3-13 16,15-1-22-16,6-3 16 0,7-1-31 15,-3 3-28-15,-2 1 21 0,-2 2-53 16,10 2-117-16,1 1-169 0,3 4-193 16,5 0-106-16,2-5-351 0</inkml:trace>
  <inkml:trace contextRef="#ctx0" brushRef="#br0" timeOffset="199722.31">27679 3890 17 0,'0'0'372'15,"0"0"1068"-15,0 0-1132 0,0 0-168 16,0 0-105-16,0 0 11 0,0 0 141 15,0 0 106-15,0 0 18 0,0 0-43 16,49-1-52-16,-34-2-8 0,8 1 22 16,5-4-46-16,6 1-63 0,11 0-37 15,17 0-25-15,21-2-10 0,6 2 7 16,8-1-19-16,-2 2-4 0,-2-1-8 16,4-2-4-16,2 1-20 0,5 0 10 15,-1-1 1-15,2 2-12 0,5-1 0 16,-5 3-1-16,-3 3 2 0,-5 0 1 15,-8 2 9-15,-5 4-11 0,-11 0-1 16,-5 1-11-16,-4-1-25 0,-16-1-49 16,-9-2-28-16,-14 0 2 0,-7-2-15 15,5-1-16-15,0 0-27 0,-5 0-94 16,-5-1-98-16,-9-7-188 0,-2 1-87 16,-14-9-467-16</inkml:trace>
  <inkml:trace contextRef="#ctx0" brushRef="#br0" timeOffset="200263.72">28578 2565 1903 0,'0'0'476'0,"0"0"-98"0,0 0-96 16,0 0-64-16,-68-26-40 0,45 19-54 15,-2-1-73-15,-4 3-13 0,-4-4-16 16,-4 6-20-16,2 0-2 15,-7 3-15-15,-5 5 2 0,6 7 13 16,-3 5 34-16,3 2 17 0,2 3 24 0,5 3 39 16,8 2-27-16,3 0-26 15,2 2-17-15,11 0-19 0,4 3-23 16,4-2-2-16,2 5-1 0,12-2-21 16,5 1 9-16,3-1-2 0,9-2 13 15,2-5 2-15,4 0 0 0,0-3 1 16,5-3-1-16,-5-2 15 0,-2-2-13 15,-6-1 14-15,-2-4 3 0,-11 2 2 16,-4 1 20-16,-10 1 43 0,0 7 31 16,-14 3-4-16,-1 6-58 15,-7-2-32-15,-7 0 4 0,0-4-13 16,4-4-12-16,-2-5-37 0,2-3 0 16,3-2-27-16,5-8-29 0,1-2-47 15,7-1-86-15,5-4-107 0,4-8-265 16,0-4-430-16,4 4 342 0,15-15-332 15</inkml:trace>
  <inkml:trace contextRef="#ctx0" brushRef="#br0" timeOffset="200500.92">28429 2988 178 0,'0'0'189'16,"0"0"535"-16,0 0 69 0,0 0-433 15,0 0-133-15,0 0-8 0,0 0-13 16,-10 53-36-16,8-36 51 0,0 7-50 15,2-2-12-15,0 0-26 0,4 0-48 16,0-1-55-16,2-5-30 16,2-2-19-16,7 0-12 0,-5-4 6 15,1-4-1-15,5-3-8 0,-6-3-96 0,5 0-22 16,-5-2-74-16,1-5-123 16,1-3-93-16,0-1-102 0,-5 1-146 15,5-9-402-15</inkml:trace>
  <inkml:trace contextRef="#ctx0" brushRef="#br0" timeOffset="200700.84">28654 3050 304 0,'0'0'1190'0,"0"0"-572"0,0 0-166 16,0 0-17-16,0 0-14 0,0 0-88 15,0 0-101-15,0 0-65 0,0 0-58 16,0 0-43-16,-62 88-11 0,38-25-14 16,3 7-1-16,-4-3 13 0,7-16-23 15,5-15-30-15,3-9-2 0,-3-3 1 16,5 4-2-16,-2 0-12 0,-3 3-10 15,7-6-34-15,4-4-65 16,2-5-25-16,0-3-62 0,4-5-66 16,7-4-107-16,1-4-151 0,2-5-33 15,5-10-134-15,-7 4 9 0</inkml:trace>
  <inkml:trace contextRef="#ctx0" brushRef="#br0" timeOffset="201169.41">28843 3029 1725 0,'0'0'445'0,"0"0"-164"0,0 0 26 15,0 0-66-15,2-54-94 16,-2 42 6-16,0 1 22 0,0 3-4 15,-11-3-10-15,5 4-7 0,-2 2-52 16,-9 3-34-16,1 2-11 0,-3 0-11 16,-4 7-46-16,-1 5 0 0,-3 4-18 15,2 5-4-15,2 2 3 0,0-2 18 16,3 2 1-16,5-3 2 0,3-3-2 16,4-2 0-16,1-3-37 0,7-1-19 15,0-1 1-15,5 2 5 0,1-3 13 16,8-2 5-16,-1 2 30 0,5-2-8 15,-1 0 10-15,3-1 15 0,5-1 17 16,-6 0-1-16,4-3 7 0,-9 0 10 16,3 2-1-16,-7-3-10 15,-4 3 0-15,0-2 7 0,-6-1 31 0,0 2 132 16,-6 4 114-16,0 0-156 0,-9 4-142 16,-1 3-23-16,-1 1-18 15,-3-1-13-15,5-4-5 0,-3-1-7 16,3-2-31-16,1-1-27 0,3-3-56 15,3 0-97-15,-2-3-138 0,8 0-254 16,-2 0-492-16,1-3-601 0</inkml:trace>
  <inkml:trace contextRef="#ctx0" brushRef="#br0" timeOffset="201459.56">28818 3023 1016 0,'0'0'573'0,"0"0"215"16,0 0-327-16,0 0-143 0,0 0-318 16,0 0 48-16,0 0-39 0,0 0 90 15,0 0-3-15,49-21-46 16,-30 15 8-16,-5-1 15 0,11 0-17 0,-4 0-33 16,0 1 2-16,1-1-6 15,3-3-16-15,-6 4-1 0,1 1-2 16,-1 1-3-16,-5 0-70 0,-3 3-28 15,-1 0-45-15,-4 1-17 0,-4-3-54 16,-2 3-43-16,0 0 119 0,-2 0 140 16,-4-1-270-16,-2 0-163 0,-2 1-50 15,-3-1-44-15,1-1-9 0,6 0 179 16</inkml:trace>
  <inkml:trace contextRef="#ctx0" brushRef="#br0" timeOffset="201651.13">28985 2902 216 0,'0'0'646'0,"0"0"15"0,0 0-148 0,0 0-70 16,0 0-24-16,0 0-47 0,0 0-96 15,0 0-67-15,0 0-80 16,0 0-41-16,-25 7 1 0,23 7 26 16,0 4-24-16,-2 6-5 0,4 5-2 15,-4 0-10-15,0 2-18 0,0 0-25 16,-3-2-16-16,3-1-15 0,2 1-12 16,2-4-22-16,0-1-55 0,0-4-23 15,0-3-34-15,4-1-27 0,5-1-62 16,-1-5-78-16,0-2-121 0,0-4-155 15,3-4-69-15,-3 0-336 0</inkml:trace>
  <inkml:trace contextRef="#ctx0" brushRef="#br0" timeOffset="202079.83">29076 3149 200 0,'0'0'81'0,"0"0"614"0,0 0 108 15,0 0-478-15,0 0-179 0,0 0-1 16,0 0 1-16,0 0-33 15,0 0 3-15,0 0-20 0,56-17-22 16,-40 15-10-16,-1-2 0 0,6-1 26 16,-7 0-29-16,9-1-20 0,-5-2-15 15,-1 1 6-15,2-2 3 0,-7 0-16 16,-2-2 19-16,5 2 22 0,-9-2 16 16,0 4 0-16,-6-3 13 0,0 0 24 15,0-2-25-15,0-1-53 0,-4-2 9 16,-4 2-16-16,2 0-18 0,-5 4-10 15,3-2-3-15,-2 4-12 0,-3 1 2 16,3 2-9-16,2 3 22 0,-7 1 47 16,9 5-11-16,-4 8-27 0,-1 6-6 15,1 11 7-15,0 1 43 0,1 2 3 16,-1 2 9-16,8-4-15 16,0-1-32-16,2-3-5 0,0-5-13 15,2-4-17-15,2-4-7 0,4-3-11 16,1-1-2-16,1-6-10 0,0 0 10 15,3-3-4-15,-1-1-32 0,3-1 1 16,-1-6-13-16,3-2-53 0,-1-3-33 16,-1-3-39-16,-5 0-154 0,2-2-135 15,1-2-32-15,-5 7-90 0,0-8-138 16</inkml:trace>
  <inkml:trace contextRef="#ctx0" brushRef="#br0" timeOffset="202635.94">29370 3001 102 0,'0'0'222'0,"0"0"1264"0,0 0-1010 0,0 0-110 15,0 0 10-15,0 0-92 0,0 0-83 16,0 0-40-16,0 0-101 0,0 0 3 16,8-10-16-16,-6 15 13 0,0 1 34 15,2 5 54-15,0 7 70 16,-2 1-57-16,3 6-87 0,-5-1-40 16,6 0-16-16,-6-5-6 0,2-1-12 15,0-2-2-15,-2-4-1 0,4-4-22 16,-2-2-12-16,-2-1-25 0,2-2-34 15,0-2-15-15,0-1-1 0,2 0 6 16,-4 0 45-16,5-2 20 0,-1-5 35 16,4-1 6-16,-4-4 35 0,0-5-6 15,4 0-17-15,-3-4-12 0,3 0-1 16,0 0 1-16,0-2 0 0,-1 2 0 16,-1 0 16-16,2 7 3 0,0 2 3 15,-4 5-7-15,-1 3-14 0,-1 3-1 16,-2 1-13-16,0 0 13 0,0 6 1 15,2 1 20-15,0 2 98 0,-2 4-45 16,2 2-33-16,-2-1-13 16,2 2-28-16,4-2-1 0,-4-4-15 15,4 0-9-15,-4-4 4 0,5 0-7 16,-5 0-13-16,4-3-12 0,-4-1 4 16,6-1 8-16,-4-1 19 0,0 0 19 15,1-1 3-15,-1-4 2 0,0-1 51 16,6-4-3-16,-4-2-9 0,3-1-4 15,1-3-15-15,0 0-21 0,3 2 23 16,-3 1-11-16,0 5-13 0,-1 3 0 16,-1 2 0-16,-4 3 2 0,2 3 16 15,-2 4 41-15,1 6 59 0,-1 7 45 16,-2 2 9-16,-2 4-80 0,0-1-59 16,2-1-33-16,2-5-15 0,-2 0-92 15,4-4-59-15,3-3-124 0,1-2-187 16,-4-3-543-16,2-6-589 0</inkml:trace>
  <inkml:trace contextRef="#ctx0" brushRef="#br0" timeOffset="-209897.34">17564 2088 66 0,'0'0'408'0,"0"0"-160"0,0 0-203 15,0 0-2-15,0 0 455 0,0 0-254 16,-12-56-124-16,10 48 36 0,0 1 23 16,0 1-1-16,2 2-10 0,-2-1-3 15,0 3-13-15,0 1-14 0,2-2 7 16,-3 3-1-16,3 0 6 0,-2 0-13 15,-2 0-19-15,0 2-17 0,0 2-12 16,-4 5-35-16,-1 6-29 0,-5 7-24 16,0 9 11-16,-7 9 29 15,2 12 7-15,-4 11 27 0,-1 10-6 0,7-4 16 16,5-17-7-16,6-11-6 0,1-14-25 16,3 6-19-16,2 7-7 15,0-1-18-15,0-2 19 0,7-3-6 16,3-3-16-16,2-2 0 0,-1-2-1 15,3-2-9-15,3-3 10 0,-1-2 3 16,1 0-3-16,3-3-21 0,-1-3-1 16,2-2-65-16,-3-1-38 15,5-3-32-15,-2 0-63 0,1-4-72 16,-1 2-151-16,2-2-98 0,-7-3-149 16,3 1-46-16</inkml:trace>
  <inkml:trace contextRef="#ctx0" brushRef="#br0" timeOffset="-209200.61">17843 2267 1445 0,'0'0'487'0,"0"0"-185"15,0 0-8-15,0 0-39 0,0 0-63 16,0 0-99-16,0 0-45 0,-53 35-48 15,51-16 1-15,-3 4-1 0,1 7 51 16,2 4 29-16,2 6-9 0,0 0 27 16,0 0-9-16,4 3 16 0,3-4-26 15,1 1-26-15,2-5-15 16,1-3-9-16,-3-3-27 0,8-5 25 16,-3-2-27-16,3-5 0 0,-1-5-3 0,1-3-13 15,3-5 16-15,-1-4 3 0,1-2 10 16,2-7 18-16,4-5 7 0,-7-4 12 15,3-4 0-15,-3-2 5 16,1-2-12-16,-2 1-15 0,-3-3 13 16,-4-1 3-16,1 1-10 0,-3-3 16 15,-4 2-10-15,-4-1-15 0,0-3 21 16,0 2-2-16,-2-1-10 0,-4 1-9 16,-7 3-23-16,5 2 0 0,0 4-2 15,-2 5 12-15,1 5 15 0,3 2-27 16,2 4-16-16,2 5-61 0,2 0-62 15,0 1-104-15,2 0-205 16,6 0-68-16,7-2-11 0,-7 0-276 16,6-3-622-16</inkml:trace>
  <inkml:trace contextRef="#ctx0" brushRef="#br0" timeOffset="-208254.19">18325 2795 1490 0,'0'0'721'0,"0"0"-336"0,0 0-57 15,0 0 8-15,0 0-161 0,0 0-175 16,0 0-19-16,0 0-25 0,0 0 44 16,0 0 37-16,-10-4 58 0,10-9 114 15,2-2-48-15,0-6-45 0,0-2-34 16,4-5-19-16,-2-3-23 0,2-3-12 16,3-3 0-16,-5 0-15 0,6-2-1 15,-2 0-10 1,1 0 0-16,-3 5-2 0,2 4 0 0,-2 4-3 15,1 6 0-15,-3 2 2 0,0 6 1 0,0 5 1 16,-4 1 0-16,0 5 12 0,2 1-13 16,-2 0-10-16,0 1-5 15,2 2-7-15,2 2 0 0,0 4 22 16,1 5 16-16,-1 6 108 0,0 8-56 16,2 3-12-16,-2 4 0 0,2 3-29 15,-2-1-17-15,3-3-9 0,-3-1-1 16,0-1 3-16,2-6-2 0,-4 1 10 15,4-6-10-15,-1-2-1 0,-1-5 0 16,0-1-2-16,-2-3-13 0,4-2 13 16,-4-5-14-16,0 3-2 0,0-6-1 15,-2 0 4-15,0 0 15 0,0 0 14 16,0-3 23-16,0-3 19 16,0-6 15-16,0-2-52 0,0-5-19 15,0-9-3-15,2-6-9 0,7 2 10 16,-3-4-17-16,-2-1-2 0,4 2 2 15,-4 1 4-15,5 2-4 0,-3 1 18 16,0 6-24-16,0 3 10 0,0 5 0 16,-4 3 12-16,3 4-13 0,1 1 4 15,-4 5-7-15,2 0 16 0,-4 2 2 16,2 2-2-16,0 0-13 0,-2 0 1 16,4 0-1-16,-2 1 5 0,2 2 11 15,-1 1 31-15,1 4 9 0,2 4 19 16,0 3 18-16,-2 8 19 0,2 8 2 15,-1 4 6-15,-5 4-43 0,2-2-27 16,2 0-34-16,0-4-3 0,0-3 1 16,0-7-22-16,0-1 8 0,2-3-24 15,-1-5-15-15,-3-3-15 0,6-1-38 16,-2-3-37-16,0-4-59 0,5-1-115 16,-1-2-163-16,-2-5-199 15,7-9-534-15</inkml:trace>
  <inkml:trace contextRef="#ctx0" brushRef="#br0" timeOffset="-207667.93">18947 2190 1039 0,'0'0'1180'15,"0"0"-773"-15,0 0 17 0,0 0-9 16,0 0-133-16,0 0-116 0,0 0-95 15,0 0-70-15,0 0 14 0,-31 68 49 16,29-32-11-16,0 12-3 0,-6-1-16 16,4 2 13-16,-3 1-19 0,1-11 12 15,0 5-15-15,0-3-6 0,0-7 9 16,2 1 12-16,-1-4-15 0,3-6 3 16,0-4-25-16,2-3-3 15,0-2-1-15,0-6-15 0,2-1 4 16,0-3 9-16,0-2-9 0,1-1 12 0,-1-1 2 15,-2-1 17-15,0-1 9 16,2 0 6-16,-2 0 21 0,0 0-24 16,0 0-9-16,2 0-10 0,0 0-10 15,4-1 26-15,-2-2 3 0,6-1-7 16,1-1-8-16,-1 1-1 0,7-1-3 16,-1 1-11-16,3 1 1 0,-3 0 22 15,7 3-24-15,0 0 0 0,-2 0 2 16,1 0-1-16,-1 0-1 0,0 0-1 15,-7 1-57-15,1 1-50 0,-5 1 18 16,-2-1-24-16,-2 0-4 0,1 2 0 16,-1 0-61-16,-4-2-66 0,8 2-126 15,-4-4-192-15,-2 1-490 16,3-2-353-16</inkml:trace>
  <inkml:trace contextRef="#ctx0" brushRef="#br0" timeOffset="-207240.99">19392 1967 2580 0,'0'0'520'0,"0"0"-159"16,0 0-123-16,0 0-238 0,0 0-190 15,0 0 190-15,0 0 57 16,29 60-15-16,-17-39 8 0,0 4-2 15,5 1 18-15,-3 3-13 0,-1 3 4 16,-3 4 12-16,0 5-28 0,-3-1 54 16,-3 4-24-16,-2 1 7 0,-2-1-18 15,0-1-17-15,-2-1-12 0,-6-2-19 16,3 1-12-16,-3-3-15 0,0 0-72 16,-5-5-38-16,7-2-26 0,-4-1-56 15,-2-3-112-15,-5-2-179 0,7-8-251 16,-15 7-1034-16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6-04-09T02:59:46.100"/>
    </inkml:context>
    <inkml:brush xml:id="br0">
      <inkml:brushProperty name="width" value="0.05292" units="cm"/>
      <inkml:brushProperty name="height" value="0.05292" units="cm"/>
      <inkml:brushProperty name="color" value="#FF0000"/>
    </inkml:brush>
  </inkml:definitions>
  <inkml:trace contextRef="#ctx0" brushRef="#br0">15665 3332 4 0,'0'0'721'0,"0"0"-425"16,0 0-159-16,0 0-29 0,0 0-11 16,0 0 1-16,0 0 19 0,0 0-23 15,-44-9-9-15,38 6 2 0,0 0-28 16,2 0 45-16,-3 2 19 0,5-3 26 16,-2 1 16-16,0 0 6 0,2 2-7 15,-2 1 10-15,0-1-17 0,4 1-36 16,0 0-54-16,0 0-67 0,4 0-9 15,2 0 9-15,2 0 108 0,5 1 29 16,5-1-20-16,5 0-13 0,2 0 12 16,8 0 1-16,15 0-26 15,-9-1-25-15,6-2-29 0,11 1-2 16,2 2-7-16,14 0-10 0,-5 2 17 16,-14 2-20-16,-1 1 1 0,-13 0-1 15,1-2 7-15,5 1-10 0,-10-2-9 16,9 2 13-16,1 0-14 0,-4-1 1 15,-6-1 8-15,-3 2-11 0,-8-4 0 16,-9 2-1-16,-5 2 0 0,0-3-17 16,-5 0-35-16,-5-1 13 0,0 0 18 15,0 0 0-15,-2 0-15 0,-3 0-44 16,-5 2-45-16,2 1-60 0,-3-2-60 16,-3 3-91-16,0 2-211 0,-3-4-265 15,-2 1-440-15</inkml:trace>
  <inkml:trace contextRef="#ctx0" brushRef="#br0" timeOffset="451.29">15634 3516 1320 0,'0'0'354'16,"0"0"-61"-16,0 0-99 0,0 0 211 15,0 0-119-15,0 0-68 0,0 0-90 16,0 0-96-16,0 0-16 0,0 0 16 16,-2 1 115-16,12 0 49 0,9 1-6 15,1-1-30-15,5-1-15 0,8 0-14 16,2 0-1-16,7 0-46 0,7-1-31 15,13-2-10-15,8-1-9 0,7 0-3 16,-5 4 24-16,-12-2-9 16,0 2-9-16,-2 0-3 0,0 0-4 15,-4 2-11-15,-3-2-4 0,-11 4-2 16,-11-3-10-16,2 2 12 0,0 0-13 16,2 1-1-16,2 0 1 0,-2 2-2 15,-2-2 0-15,-4 0 0 0,-7 0-1 16,3 1 1-16,-8-3-1 0,1 0-24 15,-5 2-39-15,-5-4-28 0,4 0-35 16,-6 0-21-16,-2 1-35 0,0-1-36 16,0 1-121-16,3-1-220 15,-3 0-508-15,4-4-432 0</inkml:trace>
  <inkml:trace contextRef="#ctx0" brushRef="#br0" timeOffset="1998.65">19584 2070 662 0,'0'0'1162'0,"0"0"-760"16,0 0-69-16,0 0-37 0,0 0-77 15,0 0-162-15,0 0-38 0,0 0 48 16,0 0 64-16,0 0-10 0,64 9-7 15,-37 8-22-15,4 8-23 0,0 6 4 16,8 17-4-16,7 19 25 0,7 21-11 16,-1 10-5-16,-4-2-3 15,-1-10-13-15,-10-8-43 0,-4-6-19 0,-2-5 1 16,-4-6 2-16,-6-12 15 0,-7-11 1 16,-5-11-7-16,1-3 10 0,-2 4-6 15,3-1-4-15,-5 0-9 16,0-7-1-16,-2-3 17 0,-2-5 2 15,0-6 4-15,-2-4 0 0,0-1 9 16,0-1 15-16,0 0 41 0,0 0 48 16,0-3-28-16,-2 0-62 0,0-2-48 15,-2-1-15-15,2 1 13 0,-4-4 1 16,4 2 1-16,0 2 1 0,2-2-1 16,0-1-1-16,0 1-14 0,0-2-4 15,2-2 17-15,6-1-13 0,2 0 3 16,3-3-7-16,3 0 16 0,9 1-12 15,2-5 15-15,6 1 2 16,12-6-2-16,15-9 15 0,17-4-13 0,14-7 14 16,2 0 2-16,10-2 10 15,3 0 27-15,7-2-22 0,11-2-8 16,13-1-4-16,8 1-18 0,14 4 28 16,8-1-10-16,1 4 4 0,3 6-5 15,-1 6-20-15,-3 5-31 0,-4 5 1 16,-8 7 9-16,-8 3 8 0,-6 7 1 15,-9 1-3-15,-10 3 15 0,-6 4-3 16,-11 3-16-16,-12 2 7 0,-8-1 9 16,-9 1-9-16,-9-1 9 0,-18-2-16 15,-5 0-17-15,-18-4-25 0,-5 1-29 16,4 3-14-16,-2-3-38 0,-5 0-50 16,-5-1-152-16,-7-2-272 0,-6 0-407 15,-23 0-342-15</inkml:trace>
  <inkml:trace contextRef="#ctx0" brushRef="#br0" timeOffset="2569.53">19720 1876 1239 0,'0'0'1428'0,"0"0"-1181"15,0 0-22-15,0 0 23 0,0 0-248 16,0 0-92-16,0 0 92 0,0 0 140 15,0 0-22-15,0 0-17 0,50-26-19 16,-23 18-3-16,6-1-23 0,0 2 1 16,6 0 15-16,1 1 4 0,-3 4 5 15,2 2-6-15,-4 0-31 0,-6 2-13 16,-4 6-9-16,-2 3-1 16,-9 1 17-16,-4 0 20 0,-8 3 11 15,-2 6 23-15,-8 6-43 0,-6-2-15 16,-5 2-9-16,-2-2-16 0,5-7-9 15,-1-1-52-15,5-4-44 0,0-4-49 16,1-1-51-16,3-2-42 0,2-6-121 16,2 0-252-16,2-3-562 0,-3-10-491 0</inkml:trace>
  <inkml:trace contextRef="#ctx0" brushRef="#br0" timeOffset="2803.04">19958 1550 2078 0,'0'0'498'0,"0"0"-76"0,0 0-20 16,0 0-69-16,0 0-100 16,0 0-107-16,0 0-126 0,0 0-62 15,0 0 62-15,0 0 39 0,-16 26 39 0,20 27-22 16,-4 17-6-16,0 8-22 0,-4-9 28 16,-1-20-13-16,3-14-21 15,2-11-13-15,0 2-9 0,0 2-24 16,2 0-66-16,3-5-72 0,7-3-81 15,-4-5-85-15,5-6-137 0,1-4-127 16,-4-3-198-16,9-8-370 0</inkml:trace>
  <inkml:trace contextRef="#ctx0" brushRef="#br0" timeOffset="3048.62">20297 1455 1080 0,'0'0'1263'0,"0"0"-699"15,0 0-145-15,0 0-209 0,0 0-30 16,0 0 40-16,0 0-28 0,0 0-39 16,58 39-10-16,-44-19-38 15,5 5-50-15,-2 2-24 0,1-1-29 0,1 1-2 16,3-2-12-16,-1-2-6 16,-2-2-4-16,1-1-61 0,1-2-20 15,0 0-24-15,-1-4-41 0,1-1-37 16,0-2-63-16,-1-2-162 0,1-4-141 15,-6-3-485-15,3-4-472 0</inkml:trace>
  <inkml:trace contextRef="#ctx0" brushRef="#br0" timeOffset="3541.52">20934 1289 122 0,'0'0'2017'0,"0"0"-1375"15,0 0-327-15,0 0-146 0,0 0-67 16,0 0 45-16,0 0-11 0,0 0-29 16,0 0-12-16,62 41-17 0,-44-26-3 15,1 3-14-15,2 1-36 0,-3 0-13 16,1 1-9-16,-3-3-3 0,-3 0-2 16,3-2-29-16,-5-2-61 0,-1-1 11 15,-2-1-48-15,1-3-58 0,-3-1-38 16,-2-1-111-16,0-1-162 0,-2-4-228 15,0 0-75-15</inkml:trace>
  <inkml:trace contextRef="#ctx0" brushRef="#br0" timeOffset="3923.45">20820 1341 2602 0,'0'0'476'16,"0"0"-100"-16,0 0-179 0,0 0-106 0,0 0-59 15,0 0 6-15,-45 54-4 16,40-36-15-16,1-1-16 0,0 1 10 16,2 3-10-16,2-3 0 0,0 1-3 15,2-4 0-15,2 3 13 0,2-1-1 16,1-4-11-16,1 3 2 0,4-2 12 16,1-1-12-16,1-2-1 0,1 2-1 15,3-3 0-15,5 1-1 0,-2-2 4 16,4-2-3-16,-3 0 0 15,5-2 2-15,-4 2 22 0,0-1-3 16,-1-1 0-16,-1 1 3 0,-2 0-22 16,-1-1 11-16,-3 2-11 0,-1 0 12 0,-1 3 23 15,-5-5 9-15,-2 4 2 16,-2 2 98-16,-4 0 91 0,-2 5-20 16,-8 1-86-16,-5 5-49 0,-7 7-31 15,-9 5-22-15,-5 0-30 0,1 0 0 16,4-6-30-16,4-5-38 0,5-3-75 15,3-4-110-15,0-2-134 0,7-3-407 16,-4-6-1057-16</inkml:trace>
  <inkml:trace contextRef="#ctx0" brushRef="#br0" timeOffset="4537.8">21827 1040 454 0,'0'0'2150'15,"0"0"-1668"-15,0 0-105 0,0 0-51 16,0 0-88-16,0 0-43 0,0 0-96 16,0 0-99-16,0 0-46 15,0 0-48-15,-13 2 94 0,26 0 16 0,3-2 6 16,7 0-19-16,0 0-3 16,6 0 0-16,2 0-16 0,4 0 13 15,0 2-100-15,-2 0-83 0,0 2-85 16,-4 2-167-16,-2 1-198 0,-4 2-446 15,-3 16-370-15</inkml:trace>
  <inkml:trace contextRef="#ctx0" brushRef="#br0" timeOffset="4724.39">21905 1402 1467 0,'0'0'1570'0,"0"0"-1381"16,0 0-157-16,0 0 114 0,0 0 32 15,62-4-80-15,-31-4-60 0,4 0-38 16,5 0 0-16,-3 1-47 0,4-1-115 16,-4 4-79-16,-3 4-47 15,-3 0-118-15,-9 8-186 0,-3-2-380 16</inkml:trace>
  <inkml:trace contextRef="#ctx0" brushRef="#br0" timeOffset="4940.52">22050 1858 674 0,'0'0'2844'0,"0"0"-2468"15,0 0-364-15,0 0 129 0,0 0 16 16,0 0-26-16,0 0-4 0,70 17 18 16,-45-23-22-16,4-3-37 0,2-3-40 15,2-3-27-15,0-3-10 0,0-1-9 16,0-1-64-16,2-1-29 0,-1 0-48 15,1 1-67-15,-2 0-106 0,0-1-279 16,-8 6-595-16,8-12-1101 0</inkml:trace>
  <inkml:trace contextRef="#ctx0" brushRef="#br0" timeOffset="5207.63">22864 1521 3462 0,'0'0'684'0,"0"0"-302"0,0 0 21 16,0 0-168-16,0 0-235 0,0 0-58 15,0 0-6-15,0 0 49 0,0 0 12 16,0 0-13-16,69 2 14 15,-36-2-10-15,2 1-22 0,2 2-67 16,6-2-28-16,1 1-56 0,10 1-131 16,-7-2-205-16,-10-1-266 0,25 0-830 0</inkml:trace>
  <inkml:trace contextRef="#ctx0" brushRef="#br0" timeOffset="9247.65">23809 970 37 0,'0'0'55'16,"0"0"-29"-16,0 0 49 0,-2 54 594 15,-2-42-301-15,0-2-127 16,0 1-241-16,-1-2 0 0,3-1-98 16,2 1-179-16,-2-4-287 0</inkml:trace>
  <inkml:trace contextRef="#ctx0" brushRef="#br0" timeOffset="9535.65">23801 1088 33 0,'0'0'117'0,"0"0"333"16,0 0-40-16,0 0-351 0,0 0-46 15,0 0-10-15,0 0 40 0,0 0 119 16,0 0 135-16,0 0-11 0,-25-25-37 16,21 21-15-16,-2 0 8 15,4 1-23-15,-3 0-59 0,1 0-38 0,2 1-19 16,0-2 24-16,0 4 32 15,-2-2 28-15,4 2 2 0,-2 0-38 16,2 0-19-16,0 0 5 0,0 0-3 16,-2 2-23-16,-2 7-52 0,-5 9-59 15,-1 15-7-15,-8 18 7 0,-5 18 19 16,2-4 6-16,3-11-7 0,7-15-8 16,7-10-10-16,-2 0-18 0,-2 4-84 15,1 0-43-15,5-3-29 0,0-6-62 16,2-5-126-16,0-6-179 0,2-2-122 15,2-5-425-15,3-6-236 0</inkml:trace>
  <inkml:trace contextRef="#ctx0" brushRef="#br0" timeOffset="9783.49">23644 1407 418 0,'0'0'2511'0,"0"0"-1866"0,0 0-295 15,0 0-306-15,0 0 18 16,0 0-26-16,0 0 26 0,0 0-18 0,68-36-10 15,-43 35-21-15,4 1-1 16,0 1 1-16,2 6-1 0,2 3 1 16,-2-2-11-16,0 4 13 0,-4-3-15 15,-7 1-2-15,1-1-63 0,-5-3-38 16,-1 0-33-16,-7-2-21 0,-2-1-10 16,-4-3-74-16,1 0 12 0,-3 0 94 15,0-3-138-15,-3-4-542 0,1 0-358 16</inkml:trace>
  <inkml:trace contextRef="#ctx0" brushRef="#br0" timeOffset="9914.07">23900 1415 350 0,'0'0'62'16,"0"0"1593"-16,0 0-1153 0,0 0-71 15,-45 51-41-15,38-31-114 0,-3 6-97 16,2 2-6-16,2 7-10 0,-1 3-47 16,1 3-61-16,2 1-36 15,0 1-18-15,2-2-1 0,0-2-22 0,2-2-58 16,0 2-86-16,6-7-60 15,0-4-147-15,4-12-202 0,-5-10-720 16</inkml:trace>
  <inkml:trace contextRef="#ctx0" brushRef="#br0" timeOffset="10106.28">24125 1626 360 0,'0'0'2974'0,"0"0"-2423"0,0 0-476 16,0 0-75-16,0 0-18 16,0 0 18-16,0 0 2 0,64-2-2 0,-41 5-2 15,0 0-86-15,0 2-200 16,4-1-231-16,-13 1-475 0,7 3-920 0</inkml:trace>
  <inkml:trace contextRef="#ctx0" brushRef="#br0" timeOffset="10280.05">24189 1898 1604 0,'0'0'2333'0,"0"0"-1886"15,0 0-391-15,0 0-56 0,0 0-53 16,0 0 53-16,0 0 15 0,56 11-3 16,-31-11-12-16,4-3 0 0,4-3-124 15,0-3-53-15,2 1-78 0,-2-1-252 16,-8 2-467-16,14-8-159 0</inkml:trace>
  <inkml:trace contextRef="#ctx0" brushRef="#br0" timeOffset="10837.74">24636 1359 715 0,'0'0'2117'0,"0"0"-1800"0,0 0-317 16,0 0 35-16,0 0-35 0,0 0 150 15,0 0 48-15,50 37 26 0,-22-28-54 16,6 2-31-16,1 0-24 0,4-2-3 16,2 3-31-16,-1-1 6 0,3-1 3 15,-8 3-29-15,-2-3-11 0,-6 0-23 16,-6 1-5-16,-5-3-10 16,-7 4 16-16,-7 3 49 0,-6 6 228 15,-13 18-149-15,-16 15-95 0,-13 13-61 16,5-1-14-16,0-15-7 0,8-9-9 15,6-9-7-15,-4 0 16 0,2 1-10 16,6-8-17-16,9-7-13 0,-1-4-56 16,11-6-60-16,2-4-147 0,2-5-323 15,6 0-589-15,7-11 40 0</inkml:trace>
  <inkml:trace contextRef="#ctx0" brushRef="#br0" timeOffset="11011.82">24956 1862 2263 0,'0'0'1704'0,"0"0"-1230"16,0 0-196-16,0 0-174 0,0 0-54 16,0 0 51-16,0 0 9 0,0 0-22 15,29 67-54-15,-16-40-22 0,3 2-12 16,-1-1-1-16,3-2-54 16,-1-1-64-16,6-1-98 0,3-3-70 15,1-3-135-15,-8-7-610 0,10-8-754 0</inkml:trace>
  <inkml:trace contextRef="#ctx0" brushRef="#br0" timeOffset="11439.73">25622 1155 242 0,'0'0'2914'0,"0"0"-2311"16,0 0-172-16,0 0-62 0,0 0-255 15,0 0-114-15,0 0-34 0,-31 72 34 16,23 3 71-16,-1 32-44 0,-3 16 4 16,2-9-3-16,3-15-16 15,5-23-11-15,-4-14-1 0,2-15-15 16,0-10-1-16,2-10-36 0,0-4-37 0,0 1-41 15,0-1-46-15,0 1-58 16,2-9-109-16,0-5-197 0,0-7-147 16,2-3-707-16</inkml:trace>
  <inkml:trace contextRef="#ctx0" brushRef="#br0" timeOffset="11867.54">25612 1286 1247 0,'0'0'637'0,"0"0"5"16,0 0-195-16,0 0-35 0,0 0-120 16,0 0-292-16,0 0-92 0,0 0 92 15,0 0 105-15,22-51-4 0,1 47-13 16,6 0-29-16,4 1 1 0,2 2-10 16,5-1 14-16,-1 2 7 0,0 0 10 15,0 6-18-15,-1 0-17 16,3 0-6-16,-8 1-9 0,0 2-9 0,-2-1 9 15,-8 0 0-15,0 1 21 16,-9-1 1-16,3-1 30 0,-7 0 37 16,-4 1-1-16,2-1-55 0,3 0-18 15,-3 2-15-15,-4 0 2 0,4 0 10 16,1 4 6-16,-1 3 0 0,-2 5-1 16,-2 11 16-16,2 11 9 0,-4 18 3 15,1 10 3-15,-3 10-31 0,0-4-18 16,-3-16-30-16,3-14-12 0,0-15 10 15,-2-3-19-15,2 7 9 0,0 4-12 16,0 2-13-16,2-5-8 0,5-3-22 16,-3-5-15-16,2-5-30 0,-2-5-22 15,0-2-41-15,0-6-61 0,1-6-75 16,-5-3-80-16,6-2-167 0,-4-11-81 16,-2-1 45-16,0-14-1073 0</inkml:trace>
  <inkml:trace contextRef="#ctx0" brushRef="#br0" timeOffset="12071.58">26118 1652 2187 0,'0'0'1153'0,"0"0"-798"16,0 0-19-16,0 0-94 0,-47 31-115 16,28-9-19-16,0 2-21 0,-3 2-32 15,-1 2-33-15,0-1-21 16,-4-1-1-16,-2 0-68 0,2-5-37 15,3 1-44-15,-1-6 9 0,2 1-29 0,0-7-35 16,5-3-58-16,5-7-171 16,3 0-330-16,-2-13-651 0</inkml:trace>
  <inkml:trace contextRef="#ctx0" brushRef="#br0" timeOffset="12253.66">25791 1488 2450 0,'0'0'628'0,"0"0"-160"0,0 0-296 16,0 0-170-16,0 0 50 0,-4 66 14 16,2-37-3-16,2 4-35 0,0 1-28 15,0-2 0-15,4-1-16 0,1-5 4 16,1-2-20-16,-2-4-131 0,2-4-75 16,-6-2-77-16,4-6-151 15,-2-1-509-15,2-7-526 0</inkml:trace>
  <inkml:trace contextRef="#ctx0" brushRef="#br0" timeOffset="12430.41">25920 1519 795 0,'0'0'1891'0,"0"0"-1397"0,0 0-194 16,0 0-91-16,0 0-209 0,0 0-31 15,0 0 18-15,-19 50-15 0,19-31-70 16,0-2-128-16,0-2-49 0,4-3-85 15,0 0-115-15,2-8-249 0,3-1-29 16,5-5 47-16</inkml:trace>
  <inkml:trace contextRef="#ctx0" brushRef="#br0" timeOffset="12557.41">26013 1513 628 0,'0'0'404'0,"0"0"821"0,0 0-737 16,0 0-100-16,0 0-85 0,0 0-113 15,0 0-91-15,0 0-99 0,0 0 18 16,0 0 27-16,10 14 30 15,-10 4-34-15,0 6-41 0,2 1-41 0,-2 2-154 16,0 3-164-16,0-8-192 16,-10 16-663-16</inkml:trace>
  <inkml:trace contextRef="#ctx0" brushRef="#br0" timeOffset="12934.97">25463 2128 1847 0,'0'0'1925'0,"0"0"-1501"0,0 0-138 15,0 0-286-15,0 0-25 0,0 0 25 16,0 0 99-16,0 0-10 0,64 4 3 15,-37-4-12-15,4 0-9 0,2 0-1 16,8 2 10-16,1 2 11 0,1-1-8 16,2 2-19-16,5 1-13 0,-5 0-14 15,5 2-19-15,-4 2-15 0,-3-2 0 16,2 2-1-16,-7-2 0 0,-3-1 10 16,-10 3-11-16,-5-5 10 0,-3-1-11 15,-11 0-3-15,0-2 2 0,-4-1 1 16,-2-1 19-16,0 2-19 0,0-2-95 15,0 0-42-15,0 0-119 0,0 1-113 16,-4 0-245-16,2 2-570 0,-6-3-1249 16</inkml:trace>
  <inkml:trace contextRef="#ctx0" brushRef="#br0" timeOffset="15822.63">21589 1860 814 0,'0'0'143'0,"0"0"909"15,0 0-764-15,0 0-103 0,0 0-185 16,0 0-29-16,0 0 29 16,0 0 109-16,0 0 14 0,33 53-1 15,-10-34-38-15,4-1-23 0,2 1-23 16,2-1-15-16,-4-5 9 0,1-2 3 15,-1 1 3-15,2-3-6 0,0-2 26 16,-2-1-36-16,-2-3 17 0,-2-2-11 16,-1-1 17-16,-1 0 3 0,0-1 2 15,-3-3-18-15,-3-1 0 0,3-1 16 16,-1 0-4-16,2-1 0 0,-1-2 10 16,5 0-4-16,0 1-34 0,-7 1-13 15,3-1 1-15,1 0-1 0,1 0 12 16,4 0-11-16,0 1-2 0,-5 3 0 15,5 4-2-15,-2 2-1 0,0 9 1 16,1 5 0-16,1 5 2 16,-6 1-1-16,2 1 2 0,5 1-2 0,-3-1 2 15,2-2-3-15,0-4 0 0,2-2 0 16,-3-2 0-16,3-5 3 0,0 1 1 16,-2-7 14-16,-2 1-5 15,2-3 0-15,-3 0 2 0,1-1 4 16,-2-3 22-16,1-5-7 0,1 4-2 15,0-4-7-15,2 1 10 0,4-3-6 16,-2 0-27-16,-3 2 0 0,5 0-1 16,-2 1 2-16,0 2-3 0,2 4 2 15,-2 0-1-15,-2 2-1 0,-1 3 0 16,-1 4 0-16,-4 4-12 0,1 4 12 16,3 2-3-16,-4 1 2 0,1 2 1 15,-1-2 3-15,4-1 9 0,0 0-12 16,1-3-2-16,-1-2 1 0,4-4 1 15,2-1 13-15,2-2-10 0,0-5-1 16,2 0 10-16,2-6 4 0,-2-5-15 16,-2 3 1-16,0-3 1 0,0 2 9 15,-6-3-9-15,4 0 1 0,-4 1-2 16,0 2 16-16,1 0-18 0,-5 1-3 16,2 5-9-16,0 2 9 15,-3 1-10-15,1 4 12 0,2 2 0 16,-7 2-11-16,7 1 12 0,-4 1 1 15,-1 1 0-15,5 2 0 0,-5-1-1 16,5 0 0-16,2-2 2 0,-2 0-1 16,4-3 18-16,2-2-16 0,2-2 15 15,0 0-14-15,2-3 8 0,0 0 0 16,0-3-9-16,-2-2-1 0,2 2-1 16,-4-2 14-16,-4 2-15 15,2-3 13-15,-3 3 2 0,-1 1-12 0,-2 2 1 16,-1 0 14-16,-1 0-16 15,-2 4-1-15,-1 0 0 0,3 3-1 16,-1-3-2-16,-1 4 2 0,1 1 2 0,1-2 0 16,2 0 0-16,-1-1 10 15,1 2-12-15,4-4 0 0,0-3 3 16,-5 2-1-16,3-3 17 0,2 0-17 16,-2 0 10-16,-5 0-11 0,5-3 0 15,-7 2 1-15,3 0 0 0,-4-1-2 16,3 2-3-16,-5 0 2 0,1 2-2 15,3 0 2-15,-3 3-9 0,1 1 10 16,1 0 3-16,1 0-3 0,-3 2 2 16,5 0 0-16,-1-1 10 0,1 0 1 15,6-2 2-15,-3-1 4 0,7-2 9 16,-2-1-7-16,4-1 7 0,-2 0-9 16,0-3-7-16,-2 1-9 0,-4 0 13 15,-3 2-16-15,-3 0 0 0,2 0-13 16,-5 4 12-16,3 2-2 0,-3 0 1 15,5 2 2-15,-3 2-1 16,3-2 1-16,4 3 0 0,-3-2 3 16,3-2 10-16,4 0 5 0,-2-3-16 0,-1 0 14 15,-1-4-13-15,0 0 12 16,-5 0-2-16,-1 0-10 0,-7 0 0 16,-1 0 12-16,-5 0-13 0,-4 0 1 15,0 0 22-15,0 0 3 0,0 0-28 16,0 0-10-16,4 4-36 0,-2 0 34 15,4 2 12-15,-2 0-16 0,7 2-48 16,3 0-85-16,-2 0-81 0,11-2-91 16,-2-5-272-16,-2 0-599 0,9-3-840 15</inkml:trace>
  <inkml:trace contextRef="#ctx0" brushRef="#br0" timeOffset="16573.98">27280 1038 1277 0,'0'0'436'0,"0"0"45"15,0 0-180-15,0 0 11 0,0 0-49 16,0 0-42-16,0 0-56 0,0 0-44 15,0 0-39-15,0 0-82 0,-58 11 13 16,39 23 19-16,-10 21 59 0,-10 28 50 16,-8 30 51-16,-9 24-26 0,4 5-18 15,9-9 7-15,12-16-26 0,8-20-40 16,6-9-37-16,1-8 1 0,12-6 20 16,4-7-3-16,4-9-15 15,12-2-6-15,-3-11-9 0,3-10-13 0,-3-10-27 16,5-4-14-16,3-1-8 15,6 5-32-15,6-2-32 0,0-2-6 0,6-7-45 16,3-6-57-16,7-3-88 0,9-5-174 16,-6-5-258-16,-3-1-410 15,-5-6-726-15</inkml:trace>
  <inkml:trace contextRef="#ctx0" brushRef="#br0" timeOffset="17097.98">27677 1778 239 0,'0'0'2155'0,"0"0"-1694"0,0 0-70 16,0 0-44-16,-54-18-117 0,39 25-167 16,1 14-63-16,-9 18-41 0,-2 26 41 15,5 22 1-15,-1 10 40 0,13-8 22 16,8-21 3-16,0-22 16 15,4-18 15-15,4-4-13 0,5 0-16 0,-1 2-9 16,7 0-15-16,-1-5-4 0,7-4-6 16,-2-4-16-16,0-6-15 0,1-5 28 15,5-2 6-15,-4-9 37 0,0-7 55 16,0-6 34-16,2-6-11 0,-5-3-30 16,1-9-33-16,2-10-17 15,0-12-14-15,-1-11-12 0,-3-3-22 16,0 15-12-16,-13 18-11 0,-2 17 0 15,-4 11 0-15,5 4 0 0,-5-4-1 16,0 2-36-16,-2 1-25 0,0 0-30 16,0 6-31-16,0 4-36 0,0 2-105 15,0 0-228-15,-2 6-632 0,0 0 468 16,-5 14-890-16</inkml:trace>
  <inkml:trace contextRef="#ctx0" brushRef="#br0" timeOffset="17780.36">28022 2401 1164 0,'0'0'2116'0,"0"0"-1643"0,0 0-99 15,0 0-255-15,0 0-119 0,0 0-47 16,0 0 47-16,0 0 26 0,0 0 74 16,0 0-14-16,16-55-2 0,-7 34-4 15,-1-3-3-15,0-6 0 0,0-2 3 16,5-5-31-16,1-2-9 0,1-4-15 16,-3 2-22-16,-1 7 14 0,3-1-17 15,-4 4-2-15,3-4 2 16,1 1-2-16,-3 7 0 0,-5 7 0 0,2 7-26 15,-4 7-8-15,-4 3-11 16,4 3-2-16,-4 4-18 0,2 7 67 16,-2 10 37-16,0 15 6 0,0 7-16 15,0 3-11-15,0 1-13 0,0-7-2 16,0-2 1-16,2-7 0 0,5 0 10 16,-5-5-11-16,4-4 2 0,0-6-2 15,0-2-1-15,-2-5 0 0,-1-3 0 16,-3-5 0-16,2-1 13 0,0 0 23 15,-2 0 13-15,2-1 9 0,-2-10 0 16,4-3-3-16,2-6-55 0,9-11-30 16,-3-6 2-16,11-11 1 0,-1 3 5 15,-3 4 10-15,2 6 12 0,-11 9 3 16,7-2 9-16,-1 1 7 0,-6 2 5 16,5 6 10-16,-9 7-10 15,-4 7 1-15,-2 3-25 0,2 2-6 16,0 4-72-16,-2 7 78 0,2 6 43 0,-2 11-3 15,2 5-1-15,-2 3-17 0,0-4-7 16,0-1-15-16,0-5 15 16,0 1 0-16,0-4-13 0,0 1 0 15,3-1-2-15,1 0 2 0,0-1-2 16,0 0-11-16,0 0-56 0,0 1-61 16,-2-2-80-16,7 0-41 0,-1-2-76 15,-2-3-67-15,0-3-210 0,-2-3-149 16,5-4-673-16</inkml:trace>
  <inkml:trace contextRef="#ctx0" brushRef="#br0" timeOffset="18227.89">28876 1739 17 0,'0'0'3332'0,"0"0"-2697"0,0 0-129 15,0 0-269-15,0 0-237 0,0 0 1 16,0 0 18-16,0 0 64 0,2 56-34 16,-2-15 12-16,0 18 73 0,0 16-30 15,-4 6-46-15,-1-5-37 0,5-17-18 16,0-16 16-16,0-15-1 15,5-3 0-15,-3 3 3 0,2 0-2 16,0 0-4-16,-2-7-3 0,2-7-9 16,-2-7 9-16,-2-2 0 0,2-4 7 15,-2-1 11-15,0 0 22 0,0 0 5 16,0 0 34-16,0 0-12 0,0 0-31 16,0 0-32-16,0-1-16 0,2 0-18 15,0 0-15-15,0 0-7 0,7-1 40 16,-1 2-3-16,2-1-27 0,3 1 15 15,1 0 12-15,5 0 2 0,1 1-20 16,3 3-3-16,2-2-19 0,0 3-14 16,4-4-19-16,0 5-64 0,-2-4-25 15,4 2-24-15,-7-2-112 0,1 2-179 16,2-4-236-16,-10 0-397 0,3 0-586 0</inkml:trace>
  <inkml:trace contextRef="#ctx0" brushRef="#br0" timeOffset="18671.51">29591 1416 2955 0,'0'0'603'0,"0"0"-309"0,0 0-162 15,0 0-129-15,0 0 23 0,0 0 72 16,0 0 11-16,0 0 21 0,0 0 4 15,64 60-26-15,-48-40-3 16,5 3-7-16,0 0-3 0,2 4-31 0,-5 6 3 16,5 1 13-16,0 10-34 15,-1 10-22-15,5 14-9 0,-4 12-13 0,-9 5 10 16,-12-1-8-16,-2-5-3 16,-10-7-1-16,-8-3-4 0,3-2-11 15,-6-4-9-15,7-10-7 0,-3-12-5 16,7-10-19-16,-4-5-31 0,-5 5-132 15,-8 6-90-15,-4 3-66 0,4-12-286 16,-24 3-866-16</inkml:trace>
  <inkml:trace contextRef="#ctx0" brushRef="#br0" timeOffset="25294.92">6867 6486 467 0,'0'0'4'0,"0"0"80"16,0 0 477-16,-54 12-311 0,36-5-71 15,-5-1-23-15,-2 4-19 0,0-2-27 16,-2 4-19-16,-2 0-10 0,3-2-13 16,-5-1-16-16,4 0 3 0,-4-4 3 15,4 1-12-15,-4 0-17 0,-2-2-7 16,0 0 0-16,-2-1-22 0,-1 1-10 16,-5-1 8-16,2 0 4 0,-3-2-2 15,-9-1 1-15,-11-1 12 16,-9-7 10-16,1 0-7 0,0-5 0 15,0 1 13-15,6 1 32 0,-5 0-2 16,-1-1-14-16,-2 0-10 0,-3 3 4 16,1 1-14-16,-1 0-9 0,-1-1 1 15,-1 1-15-15,5-1 0 0,4 0-1 16,2-2-1-16,2-1 0 0,2 1 0 16,12-1-1-16,7 2 1 0,12 1 1 15,6-3 2-15,-8 1 16 0,-2-5-15 16,-5-1 18-16,11 0 1 0,3-1 5 15,3-3 1-15,2 5 13 0,13-3 22 16,0 4 29-16,3 1-37 0,5 2-56 16,0-1-29-16,9 1-28 0,1-1 6 15,11-1 12-15,4-1 10 0,6-1 10 16,12-4 3-16,19 0-3 0,14-4 16 16,13 0-8-16,2 1 11 0,-2 1 0 15,-2 3 3-15,4-2-1 0,-2 2-1 16,6 0 1-16,2 1 1 15,0 3-1-15,-2-1 1 0,2 1-2 16,3 4 0-16,-5 1 1 0,0 1 2 16,-6 5-4-16,0-1 2 0,-3 5 0 15,-3 0-2-15,0 5 0 0,0 4 1 16,-11 2-1-16,2 3 0 0,-6 3-1 16,-3 3 1-16,-8 1-2 0,-7-1 0 15,-11-2-11-15,-10-3 13 0,-4 1-1 16,6 3 1-16,0 3 2 0,-2 2-1 15,0 1 0-15,-10-3-1 16,-9 0 0-16,-4 0 0 0,-6-1 12 16,-2 0 17-16,-10-1 9 0,-7 2 61 15,-6-2-19-15,-6 4-48 0,-4-3-13 16,-15 6 0-16,-12 2-3 0,-14 3-16 16,-9-2-1-16,5 0-37 0,3-4 3 15,5-2-7-15,6 0-18 0,4-5-20 16,14-3-36-16,11-5-35 0,10-3-71 15,8-5-111-15,-1 2-131 0,5-4-183 16</inkml:trace>
  <inkml:trace contextRef="#ctx0" brushRef="#br0" timeOffset="26808.39">11020 10249 1285 0,'0'0'238'16,"0"0"-160"-16,-56 17 42 0,31-11-3 15,0-2 13-15,5 1 3 0,-5-4-20 16,0-1-48-16,-4 0-17 0,2-3 4 15,-4 0-3-15,-4-2-4 0,-6 2 26 16,-1-2-23-16,-3 0-9 0,0 1-10 16,-3 1-29-16,-2-1 0 15,1-2 0-15,1-1-1 0,-3-3 0 0,-11-2 1 16,-9-3 1-16,3 1 11 16,2 3-12-16,8-1-1 0,4 5 0 15,3-2-2-15,-5 1-10 0,8 2 9 16,9 0-12-16,6-1-3 0,6 0-17 15,-6-2 7-15,-4 1 26 0,2-5 3 16,-3-2 1-16,9 0 2 0,3-1 17 16,3 0-18-16,6-1 21 15,-1 3-4-15,7-4-17 0,3 3-1 0,4-1-1 16,4 0-3-16,2 0-26 0,6-2-7 16,7-1 7-16,5 0 13 0,5 0 14 15,4 0-11-15,4 0 11 0,15-2 0 16,12-2 0-16,16-1 0 0,9 2-2 15,4 3 2-15,0 4 2 0,-5 3 12 16,7 4 7-16,5-3 23 16,3 5 0-16,6 0 10 0,7 0 6 15,-1 4-3-15,11-1 3 0,-2 3-4 16,0 0-2-16,6 3-1 0,-10 3-9 16,4 6-10-16,-2 1 3 0,-3 1-13 15,-1 5-18-15,-6 0 12 0,-5 4-16 16,-8-1-1-16,-6 1-2 0,-6 2 1 15,-7-1-11-15,-16-3 1 0,-14-4-11 16,-17-2-22-16,-7 1-19 0,-3 3 19 16,-3 3 10-16,-1 4 32 0,-13 0 3 15,-4-1 13-15,-13 0 9 0,-5-1 7 16,-7 1 0-16,-8-3 3 0,-9 7 0 16,-18-2-6-16,-16 9-1 0,-9-3-9 15,0-5-3-15,-2 0-12 0,13-6-1 16,-9-1-16-16,9-1-38 15,-5-2-49-15,2-2-9 0,9-2-20 16,2-4-49-16,0-1-123 0,16-3-310 16,6-5-662-16</inkml:trace>
  <inkml:trace contextRef="#ctx0" brushRef="#br0" timeOffset="28072.97">5612 13968 1211 0,'0'0'56'0,"0"0"545"0,0 0-396 16,-58 35-128-16,40-27 69 0,-1 1-20 15,-2 1-32-15,3-1-36 0,-5-2-22 16,5 0-20-16,-1-1-16 0,-6-1 9 15,7-3-9-15,-5 1 0 0,2-1 0 16,0-2-11-16,-3 0-9 0,-1-6-9 16,6 0-6-16,-4-4-23 0,-3-2 29 15,1-3-30-15,-4 0 30 0,-2-3-23 16,0 0 52-16,-4-1 13 16,0 1 4-16,-1-1-15 0,-1 1 17 15,-2-2-17-15,2 2 18 0,0 2-4 0,-3-2-16 16,5 2-12-16,0 0 10 15,2 0 2-15,2 1 0 0,0-1 3 16,4-2-3-16,2 1-19 0,2-1 19 0,3-1 19 16,3 0-19-16,3-2-6 15,3 2 5-15,5-3-45 0,0 0-31 0,6-2 28 16,6-1 7-16,5 0 6 16,-1-2 1-16,11-3-50 0,1 2 11 15,3-1 31-15,4-2 42 0,8 2 1 16,0-3 3-16,7 7 61 0,-1 0 8 15,11 3 9-15,4-2 10 0,14 4-7 16,1 3 13-16,-7 5 6 0,-6 5 4 16,-7 3-27-16,5 2-18 0,0-1-11 15,-2 1-25-15,4 2-4 16,0 0 1-16,0 0 3 0,-2 0-14 16,-2 0-9-16,-7 2-1 0,-12 2-1 15,-8 1 1-15,-4 2 1 0,2 2-3 16,4 5-1-16,-2 2-15 0,-4 4 14 15,-9 3-1-15,1 2 2 0,-9 2 0 16,-4-1 1-16,-2 0 1 0,-2 3 11 16,-2 1 8-16,-4 1-1 0,-8 1-3 15,-1 4 0-15,-4 1-13 0,-5 0 10 16,-3 1 2-16,-4 4-15 0,-2-2 0 16,-2 3 2-16,-5-4-1 0,1-2 1 15,-4-1 27-15,5-4-3 0,-5-1-25 16,4-5 1-16,-1 1-2 0,1-5 2 15,6-2 21-15,0-6-23 0,8-3-12 16,2-2 10-16,1-6-94 0,9-3-104 16,1-4-77-16,4-4-290 0,4-13-670 15</inkml:trace>
  <inkml:trace contextRef="#ctx0" brushRef="#br0" timeOffset="30870.8">6979 6043 841 0,'0'0'212'0,"0"0"-173"0,0 0 39 16,0 0-13-16,0 0-6 0,-50 18-10 16,40-14-19-16,1-1-30 0,-1 1-13 15,0-1 13-15,-1 0-1 0,3 0-10 16,0 0 11-16,-2-1 0 0,1 1-1 15,-1-1 1-15,0-1 2 0,-1 0-1 16,3 0 22-16,0 1-7 0,-1-2 40 16,1 0 48-16,0 0 6 0,2 0-38 15,2 0 51-15,-1 0-32 0,3 0-23 16,0 0-19-16,2 0-14 0,-4 0-35 16,4 0-36-16,0 0-68 0,0 0-29 15,0 0 13-15,4 0 107 0,0 0-17 16,1-2-2-16,-1 1 3 15,2-1-10-15,0 0-7 0,-4-1 13 0,6 1 33 16,-3-1 2-16,1 1 11 0,-4 1 9 16,4-3 40-16,-2-1 32 15,-2 1 4-15,4 0-36 0,3-1 42 16,-3-1-17-16,2-2-25 0,3 0-4 16,1-4-6-16,2 1-20 0,5-3-3 15,-2 1-6-15,7-4-10 0,-1 3-12 16,2-4 11-16,2 0-12 0,4 1 0 15,2-2 1-15,0-1 15 0,6 0 4 16,3-2-19-16,5-3-1 0,13-5 0 16,8-4 0-16,7-1 1 15,-7 3 18-15,-2 0-19 0,0 5-2 16,0-1-11-16,0-1 12 0,7 3-1 16,-1-3 0-16,3 1-11 0,3-2 12 15,1-2 1-15,5-2 2 0,1 2-1 16,4-1 0-16,2-2 1 0,0 2-1 15,2-2 0-15,2 2 0 0,2 2 1 16,0-2-1-16,7 1 1 0,-1 1-1 16,0 1 1-16,5 1-1 0,-5-1-1 15,5-3 0-15,1 3 0 0,3-4 1 16,0 1 2-16,3 2-3 0,1-2-13 16,0 2 12-16,2 1 0 0,-3-2 0 15,1 2 0-15,2 0 0 0,0-1 1 16,4 1 0-16,-8 1 0 0,1-3 0 15,-1 4 1-15,0-3 0 0,-1 3 0 16,3 2 1-16,0-2 1 16,-2 3 0-16,-1 0 13 0,-1 0-3 15,2 0 6-15,-1 1 1 0,1 2-20 16,4 1-7-16,2 1-19 0,-9 0 14 16,1-1 9-16,2 0 3 0,-7 2 60 15,3 0-38-15,1 3-21 0,-5-1 0 16,3 5-1-16,-1-1-12 0,-1 1 9 15,-1-1 2-15,5 3 1 0,1 1 2 16,-3-1 2-16,1 3-1 0,4-1 20 16,-7 2-11-16,1 0 21 15,5 2-11-15,-5 0 4 0,1 1-3 0,5 2-7 16,-6-1 6-16,-1 2-9 0,5 0 0 16,-3 0-12-16,1 0 3 0,4 2-2 15,-1 0-1-15,-3 2 1 0,1 0 0 16,-3 0 1-16,-3 3-2 0,1 1 1 15,1 1-1-15,1 1 2 16,-7 2-3-16,0 1 0 0,1 2 0 16,-3 1 1-16,2 0 1 0,-2 3-1 15,1 2-1-15,1 0-1 0,0 2 1 16,-2 1 2-16,3 1-2 0,-3 3-3 16,4-1 0-16,-2 4 1 0,5 0-1 0,-3-1 1 15,1 2 2-15,-1 0 1 16,-6-1 0-16,0 3 2 0,-4-3 13 15,-4 0-3-15,0 1 6 0,-4-1 0 16,-7-2-3-16,-5 2 7 0,3 0-4 16,-8-2 0-16,-3 1-6 0,-8-2-10 15,3 2 0-15,-10-4 0 0,-11-6-1 16,-6-3 0-16,-4-1 0 0,6 4 0 16,5 4-2-16,1-1-1 0,-4 1-12 15,-4-3 12-15,0 1-18 0,-4-3 18 16,-6-1-2-16,2 1-13 0,-2-1 15 15,-3-3 0-15,1 3-2 16,0-1 0-16,-1-3 2 0,-3-1-18 0,-1 0-29 16,-1-3-27-16,-1-2 1 15,-5 1 29-15,1-3 22 0,-4-2-6 16,0 1-9-16,-2-3-27 0,-2 0-45 16,3 1-120-16,-5-3-98 0,0 1-141 15,0-1-231-15</inkml:trace>
  <inkml:trace contextRef="#ctx0" brushRef="#br0" timeOffset="31322.93">19995 4715 1236 0,'0'0'1566'15,"0"0"-1534"-15,0 0-32 0,0 0-35 16,0 0 35-16,33 63 0 0,-16-41 35 15,1 1-6-15,5 5-13 0,2-1-13 16,4 2-3-16,-2 0-1 0,0-1-2 16,2 1 0-16,0 0 2 0,-5-2-3 15,3-1 2-15,-4-3 1 0,-4-4 0 16,-3 0 1-16,-1-4 0 0,-7-5 13 16,-4-1 51-16,-2-3 29 0,-2-3 19 15,0 0 35-15,-4 0 28 0,-6 1-54 16,-7 1-61-16,-2 1-38 15,-5 1-22-15,-3 3-3 0,-4-2-23 0,0 2-56 16,-4 0-67-16,4 4-77 16,-2-3-85-16,-1 4-131 0,12-5-557 15</inkml:trace>
  <inkml:trace contextRef="#ctx0" brushRef="#br0" timeOffset="34360.84">10404 9765 249 0,'0'0'238'0,"0"0"-127"0,0 0-17 16,0 0 33-16,0 0 7 0,-54 2-4 15,46-2-26-15,2-2-35 0,-1-2-11 16,3 0 20-16,-4 2-32 16,2-2 9-16,-2 2-54 0,3-4 113 15,-5-1-55-15,4-3-59 0,-2 1-21 16,3-4-5-16,-1-4 0 0,4-2-19 16,-4-3 10-16,4-5 35 0,-2-4 19 15,2-3-19-15,-2-2 0 16,-1-11 74-16,3-11-15 0,-2-12 12 0,2 1 7 15,0-1 39-15,2 5-7 16,0 4-25-16,6-5-4 0,1-3-17 16,3-5-15-16,4-1-10 0,1-4-38 15,5-4 25-15,-1-5 6 0,6-2 0 16,0-1-9-16,6-3 25 0,2 1 1 16,2-2 3-16,2 0-7 0,7 1 0 15,-1 1-45-15,4 0-1 0,5 2 0 16,0 0-3-16,4 3 4 0,4 3 0 15,4 1 1-15,0 2 1 0,6 1-2 16,-2 2-17-16,5-2 14 0,7 2 3 16,3-1 0-16,8 2 16 0,0 0 0 15,6-1 4-15,4-2-1 0,1 4 0 16,5 1-16-16,-2 2-2 0,9 1 0 16,2 0-1-16,2-1 22 0,6 5-6 15,0 0-3-15,6 2 3 0,0 3-14 16,3-3 11-16,1 3 13 0,6-1-24 15,3 2-2-15,6 1-3 16,-2 1-10-16,4-1 13 0,6-2-1 0,-2 1-18 16,0 4-1-16,0-4-15 0,-4 6 9 15,2 2 4-15,-5 0-4 16,3 4 3-16,-6 6 4 0,2 4 17 16,-7 2-21-16,5 4 21 0,4 2 1 15,-2 1 0-15,4 3 1 0,-7 1 19 16,5 0-2-16,-2 0-5 0,2 1-8 15,-5 1-1-15,-5 0 0 0,2 1-3 16,-7 2-26-16,-6-1-3 0,-2 5 7 16,-6 0 6-16,-6 2 13 0,-3 5 2 15,-5 2 1-15,-3 1-2 0,0 1 1 16,-3 4 1-16,-1 0 2 0,-2 1 21 16,-2 0-4-16,2 3-3 0,0 0 7 15,3 0 16-15,-1 1 2 0,0 4-15 16,0-1-13-16,1 2-11 0,-1 3-2 15,-4-1 2-15,0 0-1 0,-4 4 0 16,6 1-1-16,-4 2 0 0,-2-2 0 16,2 1-2-16,-4 3 2 15,6-3 0-15,-2 0 29 0,2 2-6 16,2-2 25-16,0 0 3 0,3 4 7 16,-3-2-7-16,-2 1 4 0,0 0-7 15,-2 3 3-15,-4 0-16 0,4 2-16 16,-4-2 3-16,4 3-20 0,-4-2 17 15,6 2-17-15,2-2-2 0,-2 1 3 16,2-1 0-16,0-2-2 0,1 0 1 16,-3 2-1-16,0 0 0 15,-2-1 0-15,-2 4 1 0,0-5-2 16,-7 4 3-16,-1-1-2 0,-2 1-1 16,-1 0-1-16,-3 2-12 0,1 0 13 15,1 2-1-15,-3-2 1 0,3 1 0 16,2 0 0-16,3 2 0 0,-1-1 1 15,2-1-1-15,-1 2 0 0,5-1 1 16,-6 0-1-16,4 0 0 0,-7 0 2 16,3-1 1-16,-6 0-1 0,-1 0-1 15,1-4 3-15,-7 2-3 0,-2-3 1 16,0 1 10-16,-2 0-11 0,1-3 1 16,-1 2 0-16,-2-3 14 0,-4-1-14 15,-2 2-2-15,2-4 12 0,-5 0-10 16,3 1 14-16,-14-3-3 0,-5-3-12 15,-10-2 1-15,0 1-2 0,4-1 0 16,0 2-11-16,0-1-5 0,0 1-26 16,-8-2-31-16,-2-2-13 0,-5 1-13 15,-5-2-33-15,-3 0-41 0,-4-2-62 16,-2 1-153-16,-4-3-167 16,0 0-223-16</inkml:trace>
  <inkml:trace contextRef="#ctx0" brushRef="#br0" timeOffset="34718.46">25051 5306 2925 0,'0'0'304'0,"0"0"-269"0,0 0-35 16,54 34 0-16,-33-15 19 0,4 0 32 15,4 2-19-15,2 4-29 0,-2 1 1 16,4 2 10-16,0 0-14 0,-2 0 0 16,2-2 0-16,-6 0 0 15,-5-1 0-15,3 0 0 0,-12 0 2 16,-3-2-1-16,-8-2-1 0,-2-1 28 15,-12 2 14-15,-3-3 34 0,-10 1 0 16,3 1-3-16,-7-1-36 0,2-1-20 16,-2-2-17-16,-2-1-12 0,4 2-52 15,-4-2-110-15,2 0-125 0,-4 0-166 16,6-5-651-16</inkml:trace>
  <inkml:trace contextRef="#ctx0" brushRef="#br0" timeOffset="36792.02">5279 13339 882 0,'0'0'280'0,"0"0"339"15,0 0-454-15,0 0-97 0,0 0 55 16,0 0-48-16,-57 14-20 0,52-15-3 16,-1-5-36-16,-2 3 10 0,6-4-25 15,-6-1-1-15,6-2 0 0,-1-5-36 16,3-4 7-16,0-7-6 0,0-5 18 16,5-14 14-16,9-14-23 0,3-14 13 15,7-6-6-15,3-1 17 0,0 3-11 16,2 2-3-16,0-4 16 0,4-5 0 15,6-3-3-15,3-6 1 16,1-5 2-16,5-1 0 0,1-3 0 16,5-2-2-16,2 0-17 0,6-5 19 0,0 0 1 15,6-2 2-15,2-3 13 16,5 0-13-16,1 3 0 0,5-4-3 16,8 0-3-16,2 0-16 0,4-2 19 15,8-1 0-15,1 1 2 0,3-3 18 16,5 0-20-16,-1 4-1 0,3-3 1 15,6 3 1-15,0 2 12 0,4 4 19 16,2 0-3-16,2 4-29 0,2-1-13 16,5 0 12-16,1 0 1 0,5 0-1 15,5-1 1-15,1 2 3 0,2 1 13 16,2-1-16-16,2-2-12 0,4 2 12 16,2-2 11-16,-4-3-8 0,4 5 19 15,3 2-21-15,-1-1-1 0,4 4-3 16,-4-2 0-16,7 1-17 15,-3 2 19-15,5 0 1 0,-1 0 0 16,3 0 0-16,-1 0 0 0,3 0 0 16,0 2-3-16,1 1 2 0,5 0 1 0,-6 5 20 15,8-1-20-15,0 2 13 16,-3 3 17-16,3 2-8 0,-2 2-22 16,2 2 16-16,-2 1 14 0,2 1 8 15,-4 4-5-15,1 2 5 0,1 2-8 16,-4 3 5-16,2 6 20 0,-5 3-7 15,-3 3-15-15,4 3-11 0,-5 4 1 16,9 1-7-16,-7 3-3 0,5-1-13 16,4 3 0-16,-6-1 12 0,-1 3-12 15,-1 2 4-15,1 1-2 16,-3 2 14-16,-5-2-3 0,-6 3 6 0,-1 0 4 16,1 4 12-16,-2 0-6 15,0 2-10-15,-2 4-16 0,4-1 20 16,0-1-7-16,7 2-13 0,-1 0 10 15,5 0-12-15,1 1 0 0,3 3 0 16,4-2 0-16,-3 5-1 0,1 1 0 16,0 3 1-16,-1-3 0 0,1 4-1 15,0 3 0-15,-5-2 0 0,1 1-2 16,0 0-20-16,-7 2-10 0,-2 1 6 16,-8 1 13-16,2-1 10 0,-4 1 1 15,2 2 2-15,-2-1 3 0,0 2 48 16,2-1 10-16,0 3-3 0,4-1-13 15,-3 0-13-15,1 4 6 0,0 0 1 16,2 0-17-16,0 0-19 0,-4 0-1 16,0 0 11-16,-4 4-11 0,-2-1-2 15,0 0 2-15,-3 3-1 0,-9 0 1 16,-1 1 0-16,-3 3-1 0,-3 1 1 16,0-1-2-16,0 4 3 15,-4-3-1-15,0 4-2 0,1-2 0 16,-1 1-1-16,0 2-2 0,0 0-10 15,-6 0 11-15,2 1-1 0,-4 1-16 16,-3 1 15-16,3 0 4 0,-6-1 1 16,6 1 3-16,-7-1 12 0,-3 0-16 15,-5 2 0-15,5-2 1 0,-7 0-2 16,0 3 1-16,-4-3 0 0,2 4 0 16,-8-2 0-16,2 1 0 0,-2 0 1 15,-2 0 2-15,-4 1 16 0,4 0-16 16,-2 1 16-16,-2-1-15 0,5 3-2 15,-1 0-2-15,-4 1-1 0,8 1-12 16,-6 1-6-16,-2-1 0 0,8 0-7 16,-6-1 10-16,-1 2 14 0,-3-2-11 15,0 1 12-15,-5-1 1 0,-1 2-2 16,-5-5 2-16,-4 4 0 16,-4-4 0-16,0 0 2 0,-2-2 11 15,-6 1 12-15,-2-1 17 0,2-2-1 16,-13 0-2-16,-8-2-4 0,11 0-4 15,4 5-18-15,7 3 0 0,5 3 0 16,-12-5-11-16,-15-5 1 0,-4-5 11 16,0-1-14-16,0 3-4 0,2 0-53 15,0 1-41-15,-6-1-17 0,-6-3 41 16,-3-4 29-16,-5 0 20 0,-5-1 21 16,-2 0 1-16,-2-3-13 0,1 1 3 15,-3 0 11-15,-2 1-17 0,0-1-58 16,0 1-74-16,0-1-68 15,0 1-137-15,0-2-271 0,-4-3-578 0</inkml:trace>
  <inkml:trace contextRef="#ctx0" brushRef="#br0" timeOffset="37149.87">30165 5314 2677 0,'0'0'546'0,"0"0"-409"0,0 0-137 16,0 0-70-16,0 0 48 0,50 53 22 15,-25-31 15-15,2 4-2 0,6 1-11 16,2 6-2-16,2 1 0 0,2-2-1 15,1 0-37-15,-5 2-10 16,4-5 0-16,-4-1 7 0,-4-4 15 16,-6-1 26-16,-4-2-2 0,-7-4-1 15,-3-2 3-15,-7-2 20 0,-4-4 57 16,-4 1 31-16,-9-3 35 0,-10 0-25 16,-10 2-30-16,-6 0-46 0,-2 4-42 15,-5-1-11-15,-3 1-116 0,3-1-187 16,13-4-309-16,-21-2-1345 0</inkml:trace>
  <inkml:trace contextRef="#ctx0" brushRef="#br0" timeOffset="41354.89">17872 5509 112 0,'0'0'33'15,"0"0"-17"-15,0 0-16 0,0 0-7 16,0 0-35-16,0 0-70 0</inkml:trace>
  <inkml:trace contextRef="#ctx0" brushRef="#br0" timeOffset="41432.89">17872 5509 141 0,'13'-5'571'0,"-13"4"-229"15,0 1-251-15,2 0-91 0,-2-3-133 16,2 3-21-16,0 0-100 0,2 0-254 0</inkml:trace>
  <inkml:trace contextRef="#ctx0" brushRef="#br0" timeOffset="42633.65">17934 5573 57 0,'0'0'29'0,"0"0"43"15,0 0 969-15,0 0-702 16,0 0-73-16,0 0 26 0,0 0-42 0,0 0-50 15,0 0-64-15,-39-58-85 16,33 43 4-16,0-1-17 0,-1-2-5 16,1-2-13-16,-6-2-19 0,6 1-1 15,-3-3 2-15,-3-1 24 0,0-1-24 16,-1-4 14-16,-3-1 7 0,1-2 5 16,-6-3 24-16,5-1-23 0,-5 4-4 15,1-3-2-15,-1 3-11 16,-2 0 1-16,0-1-10 0,1 2 23 15,-5 0-7-15,0-1 7 0,-2 1-10 0,2 0-16 16,-6 2-2-16,0 1 2 16,-4 2 1-16,2-1 15 0,-3 8-15 0,-1-3 0 15,2 4-1-15,-6 0 0 16,1 5 2-16,3-1-2 0,0-1-1 16,-5 3-1-16,1-1 2 0,-1 3 1 15,1 0 21-15,-4 1-6 0,3 3 26 16,-6 4 12-16,3 3-23 0,-1 4-5 15,1 6 18-15,-1 7-25 0,-1 3-18 16,5 4 15-16,-5 2-12 0,7 4 15 16,1 3-4-16,2 8 4 0,-5 9 7 15,-1 15-4-15,-7 17 6 0,7 9 1 16,3 4-1-16,3 2-25 0,8-1-3 16,0 4-2-16,4 6 1 0,2 3-1 15,7-2 2-15,1 2 1 16,3-4-1-16,1-1-18 0,7 1-70 15,-2 0 15-15,2 1 22 0,4-4 51 16,-5-3 0-16,7-5 48 0,0-5 6 16,7-4-7-16,3-4-31 0,2-5-4 0,9-8 4 15,4-5-14-15,-5-13 17 16,3-12-15-16,-2-8-2 0,0-5-2 16,8 5 0-16,8 1 0 0,12 3 3 15,7-2-1-15,21-5 1 0,-3-8 16 16,5-9 9-16,-1-5 7 0,-5-5 0 15,3-3-16-15,5-5-4 0,1-4 4 16,1-6 3-16,-2-3-6 0,-3-4 12 16,3-4 4-16,-7 0-11 0,-1 1 5 15,1-4-24-15,-8 1 20 0,2-2-19 16,-4-4 26-16,-2-5-13 0,-4-4 9 16,-2-4-7-16,-8-6 17 0,-1-5-14 15,-8-4 7-15,-3-3 10 0,-7-1 2 16,-3-2 13-16,-9-1-10 15,-3 0 4-15,-7 0 3 0,-3 1-16 16,-4 1-33-16,-4-2 2 0,-7-2 15 16,-1 0-5-16,-3-2 2 0,-1-3-15 15,-5 1-10-15,1 0-18 0,-3 2 3 16,2 2-6-16,-4 3-3 0,3 5-25 16,-7 2 3-16,6 3 10 0,-2 2 15 15,0 3 9-15,3 11-3 0,5 9 23 16,0 8 0-16,3 0-14 0,-5 2 14 15,1-6-10-15,-7-3 9 0,2 5-35 16,1 2 13-16,-3 3 0 0,0 3-13 16,4 3 19-16,-2 4 18 0,1 3-2 15,3 5-10-15,1 1-9 16,1 5-3-16,0 1-16 0,7 1-15 16,-2 8-92-16,1 4-166 0,5 9-159 15,-2 3-104-15,0-1-484 0</inkml:trace>
  <inkml:trace contextRef="#ctx0" brushRef="#br0" timeOffset="43414.34">13395 7325 246 0,'0'0'1501'16,"0"0"-1232"-16,0 0-243 0,0 0 94 15,0 0 97-15,0 0 13 0,60-44-37 16,-37 26-26-16,8 1 25 0,4-4-20 16,-2-1-44-16,16-3-11 0,11-8-9 15,11-2-17-15,9 1-12 16,-9 3-1-16,-1 8 7 0,-8 10-6 15,-15 4-13-15,-3 5 5 0,-15 4-8 16,-6 0-8-16,3 7-5 0,1 1-7 16,-8 6-5-16,-3 2 2 0,-9 3 15 15,-7 6 96-15,-7 1-9 0,-9 8-78 16,-1 0-40-16,-5-2-5 0,1-1-19 16,-2-2 0-16,-4-6-71 0,5-1-18 15,5-5-21-15,-4-1-75 0,9-4-54 16,-5-2-93-16,7-4-221 0,2-4-148 15,2 0-448-15,-5-4-224 0</inkml:trace>
  <inkml:trace contextRef="#ctx0" brushRef="#br0" timeOffset="43595.73">13961 7290 92 0,'0'0'101'0,"0"0"1931"16,0 0-1486-16,0 0-56 0,0 0-87 16,0 0-122-16,-53 24-111 15,53-2-89-15,0 14-16 0,0 16 4 0,0-2 5 16,0-2-27-16,6-7-16 0,-2-10-4 15,2 3-24-15,4 3-3 16,-1-8-26-16,3-4-83 0,5-6-40 16,-5-7-64-16,7-8-117 0,-5-4-243 15,3-2-203-15,1-21-813 0</inkml:trace>
  <inkml:trace contextRef="#ctx0" brushRef="#br0" timeOffset="43799.9">14346 7022 1289 0,'0'0'2118'0,"0"0"-1666"0,0 0-188 15,0 0-15-15,0 0-137 0,0 0-94 16,-29 81-2-16,21-39 5 0,1 5-8 16,-1 1-13-16,0-4-1 0,4-3-21 15,0-6-21-15,2-7-63 16,2-6-55-16,0-8-71 0,6-6-143 0,-2-8-208 15,6-2-165-15,-4-4-355 16,-1-18-75-16</inkml:trace>
  <inkml:trace contextRef="#ctx0" brushRef="#br0" timeOffset="44047.88">14300 7136 389 0,'0'0'300'16,"0"0"1151"-16,0 0-995 0,0 0-64 15,0 0 7-15,-12-55-170 0,24 46-112 16,-3-2-10-16,3 3 6 15,7-2-28-15,1 3-12 0,-3 3-5 0,3 1 20 16,-1 3 2-16,2 6 3 16,-5 4-1-16,3 8-15 0,-5 5-18 15,1 7 15-15,-11 15 9 0,-4 16 6 16,-4 14-19-16,-13 7-21 0,3-5-12 16,-5-18-13-16,5-20-24 0,3-11-42 15,1-4-31-15,2-1-10 0,2 1-33 16,-1-2-47-16,3-8-82 0,4-4-130 15,0-6-243-15,6-4-341 0,-1-2-166 16</inkml:trace>
  <inkml:trace contextRef="#ctx0" brushRef="#br0" timeOffset="44417.83">14836 6917 389 0,'0'0'1864'0,"0"0"-1479"0,0 0-77 15,0 0 9-15,-54-23-50 0,46 21-77 16,4 2-29-16,2 2-26 0,-1 7-64 16,-1 7-71-16,-6 10-28 0,6 8 24 15,-4 4 0-15,1 4-11 0,-3-4-1 16,0 0 0-16,1-6-43 0,5-3-70 16,-2-7-45-16,-2-5-86 0,6-5-69 15,2-4-72-15,0-5-120 0,0-3-203 16,2-2 88-16,6-7 203 15,0-4 95-15</inkml:trace>
  <inkml:trace contextRef="#ctx0" brushRef="#br0" timeOffset="44633.45">14728 7157 54 0,'0'0'431'0,"0"0"9"16,15-64 19-16,-11 43 12 15,0 0-72-15,6 1-47 0,-3-1-49 16,1 3-47-16,0 2-23 0,9 1-42 16,-3 4-65-16,5 3-53 0,-3 4-20 15,5 2 7-15,4 2 3 0,-5 9 9 16,3 6 7-16,4 4 5 0,-11 6 31 15,3 14 34-15,-11 15-10 16,-6 21-16-16,-4 3-31 0,-8 3-24 16,-9-9-31-16,5-12-13 0,-5-10-13 0,5-10-11 15,4-13-36-15,-1-2-32 16,1 1-18-16,0 1-25 0,-5 0-43 16,7-5-50-16,4-5-72 0,-3-9-143 15,-1-7-212-15,8 1-504 0,-6-10-702 0</inkml:trace>
  <inkml:trace contextRef="#ctx0" brushRef="#br0" timeOffset="44819.16">14737 7236 2689 0,'0'0'759'0,"0"0"-313"0,0 0-92 15,0 0-233-15,0 0-78 0,0 0 23 16,0 0-14-16,0 0-3 0,66 33-21 15,-39-30-28-15,1 0 0 0,6-3-31 16,1 0-136-16,2 0-131 16,-2 0-153-16,-8 0-570 0,6-3-627 0</inkml:trace>
  <inkml:trace contextRef="#ctx0" brushRef="#br0" timeOffset="45114.89">15179 7353 3142 0,'0'0'770'0,"0"0"-440"0,0 0-11 15,0 0-193-15,0 0-86 0,0 0 34 16,0 0-16-16,54-19-3 0,-30 11 0 16,3-1-9-16,2-2-21 15,2-1-25-15,2 3-2 0,2-1-14 0,-1-2-91 16,3 4-104-16,-8 3-98 0,-7 2-261 16,3 5-851-16</inkml:trace>
  <inkml:trace contextRef="#ctx0" brushRef="#br0" timeOffset="60588.49">16826 8167 17 0,'0'0'26'0,"0"0"46"16,0 0 13-16,0 0 707 0,0 0-333 15,0 0-105-15,0 0-68 0,-6-10-50 16,4 10-61-16,2 0-52 0,0 0 2 16,0 0-15-16,-2 0-14 0,0 0-25 15,0 0-10-15,-2 0-17 0,-2 4 14 16,-1 1 9-16,3 1 9 0,-2 2 10 16,-2 0-3-16,-3 3-10 0,3 1-13 15,0 3-19-15,0 2-19 0,-3 1 0 16,3 0 0-16,4 0 4 0,0 0-4 15,2-1-3-15,2-2-16 0,0 1 0 16,6-3-2-16,2-1 1 0,7-1 0 16,-3-2 1-16,7-1 13 0,1-3-3 15,3-2 5-15,-4-3 4 0,5 0-20 16,3-2 13-16,-2-5 17 16,-4-2-20-16,-1-1 1 0,-1-2-1 15,0 0 7-15,-5-2-3 0,-1 0 6 16,-5 1-7-16,-2 1 30 0,2-2 8 15,-4 0 19-15,-2 1 9 0,-2 0-13 16,0-3-18-16,0 3-16 0,0-1-3 16,-4 0 3-16,-2 5-10 0,-4-2 1 15,4 2-23-15,-5 2 0 0,-1-1-2 16,-1 4-3-16,-1 1-15 0,-3 3-1 16,-1 0-9-16,3 0 7 0,-5 6-1 15,3 3 10-15,-6 0 10 0,7 3 2 16,-3 1 2-16,-3 3-1 0,7 0 1 15,3 0 0-15,-3 2 0 0,5-2 0 16,0 0 10-16,3 1-11 0,3-2-1 16,4 2-12-16,0-1 11 0,6 2-2 15,7-4 0-15,-3 3-10 16,7-3 13-16,1-2 2 0,3-2 1 0,-2-4 13 16,7-3-14-16,-1-3 13 0,-2 0-13 15,-2-9 1-15,3-1 9 16,-5-2 0-16,0-2-10 0,-7-3 14 15,3 1-4-15,-7-1 4 0,-4-2 8 16,2 0 4-16,-6 1-9 0,0-1 2 16,0 0 4-16,-4 1 6 0,-2 2-1 15,0 1-8-15,-5 1-7 0,-3 2-12 16,-1 1-3-16,-3 5-10 16,1 0-12-16,-6 6-8 0,1 0-10 0,-1 7 3 15,0 4 12-15,0 5 13 16,9 2-1-16,-5 3 1 0,9 1-6 15,4 0-1-15,2 0 0 0,4-5-2 16,0 1-4-16,6-5-24 0,4-1-85 16,5-5-43-16,3-2-63 0,3-5-136 15,0 0-240-15,-3-2-426 0,9-8-790 0</inkml:trace>
  <inkml:trace contextRef="#ctx0" brushRef="#br0" timeOffset="62364.2">16855 8226 17 0,'0'0'56'0,"0"0"32"0,0 0 570 15,0 0-198-15,0 0-226 0,0 0-65 16,0 0-39-16,0 0-91 0,0 0 3 15,0 0 30-15,-45 20-34 0,43-19-35 16,0-1-3-16,2 0-13 16,-4 0-7-16,4 0 20 0,0 0 0 15,0 0 81-15,0 0 36 0,0 0 58 16,0 2 35-16,0-2 3 0,0 0-56 16,0 0-61-16,0 1-16 0,-3 0 4 15,1-1 15-15,0 2-1 0,0-1 17 16,2 0-11-16,-2 0-2 0,2 0-5 15,-2-1-9-15,2 0-16 0,0 0-12 16,0 0-12-16,0 2-20 0,0-2-6 16,0 0 3-16,2 0 19 0,0 1 12 15,2 0 12-15,1 1 19 0,3-2-10 16,-2 0-2-16,0 2-14 0,0-2-2 16,1 1-10-16,5 0 0 0,-4 0-6 15,3 0 0-15,1 1-6 0,-2-1-3 16,1-1 2-16,3 0 4 0,-1 0-3 15,1 0 3-15,-2 0-7 16,1 0 4-16,1 0-10 0,-1-1-3 16,-1-1-11-16,1 2 2 0,-3 0-3 0,2 0-10 15,-1 0 10-15,-3 0-12 16,2 0 1-16,3 0 1 0,-3 3 1 16,2-1-1-16,3-1 1 0,-3 0 1 15,7-1 11-15,-5 2-12 0,7-2 0 16,-4 1 9-16,3-1-9 0,1 0 9 15,-5 0 0-15,7 0-9 0,-4 0 13 16,-1 1-4-16,3 0 0 0,0 0 6 16,1 1 3-16,1-1 19 0,0 1 14 15,4-1-8-15,-2-1-13 0,4 2-5 16,-1-2-7-16,-1 1-3 0,2-1-6 16,4 0 3-16,-4 0 0 0,4 0 3 15,0 0-5-15,-2 0-10 0,0 0 18 16,0 0-3-16,0-1-6 0,3-1 0 15,-3 0 0-15,0 0-9 0,2 0 12 16,-2 1-3-16,0-1 0 16,0-1 1-16,2 1-11 0,0 0 0 15,-2-2 13-15,2 2-12 0,0-3 9 16,0 1 3-16,2 2-12 0,-2-2 0 16,2 2 0-16,-2 0 0 0,3-2 0 15,-3 2 0-15,0-1 0 0,0 1 0 16,0 0 0-16,0 0 9 0,-2-1-10 15,0 0 0-15,0 3 0 0,-2-2 0 16,-2 2 0-16,4 0 0 0,-2 0-1 16,-2 0 2-16,2 0-1 0,-3 0-2 15,-1 0 2-15,6 0-1 16,-4 0 1-16,0 0-1 0,4 1 1 16,-4-1-1-16,2 0 1 0,2 1 1 15,-2-1-1-15,2 0 0 0,2 0 0 16,0 0-2-16,0 0 1 0,2 0 0 15,-2 0 0-15,0 0 0 0,0 0-1 16,0 0 0-16,0 0 0 0,1 2 0 16,3-2 0-16,0 1 1 0,0-1 0 15,0 0 1-15,1 1-1 0,1 0 0 16,-2 0 3-16,-2-1-3 0,4 2 1 16,1-1 0-16,-3 0 0 0,0 0-1 15,0-1 1-15,1 1 1 0,-3-1-1 16,-2 0 0-16,0 2-1 0,-2-1 0 15,-2 0-1-15,0 0 1 0,-2-1-1 16,-5 1-1-16,5 2 1 0,-6-1-3 16,-2-1 2-16,1 2 1 0,-1-1 1 15,-1 0 1-15,1 2 0 16,0 0-2-16,-1-1-1 0,1 1 1 16,-1-2 0-16,3 0 1 0,-2 1-1 15,-1 0 0-15,-1-1 1 0,-1 0 0 16,-1 0 1-16,-1 0 0 0,-1-1 1 15,-1 1-2-15,-2-1 1 0,-1 1-2 16,-1-2 0-16,-2 1 1 0,2-1 1 16,-1 2-1-16,-3-2-1 0,0 0 1 15,2 1 0-15,-4-1 0 0,2 1-1 16,-4-1 1-16,4 0 1 0,-1 0 1 16,-3 0 0-16,0 0 0 0,0 0 12 15,0 0 0-15,0 0 0 0,0 0-3 16,0 0-10-16,0 0 10 0,0 0-10 15,0 0-2-15,0 0 1 0,0 0-1 16,0 0 1-16,0 0-1 0,0 0-3 16,0 0-48-16,0 0-34 15,-3 0-17-15,-3 0-43 0,4-2-49 0,-2 2-37 16,2-3-120-16,2-2-234 16,0 2-581-16,0-6-652 0,17 31 426 0</inkml:trace>
  <inkml:trace contextRef="#ctx0" brushRef="#br0" timeOffset="63105.27">20599 7991 343 0,'0'0'985'0,"0"0"-270"15,0 0-252-15,0 0-89 0,0 0-18 16,0 0-38-16,0 0-56 0,0 0-36 16,0 0-19-16,0 0-43 0,-48-3-49 15,48 3-38-15,2 0-24 0,3 3 8 16,1 0 19-16,0 2 15 0,6 2-12 16,1 0-16-16,1 2-12 0,5 3-12 15,1 3-13-15,1-3-6 16,2 6-8-16,2-1-1 0,-3 0 0 15,3 1-12-15,0-2 12 0,0-2-12 16,-4 1 0-16,-1-3 0 0,-3 1 0 16,-1-3-1-16,-1 3 0 0,-5-5-2 15,-2 0-1-15,1-1 1 0,-5-3 2 16,-2 2 1-16,0 0 18 0,-2-1-6 16,2 1 9-16,0-4-2 0,-2 3-7 15,0-2 9-15,0 0 1 0,0-2-1 16,0 2 3-16,0-1-3 0,-2-1-2 15,0 2-1-15,-2-1-6 0,-2 2 3 16,-5 2-15-16,-1 1-2 0,-1 1 1 16,-7 0-2-16,1 3 0 0,-2 0-2 15,-5 2-1-15,1-1 0 0,-4 2-12 16,0-1 0-16,0 1 14 0,0-1-1 16,0 0 0-16,0 1-10 0,4-4 12 15,5-1 0-15,3-3 1 16,3 0-1-16,5-3 1 0,5 0-1 15,2-1-15-15,2-2-37 0,2 0-27 16,2 0 18-16,5 0-15 0,1 0-18 16,2-2-28-16,1-2-19 0,-1-1-31 15,-1-1-78-15,1 2-129 0,-2 0-183 16,1-2-179-16,-3 4-461 0,-2-1-382 16</inkml:trace>
  <inkml:trace contextRef="#ctx0" brushRef="#br0" timeOffset="64173.33">20607 8011 650 0,'0'0'1265'0,"0"0"-876"15,0 0-73-15,0 0-13 16,0 0-18-16,0 0-30 0,0 0-30 16,0 0-33-16,0 0-26 0,0 0-28 15,-16-10-35-15,16 10-38 0,0 0-37 16,0 2-26-16,0 1 17 0,0 2 21 15,0 9 31-15,0 4 7 0,-2 7 11 16,-1 6-18-16,-1 3-7 0,0 5-8 16,0-4-11-16,0 4-5 0,4-5-37 15,-2-1 13-15,2-4-14 0,0-2 0 16,0-3-1-16,0-2 11 0,0-2-12 16,2-1 0-16,0-3 0 0,0-1-2 15,0-3-1-15,0-4 0 0,0 0 0 16,-2-3 1-16,2-4-14 0,-2 2 16 15,0-1 0-15,0-2 3 0,0 0 22 16,0-2-5-16,0-4-20 16,0-2-30-16,2-3-7 0,0-4 22 15,-2-1 2-15,5-6 10 0,1 2-18 16,-2-5-7-16,0-2-5 0,2 1 2 16,0-1 3-16,1-2 4 0,1 2 5 15,-2-1 16-15,0 0 0 0,-2 4 1 16,1 2-10-16,-1 5 10 0,-2 3 0 15,0 2 2-15,2 4 0 0,-4 2 1 16,2 3 1-16,-2 3-2 0,0 0-1 16,2 3 1-16,-2 3 0 0,2 6 24 15,0 1 7-15,0 6 0 16,2 2-7-16,1 1-11 0,-3-1 2 16,2-1-15-16,0-1 0 0,0-2-1 15,0-4 1-15,-2-3 0 0,0-2-1 16,5 2 1-16,-5-6 0 0,2 1 1 15,-2-1-1-15,2-1-3 0,0-2-19 16,0-1 10-16,-2 0 0 0,2 0-1 16,1 0 1-16,-3-4 10 0,2-2 2 15,-2-1 0-15,0-4 3 0,0-2-2 16,-2 0 0-16,0-2-1 0,0-1-1 16,0 1-1-16,0 2-1 0,0 0 0 15,0 4 0-15,0 0 2 0,0 4 1 16,0 4 0-16,0-1-15 0,0 2-10 15,2 0 10-15,0 0 12 0,2 0 1 16,-2 1 1-16,2 1 1 0,1 3 1 16,1 0 2-16,-2 2 18 15,4 0-2-15,-2 2-4 0,1-1-3 0,-1-2-12 16,0 1 2-16,-2-1 11 16,2 0-10-16,-4-2 9 0,3 0-12 0,-3-1-2 15,2 0-14-15,0-1-2 16,0-1-56-16,0 0-74 0,4-1-25 15,-1 0-60-15,1 0-135 0,2-4-233 16,-2 2-456-16,-1-2-575 0</inkml:trace>
  <inkml:trace contextRef="#ctx0" brushRef="#br0" timeOffset="65182.45">21087 8167 34 0,'0'0'71'0,"0"0"-25"16,0 0 19-16,0 0 424 0,0 0-75 15,0 0-53-15,0 0-10 16,0 0-23-16,0 0-27 0,0 0-30 15,-29-53-33-15,20 49-11 0,1 0-45 16,0-1-20-16,2 3-35 0,-3-2-20 16,1 2 3-16,0 0-25 0,2 2-13 15,-3 0-15-15,3 0-16 0,-4 0-13 16,6 2-9-16,-7 2 5 0,5 2-11 16,-2 1-13-16,0 1 3 0,-1 0 19 15,3 1-10-15,0 1-9 0,-2 0 19 16,4 1-3-16,-3-1-4 0,1 2-13 15,2 0 2-15,0 1-2 0,0 0-1 16,0-1-1-16,4 0-1 0,0-1 0 16,0 2 0-16,0-3 1 0,2 0 2 15,4 1-1-15,-2 1 0 0,0-3-1 16,5 2 0-16,-5-1-1 16,4-1 0-16,0-2 1 0,-2-1-1 0,3 0 0 15,-3 0 1-15,4-2-3 16,-4-1 2-16,3-1 1 0,-1 1 0 15,-2-3 0-15,0 1 1 0,3-1 3 16,-3 0 8-16,0 0-11 0,0 0 0 16,0-1 2-16,1-3 13 0,-1 0 2 15,-2 0-2-15,0-2 5 0,2 0-2 16,0 0 0-16,-1-1-4 0,-1 0-13 16,-2 0 14-16,2 0-15 0,-2 0 11 15,-2 0-10-15,2-1 14 0,0-1-14 16,-2 1 1-16,0-1 9 0,0-2-12 15,0 3 0-15,0-3-3 0,0 1 0 16,0 0 2-16,-2-2 1 0,-2 0 1 16,0-1 27-16,-2 1-16 0,-1 0 0 15,-1-1-10-15,0 4 11 0,-2 0-1 16,1 2-11-16,-1 0-1 0,2 2-2 16,-1 1-13-16,1 0 12 15,2 2-13-15,0 0 14 0,0 2-13 0,-1 0-4 16,3 4-12-16,0 6-12 15,-2 1 9-15,2 4 15 0,2 3 19 16,-2-1-1-16,4 1 0 0,0-1 0 16,0-3-2-16,0-1-12 0,2-1 15 15,2-1 0-15,-2-3 0 0,4 1-1 16,-2-3-2-16,0-2 0 0,0 2-9 16,3-2 9-16,-1-2 1 0,-2 0-1 15,-2-2 1-15,0 0 1 0,0 0-1 16,-2 0-2-16,0 0-17 0,0 0 5 15,0 0-43-15,0-2-78 16,0-4-112-16,0 3-327 0,0-8-653 0</inkml:trace>
  <inkml:trace contextRef="#ctx0" brushRef="#br0" timeOffset="66876.81">20977 8274 22 0,'0'0'19'0,"0"0"-2"16,0 0-4-16,0 0-10 0,0 0 0 15,0 0-1-15,6-9-1 0,-6 7-1 16,2 0 0-16,0 1 0 0,-2 0 56 16,5-1-43-16,-3 2 23 0,-2 0 16 15,2 0 258-15,-2 0 68 0,0-1-150 16,0 1-147-16,0-1-78 15,0 0 1-15,0 0-4 0,0-1-19 16,0 1 0-16,2 0-7 0,-2-1 3 16,2 1 19-16,-2-2-12 0,2 2 5 15,0 0 11-15,-2 0 1 0,0-1 12 16,0 2 66-16,0-1 87 0,0 1 97 16,0-1-29-16,0 0-78 0,0-2-62 15,0 2-33-15,-2 0-25 0,0-1-4 16,2 0 1-16,-2 2 2 0,0-1 27 15,0 0 12-15,2 1 30 0,-2 0-24 16,2 0-9-16,0 0 26 0,-2 0 2 16,2 0-6-16,0 0 7 0,0 0-17 15,0 0-10-15,0 0-6 0,0 0 6 16,0 0 13-16,0 0-3 0,0 0-4 16,0 0-10-16,0 0 1 15,0 0-7-15,0 0 6 0,0 0 6 16,0 0-2-16,0 0-4 0,0 1-10 15,0-1-19-15,0 0-18 0,0 0-9 16,0 0-13-16,0 0 0 0,0 0-3 16,0 0-19-16,0 0 0 0,0 0-6 15,0 0-41-15,0 0-47 0,0 0-57 16,0 0-61-16,0 0-74 0,0 0-156 16,0 0-127-16,0 0-391 0,0 0 194 0,0 0 316 15</inkml:trace>
  <inkml:trace contextRef="#ctx0" brushRef="#br0" timeOffset="68495.75">20981 8217 55 0,'0'0'108'15,"0"0"117"-15,0 0 485 16,0 0-368-16,0 0-59 0,0 0-39 0,0 0-14 16,0 0-59-16,0 0-44 0,0 0-50 15,-12 0-38-15,12 0-20 0,0 0-3 16,0 0 20-16,0 0 18 15,0 0 59-15,0 0 60 0,0 0 38 16,-2 0-16-16,2 0-75 0,-2 0-28 16,0 0 12-16,0 0 0 0,2 0-9 15,-2 0-17-15,2 0 8 0,-3 0-9 16,1 0 11-16,2 0 2 0,0 0-3 16,0 0-10-16,0 0-25 0,0 0-18 15,0 1-9-15,0 0 3 0,0 4-7 16,-2 1-5-16,0 4-14 0,0 3 16 15,0 3 4-15,-2 2 2 0,0 0 4 16,2 3-7-16,0 0 7 0,0 0 3 16,-2 0-1-16,1 0-2 15,-1 1 2-15,4 2-5 0,-2-1 2 16,0-1 4-16,2 2-4 0,0-2-5 16,0 3 8-16,0-3-11 0,0 2-7 15,2-1 6-15,0 1-6 0,2-2 13 16,-1 0-7-16,1-2 0 0,-4 1-6 15,2-3 7-15,-2-1-1 0,2 1-3 16,-2-2 6-16,2 0-2 0,-2 0 5 16,0-1-3-16,0 0 3 0,0 0 1 15,0 0-4-15,0-1 6 0,-2 2 1 16,2-2-7-16,-2 0-3 0,2 2-15 16,0-2 15-16,0 0-15 0,0 1 12 15,0-1-15-15,0-1-2 0,0-1 0 16,0 2-10-16,0-3 11 0,0 0 0 15,0-1 1-15,0 1 1 0,0-2 2 16,0 1 0-16,0 1 9 0,0-1-10 16,0 2 11-16,0 1-12 15,0-1 0-15,-2 3 0 0,2-1 1 16,0-1 0-16,0-2 10 0,-2-1-11 16,2 1-1-16,0-4 0 0,0 3 1 15,0-5 0-15,0 2 0 0,0-2 0 16,0-1 0-16,0 1-1 0,0-4 0 15,0 1 0-15,0-1 0 0,0-1 0 16,0 0 1-16,0 0 1 0,0 0 0 16,0 0 0-16,0 0 13 0,0 0-12 15,0 0 9-15,0 0-9 0,0 0 0 16,0 0 9-16,0 0-12 0,0 0 1 16,0 0-1-16,0 0 1 0,0 0 1 15,0 0 0-15,0 0-1 0,0 0 1 16,0 0-2-16,0 0 0 0,0 0-2 15,0 0-13-15,0 0 12 16,0 0-12-16,0 0 12 0,0 0-9 16,0 0 9-16,0 0-9 0,0 0 9 0,0 0-12 15,0 0 15-15,4 0 0 16,0 0 3-16,0 0-1 0,2 0 0 16,-2 0 0-16,3 0 1 0,1 0-1 15,-4 0-1-15,2 0 0 0,0 0 1 16,-2 0 13-16,5 0-13 0,-5 0-2 15,2 0 1-15,0 0-1 16,0 0 1-16,1 0 0 0,-3 0 0 0,0 0 0 16,0-1 0-16,-2 1 2 0,0-1 0 15,0 1 0-15,0-1 12 0,-2 0-3 16,0 1-9-16,0-1 13 16,0-1-1-16,0 0 0 0,0 1-12 15,0-4-1-15,0 1 1 0,0-2-1 16,0 2-2-16,0-4 1 0,-2 1 1 15,0-2 0-15,-2 0-1 0,4 0-1 16,-4-1 0-16,4 1-2 0,-2-2 0 16,0 0-10-16,0 2 11 0,0-1-1 15,2-2-13-15,0 1 13 0,0-3-1 16,0 3-10-16,0-4 12 0,0-1 0 16,2 0-1-16,-2-2 1 0,4-3 0 15,-2 2 0-15,-2-1-1 0,4-1 1 16,-4-1-11-16,4 2-18 0,-2-3 18 15,-2 3 10-15,2-3 0 0,-2 2 1 16,2-2-1-16,-2 2 0 0,0 0 1 16,0 0 1-16,0 3 1 0,0 1 1 15,0 1 0-15,0 0 1 0,0 1-1 16,-2-3-1-16,2 2-1 16,-2-1 0-16,2 0-2 0,0 2 0 15,-2-1-10-15,2 0 10 0,0 0 1 16,0 2 1-16,-2-2 1 0,0 3 1 15,0 0 1-15,0 1 9 0,2 0-11 16,-4 1-1-16,2 1-2 0,0-1 1 16,-2 3-2-16,4-3 0 0,-3 2 0 15,1 1 0-15,2 0-8 0,-2-1 11 16,0 1 1-16,0 0 0 0,2 1-1 16,-2-2 0-16,2 2 0 15,-2-2 0-15,0 3-1 0,2 0-1 0,0 0-1 16,0 3-10-16,0-1 10 0,0-1 1 15,0 4-1-15,0-2 1 0,0 2-1 16,0-1 1-16,0 0 1 0,0 0-2 16,0 0-9-16,0 0 10 15,0-2-10-15,0 2 9 0,0 1-9 0,0-2 10 16,0 2-1-16,0 0 1 0,0-1 1 16,0 2 1-16,0-1 1 15,0-1 1-15,0 1 0 0,0 1 1 16,0 0 0-16,0-2-3 0,0 2 0 15,0 0-12-15,0 0-3 0,0 0-7 16,0 0-2-16,0 0 0 0,0 0-10 16,-2 0-11-16,2 0-7 0,0 0-15 15,0 0-15-15,0 0-31 0,0 0-37 16,0 2-52-16,0 4-95 0,0 2-77 16,0 7-232-16,2-7-560 0,-2 8-1036 15,0-71 2140-15</inkml:trace>
  <inkml:trace contextRef="#ctx0" brushRef="#br0" timeOffset="79483.37">20884 9379 96 0,'0'0'150'15,"0"0"185"-15,0 0 706 0,0 0-693 16,0 0-92-16,0 0-68 0,0 0-36 16,0 0-11-16,2 2-18 0,-2-2-4 15,0 1-7-15,2-1-16 0,-2 0-16 16,4 0 6-16,-2 0 47 0,3-1-9 16,1-1-29-16,-2-1-26 0,2 1-24 15,-2-1-11-15,2 0 1 0,1 0 3 16,-1 1-13-16,0 0-6 0,0 0 2 15,0-1 5-15,3 2-1 16,-3-1-10-16,0 0 7 0,0 2-2 16,3-1-17-16,-1 0 13 0,0-1 3 15,2 1-7-15,1 1 7 0,-3-3 3 0,4 3 6 16,1 0-3-16,-3 0 12 0,3-3-6 16,-1 3-3-16,0 0 3 15,-1-2-3-15,5 2-6 0,-3 0-4 16,3-1-2-16,-1 1 2 0,-1 0 4 15,1-1 3-15,1 0 0 0,1 1-4 16,-1 0-2-16,3-1-7 0,-1 1 6 16,1-2 10-16,2 1-3 0,-1-1-3 15,1 1-1-15,4 1 7 0,-6 0 9 16,3 0-13-16,3 0-5 0,-2 0-7 16,0 0 3-16,-1 1 13 0,5 1-16 15,-2 1-9-15,0 0 16 0,0 0-4 16,3 0-13-16,-5 0 1 0,4 1 22 15,0 0-10-15,0 1 3 16,-2-1-15-16,4 0 13 0,-5 0 8 0,5-1 0 16,2-2-2-16,-2 0-1 15,0 1 1-15,4-2 5 0,-2 0-2 16,2 0-4-16,0 0 0 0,1-3-6 16,1 0-2-16,-2 0-12 0,2 1 11 15,2-2 0-15,-2 1 0 0,2-1-9 16,-1 2 9-16,-3-1 1 0,2 1-11 15,0 0 1-15,-2 1 9 0,0 1 0 16,0 0-9-16,0 0-1 0,-2 0 1 16,0 0 15-16,2 0-15 0,0 0 19 15,0 0-10-15,1 0 3 16,-1 1-12-16,0-1 9 0,0 0-9 0,2 0 9 16,-4 0-10-16,4 0 0 15,-2 0-1-15,-2 0 2 0,4 0-2 16,-4 0 3-16,2 2-3 0,0-2 1 15,0 0 0-15,1 0 1 0,-1 1 12 16,4-1-12-16,-4 0 12 0,2 0 0 16,2 0-12-16,-2 0 9 0,5-1-9 15,-3-1 13-15,0-2-1 0,2 1-15 16,3 0 3-16,-1 0 0 0,-2-1 12 16,1 0-14-16,3 0 2 0,0 1 0 15,-3 2-1-15,3-2 1 0,-2 0-1 16,3 2-1-16,-3-1 1 0,3 2-1 15,-5 0-1-15,6 0 0 0,-5 0 1 16,3 0-1-16,0 0 2 0,-1 0 0 16,-1-2 0-16,1 2 0 15,1 0 0-15,-2-1-2 0,1-1 2 16,1 2 0-16,2-3 0 0,-5 2-1 0,3-2 11 16,1 1-9-16,-5 0-1 15,2 1 1-15,1-3 1 0,1 3-2 16,-4-1-1-16,-4-1-1 0,5 2 2 15,-1-1 1-15,-2-1 0 0,-2 1-1 16,5-1 10-16,-5 1-12 0,2 0 1 16,-2-1 0-16,0 1-1 0,2 0 0 15,5-1 1-15,-3 1 2 0,2 0-2 16,-3-1 1-16,1 2-1 0,4-3 1 16,-1 2-1-16,-1-1 0 0,-2 1-1 15,5-1 1-15,-3 0 0 0,-2 2-1 16,-2-1 1-16,3 1 2 0,-1-1-1 15,0 1-1-15,-2 0 1 0,3 1 0 16,-3 0-1-16,0-2 1 0,2 0-2 16,3 0 2-16,1 0 10 0,-4-1-10 15,5 0 1-15,3 0 18 16,-3 0-19-16,5-1 11 0,-5 0-12 0,-1 1 0 16,3-1-1-16,-3 2 0 15,-4 0-2-15,3 2 0 0,-1 0 0 16,-4 0 0-16,1 2 1 0,-3 0-2 15,-2 2 1-15,0 0 0 0,0 0 1 16,0-1-1-16,-2 1 1 0,2 1 0 16,-2 0 1-16,0-3 2 0,0 2 0 15,-2-3 1-15,-2 0-1 16,4-1 1-16,-4 2-1 0,4-1 2 0,-2 0-2 16,-5-1 1-16,5 0 0 0,-2 0-2 15,-2 0 0-15,2 0-1 0,4 0 1 16,-4 0 0-16,-4 0 1 15,8 0-1-15,-5-2 2 0,3 0 9 16,2 0-9-16,-4-3-1 0,2 2-1 16,2-1 11-16,-4 0-10 0,6 0 1 15,-4 1 9-15,2-1-10 0,0 0 1 16,2 0 0-16,0 0-2 0,-2 1 1 16,-2 0 1-16,4 2-1 0,-2-1 0 15,-4 0-2-15,6 0 0 0,-8 1 0 16,6 1 1-16,-2 0-1 0,0 0 2 15,2 0 1-15,-2 0 9 0,4 0-10 16,-2 0 1-16,0 0 9 0,-2 0-10 16,2 0 1-16,0-1 0 0,-4 0 10 15,4 0-11-15,-2-1-1 0,2 2 1 16,-2-1 0-16,0 1 0 0,0 0 0 16,0 0 0-16,-3 0 0 0,5 0 0 15,0 0 0-15,0 0 1 16,0 0-1-16,3 1 0 0,-1-1 0 15,0 2 1-15,0-1 9 0,0-1-11 16,0 1 2-16,0-1-1 0,-4 0 1 16,2 0 9-16,0 0-10 0,-4 0-1 15,2 1 2-15,-7 2 9 0,5-3-10 16,0 2-2-16,-2 0 1 0,-2-1-1 16,4 1 0-16,-3-1 0 0,1 2 1 15,-2-1 0-15,4-1 1 16,-2 0-1-16,2 1 1 0,-1-2 1 15,-1 2 0-15,2-2-1 0,0 0 1 16,-2 0 12 0,-3 1-14-16,5 0 1 15,-2-1 1-15,-2 0-1 0,-2 0 1 16,-1 0-1-16,-3 0 11 16,3 0-11-16,-1 0 0 0,-2 0 1 0,-1 0-1 0,1 0 1 15,-1 0-2-15,1 0 1 0,-1 0-1 0,1 0 0 0,-3 0-1 16,1 1-1-16,-3 0 0 0,5 1 1 0,-5-1 0 15,0 0 0-15,-1 1 0 16,-1-1 0-16,-4 2 0 0,5-3 0 16,-5 1 1-16,0 1 0 0,0-2 1 15,-4 2-1-15,0-1 1 0,5-1-2 16,-3 0 0-16,-2 0 1 0,0 3 0 16,0-3 1-16,-2 0-1 0,0 0 1 15,0 0 10-15,0 0-11 0,0 0-1 16,0 0-1-16,0 0-26 0,0 0-19 15,0 0-8-15,-2 0-16 0,0 0-29 16,-2 0-41-16,-5 0-29 16,5-3-41-16,2 3-37 0,0 0-39 15,0 0-72-15,2 0-203 0,0 0-138 16,4-1 13-16,-2-1-443 0,19 8-133 0</inkml:trace>
  <inkml:trace contextRef="#ctx0" brushRef="#br0" timeOffset="80221.52">30083 8845 826 0,'0'0'1297'0,"0"0"-824"16,0 0-78-16,0 0-8 0,0 0-64 15,0 0-68-15,0 0-54 0,0 0-42 16,0 0-41-16,0 0-47 0,-2 6-15 16,8-1 24-16,4 2 12 0,1 0 7 15,3 3-7-15,5 3-16 0,-5-1-12 16,9 1-15-16,-2 1-3 0,-1 3-10 16,3-3-2-16,2 2-7 0,-2-1-2 15,5 2-7-15,-1-2 3 16,0 1 1-16,2-1-7 0,2 0-3 0,0 1-9 15,2-1 33-15,-2 0-17 16,-4-2-1-16,0-1-15 0,-6-1 15 16,-5-3 0-16,-1 2-15 0,-5-3 12 15,-2-1 1-15,-8 0-1 0,6-3 3 16,-3 2 9-16,-3-4 7 0,0 0 75 16,0-1 2-16,0 2-35 0,0-1-25 15,0-1-11-15,-3 3-7 0,-3 0-30 16,4 0 12-16,-6 2-15 0,2-1 0 15,-5 0-2-15,3 2-10 0,-4 1 11 16,-1 3-1-16,1-2 1 16,-5 3-11-16,-3 2 10 0,-3 1-1 0,-2 3 1 15,0 0-1-15,-2 0-12 16,3 2 12-16,-5-2-9 0,10-2 9 16,-4 1 1-16,5-1-1 0,1-3-12 15,5-1 12-15,-1 0-12 0,7-4-6 16,-2-1 3-16,6-3-12 0,-2 0-4 15,2-1-11-15,2-1-6 0,0 2-7 16,0-3-8-16,0 0-13 0,0 1-18 16,0-1-7-16,0 0-54 0,0 0-77 15,0 0-91-15,0 0-108 0,0 0-183 16,2 0-178-16,-2 0-624 0</inkml:trace>
  <inkml:trace contextRef="#ctx0" brushRef="#br0" timeOffset="84920.33">26571 8481 677 0,'0'0'1450'0,"0"0"-1001"0,0 0-114 0,0 0-11 15,0 0-38-15,0 0-49 16,-56 29-76-16,48-17-64 0,1 4-66 15,-1 7-31-15,-2 5 1 0,2 7 12 16,3 4 12-16,-3 3 15 0,2 0 13 16,4 2 0-16,2 0 3 0,0-1-12 15,0-1-4-15,8 1-12 0,3-3-3 16,-5-1-10-16,8-3-15 0,-1-5-9 16,1-1-22-16,3-3-6 0,-3-2-4 15,7-3-21-15,-7-4-34 0,5-4-33 16,-5-2-60-16,5-5-57 15,-5 1-155-15,1-6-122 0,-5-1-143 0,-2-1-435 16</inkml:trace>
  <inkml:trace contextRef="#ctx0" brushRef="#br0" timeOffset="85419.57">26759 8754 1472 0,'0'0'1270'16,"0"0"-991"-16,0 0 304 0,0 0-211 15,0 0-84-15,0 0-92 0,0 0-100 16,0 0-90-16,0 0-6 0,0 0 0 16,0 22 21-16,6 5 35 0,0 5-7 15,-2 2-12-15,1 2-21 0,-3-2 2 16,0-4-6-16,-2-2 1 0,0-4-13 15,0-4-15-15,0-6-6 0,0-4-1 16,0-3 1-16,0-4-7 0,0-3-15 16,2 0-28-16,4 0-22 0,-4-6 37 15,4-3 25-15,-2-4 31 0,3-6 4 16,-1-5 7-16,4-4-11 16,-2-1-28-16,-1-1 6 15,-1 0 20-15,2 0 2 0,0 2 2 0,-4 6-1 16,1 2 15-16,1 5-14 0,-2 5 10 15,6 1 22-15,-4 5-3 0,-3 1 4 16,1 1-11-16,2 2-8 0,-2 3 5 16,6 6 22-16,-3 6 10 0,-3 5 9 15,0 3-7-15,0 4-3 0,-2 0-3 16,-2 0 3-16,0-4-15 0,0-3-16 16,0-2-21-16,2-5 0 0,-2-2-30 15,6-3-53-15,-2-3-43 0,1-2-62 16,1-2-72-16,2-1-119 15,2-3-115-15,1-3-159 0,-7-1-431 16,8-5-231-16</inkml:trace>
  <inkml:trace contextRef="#ctx0" brushRef="#br0" timeOffset="85849.92">27110 8821 669 0,'0'0'176'0,"0"0"1326"0,0 0-1025 16,0 0-153-16,0 0-78 0,0 0-65 15,0 0-45-15,0 0-20 0,19 58 1 16,-11-49-11-16,9-3-8 0,-1-1-42 16,-3-4-22-16,5-1-9 0,-3 0 0 15,3-4-3-15,-5-1-3 0,3-4-4 16,-10 1-12-16,5-2 13 0,-3 1-1 16,-4-2-12-16,0-1 13 0,-2 0-13 15,-2-1 12-15,0 1-11 0,-4-2 8 16,-2 1 3-16,-2 1-13 15,-3 0 13-15,3 1-3 0,-6 3 1 16,-1 4-13-16,-1 2-2 0,3 2-17 16,-1 6 1-16,-3 6 2 0,5 5 1 15,-1 4 5-15,3 3 10 0,2 1 25 16,-5 1 15-16,9 0 1 0,-2-1 14 16,4 2 44-16,-2-2 18 0,4-3-31 15,0-1-25-15,4-2-15 0,0-3-10 16,4-1-17-16,5-4-17 0,-5-1-2 15,9-1-1-15,-3-4-18 0,-1-1 4 16,5-4-3-16,3 0-25 0,-5-6-83 16,5-6-40-16,-6-1-35 0,5-3-38 15,-5-4-100-15,5 1-189 0,-9-2-171 16,3 5-550-16</inkml:trace>
  <inkml:trace contextRef="#ctx0" brushRef="#br0" timeOffset="86312.42">27371 8716 1821 0,'0'0'560'0,"0"0"-108"0,0 0-64 0,0 0-124 15,0 0-11-15,0 0-8 0,0 63-34 16,0-39-59-16,6 2-37 0,-4 2-25 16,4 0-10-16,-2-3-3 0,-2-3-10 15,3 0-8-15,-1-5-32 16,-2-3-25-16,2-5 8 0,0-2-10 0,-2-1-19 15,4-3-5-15,-4-2-10 0,0-1-28 16,5 0-21-16,-5-4 6 16,2-4 9-16,-2-3 28 0,2-2 6 15,0-3-3-15,2-1 0 0,-4-3 9 16,3-1 15-16,-1 1 11 0,-2 1 2 16,2 1-1-16,-2 2 1 0,4 4 0 15,-4 3 1-15,6 3 0 0,-5 5 12 16,3 1 2-16,-4 3 7 0,2 7 49 15,0 5 13-15,2 3-19 0,1 4-16 16,-3-1 3-16,0 0 16 0,0-3 3 16,-2-1 2-16,0-3-15 0,4-2-18 15,-2-3-6-15,3-2-13 0,-3-1-3 16,2-3-15-16,-2-2 1 0,0-1 14 16,0 0-3-16,0 0 6 0,3-1 7 15,-3-4-10-15,0-5 3 0,0-4-2 16,2-6-18-16,0-5-1 0,3-3-40 15,-1-4-82-15,-2-2-80 0,-2 1-53 16,5 2-92-16,-7 4-288 0,2 7-550 16,-4 0-1073-16</inkml:trace>
  <inkml:trace contextRef="#ctx0" brushRef="#br0" timeOffset="86564.54">27685 8617 2655 0,'0'0'1003'0,"0"0"-807"15,0 0-43-15,0 0 39 0,0 0 4 16,0 0-32-16,56 18-35 0,-38-4-30 16,-5 0-4-16,1 5 6 0,-1 5 21 15,-5 2-12-15,-6 5-13 0,0 3-33 16,-2 4-28-16,-2-1-17 0,-8 4-19 15,1-1-3-15,-5-1-86 0,4-5-63 16,-3-4-95-16,1-5-150 16,3-7-571-16,-3-4-755 0</inkml:trace>
  <inkml:trace contextRef="#ctx0" brushRef="#br0" timeOffset="91099.72">30670 9633 28 0,'0'0'75'0,"0"0"-32"0,0 0 12 15,0 0 447-15,0 0-290 0,0 0-127 16,0 0-14-16,0 0-2 0,-8 2 12 16,8-2-19-16,0 0-43 0,0 0-6 15,0 0-13-15,-2 1-19 0,2-1 6 16,0 0-7-16,-3 1-2 0,-1 0 10 16,4 3 12-16,-2-1 1 0,2-1-1 15,-2 0 3-15,-2-1 26 0,2 2-3 16,0-1-6-16,-2 0 9 0,4-2-26 15,-2 1 27-15,0 1-29 0,2-1-1 16,0-1 0-16,-2 0 16 0,2 0-5 16,0 0-11-16,0 0-29 0,-2 0 16 15,-1 0-20-15,3 0 33 0,-2-1 11 16,-2 1 5-16,4-2-13 0,-2 2 14 16,2 0-17-16,0 0 0 15,-2 0 0-15,0 0 0 0,2 0-1 16,-2 0-8-16,0 0 9 0,2 0 32 15,-2 0 1-15,2 0 6 0,0 0-26 16,-2 0-10-16,2 0 28 0,-2 0-31 16,2 0 0-16,0 0 1 0,-2 0-1 15,0 0-2-15,0 0-1 0,-1 0-16 16,1 0 17-16,0 0 2 0,-2 0 11 16,2 0-8-16,2 2 15 15,0-2-18-15,-2 0 0 0,-2 0 23 16,2 0 6-16,0 0-29 0,2 0 0 15,-2 0 0-15,0 0-3 0,2 0-46 16,-2-2-6-16,0 1-56 0,-1 0 85 16,1 0 7-16,0-1 19 0,-4 2 2 15,4-2 17-15,0 1 56 0,-2 1-13 16,0 0 19-16,0 0-79 0,-3 0 17 16,3 0 59-16,-2 0-19 0,4 0-46 15,0 0-13-15,0 0 0 0,-2 1-20 16,2 1 20-16,-3-2-1 0,3 0 1 15,0 0-23-15,0 0-58 0,0 2 68 16,0-1 13-16,2-1-23 0,0 1-32 16,0-1-56-16,0 1-84 0,0 1-56 15,-2-1-267-15</inkml:trace>
  <inkml:trace contextRef="#ctx0" brushRef="#br0" timeOffset="91832.98">30513 9646 34 0,'0'0'71'16,"0"0"-25"-16,0 0-13 0,0 0 563 15,0 0-378-15,0 0-107 0,0 0-33 16,0 0 17-16,0 0 9 0,0 0-29 16,-15 5-10-16,15-5-23 0,0 0-42 15,0 0-6-15,0 0-14 0,0 0 4 16,0 0 13-16,0 0-30 15,0 0-19-15,0 0-7 0,0 0 7 16,0 0 7-16,0 2-20 0,0-2-59 0,2 0-94 16,-2 0-118-16,0 0-153 15,-2-2 439-15</inkml:trace>
  <inkml:trace contextRef="#ctx0" brushRef="#br0" timeOffset="109233.33">20882 9432 50 0,'0'0'78'16,"0"0"-19"-16,0 0-40 0,0 0 483 16,0 0-270-16,0 0-157 0,0 0 16 15,0 0-19-15,-6-15-37 0,6 13-33 16,0-2 11-16,0 0 26 0,0-2 13 16,4 4-13-16,0-4-36 0,-4 3-2 15,4-1 2-15,-2 0 30 0,0 0 64 16,0 1 43-16,-2 0 29 0,0 0 7 15,0 2-14-15,0-2-29 0,0 1-30 16,0 1-12-16,0-2-46 0,0 0-43 16,3 1-2-16,-3-1-3 0,2 1-13 15,0-4-4-15,0 3 7 16,0 3 12-16,-2-3-1 0,0 3 2 16,0-1 0-16,0 0 13 0,2 1 23 0,-2 0 44 15,0 0 30-15,0 0 9 16,0 0 6-16,0 0-22 0,0 0-36 15,0 0-28-15,0 0-20 0,0 0-16 16,0 0 0-16,0 0 0 0,0 1 23 16,0-1 9-16,0 0 13 0,0 1 12 15,0 2 10-15,0 0-12 0,0 5-23 16,0 3-20-16,-2 1-2 0,0 2 3 16,2 1 3-16,-2 3 3 0,2-1 0 15,-2 5 0-15,2-1-6 0,-2 2 0 16,2-1-3-16,0 3-10 0,-3 0 13 15,3 2-14-15,-2-2 10 0,-2 4 1 16,2-1 6-16,-2 2 6 0,2 1-3 16,-4-1 3-16,2 5-3 0,2 0 7 15,0-2-14-15,-1 0-2 0,1 0-13 16,2-4 1-16,0-2 12 16,0 0-1-16,0-5-9 0,0-1-1 15,0-2-1-15,2-2 2 0,1 0 1 16,-3-3 8-16,2 1-10 0,-2-5 1 15,0 5 13-15,2-3 0 0,-2-1-4 16,0 0-9-16,2 2 13 0,-2-3-14 16,0 1 0-16,0-1 0 0,0 0 0 15,2 0 0-15,-2-3 2 0,2 1-1 16,-2 0 9-16,0-2-10 0,0 1 0 16,0-4 2-16,0 0-2 0,0 0 0 15,0 0 1-15,0-3-2 0,0 1-1 16,0-1-2-16,0 0-1 0,0 1-14 15,0-1-5-15,0 0-12 0,0 0-32 16,0 0-10-16,0 0 20 0,0 0 8 16,0 0-15-16,0 0-32 15,0 0-54-15,4-2-109 0,-2-2 31 0,2-2-108 16,-2-1-208-16,4-7-732 16,-24 47 477-16</inkml:trace>
  <inkml:trace contextRef="#ctx0" brushRef="#br0" timeOffset="110185.36">21066 9404 210 0,'0'0'124'0,"0"0"-43"0,0 0-3 16,0 0 499-16,0 0-290 0,0 0-154 15,0 0-16-15,0 0 20 0,0 0 2 16,0 0-19-16,4-28 4 0,-4 28 12 16,2 0 35-16,-2 0 10 0,0 0-36 15,0 0-45-15,0 3-23 16,0 2-23-16,0 3 20 0,0 3 6 0,0 5-3 16,0 0-13-16,0 5-17 0,0-1-15 15,0 5-16-15,0 3 0 16,0 3-3-16,0-1 3 0,0 4 3 0,-2 2 3 15,0 0 3-15,0 0 7 16,0 6 3-16,0-3 3 0,0 2 0 16,2 0 9-16,-2-1-2 0,-2-1-20 15,4-1 3-15,-2-3-9 0,-1-1 0 16,3-2-16-16,-4-1 13 0,2-3-4 16,0 0-8-16,-2-2 11 0,2-2 1 15,0 0 0-15,0-5 0 0,0 0-13 16,2-5 15-16,-2-2-2 0,2-1-13 15,0-4 0-15,0 0 0 0,0-2 13 16,0-3-14-16,0 0-1 0,0 0 15 16,0-2 0-16,0 0 2 0,0 0-14 15,0 0 11-15,0 0 5 0,0 0 2 16,0 0 3-16,0 0-3 0,0 0 0 16,-2 0-22-16,-2 0-4 15,1-3 1-15,1 2 1 0,-2 0 2 0,0 0 0 16,0 0 0-16,0-1-2 15,-2 1 0-15,-1 1-10 0,1 0 9 16,0 0-10-16,-2 0 11 0,0 0-1 16,-1 0-10-16,1 0 13 0,0 0 0 15,-1 0 1-15,1 0 2 0,2 0-2 16,0 0 0-16,2 0 1 0,0 0 0 16,-1 0-1-16,1-1 0 0,4 0-1 15,-4 0-1-15,2-2-2 16,0 2 0-16,-4-1-10 0,4 1 12 0,-2 0 0 15,2-1-1-15,-1 2 0 16,1-1-1-16,2 1 1 0,-2 0-11 0,2 0 1 16,0-1-8-16,0 1-5 15,0 0-13-15,0 0-9 0,0 0 0 16,0 0 6-16,0-2 19 0,0 1 9 16,0-1 13-16,0 0-1 0,0-2-27 15,0 2-26-15,0-2-21 0,0 2-17 16,0-2-26-16,2 2-47 0,0-3-40 15,3-1-26-15,-3-1-56 0,4 0-117 16,-2 1-206-16,0-8-390 0,-29 79 465 0</inkml:trace>
  <inkml:trace contextRef="#ctx0" brushRef="#br0" timeOffset="111277.93">20938 10238 122 0,'0'0'283'16,"0"0"-133"-16,0 0 528 0,0 0-372 15,0 0-85-15,0 0-13 0,0 0-14 16,0 0-67-16,0 0-11 0,0 0 7 16,-39-14-10-16,34 14-29 0,3 0-26 15,-2 0-10-15,2 0-6 0,0 1-10 16,-2 5-19-16,0 1-10 0,2 4 0 16,0 4 0-16,2 3 10 0,0 3 3 15,0 2-14-15,0 0-1 16,0-3 0-16,4-2 0 0,2 1 0 0,-2-6 2 15,2 0 0-15,1-2-1 0,-1-3 0 16,2 3 14-16,0-4-14 0,1-1 14 16,-1-1-15-16,2-1 1 0,1-3 2 15,-1 0-2-15,0-1 0 16,-2 0 1-16,1-2 13 0,-1-2 0 16,-2-2 0-16,0-3 0 0,3 1 0 15,-3-3 4-15,-2-1-5 0,2 2-2 16,-2-3-11-16,0-1 2 0,-1 1-1 15,-1 3-1-15,2-3 1 0,-2-1 0 16,-2 3-1-16,0-1-1 0,0 0-1 16,0 0 2-16,0 1-1 0,-2 1 0 15,-2-1 2-15,-1 0 10 0,-1 1-12 16,-2 0 2-16,2 1 16 0,-5-1 3 16,3 1 10-16,-2 1-6 0,0 3 3 15,-1 0-7-15,1 1-3 0,-3 1-6 16,3 3 6-16,-2 0 3 0,-1 0-9 15,3 4-10-15,-2 2 0 0,-1 3 0 16,-1 1 0-16,3 5 1 0,1 1-4 16,0 3-1-16,4 0-3 0,-1-1-11 15,3 1 2-15,4-1 0 0,0-1-3 16,2-1 0-16,2-2 0 16,5 1 4-16,1-2-7 0,2-1-39 15,3-2-41-15,1-1-35 0,5-3-36 16,0 0-101-16,-1-4-149 0,1 1-334 15,4-3-528-15</inkml:trace>
  <inkml:trace contextRef="#ctx0" brushRef="#br0" timeOffset="114237.4">20996 10320 53 0,'0'0'137'0,"0"0"-72"0,0 0 10 16,0 0 7-16,0 0-7 0,0 0-46 15,0 0 177-15,0 0-63 0,0 0-19 16,0 0-20-16,-17-5 0 0,15 5 43 16,0-1-7-16,0 0 6 0,0 0 7 15,2 1-1-15,0-3-6 0,0 2-3 16,-2 1-14-16,2 0-12 0,0 0-1 16,0 0-22-16,0 0-27 0,0 0-25 15,0 0-13-15,0 0-10 0,0 0-6 16,0 0 0-16,0 0 9 15,0 0 7-15,0 0 0 0,0 0 0 16,0 0 13-16,0 0 12 0,0 0 23 16,2 0-10-16,2 1-6 0,0 3-10 15,0-3-10-15,0 1 7 0,3 0 0 16,-1-1-10-16,-2 0 0 0,4 1-10 16,-2 0 4-16,1 0 3 0,1 1-7 15,0-1 1-15,3-1-7 0,-1 1-3 16,-2 1-3-16,2-2-4 0,1 1 7 15,-3 0 3-15,5-1 0 0,-3-1-19 16,2 1 19-16,3 0 3 0,-3-1-6 16,1 1 0-16,-1-1-3 0,4 0 9 15,-3 0-9-15,1 0-13 16,-3 0 9-16,1 0 1 0,0 0-12 16,1 1 2-16,-3 1 0 0,5-2 0 15,-5 1 10-15,2 0-1 0,-1-1-10 16,3 2 11-16,1-2-10 0,-1 0 14 15,1 0-5-15,-1 0 1 0,3 0-10 16,-3 0 13-16,1 0-13 0,-1 0-1 16,3 0 1-16,-1 0 0 0,-1 0 9 15,3 0-10-15,-3 0 0 0,3 0 10 16,-1 0-11-16,-1 0 0 0,1 1 2 16,1-1 13-16,1 1-14 0,-2 0-1 15,-1 0 2-15,1 0 0 0,-1 2 0 16,1-2 10-16,-3 0-12 0,3 0 2 15,-1 0 9-15,1 1-10 0,1-1 11 16,1-1-11-16,-2 0 10 0,1 1-9 16,3 0 15-16,0 1 23 0,3 0-20 15,3-2-21-15,-2 0 1 0,0 0 0 16,2 0 2-16,4 0 9 16,-2 0-9-16,2-3 0 0,0 1 10 15,0 1-11-15,-2 0 13 0,2-1-2 16,-2 2-11-16,-3 0 1 0,5 0 15 15,-4 0-5-15,2 3-12 0,2-2 0 16,-6 1 1-16,4 1 1 0,2-1 0 16,-4 1 9-16,2 0-11 0,0-2 3 15,0 3 8-15,-4-3-9 0,3 1 10 16,-1 1-1-16,0-2-9 0,0 1 0 16,-2 1 9-16,0-1-10 0,-1 0-1 15,1 1 3-15,-2 0 7 0,0-1-11 16,2 0 0-16,-1 0 1 0,-1 1-1 15,2 0 2-15,0-3 0 0,2 3 0 16,-5-3 0-16,3 0 0 0,-2 0 11 16,0 1-11-16,-1-1 1 0,1 0-1 15,-2 1 1-15,1-1 0 0,-1 0 12 16,2 0-14-16,-2 0-1 16,1 0 1-16,1 0 1 0,-2 0-1 15,1 0-1-15,1 2 1 0,2-2 1 16,0 0-1-16,0 1-1 0,-3 0 0 15,1 0 0-15,2 0 0 0,2-1-1 16,-2 0 1-16,-1 2 0 0,3-2 1 16,2 0-1-16,-2 0 1 0,0 0 2 15,0-2-1-15,0 2 10 0,-3-2-11 16,5 1 0-16,-8 0-1 0,4-1 0 16,0 2 2-16,-3 0 11 15,-1-1-12-15,4 1 11 0,2-1-10 16,-7 1-1-16,3-2 2 0,2 1-2 0,-2 1 0 15,-3-2 2-15,3 2-2 16,-2 0-1-16,0 0 0 0,3 0 0 16,-3 0 2-16,2 0-1 0,4-1 1 15,-1 1-1-15,-3 0-1 0,2 0 0 16,0 0 1-16,2 0-1 0,-5 0 1 16,3-3 2-16,2 3 0 0,-2-3-1 15,2 2 1-15,0-1 0 0,-3 0 0 16,5-2 0-16,-4 2-1 0,0 0-2 15,2 0 1-15,-4 1 0 0,6 0 0 16,-7-1 0-16,5 2-1 0,-2-1 1 16,2-1 1-16,-2 1 0 0,-3 1-1 15,3-1 1-15,2 1-1 0,-2-1 1 16,0 1 1-16,-1 0 0 0,5-1 0 16,0-2-1-16,-2 2 10 0,4-2-10 15,-4 0 1-15,4 1 9 16,-2-2-10-16,0 2-1 0,-2-3 1 15,4 3 2-15,-4-1 8 0,-2 1-10 16,1 0-1-16,3-1 2 0,-2 2-1 16,6 0 1-16,-2-2-1 0,0 1 0 15,0 0 0-15,0-1 1 0,2 0 0 16,1 0 0-16,-1 1 10 0,0-1-13 16,0 1 0-16,-2 0 0 0,-4 0 2 15,4 1 0-15,-2 0-1 0,-3 0 0 16,3 1 0-16,2 0 0 0,-6-1 0 15,0 1 1-15,2 0 0 0,-2 0 0 16,4 0 1-16,-9 0 9 0,7-2-8 16,-4 1 8-16,0 0-10 0,-3 0 0 15,3 1-2-15,-2 0 0 0,-3 0 0 16,5 0 3-16,-6 0-1 0,3 0 1 16,-3 0-1-16,3 0-1 0,1 0-1 15,0 1 1-15,-1 1 1 0,1-2 1 16,-2 2-1-16,6-2-1 0,-9 0 2 15,7 0 9-15,0 0-11 16,-5 0 0-16,3 0 1 0,-7 0-1 16,5 0-1-16,-5 0 0 0,3 1 0 15,-5 0 1-15,3 0-1 0,-5 0 0 16,9 1 0-16,-7-1 1 0,3 0 1 16,3 1 0-16,-3-1 1 0,3-1-1 15,-3 1 1-15,3-1 0 0,-7 0 0 16,3 1-1-16,-6-1 1 15,1 1-1-15,-3-1 1 0,4 0-1 16,-4 0-1-16,-3 0-1 0,-1 0 0 0,0 1 0 16,0-1-1-16,-2 0 0 15,0 1 0-15,2-1-1 0,0 0 0 16,0 0-1-16,0 0-9 0,0 2-3 16,4-2-1-16,-4 1-8 0,5-1-1 15,-5 1-2-15,4 0 8 0,0 0-5 16,-2 2-10-16,4-3 9 0,1 1-9 15,-7 0-9-15,4 0-22 0,0 0-27 16,-4 1-8-16,4-1-12 0,-1 0 0 16,-1-1 8-16,-2 0 1 0,2 2-4 15,-2-2-35-15,2 1-71 0,-2-1-64 16,0 0-79-16,0 0-92 0,2 0-171 16,-4 0-185-16</inkml:trace>
  <inkml:trace contextRef="#ctx0" brushRef="#br0" timeOffset="116538.69">26761 10057 167 0,'0'0'708'0,"0"0"301"0,0 0-642 0,0 0-79 15,0 0-114-15,0 0-139 16,0 0 334-16,0 0-97 0,0 0-69 0,0 0-58 15,-2 0-50-15,2 2-29 0,2-2-4 16,4 3 14-16,-2 0-6 16,5 3-11-16,1-1-16 0,0 1-5 0,-2 2-4 15,9 1-6-15,-5 2 0 16,1 0-6-16,5 2-1 0,-1 0 1 16,4-3-6-16,-1 5 2 0,-1 0-5 15,4-2-1-15,-1-1-9 0,-3 2 16 16,4-3-1-16,-7 1 1 0,7-3 21 15,-4 1-9-15,-5-2-7 0,-6-2 7 16,3-1-9-16,-3 1-1 0,-2 0 7 16,-4-2-10-16,6 0 4 0,-8 1-7 15,7-1 1-15,-5-2 2 0,0 0 0 16,-2 0 1-16,0 0 12 16,0-2 5-16,0 1 19 0,0-1 46 15,0 1-6-15,0-1-34 0,0 0-22 16,0 0-17-16,0 0-7 0,0 0-14 15,0 0 0-15,0 0 0 0,0 0 1 16,0 0 0-16,0 0 16 0,0 0-3 16,0 2 1-16,-4 1-14 0,-3 0-1 15,-1 2 0-15,0 1-1 0,-2 3-1 16,-7 1-1-16,5 1-1 0,-9 2-10 16,4 2 11-16,-3 1-1 0,-3 1-9 15,4-2 11-15,-3 2 1 0,1-3 1 16,7-2 0-16,-5 1-1 0,5-1-1 15,-3-3-1-15,7 0 0 0,1-4-13 16,-1 3 13-16,2-2-13 0,-1-3 3 16,5 1-1-16,2-1 1 0,0-1 10 15,-2-2-10-15,4 2 10 0,0-2-1 16,0 0 0-16,0 0 0 16,0 0 2-16,0 0-1 0,0 0 0 15,0 0 1-15,0 0-1 0,0 0-1 16,0 0 1-16,0 0 1 0,0 0 1 15,0 0 0-15,0 0-1 0,0 0 0 16,0 0 1-16,0 0-1 0,0 0-2 16,0 0-13-16,0 0 1 0,0 0 3 15,0 0-3-15,0 0 12 0,0 0-13 16,0 0-2-16,0 0-6 0,0 0-7 16,0 0-3-16,0 0 16 0,4 0 15 15,0 0 0-15,3-2 1 0,1 2 1 16,2 0 1-16,0-4 12 0,3 2 0 15,3-4 1-15,-1 3 2 0,1-6 0 16,-1 3-3-16,6-1 7 0,-5-2-7 16,3 0 0-16,-5-3-9 15,5 5 9-15,-5-2 1 0,5 0-11 0,-5 1 0 16,3 2 1-16,-7-1 9 16,7-1-10-16,-7 1 1 0,0 3 9 15,3-2-10-15,-7 2-1 0,0 2 2 16,-4-1 12-16,2 1-13 0,-2 1 14 15,-2 1-4-15,0 0 3 0,0 0-13 16,0 0 10-16,0 0-10 0,0 0 11 16,0 0-1-16,0 0 0 0,0 0-10 15,0 0-2-15,0 0-12 0,0 0-3 16,0 0-4-16,0 0 7 0,0 0-3 16,0 0 3-16,0 0 9 15,0 0 0-15,0 0 2 0,0 0 1 16,0 0 3-16,0 0 15 0,0-3-6 15,0 1-10-15,3 0-1 0,-3-2-1 16,0 3-2-16,0-1 0 0,0-1 0 16,0 2-10-16,0-2 9 0,0 2-12 15,0 0 12-15,0-1-13 0,0-1 4 16,0 1 0-16,0 1-9 0,0-3-13 16,0 3 4-16,2-2-1 0,4 0 0 15,-4 1-5-15,0-3 2 0,2 3-12 16,-2-3 19-16,2 2 5 0,-2 0 10 15,5 1 10-15,-5-1 1 0,0 2 1 16,2 0 2-16,-2 1 10 0,0-2-11 16,2 0-1-16,0 0-1 0,-4 2 0 15,4-3 1-15,-2 2 0 0,3-1 0 16,-1 2 0-16,-4 0 0 0,2-1 0 16,2 1 3-16,-4 0 13 0,0 0 8 15,0 0 4-15,0 0 5 16,0 0 4-16,0 0-7 0,0 0 1 15,0 0-3-15,0 0-16 0,0 0-10 16,0 0-1-16,0-2-1 0,0 2 0 16,0-1 0-16,0 0-2 0,-6 1 2 15,6-1 1-15,-2 0 0 0,-2-1 14 16,1 0-3-16,-1 0 7 0,-2-2-4 16,-2 2-3-16,0-3-10 0,-1 0-2 15,-3 1-1-15,-1-1 0 0,1 0 1 16,-4-1 0-16,1 0 0 0,1 0-1 15,-3-1-2-15,1-2-12 0,-1 3 2 16,-6-2 12-16,9 0-1 0,-5 1-10 16,3 0 10-16,-5-4-10 0,2 4 11 15,1-2 1-15,1 2-2 0,-1-2-10 16,5 0 9-16,-5 0 0 0,5 3 0 16,-1-1-13-16,1 1 15 0,5 0-1 15,-2 0 0-15,-1 2 0 16,7 0 1-16,0 1 0 0,0 0-1 0,2 2 0 15,0 0-10-15,2 1 0 16,0 0-4-16,0 0-5 0,0 0 0 16,0 0 8-16,0 0-2 0,0 0 3 15,0 0-4-15,0 0 1 0,0 0 0 16,0 0 0-16,0 0 2 0,0 0 1 16,0 0-3-16,0 0-1 0,4 2 14 15,2 1-1-15,0 0 3 16,5 2 2-16,3 0 10 0,-3-1 1 15,5 4-1-15,-1-1-10 0,3-3 1 0,-3 5 13 16,5-3-13-16,-5 3 12 16,8-3-12-16,-5 1 12 0,1 0-13 15,3 1 14-15,-5 1-14 0,8-2 16 16,-9-1-17-16,3 1 11 0,-3-1-9 16,1 0 10-16,-3 0-12 0,-3-2 2 15,-1 4 0-15,-6-4-1 0,5 0 10 16,-3 2-10-16,-2-1 0 0,2-2 10 15,-4 2 0-15,0-1-9 0,0-2-1 16,0 3 1-16,-2-3 0 0,2 3 9 16,1-2-10-16,-3-1 1 0,2 1-1 15,-2 0 1-15,2-1-2 0,-2 0-1 16,0 1 0-16,2-2 0 0,2 1 0 16,-4 0 0-16,0-1-1 0,2 0 1 15,-2-1 0-15,0 1 0 16,0 0 0-16,0-1 0 0,0 2 0 0,0-1-1 15,0-1 0-15,0 1-1 0,0-1 1 16,2 1 0-16,-2-1 1 16,0 0 2-16,0 0 10 0,0 0 1 15,0 0 2-15,0 0 3 0,0 0 3 16,0 0 1-16,0 1 5 0,0-1 1 16,-2 1-10-16,-4 1-3 0,4-2-12 15,-2 1 9-15,-1 0-12 0,1 1-1 16,0 1-2-16,-4 0 0 0,-3 1-9 15,1 2 0-15,-2 1 0 0,-7 0-4 16,7 3 1-16,-7 3 12 0,3-4-9 16,-3 4-3-16,5-1 3 0,-3-2-1 15,9 1-2-15,-3-3 3 0,1-1-6 16,2 1-16-16,6-4-24 0,-2 2-9 16,2-1-28-16,-1-3-38 0,3 4-27 15,0-1-38-15,0-1-76 0,0-1-63 16,0 3-85-16,7 0-81 0,-5-3-140 15,0 1-408-15</inkml:trace>
  <inkml:trace contextRef="#ctx0" brushRef="#br0" timeOffset="123159.82">27145 11318 115 0,'0'0'2'0,"0"0"2"0,0 0 9 16,0 0-13-16,0 0-30 0,0 0-2 0,0 0-40 15</inkml:trace>
  <inkml:trace contextRef="#ctx0" brushRef="#br0" timeOffset="123890.24">27145 11318 50 0,'25'67'72'16,"-25"-67"-4"-16,0 0-42 0,0 0 17 15,0 0 299-15,0 0-59 0,0 0-169 16,0 0-61-16,0 0-27 0,-4 0 6 16,2 0-2-16,-4-2 12 15,2 2-13-15,-3 0 0 0,-1 0 20 0,2 0-3 16,0 0-1-16,-5 0 1 0,5 0-20 15,0 0-11-15,0 0-15 16,-2 0-16-16,-1 0 15 0,1 0-19 16,2 0-15-16,-2 0-27 0,-3 0 19 15,3 2 4-15,2-2 37 0,-2 0 0 16,-3 2 2-16,3-2 1 0,2 0 15 16,-3 0 14-16,-1 2 19 0,4-2-4 15,0 0-3-15,0 0-9 0,-3 0-21 16,3-2-11-16,-2 2-2 15,4-2 1-15,0 0-20 0,-3 1 1 16,-3 1 3-16,4-1 12 0,0 1-9 16,-3 0 0-16,-3 0-10 0,-1 0 23 15,5 0 13-15,-6 2 4 0,1 0 19 16,-3 2-14-16,3-2-20 0,-1 1 31 16,-3 0-31-16,3 1 31 0,-3-2-33 15,5 3 2-15,-7-1 11 0,5-2 39 16,-3 0 0-16,3 1 3 0,-5 0 10 15,3 1-52-15,-3 0 7 0,3-1-17 16,-5 0-3-16,6 0 0 0,-5 0-33 16,3-1 20-16,-3 0-22 0,1-1-8 15,0 3 8-15,-3-2-30 0,3 2 14 16,-2-3 51-16,-5 2 16 0,7-2-5 16,-2 1-9-16,-6-1-1 0,3 1 20 15,5-2-21-15,-8 0-23 0,4 0-16 16,1 0-16-16,-3 0 29 0,-4 0 6 15,0 0 7-15,2 0-3 0,-4 1 15 16,4 0-3-16,-2 1 2 16,0-1-43-16,-2 2 6 0,0-2 16 15,0 1 20-15,0 0-27 0,2 0 11 16,-2-2-50-16,2 1 7 0,-2-1-9 16,-2 0 32-16,6 0-13 0,-4 0-20 15,-2-2-49-15,0-1-152 0,0-1-1 16,8 1 90-16</inkml:trace>
  <inkml:trace contextRef="#ctx0" brushRef="#br0" timeOffset="124036.24">24471 11501 11 0,'-50'0'23'16,"9"0"-23"-16,-11 0-20 0,-2 0 6 15</inkml:trace>
  <inkml:trace contextRef="#ctx0" brushRef="#br0" timeOffset="124281.44">22914 11486 70 0,'0'0'22'0,"-81"0"1"0,34-2 10 16,-1 0 3-16,3-2-23 0,-1 1-13 15,1-1-17-15,1 1 17 16,-1-1 1-16,0-1-1 0,-1 3 17 16,1-2-15-16,-1 1 1 0,1 0-3 15,-1 2 2-15,1-1 19 0,-5 1-21 16,7 0-29-16,-5-1-37 0,3 1-65 15</inkml:trace>
  <inkml:trace contextRef="#ctx0" brushRef="#br0" timeOffset="124539.83">21709 11439 161 0,'0'0'130'0,"-77"4"193"15,40-4-43-15,4 1-104 0,-2-1-72 16,0 0-32-16,2 0-13 0,2 0-4 16,0 0-40-16,2 0-15 0,-2 0-19 15,4 0 19-15,0 0 0 0,2 0-1 16,3 0 2-16,-5 0-2 0,4 0 2 15,0 0-1-15,3 0 0 0,-3 0 0 16,4 0 1-16,1 0 1 0,1 1 17 16,3 0 40-16,-1 0 13 0,5-1-1 15,-1 0 7-15,-1 0-26 0,6 0-29 16,-5 0-7-16,7 0-13 0,-2 0 10 16,2-1 23-16,2 1-10 0,0-1-26 15,2 1-29-15,0 0-49 16,0-1-88-16,0 0-68 0,0 0-17 15,0-2-91-15,2-3-362 0</inkml:trace>
  <inkml:trace contextRef="#ctx0" brushRef="#br0" timeOffset="125033.51">21310 11143 628 0,'0'0'319'15,"0"0"128"-15,0 0-125 16,0 0-89-16,0 0-38 0,-54 25-10 15,46-21-46-15,2-1-46 0,0 0-22 16,-1 1-6-16,-1-1-14 0,0 1-6 16,-3 0 0-16,3 1 0 0,-4 2-3 15,-1 0 3-15,1 3 0 0,-2-1-10 16,-3 1-9-16,0 0-24 0,3 1-1 16,-3 0 12-16,3 0-13 15,-3 0 0-15,3-3 0 0,-3 4 1 0,5-1 1 16,0-2 24-16,1-1 2 15,1 0-5-15,4 0 2 0,0-2 1 16,3 0-12-16,3-1-14 0,0 1-29 16,5 2 13-16,1 1 16 0,4 0 1 15,0 2 18-15,5-2-6 0,-1 0 6 16,3 0 13-16,-1 2-10 0,3-3 4 16,-2 2-7-16,1-1 0 0,-1 0-19 15,1-1-1-15,-1 2-21 0,2-3-64 16,-3 1-113-16,1-2-61 0,1-1-98 15,-5-2-209-15,3 3-488 0</inkml:trace>
  <inkml:trace contextRef="#ctx0" brushRef="#br0" timeOffset="127972.88">21010 12305 24 0,'0'0'127'16,"0"0"-107"-16,0 0 48 0,0 0 489 15,0 0-192-15,0 0-179 0,0 0-43 16,0 0-32-16,0 0-14 0,-39 35-12 16,35-32-46-16,-2 0-17 0,-1-1 21 15,5 2 41-15,0-3-3 0,0 2 26 16,0-1-23-16,0 0-22 16,2 0-59-16,0-2-3 0,0 2-36 0,2 0 36 15,2 0-1-15,0 1 1 0,3-1 0 16,1 2 0-16,0-3 3 15,0 2 0-15,3-1 16 0,-1-1 1 16,2 2 5-16,3-1 18 0,-1-2-1 16,3 2-20-16,-1-2 1 0,3 0-1 15,-2 0-5-15,3 0 2 0,3 0 4 16,-2 0-1-16,1 0-19 0,1 0 17 16,2 0-17-16,0 0 20 0,4 0 6 15,2 2 54-15,2-1-18 0,0 1-11 16,0-1-2-16,6-1-11 0,1 0-2 15,-3 0-26-15,4 0-10 0,0 0 10 16,-1 0-12-16,-1 0-1 0,-2 0 1 16,2 0 0-16,1 0 0 0,-3 0 1 15,-2 0-1-15,0 3 0 0,0-1 2 16,0-1 0-16,-1 3-2 0,-3-2 1 16,0 1-1-16,-2 0 0 15,-3 1-1-15,-3 0 1 0,4 1 1 0,-2 1-2 16,-2 0 2-16,-3 0 2 15,3-1-3-15,0 2 1 0,-3-3-2 16,3 0 1-16,0 1 1 0,-5-2-1 16,5 0-1-16,-8-2 0 0,-1 1 0 15,-1 1 0-15,-5-3 0 0,-2 1 0 16,0 0 0-16,-2 0 1 0,-2 2 0 16,-2-3 1-16,0 0-1 0,2 1 2 15,-2 0 9-15,0-1 11 0,0 0 2 16,0 0-5-16,0 0-8 0,0 0-9 15,0 0 0-15,0 0 9 0,0 0-9 16,0 0-2-16,0 0-1 0,0 0-4 16,0 0-15-16,0 0 3 0,0 2 15 15,0-1 1-15,0 2 19 0,0 0 4 16,0 2-7-16,0-2-3 0,0 5-10 16,0 1-1-16,0-1-2 15,0 6 1-15,-2 0-1 0,2 2 0 0,-2 1 1 16,-2 1 1-16,2 0-1 15,0-2 1-15,0 2 2 0,0-2-1 0,-2 1-2 16,4-2 1-16,-2 1-2 16,2 0 0-16,0-1-1 0,-2 2 1 15,2-2 0-15,0 1-1 0,0-3 1 16,0-1-1-16,0-3 0 0,2 1-3 16,0-3 3-16,-2-3 1 0,2 0 0 15,0 0 3-15,-2-2 16 0,0 1-7 16,0-1-8-16,0-1 8 0,0-1-9 15,0 5-1-15,0-4 10 16,-2 1-10-16,0 1-1 0,0-3 1 16,-2 2 1-16,-1 0 0 0,1 0-1 15,-4-1 0-15,0 0 1 0,0-1-1 16,-1 0-2-16,-1 0 0 0,0 0-4 16,-3 0-8-16,1-2 8 0,-1 0-8 15,3 0 9-15,-6 0-13 0,3-1 13 16,-1 0 2-16,1-2 1 0,-3 3 1 15,1-2 15-15,3 0 10 0,-7 0-13 16,1-1 12-16,1 1-3 0,1-1-6 16,-3 0-15-16,2 0-1 0,-3 0-1 15,-1-1-2-15,2 2-10 0,-3-1-2 16,-5 0 12-16,4 1 0 0,-2 1-13 16,-6-1 0-16,4 3 13 0,-4 0 0 15,0 1 3-15,0-1-2 0,2 1 1 16,-4 0 1-16,0 0 1 0,-2 0-1 15,0 1 0-15,2 1-1 0,-4 2 1 16,2 0 2-16,-3 2 1 16,3-2 16-16,-2 2 10 0,4-1 6 15,2 1-16-15,2-1-6 0,0-2-11 16,2 2-2-16,7-2 0 0,-3 0 0 16,4 0-12-16,3 0 10 0,3-3 0 15,1 2-1-15,2-2 0 0,3 0 1 16,5 0-1-16,2 0-16 0,0 0-44 15,0 0-30-15,0 0 39 0,2 0 6 16,2 0-13-16,3 0-32 0,-1-2-23 16,2-1-32-16,0 0-65 0,-3 0-52 15,3-1-46-15,-4 0-151 0,2 0-30 16,-2 1-150-16,-66 29 338 0</inkml:trace>
  <inkml:trace contextRef="#ctx0" brushRef="#br0" timeOffset="129018.28">21331 12661 171 0,'0'0'189'0,"0"0"417"15,0 0-333-15,0 0-100 0,0 0-23 16,0 0-40-16,0 0-25 0,0 0 32 16,0 0-17-16,0 0 1 15,-46-5 3-15,40 7-11 0,0 1 1 16,-3 2-19-16,3 1 2 0,-4 3-3 15,2 0-6-15,-3 1-16 0,1 0 2 16,-2 1-9-16,-1 1-3 0,1-1-6 16,-1-1-4-16,3 1 3 0,0 0-16 15,1-3-3-15,1 1-12 0,2-2 8 16,0-3 8-16,2 0-8 0,4 0-11 16,-2-2-1-16,0 0-2 0,2 1-14 15,-3-1 13-15,3 1-13 0,-2 0 14 16,0-1 2-16,0 2 2 0,0 0 1 15,0 0 0-15,0 0 1 0,0-2 9 16,0 2-11-16,0-2 1 0,-2 2 0 16,4-3 0-16,0 0-1 0,-2 1-2 15,2-2 0-15,0 1-16 0,0 1-9 16,0-2-11-16,0 2 24 16,0 1 9-16,2-1-9 0,0 1 10 15,2 0-2-15,-2-2 3 0,2 4 1 16,-2-2 3-16,4 0 17 0,-1-1 2 15,1 4-3-15,0-2 4 0,4 2-1 16,-1 1-19-16,1-1 23 0,0 2-23 16,3 1 10-16,-3 0-11 0,6 0 0 15,-3 1 11-15,1-1-11 0,1 0 11 16,1 1-10-16,1-1 13 0,-1-2-3 16,3 0-11-16,-2 0 0 0,-1 0 2 15,1 0-4-15,-3-3 0 0,1-1-1 16,-5 1 1-16,0 1 0 0,-4-3 0 15,-1-1 0-15,-1 2 1 0,-2-3 2 16,-2 2 32-16,0-2 32 0,0 0 51 16,0 0 19-16,-2 0-96 0,-2 0-22 15,-1 0-18-15,1 0 1 0,2-5 0 16,-4 2 0-16,2-2 0 16,-2-2-2-16,-5 0-3 0,5-2-13 15,-2-1 4-15,2-1 8 0,-3 0 2 16,1 0-14-16,2-3-9 0,0 1 9 15,0-2 15-15,-1 1-12 0,1-1 1 16,4-1-1-16,-2-1 0 0,2 3 1 16,0-4 8-16,-2 0-8 0,4-2 8 15,0 1-15-15,0-2 4 0,0 0-1 16,4 2 12-16,0-1-11 16,2 1 2-16,0 2 0 0,1 3 10 0,-1 0-13 15,-2 3 14-15,0-1 1 16,0 6-1-16,-2 0-2 0,0 4 4 15,-2 0 1-15,0 0 25 0,0 1 19 16,0 1-1-16,0-1-31 0,0 1-11 16,-2 0 1-16,-2 0 13 0,0 0-14 15,0 0-1-15,2 0 1 0,-4 0-2 16,1 1-3-16,3 0-16 0,-2 1-6 16,4 0-10-16,-2-1-32 0,2 0-51 15,0 2-59-15,2 1-51 0,2-2-126 16,0 1-292-16,5-3-505 0</inkml:trace>
  <inkml:trace contextRef="#ctx0" brushRef="#br0" timeOffset="132733.05">21008 12391 84 0,'0'0'13'15,"0"0"3"-15,0 0 13 0,0 0 66 16,0 0-92-16,0 0 366 0,0 0-89 16,0 0-192-16,-4 0-69 0,4 0-17 15,0 0 31-15,0 0 3 0,0 0-33 16,0 0-3-16,0 0-36 0,0 0 36 15,0 0 7-15,0 0 45 0,0 0 13 16,0 0 16-16,0 0 24 0,0 0 25 16,0 3 32-16,0 0 14 15,0 2-40-15,0 1-32 0,0 2-33 16,0 3-22-16,0 1-10 0,0 1-13 16,0 1-10-16,2 2-13 15,0-1 17-15,-2 2-17 0,2-3 0 0,-2 4 10 16,0 0-10-16,0 2 17 0,0 4 2 15,-4 1 1-15,2 1-4 0,-2 2 1 16,2 1 3-16,0 2 6 0,0-1 3 16,0 0-6-16,0-1-7 0,-1-1 0 15,3 2-15-15,0-3 9 0,0 1-11 16,0-2 11-16,0 1 0 16,0-2 6-16,0 2-3 0,0 2 3 15,-2-2 17-15,2 2-1 0,0 0 7 16,-2-2-6-16,2 0-4 0,0-3-3 15,0 1 0-15,0-5-13 0,0 4 0 16,0-5-3-16,0 0 3 0,0 1 3 16,0 1 6-16,-2-1 1 0,0 1-3 15,0 0 18-15,-4 0 20 0,4-1-3 16,0 2-20-16,0-2-19 0,-2 2-17 16,2-1 17-16,-3-1-3 0,3-1 0 15,2-1-14-15,-2-1-2 0,2-1 0 16,0 1 0-16,0-2 2 0,0-3 2 15,0 1 12-15,0-1-15 0,2-1 0 16,0 1 1-16,-2-4 0 0,5 1 1 16,-5 1 0-16,2-2 0 0,-2 1 13 15,0-2-12-15,0 0 8 0,0-1 1 16,0 1 0-16,0-3 9 16,0 0 0-16,0-3-9 0,0 2 0 15,0-3 3-15,0 1-4 0,0 0 1 16,0 1-10-16,0-1 16 0,0-1-3 15,0 1-14-15,0 0-2 0,0 2 0 16,0-2-1-16,-2 0 0 0,2 1-1 16,-3 1-11-16,1-2 0 0,2 2 11 15,0 1-10-15,0-3-1 0,-2 2 0 16,2-2 11-16,0 0-17 0,0-1 3 16,0 0-3-16,0 1-35 0,0-1-29 15,0 4 19-15,0-1 26 0,0 0 13 16,0-1 2-16,0 1 4 0,0 0 0 15,0-1 6-15,0 1 10 0,2-2-23 16,-2 0-6-16,0-1-32 0,2 1-32 16,1-1-14-16,-1 0-6 15,0 0-26-15,0 0-65 0,0 0-19 0,0-2-50 16,0-2-192-16,-2 2-115 16,2-4-164-16</inkml:trace>
  <inkml:trace contextRef="#ctx0" brushRef="#br0" timeOffset="133428.06">20897 13854 83 0,'0'0'0'0,"0"0"-26"16,0 0-31-16</inkml:trace>
  <inkml:trace contextRef="#ctx0" brushRef="#br0" timeOffset="134458.84">20897 13854 42 0,'-34'-6'1'0,"32"6"-1"0,-4-1-35 15,2 1 35-15,0 0 42 16,-2 0 17-16,2 0-30 0,-3 1 43 16,3 2 13-16,-2-1 146 0,0-1-3 15,0 3-13-15,-1-3-101 0,3-1 13 16,-4 1-32-16,4-1-21 0,0 0 18 16,0 0-60-16,-1 0-19 0,1 0-3 15,0 0 52-15,0-1-30 0,0 0-30 16,0 1 67-16,0 0 48 0,0 0-30 15,-1 0-28-15,1 0-33 0,0 0-9 16,0 0-17-16,-2 0 0 0,0 0 55 16,-3 1-10-16,3 2-43 0,0 0 27 15,-2 0 32-15,-5 0 11 0,5-1-8 16,-4 1-62-16,-5-1-2 0,1 3-80 16,-1-2-4-16,-4 0 84 0,3 2 62 15,-3-2-46-15,-2 2-16 0,3-2 0 16,-5 3 1-16,2-1 2 0,-2 0 1 15,3-2-3-15,-3 0 1 0,0 2-1 16,2-4 1-16,0 1 0 16,-1 0 21-16,1 0-4 0,0-1 4 15,0 0-4-15,1-1-16 0,-1 2-2 16,0-2-1-16,3 0-13 0,-3 0 12 16,0 0 1-16,2 0 0 0,1 0 0 15,-1 0 3-15,-2 0 0 0,1 0 20 16,3 0 9-16,-6 2-6 0,2 0-7 15,3 0-17-15,-5 1-2 0,2 0-2 16,0 1 1-16,-1-1-16 0,-1-1 17 16,0 0 1-16,0 0 0 15,0-1 1-15,3-1 1 0,-5 0-1 0,6 0 14 16,-6 0-15-16,5-1 1 0,-3-3-2 16,2 1 0-16,-4-1 0 0,2-1-2 15,-4 2 1-15,5 0 1 0,-3 0-3 16,-2 0-13-16,-2 2-7 15,2-2 22-15,-2 3 1 0,-2 0 3 0,2 0 20 16,-2 0-7-16,0 0-3 16,2 0 9-16,-2 0 24 0,-1 0 2 15,1 0-3-15,0-1-9 0,0-1-14 16,0-1-22-16,2-1 0 0,2 0-2 16,-4 2-11-16,2-2 12 0,0 3 1 15,-2 0-16-15,2 1 15 0,-2-2 2 16,0 2-2-16,-2 0-13 0,0 0 14 15,-1 0 1-15,-1 0-1 0,2 0-1 16,0 0 1-16,2 2 0 0,-2-2 13 16,0 1 3-16,-1 0 0 15,1-1-13-15,2 0 1 0,-2 2-1 0,0-1-2 16,2 1 2-16,-2-1 0 16,2 1 17-16,-2 1-20 0,-1 0-3 15,3 0 2-15,-2-1 0 0,2 2 1 0,-2-2 12 16,2 0-10-16,0 0 21 15,-2 0-1-15,4 0 14 0,0-2-4 16,0 0 13-16,0 0-10 0,0 0 0 16,2 0 10-16,2 0 0 0,-4-2 7 15,8 1-1-15,-2-2-23 0,0 0-2 16,1 0-25-16,5 0 1 0,-4 1 24 16,7-2 3-16,-3 2-1 0,1 0-5 15,3 0-4-15,1 2-16 0,-1 0 0 16,5 0 0-16,-3 0 0 0,7 0 10 15,0 0-10-15,4 0-3 0,2 0-17 16,0 2-69-16,0-2-61 0,0 0 6 16,6 2 42-16,0-1-40 0,5-1-103 15,-1 0-198-15,-4 0-379 0</inkml:trace>
  <inkml:trace contextRef="#ctx0" brushRef="#br0" timeOffset="136929.72">17540 13837 11 0,'0'0'88'0,"0"0"10"0,0 0 22 16,0 0 519-16,0 0-316 0,0 0-76 16,0 0-55-16,0 0-23 15,0 0-23-15,-46-51-43 0,46 43 11 16,-4 1-20-16,2-2-30 0,2-1-22 0,-2-1-6 15,0-1-1-15,0-2 1 16,2 1-13-16,0-5-4 0,0-2-16 16,0-5 0-16,-2 0-2 0,2-6 3 15,0-2-1-15,0-2-1 16,0-2-2-16,0 0 2 0,0 0 0 0,0 1 2 16,0 0-1-16,0 3 0 0,0 0 10 15,0 1-10-15,2 3 0 0,-2 2 10 16,0 2 0-16,2 6-10 0,-2 4 17 15,2 4-4-15,-2 3-3 16,0 5 3-16,0 0 0 0,0 3 6 16,0 0-9-16,0 0-13 0,0 0-3 0,2 0-36 15,-2 0 28-15,4 0 11 16,2 0 1-16,0-1 1 0,3-1 11 16,-1 2-10-16,2-1 10 0,3 0 0 15,-1-1 6-15,9 0-6 0,-5 0-10 16,9-1-1-16,0 1 0 0,0 1 0 15,4 1 1-15,-3 0-3 0,5 0-4 16,3 0-8-16,-1 0 10 0,4 0 1 16,0 0 1-16,2 1 0 0,1 4 0 15,3-2 1-15,0 2 3 0,13 4 15 16,6-1-17-16,11 3-1 0,1 3-1 16,-2-3 0-16,-8 3 0 0,-6-2 0 15,6 0-3-15,-2 1 3 0,0 0-1 16,3 1 1-16,-1 0 2 0,4-3 1 15,-2-1 1-15,2-1 8 16,2-1-11-16,-3-4 16 0,1 2-5 0,-2-4 8 16,-4-1-4-16,0 1-15 15,-2-1 1-15,-4-1 0 0,2 0 8 16,-11-1-10-16,-8-2-16 0,-5 1-13 16,-6 1-7-16,8-2 7 0,3 0 13 15,4 0-13-15,-3 1 13 0,-1 0-9 16,-4 0 8-16,-2 0 15 0,-2 2-1 15,-2 0 0-15,-2 0 0 0,0 0 2 16,-5 0 1-16,-3 0 0 0,0 0 1 16,-3 3 0-16,-3 0 1 0,-1-1 1 15,-4 1 10-15,3 0-11 0,-5 0 0 16,0 0 1-16,0-2 1 0,-2 1 15 16,-2-1-6-16,3 0-11 0,1-1 1 15,-2 3 10-15,2-2-10 0,2 0 13 16,-1-1-16-16,1 1 1 0,-2-1 2 15,2 0 0-15,-1 0 0 0,-3 0-1 16,2 0 0-16,-2 0 2 0,2 3 8 16,-2-2 11-16,0 1-7 15,1-2 0-15,-1 3 7 0,0-2 5 16,2 4 17-16,0-3-22 0,3 2-20 16,-1-1-1-16,0-1-2 0,2 2 0 15,-1 0-1-15,-1-1-1 0,0 0 1 16,0 1 1-16,-1 1 0 0,-3-1 2 15,0 2 11-15,0-1 0 0,0 2-1 16,0-2-12-16,5 1-1 0,-3 0 0 16,0 0-1-16,2 0-20 15,-4-3-10-15,5 1 6 0,-5 0 10 0,4-1 3 16,-4 1-3-16,0-1 14 0,1 0 0 16,1-2 2-16,0 2 1 15,-2 1 0-15,0 0 12 0,0-2-11 16,0 0 0-16,1 1 1 0,-1-2 0 15,0 2-1-15,0-3 0 0,-2 3-2 0,0 0 0 16,2-3 0-16,0 4 1 16,-2-2-1-16,1 0 2 0,1-1 11 15,0 2-13-15,-2 0 1 0,0-2 1 16,2 3-2-16,-4-2 2 0,2-1 17 16,0 2-18-16,-2-2 12 0,0 1 0 15,0 0 48-15,2 1 3 0,-2 0-35 16,2 0-7-16,-2 2 0 0,0 0-6 15,0 0 7-15,0 2-7 0,0 1 6 16,0 0-9-16,0 4-10 16,0 2 13-16,0 0 0 0,0 1-3 15,0 2-1-15,-2-1 11 0,0 1 2 0,0-1 4 16,0-1 2-16,2-1 4 16,-4 1 0-16,2-4 13 0,-2 0 5 15,0-1 1-15,2-1-10 0,-1 0-9 16,-1-3-3-16,2 0-7 0,2-2 3 15,-4-1-9-15,4-1-16 0,0-2-1 16,0 2 1-16,0-2-1 0,0 0-2 16,0 0 0-16,0 0-3 0,0 0 0 15,0 0 3-15,0 0 0 0,-2 0 13 16,0 2-13-16,2-2-2 0,-4 3-20 16,0-2 18-16,0 1-18 0,-1 1-3 15,-1 0-9-15,0 0-10 0,0-1-1 16,-2 2 14-16,1-2 9 0,-3 1 9 15,0 0-3-15,-1 0 14 16,1-1-17-16,0-1 17 0,-1 2-11 0,1-1 13 16,0-1-12-16,-3 0-7 15,1 0 6-15,-1-1 11 0,1 0-11 16,0 0 0-16,1 0 10 0,-1 0 0 0,-3 1-10 16,1-1 10-16,0 2-9 15,1-2 9-15,-1 0 3 0,-3 0 0 16,-4 0-1-16,3 0-88 0,-3 0 38 15,-4 0 50-15,1 0 1 0,-1 0 0 16,-2 1-14-16,0 0 10 0,-2 2-8 16,2 0 9-16,-4 0 0 0,-2 1 2 15,2 2 1-15,-2-1 0 0,0 1 19 16,-2-1-17-16,0 1 18 0,-3-2-20 16,-1 1 1-16,0 1 0 0,-4-1 11 15,1 1-9-15,-3 0-3 16,3-1-2-16,-3-1-10 0,-1 1-1 15,-3 0 0-15,-1-1 1 0,5 0 9 16,-11 2-10-16,-10-1 13 0,-2 2 2 0,-3-2 12 16,7 1-14-16,2-2-2 15,19-1 0-15,3-3-1 0,-7 1-10 16,10-1 13-16,0 0 0 0,-17 2 0 16,4-2 1-16,-4 3 12 0,7-3-13 15,1 0 3-15,11 0 10 0,-8 0-12 16,-5 0 18-16,1 0-16 0,3-1 17 15,3-4-18-15,-4 2-2 0,7 0-1 16,3-2-12-16,0 3-3 0,0-2 0 16,4 2 0-16,0-1 3 0,2 3 11 15,2 0-17-15,6 0 6 0,-1 2 11 16,3 0-14-16,0 1-13 0,5 0-3 16,2-2 7-16,1 2 3 15,5-1-14-15,-2-1-5 0,4-1-7 16,-1 2-33-16,5-2-47 0,-2 0-33 15,2 0-49-15,0 0-72 0,0 0-146 16,0 0-109-16,0 0-170 0</inkml:trace>
  <inkml:trace contextRef="#ctx0" brushRef="#br0" timeOffset="137944.88">16004 14759 242 0,'0'0'108'0,"-40"53"-108"0,26-24 352 0,-7 7-228 16,-4 16-69-16,3 10-39 0,-1 12-13 16,-2 7-1-16,7-4 1 15,1-5 17-15,7-8 12 0,1 1 33 16,3 1 23-16,2 3-19 0,4 1-11 0,2 2-39 15,6-1-19-15,5 0-30 0,-1-1-51 16,5 4-111-16,-1-1-79 0,7 3-94 16,0 0 48-16</inkml:trace>
  <inkml:trace contextRef="#ctx0" brushRef="#br0" timeOffset="138342.09">17411 17062 85 0,'62'-24'68'0,"0"-2"-19"16,0 1 39-16,-4-3-65 0,0-2 55 15,-12 2 43-15,-9 0-14 0,-8 4-38 16,0-5-7-16,8-14 32 0,10-14 24 15,3-19-14-15,0-5-10 16,-13 1 36-16,-6 1 17 0,-15 6 32 0,5-4-23 16,-11 2 10-16,5-3-37 0,-9-1-15 15,-4 0-43-15,-2-1-23 0,-4 0-5 16,-12 3 15-16,1 1 6 16,-6 2 24-16,-1 2-14 0,-5 4-16 15,-2 0 0-15,2 3-45 0,-4 3-13 16,0-3-16-16,2 5-20 0,2 11 7 15,6 9-3-15,3 9 6 0,1 2-13 16,-5-5-6-16,-5-4-26 0,-2-1-13 16,2 1-39-16,0 5-39 0,2 0-55 15,-2 6-59-15,7 2-53 0,3 9-127 16</inkml:trace>
  <inkml:trace contextRef="#ctx0" brushRef="#br0" timeOffset="140998.97">27220 10201 154 0,'0'0'1654'0,"0"0"-1268"0,0 0-134 15,0 0 0-15,0 0-66 0,0 0-51 16,0 0-45-16,-10 2-33 0,10-2-18 15,0 1-4-15,0 1 19 0,0-2 26 16,0 3 34-16,0 2 13 0,0 3-7 16,2 2-19-16,-2 3-23 0,2 1-18 15,-2 5-4-15,0-1-14 0,2 2-4 16,2 1-10-16,-2 1 6 16,0 5 3-16,-2 2-2 0,2 2-13 0,0 5-10 15,0 1 0-15,0 3-10 16,-2 2 11-16,2 1-13 0,0 0 2 15,-2 0 10-15,0-2-12 0,0-3-2 16,2-1-1-16,-2-5-9 0,0-2 12 16,0-1 1-16,3-1 1 0,-1-2 0 15,-2-2 1-15,0 0-2 0,0-5 0 16,0 3 1-16,0-4 1 0,0 1 0 16,0 0-1-16,-5-2-2 15,5 2-2-15,-2-1 1 0,-2-2-2 0,4 1-12 16,-4-1-4-16,0 1 0 0,4-2 7 15,-4-2 10-15,0 0-11 16,2-3 11-16,2 1 1 0,0-1 1 16,-2-3 0-16,0-2 3 0,2-1 1 15,-5 0 8-15,5-1-9 0,0-1 10 16,-2-2-11-16,2 1-2 0,0-1-1 16,0 0-12-16,0 0 1 0,0 0-10 15,0 0-6-15,0 0-13 0,0 0 7 16,0 0 9-16,0 0 6 0,0 0 19 15,0 0 13-15,-2 0 9 0,0-1-3 16,0-1-17-16,-2 1 0 0,0-3 1 16,-4 1 0-16,3-1 0 15,-1-1-2-15,2 0 0 0,-4 2-1 0,-3-1 0 16,3 2 1-16,4 0-1 0,-2-1-1 16,-2 0-1-16,-3 0 0 0,3 0-1 15,0 0 1-15,-5 3 0 0,5-3-1 16,2 1 3-16,-7 1 1 15,-1 0 1-15,6-2 0 0,-9 3 1 0,7-2-3 16,-3 0 0-16,-1 0-13 16,0 2 13-16,-5-3-2 0,4 2-1 15,-3 0-16-15,-1 0 16 0,-1 1-9 16,-3 0 11-16,6-3 1 0,-8 3-1 16,1 0 0-16,5 0-1 0,-8 0 0 15,2 0 0-15,3 0 0 0,-1 0-1 16,-6 0-16-16,4 3-4 0,2-3 8 15,-1 0-4-15,-3 1-6 16,0-1 3-16,0 0 3 0,2 0 0 0,0 0 16 16,-4 0-16-16,1 0 17 0,1 0-10 15,-4-1 10-15,6 1-1 0,-6-3 0 16,4 3-19-16,-4 0 6 0,0 0-12 16,0 0 6-16,-2 0-9 0,2 0-1 15,-2 0-3-15,0 0-3 0,-2 3 13 16,-3 0 0-16,5 2-1 15,-6-1 7-15,2 1 0 0,-5 1 0 16,1 4 7-16,4-4-14 0,-2 0 4 16,-3 0 3-16,-1 2 8 0,-1-1 11 15,3-1 0-15,-4 3 0 0,-1-2 0 16,3 0 0-16,-7 0 0 0,5 0 0 16,-5-1-1-16,-4 1-27 0,-10 2-10 15,-4-1-10-15,-6 2 19 0,5-3-6 16,7-1 13-16,9-2 20 0,-5 0 2 15,2 1 4-15,0-2 12 0,-2 0 0 16,0 2-13-16,3-4 22 0,-1 1-9 16,-4-1-12-16,4 0 14 15,0-1-18-15,-4 0-26 0,2 0 26 0,5 0-10 16,-5 0 10-16,0-2 2 0,2 1 17 16,-2 0-3-16,2 1-14 15,-2 0 36-15,1 0-19 0,1 0-17 16,-2 0-2-16,0 0-13 15,-2 0 1-15,4 0-7 0,-6 0-4 0,2 1 7 16,-4 0 16-16,2 1 11 0,2-2-10 16,-2 3 12-16,2-3 0 0,-2 1 2 15,2 1-2-15,-2-2 9 0,2 0 4 16,-2 2-1-16,0 0 4 0,2 2 0 16,-4 0-17-16,2 0-11 0,-4 3 0 15,4 0 0-15,-2 2 0 0,0-1 1 16,2 1 0-16,2 0 0 0,2 1-1 15,-2 1 1-15,2-4 26 0,3 2-12 16,-1 0 10-16,2-4 5 0,0 2 7 16,9-2 7-16,8-1-11 15,3-2-9-15,6 0-6 0,-8 0-3 0,-3 0 0 16,-2 1-14-16,-3-2-1 16,5-1-1-16,2 0 0 0,2 0 0 15,4 0-1-15,-2 0 1 0,6-3-1 16,2 1-1-16,-2-1 1 0,6 0 0 15,3 1-1-15,-1-1-2 0,5 0 1 16,-1 3 1-16,3-3 0 0,4 3-11 16,-1-2 12-16,5 2-11 0,0-1 9 15,2 1-26-15,2 0-62 0,0 0-201 16,0 0-31-16,6 0 34 0,-2 0-72 16,5 0-152-16,-5 0-88 0,4 0-460 0</inkml:trace>
  <inkml:trace contextRef="#ctx0" brushRef="#br0" timeOffset="141534.85">20994 11397 135 0,'0'0'199'0,"0"0"789"0,0 0-650 16,0 0-94-16,0 0-23 0,0 0-21 15,0 0-25-15,0 0-7 0,0 0-7 16,0 0-23-16,-17 2 0 15,15-1-4-15,2 0-4 0,0 3-25 16,0 3-16-16,0 1-13 0,0 9 3 16,0 4 9-16,0 5 4 0,2 7-8 15,0 4-24-15,0 6-3 0,0 10-1 16,-2-5 7-16,0 3 5 0,0 3 4 16,0-8 18-16,0 3 5 0,0-1-2 15,-2-10-7-15,2 6-15 0,0-6-7 16,0 0-18-16,0-1-12 0,0-3-4 15,4-3-5-15,-2-3-10 0,5-3-12 16,-1-1 0-16,-2-5 0 0,0-3-1 16,0-5-2-16,-2-1-2 0,0-3-10 15,0-3 9-15,1 0 0 0,-3-2 0 16,0 0-9-16,0-2-4 0,0 0 1 16,0 0-9-16,0 0-47 0,0 0-45 15,0-4-57-15,0 0-19 16,0-5-29-16,0-3-87 0,2-2-297 15,-2 1-564-15,0-8-844 0</inkml:trace>
  <inkml:trace contextRef="#ctx0" brushRef="#br0" timeOffset="154563.63">17399 14326 17 0,'0'0'170'15,"0"0"-92"-15,0 0-32 0,0 0 6 16,0 0 23-16,0 0 215 0,0 0 13 15,-33-10-156-15,20 10-7 0,-1-2 29 16,-3 2-26-16,1 0-16 0,-3 0-1 16,-1 0-2-16,3 0-40 0,-4-5-13 15,7-1 1-15,-7 2-11 0,5-4 7 16,-5 1-6-16,-2-3 5 0,1 0-21 16,-3-2-11-16,-4 3-12 0,2-2 2 15,2 0 1-15,-6-1-10 0,2 5 20 16,0-1 12-16,-4 3-16 0,2-1-6 15,-2 3 0-15,0 3-7 16,0 0 0-16,-2 1-16 0,2 5 0 16,0 1 19-16,0 1 4 0,0 2-4 15,0 1 14-15,-1 5-14 0,1 0-21 16,-2 3 22-16,0 4-1 0,0 2-3 16,0 3 1-16,0 4 15 0,-5 4-7 15,5 4-12-15,-4 10 7 0,-2 14-1 16,-9 16-3-16,7 11 4 0,3 2-7 15,7-5 3-15,2-3-5 0,2 3-14 16,4 2-16-16,3 4 16 0,-1 1 0 16,2 3-8-16,5 2 8 0,-5 3 13 15,9-1-10-15,-5-2-3 0,5-4-19 16,4-1 6-16,-3-4 13 0,7 2 1 16,0-4 15-16,2 1 0 0,2 2 0 15,0-2-13-15,4 1 12 0,2 0-15 16,7-2-12-16,-3-2 9 0,9-2 1 15,1-1 1-15,3-2-2 0,8-6 2 16,0-3-12-16,2-9 11 0,4-4-46 16,0-12 26-16,-3-10 6 0,-6-9 0 15,-5-7 3-15,14 9 0 16,11 9 2-16,16 6 11 0,17 4 0 16,-5-12 0-16,-6-9-1 0,-1-6-1 15,-7-8-10-15,2 1 11 0,-4-2 0 16,-5-3 1-16,5-3 1 0,2-2-1 15,-2 0-1-15,2-5-1 0,-2-1-1 16,-2-3-25-16,4-4-1 0,2-5 16 16,0-3 11-16,-2-1-11 15,5-3 11-15,-7-3-11 0,-5 0-86 0,3-4 76 16,-4-1 23-16,-11 1 1 0,-8 4 12 16,-6 1-10-16,-2-1 10 0,4-7 0 15,9-16-10-15,7-12 32 16,1-14-9-16,-5-5-4 0,-8 2 4 15,-6 5-10-15,-6 4 13 0,-2-2-7 16,-5 1 3-16,3-1-24 0,-5-1-1 16,-3 0 0-16,1-6 3 0,-4 2 7 15,-2-7-9-15,-1-3 15 0,-5-5-4 16,0-3 4-16,0 0-12 0,0-1 18 16,0-4-22-16,-5-2-11 0,-3-2 11 15,-2-2 0-15,-3-1 2 0,1 2 18 16,-5 0-4-16,1 6-4 0,-3 1-8 15,-1 2-4-15,-7 3-3 0,0 3 0 16,0 2 3-16,-4 3 16 0,-2 0-3 16,0-1-10-16,0-1 13 0,2 1-5 15,0 2-11-15,2-2-32 16,-2-1 30-16,0 1 1 0,0-1-1 0,0 6 2 16,-2 2 3-16,2 6-3 15,2 16-39-15,0 10 37 0,6 13-33 16,0 5 16-16,-6 2 17 0,-6-2 1 15,-6 4-1-15,0 8-11 0,-1 5-6 16,5 7 17-16,-6 0-2 0,3 9 1 16,1 2-13-16,0 3 0 0,4 2-3 15,0 3 3-15,-1 0 14 0,1 2-21 16,0 1 20-16,0 2 1 0,-4-1 1 16,4 1-1-16,-5-1 1 0,1 1-14 15,-4 2-4-15,-1 1-39 0,-1 1-22 16,1 2-20-16,-1 4-32 0,1 2 9 15,-3 9-58-15,-5 15-39 0,-4 12-23 16,7 14-72-16,-1-1-56 0,17-21-115 16,2-1-228-16</inkml:trace>
  <inkml:trace contextRef="#ctx0" brushRef="#br0" timeOffset="-213800.96">8393 13327 125 0,'0'0'98'15,"0"0"3"-15,0 0 710 0,0 0-336 16,0 0-153-16,0 0-62 0,0 0-37 16,0 0-55-16,-31 3-23 0,31-6 25 15,-3 1 0-15,1 0-26 0,2 0-3 16,-2 0-11-16,0 1-13 0,0 1-12 16,-4 0-20-16,2 0-19 15,0 0-19-15,-5 3-6 0,3 4-13 16,-2 4-12-16,-2 2-13 0,-1 6 19 0,1 4 3 15,-2 2 7-15,1 3-7 16,1 4 6-16,2 1-6 0,3 0-9 16,1-1-4-16,4 0-9 0,0-2-3 15,7-3 0-15,5 0-3 0,4-4-9 16,3-2 10-16,2-2-11 0,4-6-2 16,1-2-4-16,3-5-15 0,2-3-18 15,0-3 18-15,0-6 32 0,-2-5 0 16,0-5-17-16,-2-3 19 0,-4-3 1 15,-2-4 30-15,-5-1 1 0,-1 1-3 16,-7 1 12-16,-2 0 21 0,-4 1 44 16,-2 1 40-16,0 2-10 0,-6-1-13 15,-2 2-18-15,-5 2-4 0,1-3-18 16,-3 5-19-16,-3-3-15 0,1 3-10 16,-3 3-11-16,-1 0-10 15,0 1-18-15,1 4 0 0,1 2-12 16,2 2-3-16,3 2-16 0,4 1-33 15,1 0-12-15,5 1-44 0,2 0-52 16,0 0-32-16,2 0-63 0,0 0-169 16,2 0-199-16,4 4-15 0,-2-2-471 15</inkml:trace>
  <inkml:trace contextRef="#ctx0" brushRef="#br0" timeOffset="-213266.39">8895 13352 1221 0,'0'0'117'0,"0"0"1204"0,0 0-842 16,0 0-170-16,0 0-71 16,0 0-78-16,0 0-25 0,0 0-27 15,0 0-18-15,-52 1-24 0,44 6-7 16,-2 1-16-16,-1 7-12 0,-1 2-29 16,1 5-2-16,3 3-1 0,0 5-11 15,2 4 9-15,2 1-22 0,4 2 3 16,0 0 4-16,2 0-4 15,4-4 6-15,4-2 1 0,-2-6 12 0,7-5 1 16,-3-3-11-16,5-4-6 16,1-7 4-16,3-3-4 0,2-3-6 15,0-3 3-15,1-8 22 0,1-6 16 16,0-4 12-16,-2-7 6 0,0-1 10 16,-5-2 21-16,-3-1 0 0,-5 1 7 15,-4 1 5-15,-4 2 49 0,-2 4 74 16,-6 0-7-16,-6 1-37 0,-1 4 2 15,-5 0-82-15,-3 3-13 0,0 3-29 16,-1 1-10-16,-1 7-24 0,-4 1 0 16,2 2-55-16,2 2-57 0,1 0-34 15,3 3-18-15,9 0-11 0,1-1-43 16,9-2-153-16,0 2-763 0,11-2-661 0</inkml:trace>
  <inkml:trace contextRef="#ctx0" brushRef="#br0" timeOffset="-212349.39">9399 13655 347 0,'0'0'29'0,"0"0"-9"0,0 0 55 15,0 0 0-15,0 0 439 0,0 0-25 16,0 0-77-16,0 0-68 16,-10 54-60-16,8-47-33 0,0 4-3 15,0-1 17-15,0 0 1 0,0-1-45 16,2 1-30-16,-3-1-24 0,1-1-8 16,0 0 20-16,0-3 0 0,0-2-19 15,2 0-35-15,-2 0-30 0,2-2-13 16,0-1-12-16,0 0-15 0,0 0-25 15,0 0-14-15,-4-4-14 0,2-4-2 16,-2-5-18-16,2-4 0 0,-2-10 6 16,2-5 9-16,-3-14-9 15,3-12 10-15,0-11 0 0,0 6 0 0,0 13 2 16,2 17 1-16,0 12 2 16,0-3-1-16,-2 1 13 0,2-1-3 15,0 8 9-15,-4 3 10 0,4 5-4 16,-2 4 10-16,0 2-1 0,2 2-6 15,-2 0-5-15,2 0-22 0,-2 0-3 16,2 0-1-16,0 1-14 0,0 0-1 16,0-1 13-16,0 0-12 0,0 2 12 15,0-2-15-15,0 0 3 0,0 0-1 16,0 0 13-16,0 0 2 0,0 2 1 16,0-2 2-16,0 1 2 0,0-1-1 15,2 1-3-15,0 1 0 0,2 1-2 16,0-2-1-16,2 0 0 0,0 2 1 15,5-1 0-15,-1-1 1 0,3 1 1 16,3 0 0-16,1 0 0 0,-1 1 0 16,1 0 0-16,-1 2 2 0,1 1 11 15,-1 1-11-15,-1 3 1 16,-3-3 12-16,1 2-13 0,-3 3 10 16,0-2-9-16,1 1 21 0,-7 2-9 0,0 2 4 15,-2-1-1-15,0 2 0 16,-2 2-15-16,0-1 12 0,-4 1 0 15,-2 0-13-15,-1 1 17 0,-3-1-16 16,-2 1 15-16,-5 0-6 0,1-1-9 16,-1 1 0-16,-4-2-1 0,3 0-1 15,1-2 1-15,-1-2-1 0,3-3-1 16,3-1-18-16,4-2-25 0,1-1-41 16,3-2-32-16,2-2-69 0,2-1-63 15,0-1-207-15,6 0-125 0,1-4-403 16,-1 1-266-16</inkml:trace>
  <inkml:trace contextRef="#ctx0" brushRef="#br0" timeOffset="-207856.46">8045 14282 190 0,'0'0'39'16,"0"0"121"-16,0 0 866 0,0 0-554 16,0 0 4-16,-51 27-82 0,44-22-70 15,1-3-43-15,2 2-49 0,0-2-58 16,4-2-23-16,0 0-20 16,0 0-39-16,0 0-48 0,0 0-44 15,0 0-34-15,6 0-16 0,2 0 50 16,3 0 38-16,5-4 12 0,5 0-7 15,4-3-8-15,4-1-4 0,4-2 6 16,0 1 6-16,2 0 1 0,0-2-10 16,-4 3 3-16,0 4-9 0,-8 2-10 15,-5 1 1-15,-1 1-1 0,-7 1 10 16,-3 5 18-16,-7 4 65 0,0 5 88 16,0 2-110-16,-7 3-61 0,-3 2-13 15,0 0-3-15,-3-2-12 0,1-2-15 16,-1-2-19-16,1-3-3 0,0-2-5 15,1-3-10-15,-1-2-3 0,2 0 5 16,1-3-11-16,1-1-10 0,2-2 0 16,0 0 13-16,1 0 5 0,3 0 7 15,-2-1-1-15,2 0 13 16,0 0 22-16,0-2 12 0,2 0 1 16,-2 3 21-16,0-2 18 0,2 2 22 15,-2 0 15-15,2 0 9 0,0 0-6 16,-2 0 0-16,2 0 0 0,0 2-13 15,0 1-21-15,0 3-24 0,0 2-22 16,0 6-1-16,0 5 1 0,4 3 18 16,0 4 13-16,-2 0 2 0,4-1-5 15,-2-4-13-15,1-2-15 0,-3-1-1 16,4-5-14-16,-2-3-16 0,0-3-73 16,4-5-126-16,-1-2-100 0,5-8-147 15,0-7-277-15,-1 2-385 0,3-15-905 16</inkml:trace>
  <inkml:trace contextRef="#ctx0" brushRef="#br0" timeOffset="-207622.52">8585 14229 1046 0,'0'0'830'0,"0"0"427"16,0 0-726-16,0 0-144 0,0 0-146 15,0 0-85-15,0 0-67 0,-21 56-27 16,15-34-19-16,0 1-15 0,-1 0-25 16,1 2 0-16,0-6-3 0,0 0-22 15,4-4-67-15,-2-5-53 0,4-3-35 16,0-1-71-16,0-4-133 0,0-2-189 16,4-1-45-16,2-7-17 0,-2-2-19 15,2 1-36-15</inkml:trace>
  <inkml:trace contextRef="#ctx0" brushRef="#br0" timeOffset="-207378.52">8572 14333 47 0,'0'0'293'0,"0"0"-58"16,0 0 738-16,0 0-496 16,0 0-95-16,0 0-88 0,0 0-69 15,0 0-49-15,0 0-19 0,0 0-14 16,17-36-9-16,-9 35-14 0,0-1-16 16,3-1-3-16,-1 3 6 0,2 0 10 15,1 6-2-15,1 0-15 0,-3 5-13 16,3 1-10-16,-3 2 3 0,-3 3 4 15,0 3 5-15,-2 0 3 0,-4 4-9 16,-2 1-19-16,0 0-9 0,-4 0-9 16,-2-3-21-16,-2 0-10 0,2-3-13 15,-5-4-2-15,3-2-55 16,2-3-58-16,-3-3-53 0,5-2-49 0,0-3-74 16,0-2-172-16,2 0-347 0,0-1-891 15</inkml:trace>
  <inkml:trace contextRef="#ctx0" brushRef="#br0" timeOffset="-206995.9">8851 14234 1862 0,'0'0'1392'0,"0"0"-828"15,0 0-131-15,0 0-148 0,0 0-214 16,0 0-71-16,0 0-6 0,0 0 6 15,0 0 71-15,0 0-3 0,52 13-19 16,-31-13-16-16,4 0-29 0,-3-1-2 16,3-2-2-16,-4 1-4 0,2 0-72 15,-5 0-38-15,-1 0-50 0,-7 2-19 16,0 0-13-16,-3 0-34 0,-7 5-76 16,0 2-115-16,0 0-38 0,-5 1-641 15,-7 4-390-15</inkml:trace>
  <inkml:trace contextRef="#ctx0" brushRef="#br0" timeOffset="-206607.61">8833 14434 1046 0,'0'0'817'0,"0"0"175"0,0 0-572 16,0 0 15-16,0 0-227 0,0 0-54 16,0 0 33-16,0 0 55 0,0 0-35 15,66 39-72-15,-41-39-28 0,4 0-37 16,-2-5-27-16,-1 1-15 0,3-5-16 15,-4 0-12-15,-4 0 0 0,0 0-45 16,-3 0-56-16,-3 1-43 0,-7 0-28 16,0 2 5-16,-4 3 3 0,-2 0-7 15,-2 2-9-15,0 1 20 0,-2-1 72 16,-4 1-55-16,-2-2-47 0,-3 2 18 16,-3 0-7-16,0 0 5 0,-1 3 39 15,-1 2 135-15,1 1 32 0,3 2 171 16,-1 1 114-16,5 0-44 0,0 1-36 15,4 0-42-15,2 3-19 16,-1-1-23-16,3 3 5 0,0 3-1 16,0 1-36-16,0 2-23 0,5 0-9 15,-3-1-25-15,0-1-24 0,0-3-27 16,2-4-13-16,0 0-25 0,2-5-30 16,-2-4-107-16,5 0-94 0,-1-3-60 15,4-6-186-15,1-6-227 0,-5 1-364 16,9-10-712-16</inkml:trace>
  <inkml:trace contextRef="#ctx0" brushRef="#br0" timeOffset="-206245.85">9275 14408 1456 0,'0'0'384'0,"0"0"1216"0,0 0-1097 0,0 0-190 15,0 0-37-15,0 0-66 16,0 0-48-16,0 0-52 0,-47 41-33 15,32-28-41-15,3-1-35 0,-1 3-1 16,1-4-15-16,0 3-12 0,3-3-50 16,1-1-15-16,2-2-12 0,2-1-34 15,2-2-29-15,2-2-37 0,0-3-166 16,4 0-151-16,4-2 16 0,0-5 73 16,5-3 102-16,-3-1 54 0,2-1 81 15,1-1 124-15,-3 1 71 0,0 4 131 16,-3 0 145-16,-1 4 25 0,-2 2 19 15,-2 2 47-15,-2 0 156 0,0 5-16 16,0 5-123-16,0 4-189 0,0 6-81 16,0 5-37-16,-2 0-19 15,0 2-24-15,0-1-31 0,2-4-3 16,0-1-12-16,0-5-56 0,0-5-98 16,4-1-118-16,2-6-142 0,0-4-529 15,5-6-400-15</inkml:trace>
  <inkml:trace contextRef="#ctx0" brushRef="#br0" timeOffset="-205873.47">9461 14330 1213 0,'0'0'1167'0,"0"0"-548"16,0 0-67-16,0 0-168 0,0 0-232 15,0 0-152-15,0 0 75 0,0 0 21 16,0 0-18-16,0 0-16 0,58 13-9 16,-37-13-25-16,-1 0-28 0,3-3-1 15,0-3-43-15,-2-2-95 0,-5-2-86 16,-1 1-74-16,-5-1-154 0,-2 4-150 16,-6 1-500-16,-2 2-293 0</inkml:trace>
  <inkml:trace contextRef="#ctx0" brushRef="#br0" timeOffset="-205617.42">9523 14295 484 0,'0'0'228'16,"0"0"1127"-16,0 0-747 0,0 0-27 15,-49 19-115-15,40-17-173 0,3 8-92 16,-2 0 13-16,2 4-29 0,-1 8-40 16,1 3-38-16,2 8-12 0,2 2-12 15,0 0-4-15,2 0-12 0,2-2-18 16,4-3-9-16,0-4-13 0,5-3-24 15,1-4-3-15,3-5-2 0,1 1-1 16,3-6-18-16,1-4-1 0,1-5 7 16,2 0 0-16,0-4-6 0,-1-10-28 15,1-3-24-15,-2-2-16 0,-1-7-36 16,-1 1-38-16,-2 0-31 0,-3 0-82 16,-2 0-107-16,-3 5-181 15,-1 0-142-15,-6 5-543 0</inkml:trace>
  <inkml:trace contextRef="#ctx0" brushRef="#br0" timeOffset="-205417.43">9709 14318 425 0,'0'0'1334'0,"0"0"-518"16,0 0-177-16,0 0-127 0,0 0-135 16,0 0-121-16,0 0-101 0,0 0-91 15,0 0-2-15,2 56-10 0,0-39-9 16,3 3-12-16,-3-4-19 0,0-3-12 15,2-3-27-15,0-1-22 0,0-3-93 16,0-3-90-16,2-3-62 0,5-2-163 16,-3-6-194-16,0-1-101 0,3-8-720 15</inkml:trace>
  <inkml:trace contextRef="#ctx0" brushRef="#br0" timeOffset="-205274.43">9815 14272 1050 0,'0'0'1051'0,"0"0"-267"0,0 0-170 0,0 0-201 15,0 0-93-15,0 0-93 0,0 0-110 16,0 0-83-16,0 0-31 0,-15 61 9 16,17-41-12-16,2 1-25 0,-2-2-80 15,1-1-93-15,1-5-109 0,0-1-255 16,-2-5-577-16,2-1-969 0</inkml:trace>
  <inkml:trace contextRef="#ctx0" brushRef="#br0" timeOffset="-204923.23">9887 14195 871 0,'0'0'1363'0,"0"0"-753"15,0 0-267-15,0 0 0 0,0 0-27 16,0 0-95-16,52 11-56 0,-34-9-13 16,1-1-6-16,4-1-38 0,-1 1-40 15,1-1-28-15,0 0-19 0,-2 0-18 16,-5 0-3-16,-1 0-2 0,-5 0-81 15,-4 0-65-15,-4 2-53 16,-2 0-17-16,0 3-34 0,0 0-63 16,-6 4-369-16,-4-1-634 0,-7 6-231 0</inkml:trace>
  <inkml:trace contextRef="#ctx0" brushRef="#br0" timeOffset="-204559.93">9875 14399 1107 0,'0'0'1122'0,"0"0"-557"0,0 0-100 15,0 0-191-15,0 0-15 0,0 0 49 16,0 0-12-16,49 32-64 0,-30-29-82 16,2-1-42-16,1-1-29 0,-1-1-27 15,4 0-21-15,-3-3-19 0,-3-1-12 16,2-1 0-16,-7-1-18 0,-1 2-65 16,-5 1-12-16,-2 0-9 0,-4 1-7 15,0 0-6-15,-2 2 30 0,0 0 87 16,-2 0-2-16,0 0-63 0,-4 0-12 15,-4 0 27-15,-1 2 13 16,1 0 19-16,0 4 18 0,-1 0 22 16,1 2 80-16,4 0 22 0,-5 3-3 0,5 3-10 15,2 1-16-15,2 1-24 16,0 3-13-16,2 2-15 0,0 1-6 16,0 0-4-16,0 2-5 0,0-4-16 15,0-2-12-15,0-5-1 0,0 0-17 16,2-4-22-16,2-3-79 0,0-2-93 15,4-4-48-15,1-1-54 0,-1-8-102 16,6-6-311-16,-3 3-454 0,3-13-584 16</inkml:trace>
  <inkml:trace contextRef="#ctx0" brushRef="#br0" timeOffset="-204202.87">10294 14458 1456 0,'0'0'819'0,"0"0"149"16,0 0-448-16,0 0-158 0,0 0-85 16,0 0-82-16,0 0-69 0,-53 31-46 15,42-26-53-15,-1 1-27 0,-3 2-19 16,5-1-24-16,-5 0-61 0,5 0-20 16,-4 1 16-16,5-2-4 0,1 1 7 15,4-2 30-15,0-2 22 0,4-2-5 16,0 0-58-16,0-1-177 0,2 0 157 15,2 0 88-15,4-1 47 0,1 0 1 16,1-2 19-16,-2 2-3 0,0 0 38 16,1 1 28-16,1 0-2 0,-4 5 55 15,3 2 22-15,-3 1 4 16,-2 3-12-16,2 2-3 0,-4 1-25 0,0 1-47 16,0 0-37-1,-2 2-16-15,0-3-21 0,0-2-10 0,0 3-61 16,0-5-55-16,-2 0-60 0,0 0-45 15,0-5-125-15,2 1-271 0,-2-3-484 16,-6 1-808-16</inkml:trace>
  <inkml:trace contextRef="#ctx0" brushRef="#br0" timeOffset="-203664.09">8568 15033 765 0,'0'0'2097'16,"0"0"-1484"-16,0 0-180 0,0 0-119 16,0 0-125-16,-18 53-59 0,11-34-19 15,5 5-21-15,-4 2-20 0,2 3-39 16,0-1-28-16,-2 1-3 0,4-4-3 15,-3-5-37-15,3-4-34 0,0-3-24 16,2-7-35-16,0-4-75 0,4-2-146 16,3-5-189-16,-1-9-20 0,2-6-38 15,-2 2-464-15</inkml:trace>
  <inkml:trace contextRef="#ctx0" brushRef="#br0" timeOffset="-203405.74">8605 15071 366 0,'0'0'329'0,"0"0"391"0,0 0 280 16,0 0-639-16,0 0 2 15,0 0-10-15,0 0-74 0,0 0-91 16,0 0-141-16,0 0-47 0,5-13 0 16,3 16 68-16,6 1 20 0,3 0 2 15,-1 3-9-15,3 0-1 0,0 3 1 16,-3 1 27-16,-1 3 49 0,-3 2 3 16,-4 6-1-16,-4 2-10 0,-2 2-30 15,-2 2-44-15,-2 0-29 0,-6 1-19 16,0-2-14-16,0-2-13 15,-1-2 0-15,1-3-3 0,0-2-21 0,2-4-21 16,1-5-16-16,3 0-18 0,-2-6-52 16,4-2-61-16,0-1-100 0,0 0-260 15,4-4-132-15,1-3-59 0,-1-4-611 16</inkml:trace>
  <inkml:trace contextRef="#ctx0" brushRef="#br0" timeOffset="-203143.71">8955 15008 1756 0,'0'0'1624'0,"0"0"-1061"16,0 0-98-16,0 0-171 0,0 0-172 15,0 0-79-15,0 0-30 0,0 0 2 16,0 0 25-16,0 0-10 15,27 18-11-15,-13-15-19 0,3 0 0 0,1-2-3 16,-1 2-22-16,-1-3-42 0,1 2-71 16,-1-2-81-16,-1 0-23 15,-7 1-74-15,0-1-189 0,-1 2-131 16,-7-2-357-16,0 6-417 0</inkml:trace>
  <inkml:trace contextRef="#ctx0" brushRef="#br0" timeOffset="-202856.71">8895 15204 636 0,'0'0'2103'15,"0"0"-1562"-15,0 0-321 0,0 0 49 16,0 0-9-16,0 0-59 0,0 0-8 16,58 14-11-16,-44-11-37 0,5-1-44 15,-3-1-18-15,5 0-31 0,0 1-9 16,-3 0-4-16,1 0-14 15,-5 1-1-15,3 0 4 0,-7 3-1 16,3-1 4-16,-7 3 2 0,-2 2 13 0,-2 1 60 16,-2 3 9-16,0 2-54 15,-4 0-34-15,-2 1-8 0,-3 1-7 16,1-2-12-16,-2-3-12 0,2-1-31 16,-5 0-42-16,5-5-51 0,-2 1-71 15,1-4-87-15,1-1-212 0,2-2-575 16,-2 1-842-16</inkml:trace>
  <inkml:trace contextRef="#ctx0" brushRef="#br0" timeOffset="-202435.12">9333 15099 1517 0,'0'0'1232'0,"0"0"-626"16,0 0-248-16,0 0-179 0,0 0 14 15,0 0-3-15,0 0-23 0,0 0-21 16,60 13-20-16,-43-13-34 0,-1 0-34 15,3 0-15-15,1 0-15 0,-3 0-4 16,-1 0-5-16,-3 3-7 0,-1 0-9 16,-1 1 15-16,-5 1 4 15,-2 5 17-15,-4 2 53 0,0 8 72 16,-4 4-82-16,-9 4-42 0,1 0-10 16,-3 2-12-16,-1-1-15 0,-3-3 0 15,3-2-3-15,-1-5-3 0,3-5-24 16,1-1-46-16,3-4-21 0,2-4-37 15,2-2-28-15,4-3-64 0,-1 0-107 16,3-7-352-16,3-5-397 0,1 1 47 16,6-6-419-16</inkml:trace>
  <inkml:trace contextRef="#ctx0" brushRef="#br0" timeOffset="-202266.34">9494 15283 151 0,'0'0'645'0,"0"0"-215"0,0 0 1084 15,0 0-794-15,0 0-234 0,0 0-98 16,0 0-57-16,0 0-67 0,0 0-93 15,37 54-71-15,-32-43-32 0,3 1-32 16,-2-2-36-16,2 0-10 16,-1-3-8-16,1-1-65 0,-2 0-69 0,2 2-53 15,-1-4-41-15,-3-1-89 0,2-1-195 16,-4 0-438-16,0 4-603 0</inkml:trace>
  <inkml:trace contextRef="#ctx0" brushRef="#br0" timeOffset="-201709.7">8014 15868 651 0,'0'0'1955'16,"0"0"-1367"-16,0 0-216 0,0 0-43 16,0 0-6-16,0 0-29 0,0 0-96 15,0 0-72-15,62 36-19 0,-45-31-15 16,3-1-37-16,1 0-34 0,0-3-8 16,2-1-13-16,-1 0-12 0,-3 0 10 15,-1-5-87-15,-1 1-70 0,-5-1-84 16,1 0-69-16,-5-1-152 0,-2 1-269 15,-4 3-533-15,-2 0-578 0</inkml:trace>
  <inkml:trace contextRef="#ctx0" brushRef="#br0" timeOffset="-201531.59">8138 15966 1494 0,'0'0'1094'0,"0"0"-676"16,0 0-315-16,0 0-84 0,0 0-19 15,0 0 67-15,0 0 16 0,0 0-13 16,58 15-32-16,-41-13-34 0,-3-2-4 16,1 0-16-16,-1 0-118 0,1-3-103 15,-7 2-91-15,2-3-179 0,-4 2-521 16</inkml:trace>
  <inkml:trace contextRef="#ctx0" brushRef="#br0" timeOffset="-201278.69">8151 16271 2244 0,'0'0'1196'0,"0"0"-926"16,0 0-53-16,0 0 9 0,0 0-17 15,51 2-24-15,-36-7-24 0,1 0-17 16,-1-2-55-16,1 0-40 0,-1-2-31 15,1-1-6-15,1-2-12 0,-1-2-2 16,-1-1-50-16,1-1-52 0,-1-2-49 16,-1-1-66-16,1-3-67 0,-1 1-147 15,-3-2-273-15,-3 5-527 0</inkml:trace>
  <inkml:trace contextRef="#ctx0" brushRef="#br0" timeOffset="-200894.81">8630 15983 200 0,'0'0'192'0,"0"0"1635"16,0 0-1188-16,0 0-77 0,0 0-116 15,0 0-97-15,0 0-67 0,0 0-85 16,0 0-86-16,0 0-68 0,-20 16-25 15,24-15-2-15,0 1 24 16,4 0-7-16,0 0-31 0,5-2-2 16,-1 0-15-16,3 0-16 0,1-2-58 15,1-4-80-15,1-2-47 0,3-3-60 16,-2-2-174-16,-3 2-266 0,3-3-685 0</inkml:trace>
  <inkml:trace contextRef="#ctx0" brushRef="#br0" timeOffset="-200079.69">9097 15637 272 0,'0'0'2287'0,"0"0"-1638"16,0 0-204-16,0 0-83 0,0 0-93 16,0 0-58-16,-16 54-44 0,12-34-32 15,0 3-28-15,-1 4-15 0,-1 2-19 16,-2 0-15-16,0 1-18 16,-1-2-28-16,1-1-12 0,0-4-1 15,2-2-20-15,0-7-58 0,3-1-59 16,1-3-52-16,2-5-35 0,0-4-89 15,2-1-169-15,7-1-19 0,-3-8 98 16,4-1 17-16,-4-5 21 0,1 2-114 16,-3-3 66-16,0 1 85 0,-2 5 300 15,-2 1 29-15,0 3 277 0,0 3 260 16,0 2 63-16,0 1-128 0,0 0-99 16,0 0-70-16,0 0-103 0,4 0-162 15,2 1-10-15,3 1 36 0,1-1 109 16,9 2-16-16,-3-1-41 0,7-1-13 15,0 0-10-15,1-1-9 0,3 0 0 16,-2 0-7-16,-2-1-19 0,-3 0-24 16,-3-3-12-16,-5 3-19 0,-3 0 12 15,-3-1-15-15,-4 2-11 0,2-1-60 16,-4-1-40-16,0 2-34 16,0-2-4-16,0 2 33 0,0-4 47 15,-6 2-26-15,0-3-46 0,-3 2 2 16,1 0 3-16,0 3 16 0,-5 0 110 15,3 0 10-15,0 1 51 0,-1 4 101 16,5 2 34-16,0 2 0 0,0 1-7 16,2 1-30-16,0 2-25 0,-1 4-12 15,3 2-1-15,2 1-4 0,-2 4-15 16,2 1-3-16,0 0-9 0,0 1-19 16,0-3-22-16,0-4-19 0,0-2-20 15,0-4-31-15,4-4-57 0,1-3-142 16,-1-5-106-16,6-1-116 0,-2-6-272 15,1-1-309-15,1-9-777 0</inkml:trace>
  <inkml:trace contextRef="#ctx0" brushRef="#br0" timeOffset="-199874.35">9348 15942 1449 0,'0'0'556'0,"0"0"255"15,0 0-420-15,0 0-178 0,0 0-51 16,0 0-29-16,64 1-20 0,-50-1-28 16,1-1-41-16,1-3-26 0,-1 2-18 15,-5-1-1-15,2 0-46 0,-3 0-104 16,-1-1-124-16,-2 2-108 0,-2-1-244 16,-2 2-873-16</inkml:trace>
  <inkml:trace contextRef="#ctx0" brushRef="#br0" timeOffset="-199664.16">9467 16102 841 0,'0'0'2073'0,"0"0"-1415"16,0 0-261-16,0 0-140 0,0 0-49 15,0 0 30-15,0 0-17 0,11 50-74 16,-7-46-56-16,0 1-39 0,2-5-49 15,0 0-3-15,5 0-18 0,-3-3-19 16,6-7-14-16,-1-7-60 0,3-4-42 16,-1-4-81-16,4-4-119 0,-3 2-308 15,-4 4-528-15,1-2-1085 0</inkml:trace>
  <inkml:trace contextRef="#ctx0" brushRef="#br0" timeOffset="-199123.96">9622 15846 53 0,'0'0'2093'0,"0"0"-1453"0,0 0-211 15,0 0-250-15,0 0 37 16,0 0 83-16,0 0-32 0,0 0-71 16,50 15-63-16,-33-14-15 0,-1-1-17 15,3 0-12-15,-1 0-9 0,-1 1-16 16,-1-1-15-16,1 2-9 0,-1 1-16 16,-5-2-5-16,-1 3 2 0,-2 0 0 15,-3 3 13-15,-3 1 21 0,-2 2 76 16,0 3-19-16,0 3-54 0,-5 3-28 15,-3 2-10-15,-2 1-20 16,-3-1-1-16,1 1-29 0,-4-3 3 16,1 0-13-16,3-3-15 0,1-4-8 15,3-2-22-15,0-1-25 0,4-4-28 16,2-4-45-16,2-1-100 0,0 0-269 16,2-9-248-16,6-1 157 0,-4 0-370 15,8-9-56-15</inkml:trace>
  <inkml:trace contextRef="#ctx0" brushRef="#br0" timeOffset="-198939.52">9829 15986 454 0,'0'0'427'0,"0"0"358"0,0 0 640 16,0 0-910-16,0 0-90 0,0 0-96 15,0 0-54-15,0 0-32 0,0 0-51 16,6 57-45-16,-2-45-41 0,1 0-48 16,1 1-31-16,0 0-15 0,2-1-12 15,-2-2-3-15,1-1-24 0,1-3-34 16,-2 0-76-16,2-4-79 15,1-2-48-15,-3 0-70 0,4-1-138 16,-4-2-295-16,3-4-642 0</inkml:trace>
  <inkml:trace contextRef="#ctx0" brushRef="#br0" timeOffset="-197015.77">10265 13812 259 0,'0'0'130'15,"0"0"870"-15,0 0-603 0,0 0-47 16,-51 3-29-16,40-2-41 0,3 1-48 15,2-1 2-15,2 1 1 0,2-2-16 16,2 1-55-16,0-1-78 0,0 0-86 16,4 0 0-16,4 0 44 0,0 0 6 15,9 1 8-15,-1 1 7 0,7 2-2 16,-2 6 5-16,4 0-3 0,1 6-21 16,3 5 9-16,-4 3-10 15,2 5-9-15,-4 1-6 0,0 4-10 16,-7 3-5-16,1 3-1 0,-7-1 0 15,-2 4 1-15,-2 0-1 0,-3 10-9 16,-3-8 9-16,0 5-9 0,0-3 10 16,0-7-1-16,2 3-9 0,4-3 13 15,-2-3-4-15,4-4 6 0,5-2-2 16,1-3-14-16,5-3 1 0,-3 0-1 16,9-7-1-16,0-1-1 0,-2-3-2 15,1-4-10-15,5-6-7 0,-8-1-18 16,0-2 9-16,1-1 7 0,-7 0-13 15,1-1 9-15,-7-1 10 0,-3 1 12 16,-2 0 3-16,-4 1 17 0,0-2 60 16,0 2 13-16,0 0-23 0,-2-1-51 15,-4-1-13-15,4 2 0 0,-2 0-3 16,-7 0-1-16,7 0-18 0,-4 0-5 16,0 0-13-16,1 0 6 15,-3 3 0-15,2 0 7 0,-1 3 5 16,5-1 19-16,-4 1 2 0,2 2 51 15,2-1 2-15,-3 1-3 0,3 2-3 16,2 0 1-16,-2 3-1 0,-2-1-1 16,6 1-5-16,-2 1-9 0,2 2-4 15,0-1-8-15,0 1-1 0,0 3 1 16,0 4-4-16,2 1 0 0,4 4-6 16,-2 1-10-16,-2 7 1 0,2 0-2 15,-4 4 1-15,5 3 0 0,-3 3 1 16,0 7 10-16,0 8-10 15,-2 10 9-15,0 1-12 0,0-4 0 0,0-14 1 16,0-16 14-16,-2-6 0 0,0-5-13 16,0 8 111-16,-3 4-37 0,1 1-25 15,0-1 4-15,-4-3 0 16,2-1-4-16,-5-2 0 0,5-2 1 16,-4 0-1-16,0-4-11 0,-3-4-10 15,3-2 3-15,-5-2-12 0,5-6-6 16,-7-1 0-16,5-2-15 0,-2-1 0 15,-1-2-18-15,5-1 0 0,-5-2 16 16,5 0-13-16,4-4-6 0,-2 0-12 16,-1 0-55-16,1-9-72 0,4-3-56 15,-2-6-21-15,-1-1-133 0,5-4-205 16,0-1-413-16,2 7-56 0,0-8-725 0</inkml:trace>
  <inkml:trace contextRef="#ctx0" brushRef="#br0" timeOffset="-196058.85">11725 13349 203 0,'0'0'46'0,"0"0"110"0,0 0 1113 0,0 0-821 16,0 0-63-16,0 0-46 0,0 0-41 15,0 0-14-15,-50-6-37 0,42 7-42 16,0 4-29-16,3 1-35 0,-7 3-44 15,6 2-39-15,-5 4-14 16,5 3-19-16,-4 5-15 0,2 4-10 0,-1 2-19 16,5 6 7-16,4 0 9 15,0-3-13-15,4 0 1 0,7-2 2 16,7-5 10-16,-1-3-15 0,8-5-4 16,2-5 0-16,2-4 4 0,4-4-26 15,-2-4 41-15,0-9 2 0,-5-5 1 16,3 0 31-16,-6-8 13 0,2 1 8 15,-13-2-8-15,-1 1-1 0,-3-1 7 16,-4 2 11-16,-4-2 10 0,0-1-6 16,-2 1-6-16,-8 0-1 0,3-4-12 15,-3 2 0-15,4 0-6 0,-6 3-10 16,-3-1-2-16,-1 2-7 0,-1 5-18 16,0-1 10-16,1 5-11 0,-5 5-2 15,5 3-25-15,-5 4-15 0,7 3-12 16,-3 5-70-16,5 2-41 0,3 3-1 15,1-2-25-15,6 0-56 0,2-1-142 16,0-2-192-16,6 0-159 0,3-4-395 16</inkml:trace>
  <inkml:trace contextRef="#ctx0" brushRef="#br0" timeOffset="-195578.36">12184 13360 1373 0,'0'0'140'0,"0"0"97"0,0 0 865 0,0 0-714 16,0 0-92-16,0 0-37 15,0 0-20-15,0 0-39 0,0 0-38 0,0 0-26 16,-40 29-43-16,26-10-41 15,1 2-21-15,1 8-10 0,-2 0-18 16,3 7 0-16,-1 0 0 0,6 0 1 16,-1-1 11-16,7-3-12 0,0-1 12 15,7-8-14-15,1 0-1 0,6-7-12 16,-1-3-6-16,5-3-7 0,-1-5-12 16,4-2 22-16,3-3-7 0,-3 0-30 15,2-5-10-15,0-3 25 0,-5-1 12 16,3-3 14-16,-7 1 11 0,1-3 25 15,-7-1-1-15,-2 1 10 0,-2-3 22 16,-4 0 21-16,0-2 3 0,-6-2-9 16,-2 0-7-16,2-2-6 0,-5 1-6 15,-1-1-3-15,4 2-3 0,-5 0 0 16,1 4-7-16,-5 0-8 0,3 2-10 16,-3 5-6-16,1 1-15 15,-1 3-15-15,3 1-15 0,-1-1-56 16,3 4-54-16,2-1-75 0,8 0-41 15,2 3-98-15,0-3-397 0,2 2-362 16,10-1-93-16</inkml:trace>
  <inkml:trace contextRef="#ctx0" brushRef="#br0" timeOffset="-194823.6">12549 13772 825 0,'0'0'19'0,"0"0"1082"15,0 0-515-15,0 0-199 0,0 0-58 16,0 0-71-16,0 0-30 0,0 0-8 16,0 0 0-16,0 0-18 0,0 13-4 15,0-13-25-15,0 0-29 0,0 0-19 16,0-1-6-16,0 0-30 15,-2-4-31-15,0 0-58 0,-2-4-9 0,-2-3-7 16,0-7-2-16,2-5 6 0,-3-5 0 16,5-5 9-16,-2-4-10 15,-4 0 10-15,4-2 0 0,0 3 0 16,-2 3 2-16,1 6 0 0,3 5 1 16,-2 5 1-16,2 5 2 0,-4 4 13 15,4 5-14-15,2 0 0 0,-2 2 10 16,0-1-10-16,2 3 0 0,0 0 0 15,0 0-2-15,0 0 0 0,0 0 0 16,0 0-2-16,0 0-22 0,0 0-19 16,0 0-21-16,0 0 12 0,2 0 43 15,6 1 9-15,0 2 1 0,-1-1 1 16,5 1 10-16,4 1 3 0,1-1 4 16,0 0 2-16,1 1 0 0,5 1-8 15,-2-2-10-15,-5 2 9 0,3 0 3 16,-3-1-12-16,-3 4 15 0,-7-1 1 15,2 0 2-15,-4 0 12 0,-2 1 1 16,-2 2 8-16,0 2-5 16,-4 1-4-16,-2-1-2 0,0 2-10 15,-7 3-6-15,3-3-3 0,0 1-11 16,-5-1 2-16,-1-1 9 0,5-2-11 16,-3-3 1-16,4-1-2 0,-5-3-12 15,7-3-6-15,0-1-33 0,1 0-38 16,-3 0-44-16,2-5-54 0,2-1-52 15,1-1-81-15,1 0-142 0,0 1-230 16,-2 1-537-16,0 3-784 0</inkml:trace>
  <inkml:trace contextRef="#ctx0" brushRef="#br0" timeOffset="-191967.75">11297 14203 36 0,'0'0'19'0,"0"0"11"0,0 0 12 16,0 0-6-16,0 0 3 0,0 0-6 16,0 0 3-16,0 0-35 0,0 0 347 15,0 0-152-15,-8 6-196 0,8-6-36 16,0-1 36-16,2-2 33 0,0 0-33 15,0-1-11-15,0 1-71 0,0-1-45 16,0 0 20-16,0 1 55 16,-2 0 52-16,0 3 21 0,0-2 80 15,0 2 98-15,0-1 13 0,0 1 13 0,0 0-33 16,0 0 19-16,0-1-9 16,-2 1-11-16,2 0-16 0,0 0-22 15,0 0-21-15,0 0-6 0,0 0-7 16,0 0-9-16,0 0-20 0,0 0-13 15,0 0 6-15,0 0 20 0,0 0 28 16,0 0 6-16,0 0-29 0,0 0-29 16,0 0 9-16,0 0 19 0,0 0 19 15,0 0 7-15,0 0-5 0,0 0 18 16,0 0 21-16,0 0 3 0,0 0-19 16,0 0-20-16,0 1-24 0,0 5-37 15,-2 1-15-15,-2 0-3 0,2 5-9 16,-2 5-25-16,-1 1-3 0,-1 3-12 15,0 4 0-15,0 0 0 16,2-2 9-16,-3-1-12 0,3-2 0 0,-2-4-3 16,4 2-9-16,0-5-3 0,0-2-6 15,0-1-16-15,2-1-15 0,0-2-8 16,0-3-11-16,0 0-17 0,0-2-44 16,0-2-46-16,0 0-51 15,4-1-38-15,0-5-38 0,2-3-4 16,-2-4-22-16,3-4-147 0,-3 3-223 15,2-10-483-15</inkml:trace>
  <inkml:trace contextRef="#ctx0" brushRef="#br0" timeOffset="-191472.46">11278 14158 451 0,'0'0'1079'15,"0"0"-326"-15,0 0-233 16,0 0-113-16,0 0-57 0,0 0-97 0,0 0-84 15,0 0-67-15,0 0-34 16,0 0 23-16,-6 15 11 0,10-11-15 16,4-1-16-16,-3 0-6 0,1 0-3 15,4 1-4-15,2 0-15 0,-1-1-6 16,1 2-6-16,3-2-10 0,-1 1-2 16,1-1 2-16,-1 1-2 0,-1-2-4 15,1 0 3-15,-2-1-5 0,1 1 2 16,-5-2-3-16,-2 1 0 0,3 2 10 15,-5-3-1-15,2 2 4 0,-4 1 5 16,-2-2 7-16,2-1 24 0,-2 1 24 16,0 0-9-16,0 1-21 0,0 0-10 15,0 0-8-15,0 1-1 0,0 0 10 16,0 2-7-16,0 2 16 0,0 3 5 16,0 1 4-16,-2 3-13 15,-6 3-24-15,4 2-14 0,-3 3-10 16,1 3-1-16,2 1 0 0,-2 3 0 15,-2 1 0-15,1-2-1 0,-1 0 11 16,4 0-11-16,0-3-1 0,-4-5 0 16,5 1-1-16,1-6-1 0,2-1-13 15,-2-3-7-15,2-3-2 0,0-2-6 16,0-2-24-16,0 0-22 0,2-2-18 16,0-1-27-16,1-1-16 0,-3 0-21 15,8-1-47-15,-6-5-75 0,4-2-116 16,0-3-201-16,-2 0-444 0,3-3-709 0</inkml:trace>
  <inkml:trace contextRef="#ctx0" brushRef="#br0" timeOffset="-190942.1">11698 14177 519 0,'0'0'170'0,"0"0"1088"0,0 0-727 16,0 0-86-16,0 0-13 0,0 0-58 15,0 0-43-15,0 0-32 0,0 0-70 16,0 0-115-16,-42 12-74 0,45-12-16 16,3 0 22-16,2 0 6 0,4 0 10 15,-1 0-4-15,1-3-3 0,5 1-3 16,-1-1-13-16,1 1-17 0,6 0-4 16,-7-2-17-16,3 3 0 0,-3 0 0 15,1-1-1-15,-9 2-37 0,4 0-69 16,-1 0-75-16,-5 0-62 0,-2 0-45 15,-2 0-109-15,0 3-192 16,-2 2-129-16,-4 2-728 0</inkml:trace>
  <inkml:trace contextRef="#ctx0" brushRef="#br0" timeOffset="-190533.3">11687 14361 879 0,'0'0'1558'0,"0"0"-936"16,0 0-160-16,0 0-244 0,0 0-145 16,0 0 21-16,0 0 35 0,0 0 3 15,0 0-4-15,0 0-23 0,54 5-15 16,-37-5-16-16,1 0-6 0,1-1-16 16,4 0-6-16,-5-2-15 0,3 1-9 15,-4 0-4-15,-1 0-6 0,1 0-9 16,-5 2 10-16,-6 0 2 0,0 0 10 15,-4 0 20-15,1 0 29 0,-3 0 115 16,0 2-18-16,0 1-50 16,0 0-33-16,0 2-37 0,-3 4-14 15,1 0-7-15,-2 3-12 0,0 3-15 16,2-1 19-16,0 4-10 0,-4 0 3 16,0-1-3-16,4 2-10 0,-5-1 1 15,5-2-1-15,-2 0-1 0,2-1-1 16,0 0-3-16,0-2 0 0,2-1-9 15,-2-2-3-15,0-1-25 0,0-3-20 16,2 0-31-16,-4-3-49 16,4 0-64-16,4-3-113 0,0 0-167 0,2-6-149 15,0 0-349-15,5-6-447 0</inkml:trace>
  <inkml:trace contextRef="#ctx0" brushRef="#br0" timeOffset="-189656.08">12039 14210 66 0,'0'0'1073'0,"0"0"64"16,0 0-737-16,0 0-139 16,0 0-75-16,0 0 44 0,0 0 4 15,0 0-25-15,0 0-33 0,0 0-15 16,45 17-18-16,-34-14-19 0,5-1-13 15,-3-1-15-15,7-1-3 0,-1 0-10 16,2 0-16-16,-3 0-21 0,1 1-6 16,-5 0-13-16,1 1-5 0,-7 0 2 15,0 2 1-15,-4-1 5 0,-2 0 19 16,3 3 24-16,-3-1 28 0,-2 1-31 16,0 0-31-16,0-1-21 0,0 1-16 15,0-3 1-15,0 2 0 0,0-2 1 16,-2 0 17-16,2-1-9 15,-5 0-9-15,3 0 15 0,2 2-6 16,-2-3-9-16,0 2 13 0,0 0-13 16,2-1-1-16,-4 2 0 0,2-2 0 15,-2 3 0-15,2 1 10 0,0 0-12 16,-4 2 0-16,-3 4 0 0,3 1-1 16,-2 2-2-16,4 1 0 0,-9 3-12 15,7-1 12-15,0 2-10 0,0-3 11 16,2-1-16-16,-5-1-21 0,7-4-13 15,-2-1-9-15,2 0-21 0,2-3-12 16,0-1-7-16,0-3-24 0,0 0-44 16,0-3-109-16,0 0-177 0,6-4-138 15,2-5-73-15,-3 3-414 0,7-9-341 16</inkml:trace>
  <inkml:trace contextRef="#ctx0" brushRef="#br0" timeOffset="-189440.86">12266 14437 920 0,'0'0'1123'0,"0"0"-473"0,0 0-149 16,0 0-65-16,0 0-131 0,0 0-125 15,0 0-55-15,-16 52-20 0,20-45-6 16,2 2-24-16,2 0-26 0,5-2-21 16,-7 0-16-16,6 0-12 0,1-1 0 15,-5 0-2-15,2-1-1 0,3 1-40 16,-7-2-62-16,2 0-81 0,-2 1-56 15,1-2-110-15,3 2-253 0,-8-2-476 16,2 0-906-16</inkml:trace>
  <inkml:trace contextRef="#ctx0" brushRef="#br0" timeOffset="-188262.7">12702 14090 255 0,'0'0'124'0,"0"0"1506"0,0 0-1141 15,0 0-74-15,0 0-43 16,0 0-74-16,0 0-67 0,0 0-33 16,0 0-32-16,-47 50-35 0,43-43-13 15,0 2-10-15,-3 1-6 0,-3 2-7 16,-2 1-12-16,3 4-12 0,-7 2-1 15,3 1-15-15,-7 3-9 0,5-2-9 16,-5 2-10-16,5-4-8 0,-3-2-18 16,7-3-1-16,-1-4-13 15,4-3-2-15,3-4-21 0,3-1-65 16,2-2-123-16,0 0-103 0,7-4 84 16,1-4 11-16,4-2-51 0,-1-4-89 15,1 0-108-15,2-1 67 0,1-3-102 16,1 6-15-16,-5-2 175 0,-1 3 107 15,3 2 135-15,-5-1 113 0,-2 4 43 16,-2 2 116-16,-2 2 50 0,2 0 54 16,-2 2 50-16,-2 0 57 0,0 0 6 15,0 0-98-15,0 0-92 0,3 0-48 16,-3 1 3-16,2 2 86 0,0 3 52 16,0 3-52-16,-2 5-54 0,4 3-19 15,-2 2-11-15,0 9-25 0,-2 3-10 16,0-1-6-16,0 6-9 0,-2-1-7 15,-2-4-16-15,2 1-27 0,-2-4-22 16,2-4-8-16,-3-4-13 0,1-3-1 16,4-8-27-16,0-2-27 15,4-4-95-15,1-3-91 0,1-3-16 0,2-5-19 16,0-6-84-16,7-7-191 16,-7 5-235-16,2-12-731 0</inkml:trace>
  <inkml:trace contextRef="#ctx0" brushRef="#br0" timeOffset="-187576.54">12793 14136 507 0,'0'0'147'0,"0"0"1366"16,0 0-993-16,0 0-86 0,0 0-27 16,0 0-78-16,0 0-71 0,0 0-46 15,0 0-36-15,0 0-31 0,-37 54-28 16,31-39-22-16,4 2-24 0,-2 1-35 15,-2 0-11-15,-1-2-23 0,3-1-1 16,0-2-1-16,2-1-15 16,-2-4-59-16,4-3-48 0,0 0-38 15,0-4-26-15,0-1-31 0,0 0-40 16,4 0-49-16,0-1-14 0,0-5 42 0,0 0 14 16,-4-3 42-16,7 3 64 15,-7 0 92-15,0 2 66 0,0-2 52 16,0 3 22-16,0 0 36 0,-2 2 12 15,-3-2 1-15,5 1 18 0,0 2 19 16,0 0 0-16,0 0-30 0,0 0-37 16,0 0-21-16,5 0-8 0,-1-3 71 15,2 3 32-15,2-2-34 0,3-1-21 16,5 0-9-16,1-3-4 0,-1 4-15 16,9-2-7-16,-4 2-12 15,-1-1-16-15,5 1-9 0,-6 1-25 16,1-1-13-16,-7 2 0 0,-1 0 0 15,-4 0-2-15,-5 0-11 0,-1 0-32 16,0 0-28-16,-2 0-18 0,0 0-23 16,0 1-2-16,0 0-2 0,-4 0-82 15,1 0-15-15,-1 0-18 0,-6 2-4 16,6-3-28-16,-4 3 26 0,-1-1 11 16,-3-1 58-16,4-1 107 0,-3 1 61 15,1 0 16-15,-2 1 88 0,3 0 63 16,3 0 33-16,-4 2 2 0,6 0-3 15,-1-1 14-15,1 2-23 0,0-1-19 16,4 4-24-16,0 0-33 0,-2 6-17 16,2 3 6-16,0 3 2 0,0 4-6 15,0 2 0-15,2 3-19 0,-2 0-18 16,0-3-16-16,0-2-21 0,2-2-22 16,-2-5-3-16,0-2 0 0,0-4-43 15,2-3-68-15,0-2-53 16,3-3-65-16,1-3-57 0,0 0-136 15,2-7-98-15,-4-2-118 0,3 0-586 16</inkml:trace>
  <inkml:trace contextRef="#ctx0" brushRef="#br0" timeOffset="-187361.52">12843 14407 765 0,'0'0'173'15,"0"0"1260"-15,0 0-1014 0,0 0-92 16,0 0 53-16,0 0-96 0,0 0-86 16,0 0-71-16,54 5-53 15,-42-5-27-15,-1-3-36 0,-1 2-11 0,0 0-18 16,-4-3-107-16,1 4-111 0,-3-1-93 16,0 0-88-16,-2 1-139 0,-2 0-209 15,-2 2-61-15</inkml:trace>
  <inkml:trace contextRef="#ctx0" brushRef="#br0" timeOffset="-187184.54">12864 14465 174 0,'0'0'1467'0,"0"0"-737"15,0 0-253-15,0 0-102 0,0 0-105 16,0 0-51-16,0 0-14 0,0 0-32 16,0 0-45-16,0 0-35 0,16 40-49 15,-10-36-23-15,1-1-21 0,-1-1 0 16,8-1-21-16,-5-1-11 0,1 0-61 15,4-5-47-15,-3-3-43 0,5-1-41 16,-3-1-102-16,-1-2-135 16,3 5-207-16,-5-8-671 0</inkml:trace>
  <inkml:trace contextRef="#ctx0" brushRef="#br0" timeOffset="-186830.44">13079 14266 1589 0,'0'0'1430'0,"0"0"-872"0,0 0-164 15,0 0-193-15,0 0-64 0,0 0 15 16,0 0-16-16,58 30-25 16,-38-29-31-16,3-1-19 0,6 0-15 0,-8 0-15 15,1 0-10-15,1 0-6 16,-4 0-12-16,-1 0-3 0,-5 2 0 16,1-2-2-16,-6 0-83 0,1 0-41 15,-3 0-50-15,0 0-40 0,-2 0-46 16,-2 0-87-16,-2-2-172 0,0-1-111 15,0-2-515-15</inkml:trace>
  <inkml:trace contextRef="#ctx0" brushRef="#br0" timeOffset="-186584.44">13205 14274 783 0,'0'0'53'0,"0"0"1297"0,0 0-875 16,0 0-57-16,0 0-99 0,0 0-109 15,-46 56-62-15,44-45-16 0,-2 5-16 16,0 1-8-16,2 0-24 16,0 4-9-16,2 1 5 0,-4 2 7 0,2-1-6 15,-3 1-10-15,1-1-7 0,2-1-14 16,0-4-20-16,2 0-30 16,0-2-2-16,0-6-28 0,2-1-29 15,0-3-74-15,7-3-59 0,-3-3-48 16,0 0-65-16,4-6-142 0,5-4-139 15,-11-2-548-15,6-7-472 0</inkml:trace>
  <inkml:trace contextRef="#ctx0" brushRef="#br0" timeOffset="-186215.16">13201 14084 795 0,'0'0'1207'0,"0"0"-540"15,0 0-106-15,0 0-106 0,0 0-119 16,0 0-104-16,0 0-40 0,0 0-22 16,-17 59-25-16,19-43-22 0,4 6-22 15,-2 5-28-15,7 2-18 0,-5 5-6 16,4 0-13-16,-3 5-5 0,7 1-16 15,-8 0-12-15,7 1 12 0,-3-4-2 16,-4-2-1-16,5-2 6 16,-1-6 12-16,0-2-8 0,-2-6-21 0,3-2-1 15,1-3-12-15,-4-3-7 16,5-3-14-16,-3 2-13 0,-4-4-33 16,5-4-49-16,-5 0-31 0,6-2-32 15,-8-2-34-15,7-3-61 0,-5-5-113 16,4-4-150-16,-6-2-86 0,-1 3-558 15,-3-11-210-15</inkml:trace>
  <inkml:trace contextRef="#ctx0" brushRef="#br0" timeOffset="-185966.41">13362 14205 1004 0,'0'0'622'16,"0"0"391"-16,0 0-499 0,0 0-66 15,0 0-186-15,0 0-149 16,0 0 7-16,0 0 20 0,0 0-37 0,0 0-63 16,27 28-21-16,-15-22-7 15,-2 2-9-15,-3-1 16 0,3 1-3 16,-2 2-13-16,1 0-3 0,-5-1 0 0,0-1-47 16,-2 1-15-16,2-1-28 15,-4-2-32-15,2-1-57 0,-2-4-120 16,0 1-216-16,0-2-455 0,4 0-366 0</inkml:trace>
  <inkml:trace contextRef="#ctx0" brushRef="#br0" timeOffset="-185729.48">13447 14353 278 0,'0'0'134'0,"0"0"1245"0,0 0-695 16,0 0-133-16,0 0-67 0,-54 42-158 16,48-36-93-16,-1 2-27 0,5-2-54 15,0 2-50-15,0 3-43 0,0 1-19 16,-2 2-3-16,-2 1 6 15,6 1-3-15,-4 3-3 0,-2-1-4 16,-1 0-5-16,3 1-7 0,-8-1-5 16,6 0-13-16,-5-3 9 0,7-1-11 15,-8-1-1-15,8-1-2 0,-5-3-19 16,5-3-47-16,2-2-33 0,-2-1-23 16,0-3-27-16,2 0-32 0,-2 0-43 15,4-7-139-15,-2-1-249 0,0 1-111 16,-5-8-515-16</inkml:trace>
  <inkml:trace contextRef="#ctx0" brushRef="#br0" timeOffset="-185424.23">13101 14428 396 0,'0'0'1720'15,"0"0"-1090"-15,0 0-219 0,0 0-236 16,0 0 7-16,0 0-5 0,0 0-1 16,0 0-41-16,0 0-40 0,54 40-14 15,-46-35 0-15,3 2 12 0,-7 0 25 16,-2 2 27-16,2 1 15 0,-4 0-3 16,0 2-29-16,-4 1-33 0,2 4-25 15,-4-3-24-15,-3-1-16 0,1 1-19 16,0-2-11-16,6-1-3 0,-4-4-21 15,-3-2-40-15,7 0-43 0,0-5-64 16,2 0-68-16,0 0-145 0,0-6-373 16,0 0-39-16,0-5-698 0</inkml:trace>
  <inkml:trace contextRef="#ctx0" brushRef="#br0" timeOffset="-184567.09">12192 14879 314 0,'0'0'62'16,"0"0"33"-16,0 0 1158 0,0 0-763 16,0 0-128-16,0 0-49 0,0 0-3 15,0 0 15-15,0 0-47 16,0 0-61-16,0 5-35 0,0-1-17 0,0 1-20 15,0 2-21-15,0 4-19 16,0 4-23-16,2 5-20 0,0 2-29 16,0 6-8-16,0 2-4 0,0 2-19 15,0 0 1-15,-2-1 1 0,6-3 8 16,-3-2-11-16,-1-3 0 0,0-3-1 16,-2-3-1-16,2-3-18 0,0-2-5 15,-2-1-25-15,4-4-25 0,-2-1-15 16,2-2-34-16,-2-3-31 0,0 0-45 15,0-1-67-15,5-6-119 16,-7-2-159-16,2-1-155 0,-2-9-734 0</inkml:trace>
  <inkml:trace contextRef="#ctx0" brushRef="#br0" timeOffset="-184298.54">12120 15112 935 0,'0'0'375'0,"0"0"735"0,0 0-697 16,0 0-83-16,0 0-78 0,0 0-68 16,2 59-29-16,6-44 5 0,0 1-2 15,0 1-24-15,1-1-22 0,1-3-12 16,2 1 5-16,-3-3-13 0,1-3-27 16,-2-2-19-16,7-3-3 0,-5-2-3 15,5-1-15-15,-7-4-10 0,4-3-3 16,1-3 1-16,-3-5-12 15,0-2-1-15,5 1-1 0,-7-4-95 0,4-1-85 16,1-1-70-16,-7 3-134 16,0 5-304-16,-2-3-642 0</inkml:trace>
  <inkml:trace contextRef="#ctx0" brushRef="#br0" timeOffset="-182358.18">11491 15441 268 0,'0'0'137'0,"0"0"965"0,0 0-394 16,0 0-307-16,0 0-159 0,0 0-63 16,0 0 10-16,0 0 47 0,0 0 4 15,0 0-19-15,0 0-10 16,2 17 0-16,-2-9 0 0,0 8-30 16,-2 2-33-16,-2 5-35 0,-6 6-18 15,3 1-16-15,-3 4-24 0,4 4-31 16,-9-1-2-16,3 1-1 0,6-3 0 15,-7 0-6-15,3-3-12 0,2-4-3 16,4 0-1-16,-5-5 1 0,9-3-2 16,-2-3-13-16,0-4 0 0,2-2-22 15,0-3-33-15,0-1-21 0,0-1-22 16,0-1-16-16,2-3-9 0,-2 1-31 16,2-3-57-16,-2 0-141 0,0-3-201 15,7-6-114-15,-5 0-392 0,-2-10-404 16</inkml:trace>
  <inkml:trace contextRef="#ctx0" brushRef="#br0" timeOffset="-182054.18">11299 15646 707 0,'0'0'714'0,"0"0"669"0,0 0-918 15,0 0-239-15,0 0-55 0,0 0 87 16,0 0 49-16,0 0-43 0,0 0-51 16,0 0-41-16,29 27-22 0,-17-19-50 15,-1 4-33-15,-1-1-21 0,2 1-15 16,3 3-7-16,1 2-22 0,1-3 1 16,-1 1-1-16,1-2-2 0,-1-1-1 15,1-3 0-15,-3-2-39 0,3-2-69 16,-7-3-59-16,5-2-47 0,-1 0-37 15,3-2-99-15,-3-5-137 0,-1-1-209 16,-5 2-328-16,4-5-437 0</inkml:trace>
  <inkml:trace contextRef="#ctx0" brushRef="#br0" timeOffset="-181514.49">11692 15591 1510 0,'0'0'1923'0,"0"0"-1418"0,0 0-228 16,0 0-274-16,0 0 40 0,0 0 44 16,0 0 0-16,0 0-37 0,58 15-35 15,-50-13-14-15,6-1 2 16,-1 0-3-16,-7 1-21 0,0-2-38 15,-2 4 3-15,0-2 9 0,-2 1 23 16,-2 0 21-16,0 2-19 0,0-3-13 16,0 3 1-16,0-1 0 0,-4 1 15 15,2-2 7-15,-2 1 11 0,2-2 0 16,-2 0 1-16,2 1 12 0,0-1 22 16,2-1 19-16,0 1 0 0,0-1-3 15,0 0-19-15,0-1-16 0,0 0-12 16,0 0-3-16,0 0-13 0,0 0-9 15,0 0-2-15,0 0-1 0,0 0 3 16,0 0 0-16,0 0 22 0,0 0 0 16,0 0 2-16,0 0-1 0,0 0-1 15,0 0-1-15,2 2-1 0,0-2-1 16,-2 0 0-16,0 0-13 0,2 0 13 16,0 0-18-16,0 2-11 0,0-2-27 15,-2 0-23-15,2 0-12 0,-2 0 0 16,2 1 15-16,-2-1 32 15,0 0 25-15,0 0 18 0,0 0 4 16,0 0 0-16,0 0 0 0,0 0-28 16,0 0-20-16,0 0-59 0,0 0-81 15,0 0-77-15,0-3-88 0,0 0-145 16,0 0-229-16,-4-3-319 0,8 21 606 0</inkml:trace>
  <inkml:trace contextRef="#ctx0" brushRef="#br0" timeOffset="-181055.35">11747 15630 431 0,'0'0'40'15,"0"0"598"-15,0 0 169 16,0 0-519-16,0 0-194 0,0 0-32 0,0 0-14 15,0 0 27-15,0 0 38 16,0 0 6-16,-12-1 23 0,8 1-8 16,2 0 7-16,0 0 51 0,0 0 21 15,2 0-23-15,0 0-30 0,0 0-34 16,0 0-38-16,0 0-38 0,0 1 0 16,0 0 19-16,0-1 8 0,6 3 57 15,0-1 23-15,-2-1-31 0,9 3-40 16,-5-2-28-16,4 2 3 0,3-2-5 15,-3 1-11-15,5-1 7 16,-7-1 3-16,2 0-6 0,1 1 0 16,-3 0-7-16,1 0-8 0,1-2-4 15,-4 3-12-15,3-2-17 0,-1 1 0 16,-4 0-1-16,0-1 0 0,3 0-1 16,-5-1-2-16,4 0-15 0,-4 0-25 15,0 0-8-15,-2-1-4 0,2-2 3 16,-2 1-9-16,1-2-18 0,-1 2-16 15,0-2-21-15,-2 0-35 0,0 0-53 16,0-3-94-16,0 2-129 0,-2-1-152 16,0 1-189-16,-5 1-650 0</inkml:trace>
  <inkml:trace contextRef="#ctx0" brushRef="#br0" timeOffset="-180761.89">11853 15652 852 0,'0'0'42'0,"0"0"1407"0,0 0-991 0,0 0-54 16,0 0-57-16,0 0-85 0,0 0-46 15,0 0-49-15,0 0-5 16,0 0 11-16,-10 44 0 0,10-34-23 16,0 5-21-16,4-1-22 0,-4 3-7 15,2 1-14-15,-2 2-10 0,0-1-10 16,0 2-17-16,0 0-6 0,0-1-13 15,0 1-9-15,0-4-9 0,0-3-12 16,-2 0 0-16,2-4-21 0,0-3-18 16,0-2-65-16,2-2-42 0,2 1-15 15,-2-2-13-15,2-2-23 16,2 0-71-16,3-1-96 0,-1-7-210 0,-4 1-158 16,0-7-602-16</inkml:trace>
  <inkml:trace contextRef="#ctx0" brushRef="#br0" timeOffset="-180030.42">12111 15690 76 0,'0'0'1979'15,"0"0"-1364"-15,0 0-156 0,0 0-140 16,0 0-135-16,0 0-20 0,0 0 53 16,0 0-10-16,0 0-43 0,0 0-27 15,27 22-45-15,-17-18-30 0,-3-2-28 16,1 0-23-16,0-1-11 0,5-1-2 15,-7 0-10-15,4 0-22 0,-4 0-96 16,5-1-80-16,-7-1-55 0,0-1-101 16,0 0-209-16,-2 3-107 0,-2-1-504 15,0 2-65-15</inkml:trace>
  <inkml:trace contextRef="#ctx0" brushRef="#br0" timeOffset="-179838.22">12165 15834 565 0,'0'0'59'0,"0"0"1443"15,0 0-972-15,0 0-39 0,0 0-93 16,-14 52-110-16,14-45-58 0,2-2-56 16,0 1 3-16,4-2 3 0,0-1-36 15,0-1-54-15,5 0-38 0,-5-1-34 16,4-1-15-16,3 0 9 0,-5-4-12 16,6-2-2-16,1-2-16 0,-3-6-3 15,5-2-90-15,-5-2-86 16,7-3-60-16,-5-3-106 0,1-1-315 0,-3 6-491 15,0-9-817-15</inkml:trace>
  <inkml:trace contextRef="#ctx0" brushRef="#br0" timeOffset="-179104.73">12446 15540 295 0,'0'0'1395'15,"0"0"-692"-15,0 0-161 0,0 0-66 16,0 0-112-16,0 0-103 0,0 0-67 15,0 0-45-15,0 0-43 16,0 0-8-16,23 43-14 0,-9-39-10 0,-5 2-19 16,7-1-24-16,-6-3-16 15,1 0-15-15,1 0 0 0,-4 0-1 16,-1-2-30-16,1 0-70 0,-4 0-63 16,6 0-52-16,-5 0-63 0,-1-4-146 15,0 0-228-15,-2-1-414 0,-2 2-487 0</inkml:trace>
  <inkml:trace contextRef="#ctx0" brushRef="#br0" timeOffset="-178895.36">12485 15671 278 0,'0'0'1948'0,"0"0"-1425"0,0 0-301 15,0 0 69-15,0 0 11 0,0 0-106 16,0 0-76-16,0 0-39 0,62 13-18 15,-51-11-21-15,5-1-26 0,-5 2-15 16,5 0 1-16,-3-3-2 16,-5 2-41-16,0 0-78 0,-2-1-60 0,1 0-84 15,-5 2-11-15,0 0-59 16,-2 2-86-16,0 0-603 0,-13 6-404 0</inkml:trace>
  <inkml:trace contextRef="#ctx0" brushRef="#br0" timeOffset="-178650.77">12552 15869 242 0,'0'0'1679'0,"0"0"-1041"0,0 0-220 15,0 0-104-15,0 0-41 0,0 0-52 16,0 0-23-16,0 0-31 0,0 0-45 16,0 0-29-16,51 48-16 0,-38-46-15 15,-3 0-6-15,4-2-10 0,-3 0-9 16,-1 0-12-16,5-2-7 0,-9-1-15 15,4-2 0-15,-2-2 10 0,3-3-13 16,-5 0 0-16,4-5-2 0,1 0-45 16,-1-5-51-16,-2-1-79 15,3-1-59-15,3-3-110 0,-8 2-266 16,2 6-468-16,1-7-757 0</inkml:trace>
  <inkml:trace contextRef="#ctx0" brushRef="#br0" timeOffset="-178310.52">12800 15586 811 0,'0'0'2133'15,"0"0"-1539"-15,0 0-367 0,0 0-63 16,0 0-9-16,0 0-9 0,62 16-21 16,-42-14-32-16,1-2-25 0,0 0-16 15,1 0-9-15,-3 0 0 0,-2 0-15 16,5 0-6-16,-5-2-20 0,1 0 0 16,-5 0 0-16,-1 0-2 0,3-1-10 15,-9 1-67-15,4-1-22 0,1-1-44 16,-5-1-31-16,-4-1-24 0,4-1-50 15,-2-1-135-15,0-1-90 0,-2 0-108 16,-2 2-540-16</inkml:trace>
  <inkml:trace contextRef="#ctx0" brushRef="#br0" timeOffset="-178032.42">13029 15446 171 0,'0'0'671'16,"0"0"574"-16,0 0-821 0,0 0-44 0,0 0-50 15,0 0-56-15,-14 50-31 0,14-37-41 16,0 3-26-16,0 0-42 0,0 5-19 16,0 1-13-16,0 3 0 0,0 1-19 15,0 1-9-15,0 2-9 0,-2 1 2 16,2-2-9-16,-5-3-12 0,-5 2-12 15,6-3-6-15,-2-1-13 0,-3-4-15 16,5-2-1-16,-2-5-2 0,2-2-58 16,0-5-59-16,4-4-95 0,-2-1-94 15,2-2-338-15,0-4-464 16,0-6-313-16</inkml:trace>
  <inkml:trace contextRef="#ctx0" brushRef="#br0" timeOffset="-177531.32">13292 15513 905 0,'0'0'560'15,"0"0"549"-15,0 0-588 0,0 0-34 16,0 0-146-16,0 0-84 0,0 0-58 16,-15 55-53-16,15-44-20 0,2 3-9 15,0 2 0-15,2 2-28 16,1 2-34-16,-1-1-31 0,-2-1-24 15,6 0 0-15,-4-4-15 0,0-3-34 0,-4-1-52 16,2-1-53-16,2-4-52 16,-1-2-42-16,1-3-141 0,-2 0-282 15,0-5-136-15,4-8-531 0</inkml:trace>
  <inkml:trace contextRef="#ctx0" brushRef="#br0" timeOffset="-177284.29">13461 15490 643 0,'0'0'1594'0,"0"0"-926"0,0 0-252 15,0 0-48-15,0 0-60 0,17 62-98 16,-13-43-51-16,0 1-44 0,0 7-29 16,0 1 13-16,-4 0-1 0,0 3-6 15,0-1-24-15,-6 0-13 16,-2 0-19-16,1-2-20 0,-5-3-16 15,0-4-1-15,3-2-42 0,-3-3-46 0,4-8-31 16,4-2-52-16,-1-3-44 16,5-3-108-16,-2-4-352 0,2-2-612 15,-2-6-542-15</inkml:trace>
  <inkml:trace contextRef="#ctx0" brushRef="#br0" timeOffset="-176849.45">13610 15523 522 0,'0'0'159'0,"0"0"1079"0,0 0-749 15,0 0-137-15,0 0 23 0,0 0 30 16,0 0-55-16,0 0-48 15,45 50-26-15,-26-43-44 0,-2-1-82 0,1-1-24 16,9-2-32-16,-4 1-26 0,4-4-17 16,-5 0-23-16,7 0-16 15,-4 0-12-15,-4-5 0 0,2 0-12 16,-9 1-55-16,0-1-34 0,-5 0-43 16,-1-1-31-16,-4 1-25 0,-2-2-39 15,2 0-96-15,-4-2-237 0,0-1-149 16,0 4-554-16</inkml:trace>
  <inkml:trace contextRef="#ctx0" brushRef="#br0" timeOffset="-176618.45">13848 15468 412 0,'0'0'124'0,"0"0"1349"16,0 0-871-16,0 0-194 0,0 0-41 15,0 0-81-15,0 0-75 16,0 0-19-16,0 0-23 0,-7 65-17 15,7-44-28-15,7 2-22 0,-1 4-35 16,-2 2-27-16,2 2 9 0,0 0-21 16,-1-2-3-16,-5-1-4 0,4-3-9 15,0-1-12-15,-2-4 0 0,2-1-12 16,-2-5-49-16,2-3-59 16,0-2-53-16,-2-4-63 0,0-3-118 0,1-2-285 15,-3 0-119-15,0-8-819 0</inkml:trace>
  <inkml:trace contextRef="#ctx0" brushRef="#br0" timeOffset="-176383.17">13856 15624 229 0,'0'0'1873'0,"0"0"-1150"15,0 0-229-15,0 0-76 0,-27 50-141 16,19-33-73-16,-1 1-80 0,3 2-37 15,-8-1-25-15,6-1-10 0,-1 0-12 16,-7 2-6-16,1-4-9 0,5 0-13 16,-2-4-11-16,-1-2-1 0,11-5-27 15,-4 0-60-15,4-5-67 0,2 0-102 16,0-3-257-16,2-3-160 0,0 1-356 16,4-7-540-16</inkml:trace>
  <inkml:trace contextRef="#ctx0" brushRef="#br0" timeOffset="-171807.01">11344 13852 14 0,'0'0'189'0,"0"0"-94"0,0 0 16 15,0 0 680-15,0 0-478 0,0 0-212 16,0 0-62-16,11 17 68 0,-11-14 26 16,2-3-36-16,0 1-19 15,0 2 20-15,2-2-1 0,-2 0 6 16,2 0 4-16,0 3-13 0,-2-4-27 16,7 2-31-16,-3 2-20 0,2-2-16 15,3 1-1-15,1 0 0 0,2 1-12 16,5-2 13-16,2 0 1 0,6 1 12 15,1-3-11-15,8 0 1 0,-1-3 20 16,2 0-7-16,6-2-6 0,-1-1-10 16,3 2-2-16,3-4 2 0,-1 5 0 15,5-2 3-15,-7 0 0 0,9 3 0 16,2-1 16-16,8 1 1 0,6 1 5 16,-6 0-12-16,-10 1 3 0,-17 0-15 15,-8 0 3-15,9 0 9 0,1 0-13 16,6 0-2-16,-5 1 1 0,-3 0-2 15,0 1 0-15,-4-1 3 0,0 1 0 16,-2-2-1-16,-4 0 0 0,0 0 1 16,-6 0 1-16,-3 0 0 15,-3 0 1-15,-1 0 1 0,-10 0-1 16,4 0 2-16,-3 1 9 0,-3-1-10 16,-2 0 42-16,0 0 28 0,0 0 11 15,0 0-43-15,-2 0-39 0,0-1-2 16,-3-2-3-16,3 0 2 0,-2-1-15 15,2 2-3-15,2 1 6 0,0-3 0 16,-2 0-9-16,2 1-10 0,-2-2 0 16,2-2-16-16,0 0 3 0,0-2 6 15,0-1 4-15,2-3-4 0,0-2 17 16,0 2 2-16,2-1 1 16,0-2 0-16,3 1 16 0,-5-1 1 15,6-1 1-15,-4-1-11 0,-2-1 8 16,0-2 3-16,-2-1 0 0,0-3 2 15,2-1 1-15,0-3 14 0,-2 0-14 16,0-3-2-16,0 0 0 0,0-1 2 16,0 4-2-16,0-3 0 0,0 2 1 15,-2 1-1-15,0-1-2 0,2 5-14 16,-2 0-7-16,2 3 0 0,0 0-9 16,-2 4-20-16,2 1 1 0,-2 4-1 15,0 2 16-15,0 3 17 0,2 2 19 16,-6 1 18-16,6 3 8 0,-4-2 0 15,2 4-10-15,-3 0-14 0,3 0-2 16,0 0-12-16,0 2-8 0,2 0 7 16,0-2-6-16,0 4 16 15,-2-4-17-15,2 1 20 0,0 2 0 0,-2-1 3 16,0 0 14-16,-2-1-1 16,-2 2 6-16,2-2 1 0,-1 0 9 15,-1-1 4-15,2 2-23 0,-2-1-11 16,-4-1-1-16,-3 0-1 0,5 0-3 15,-9-1-1-15,5-2 2 0,-7 2 0 16,1-2-1-16,-5 2 2 0,0 0 1 16,-2 1 11-16,-1 0-10 0,-5 0 1 15,-3 2 14-15,1-1-3 0,0 1-11 16,-2 0 0-16,-4-2-1 0,0 2 12 16,1-1-10-16,-1-1 0 0,0 0-2 15,-2 0 0-15,-3 0-1 0,1 0 0 16,1 0-2-16,-3-3-1 0,4 3 1 15,-5 0-14-15,1 0 13 0,1 0 1 16,1 0-14-16,-3 2 3 0,1 1 13 16,6 1-1-16,-3-1-11 0,1 0 10 15,4 2-34-15,-1 0 33 0,3 1 3 16,2 0 10-16,4-1 2 0,2 1-8 16,7-2-2-16,-3 0 17 15,11 1 17-15,-3-3-14 0,5 1-18 16,4-2-4-16,4-1-2 0,2 0-14 15,0 0-77-15,0 0-27 0,0 0 85 16,2 0 18-16,0 0 16 0,0 0-1 16,0 0-1-16,2 0 3 0,0 0 0 15,-2 0 26-15,-2 0 26 16,2 0 22-16,-2 0 3 0,0 1-9 0,0 1-3 16,0 1-11-16,0 3-18 15,0 0-10-15,0 1-7 0,0 1-3 16,-4 4 3-16,2 4 10 0,-4 1 3 15,4 2 10-15,-2 4-16 0,2 1-1 16,-7 2 7-16,3 4 10 0,0-2 9 16,0 5-3-16,-1-2 0 0,-1 6-3 15,4 3-4-15,0 2-6 0,2 3-6 16,2 0-13-16,0-2 0 0,2-1-13 16,2-3 16-16,0-4-18 0,7-5 0 15,-5-4 0-15,0-2-1 0,0-6 0 16,0 0-12-16,3-5 8 0,-5-1-15 15,-2-3-28-15,2-3-33 0,-2 0-35 16,0-3-55-16,0-3-93 0,0-3-199 16,-2-3-551-16</inkml:trace>
  <inkml:trace contextRef="#ctx0" brushRef="#br0" timeOffset="-169652.85">9548 13883 58 0,'0'0'97'0,"0"0"11"0,0 0-10 16,0 0 602-16,0 0-397 0,0 0-104 15,0 0-46-15,0 0-14 0,0 0-64 16,0 0 3-16,-25 31-13 0,19-29 32 15,0 1 3-15,0 0 14 16,-1-1-8-16,-3 1-15 0,0 0-17 16,-1 0 0-16,1-3-39 0,-2 1-6 15,-1 0-3-15,-3-1-23 0,-1 0-3 16,-1 0-13-16,-3 0-9 0,-2 0 22 16,0 0 0-16,-1 0 0 0,-3 0-11 15,2 0 11-15,-2 0 18 0,-4 0-17 16,4-2 11-16,-2-4 3 0,-2-1-14 15,0-1 14-15,-2-2 26 0,-4 1-41 16,2-5-19-16,-4 3 3 0,1-3-10 16,-3 3 0-16,2-1 24 0,-5 3 0 15,3 2 2-15,-2 1 0 0,-1 0 1 16,1 3 17-16,-1 0-2 0,1 3 20 16,2-1-11-16,-1 1 14 0,3-2-4 15,0 1-9-15,4 1 16 0,-1 0-1 16,5 0 1-16,0 0-4 0,7 0-15 15,-1 0 5-15,2 0 11 0,4 0 5 16,7 0 11-16,2 0-17 16,4 0-13-16,1 0-25 0,3 0-10 0,2 0-60 15,0 0-20-15,0 1 17 16,0-1 2-16,0 0-9 0,0 0 19 16,0 0 42-16,0 0 17 0,0 0 0 15,0 0 2-15,0 0 13 0,0 0 12 16,0 0 11-16,0 0-14 0,0 0-6 15,0 0-14-15,0 0 11 0,0 0 3 16,0 0 10-16,0 0 2 0,0 0 3 16,0 0-31-16,0-1-16 0,-2-3 14 15,-2 1-1-15,4 0-10 16,0 0-3-16,0-3-6 0,-2-2-1 16,0-2 1-16,2-5 3 0,0-4-1 15,-2-1 4-15,0-4-16 0,2 1-3 16,0-4-10-16,0 4 6 0,0-4 4 15,0 1 6-15,4-1 10 0,-2-5-10 16,0-2-23-16,4-3-41 0,1-2-72 16,-1-3 49-16,0 1-14 0,2 2 62 15,0 4 32-15,-1 2 17 0,-3 6 17 16,0 6 1-16,-2 4 1 0,2 3 13 16,-2 2 6-16,0 1 10 0,-2 4 4 15,0 1-11-15,0-1 1 0,4 2-7 16,-4 5-13-16,0-2 20 0,0 2 0 15,0-2-4-15,0 2-6 0,0 0-13 16,0 0-16-16,2 0-13 0,-2 0-4 16,0 0-2-16,3-1 33 15,1 1 2-15,0-2 3 0,2 1 13 16,2-2 4-16,1 2-17 0,3-1 10 16,0-3 0-16,5 2-10 0,-1 0 26 15,3-1 0-15,2 1 4 0,3-1 12 16,1 1 10-16,4-3-16 0,2 1-1 15,2 3-15-15,2-4-21 0,5 0 47 16,3 1 5-16,-2 1-22 0,7-2-31 16,0 1 0-16,5-3 21 0,-3 3-21 15,0 1 12-15,-1-2 16 0,-8 4-16 16,7-2 0-16,-7 2 3 0,1 1-3 16,-5 0-12-16,-2-1-1 0,-6 2 3 15,0 0-2-15,-4 0 3 0,-5 0-2 16,1 0 0-16,-6 0-1 0,-3 0 1 15,0 0 0-15,-5 0 11 0,-1 0-12 16,0 0-1-16,-4 0 1 0,2 0 0 16,0 3 0-16,0-2 0 0,5 3-1 15,1 0 0-15,0 1 1 0,3 0 1 16,3 1-1-16,-1-1-1 16,1 1 1-16,1-2-1 0,-1 0 2 15,-1-1 1-15,-1 2 10 0,-3-2-11 16,-1 1 11-16,-2-1-10 0,1 0 13 15,-3-2-13-15,-2 1 1 0,0-1-1 16,0 1-2-16,0-1 0 0,-2 0-1 16,2 1 1-16,1-2 1 0,-5 2 11 15,2-2-11-15,-2 0 1 0,0 0 17 16,0 0-1-16,0 0-16 0,2 2-2 16,-2-1 0-16,2 0 0 15,0 2 12-15,0 0-13 0,2 1 0 0,0-1-1 16,0 0-1-16,3 2 0 15,-5-3 2-15,2 0 1 0,-2 1 2 16,2 2 10-16,-2-3-12 0,0 1 12 16,-2 1 0-16,2 0-10 0,0-3 10 15,-2 4-10-15,2-1 13 0,0 0 0 16,0 2-13-16,1-1 13 0,-3 1-14 16,4 2 11-16,-4 1-10 0,2 1 13 15,0 2 7-15,-2 0-4 0,2 5 3 16,-2 1 7-16,0 2 9 0,2 3-2 15,-2 1-17-15,0 1 0 0,0 3-16 16,0-2 10-16,0 2-13 0,2 1 0 16,-2-1 0-16,2 5 0 0,0-5 0 15,2 2 16-15,0 1-13 0,-2-1 16 16,3 1 3-16,-1-5-3 0,-4 1 4 16,2-4-20-16,0-2 0 15,0-2-1-15,-2 0 0 0,0-4-2 16,0-1 0-16,0-1-19 0,0-1-13 15,-2-1-15-15,0-3 2 0,0-1 3 16,2-1-2-16,0 4-4 0,-4-6 0 16,4 0-19-16,-2 0-49 0,2-3-74 15,-3-1-93-15,3 0-258 0,-4-4-694 0</inkml:trace>
  <inkml:trace contextRef="#ctx0" brushRef="#br0" timeOffset="-146648.22">6476 13318 66 0,'0'0'59'0,"0"0"-59"16,0 0 1-16,0 0 11 0,0 0-10 16,0 0 1-16,0 0-3 0,-2-6 17 15,0 6 25-15,2-3-13 16,0 3 4-16,0-2-20 0,0 1 20 16,0-3-20-16,0-1 437 0,0-1-255 15,0 2-61-15,0 0-1 0,0-1 20 16,0 1-19-16,0 1 44 0,0 0-35 15,0 0-10-15,0-1 20 0,0 1 15 16,0 2 17-16,0-1 31 0,0 0 22 16,0 1 2-16,0-1-52 0,-2 1-67 15,2-1-42-15,-2 1-19 0,0-1 4 16,0-1-4-16,0 3 6 0,0 0 12 16,0-1 23-16,-5 1 28 0,5 0 2 15,-4 0-19-15,2 0-25 0,-4 3-19 16,0 1-7-16,-5 4-17 0,3 3-17 15,-5 3-2-15,5 2-22 0,-4 4 0 16,1 3 0-16,3 0 13 16,-1 1-4-16,1 2 0 0,4-2-10 0,2 1-1 15,2-2-1-15,2 1-3 16,0-2-31-16,6 2 10 0,2-1-4 16,7 1 0-16,-1-6 4 0,5-1 2 15,-3-6-9-15,9-2-3 0,-2-6 13 16,-3-3 5-16,5 0 14 0,0-9 2 15,-2-4 0-15,0-3 12 0,-5-4 10 16,-1-4-3-16,1-2-4 0,-3-2 3 16,-1 2-5-16,-5 1 2 0,-1 0 4 15,-6 3 2-15,0 1 16 0,-2 2 31 16,0 0 18-16,-4 1 9 0,-7 2 9 16,1 0-12-16,-4 1-16 0,-1 1-27 15,-1 2-25-15,-1 1-21 0,-4 2 7 16,5 1-10-16,-3 2-12 0,1 4-15 15,1-1 9-15,3 1-31 0,3 1-31 16,1 1-27-16,6 0-21 16,2 0-32-16,2 0-109 0,0 0-284 15,6 0-52-15,4-1-70 0,-1-1-429 16,3 0-348-16</inkml:trace>
  <inkml:trace contextRef="#ctx0" brushRef="#br0" timeOffset="-146111.94">6832 13284 580 0,'0'0'56'0,"0"0"1293"15,0 0-915-15,0 0-163 0,0 0-78 16,0 0-36-16,0 0 23 0,0 0 4 16,0 0 10-16,0 0-11 0,-31 7-16 15,27-2-22-15,-5 0-30 0,1 1-15 16,-2 5-19-16,-3-1-22 0,3 5-19 16,-2 3-28-16,1 4-12 0,1 3-2 15,0 1-16-15,1 4-1 0,5 1-6 16,2 1 0-16,2-2 1 0,0-4 5 15,4-4-9-15,5-2-3 0,1-5-6 16,0-2-7-16,5-2-18 0,-3-5-4 16,5-2-4-16,-3-2 8 0,5-2 24 15,-5-1 16-15,5-5 20 0,-5-1 0 16,3-3 2-16,-3-3 13 0,-1 1-13 16,-1-3 25-16,-2-2 12 15,-3-1 4-15,-3 0 20 0,2-4 13 16,-4 1-8-16,-2-1 5 0,0-1-5 15,0-1-17-15,0 2-5 0,-4 1-4 16,0 0 0-16,-4 3-3 0,1 1 0 16,-3 3-6-16,2 3-6 0,-3 2 2 15,-1 1-26-15,2 3-1 0,-1 1-13 16,3 4-76-16,2-2-50 0,0 2-32 16,4-1-32-16,-3 1-61 0,5 0-173 15,0 0-552-15,5 0-53 0,1 0-297 0</inkml:trace>
  <inkml:trace contextRef="#ctx0" brushRef="#br0" timeOffset="-145568.37">7101 13630 458 0,'0'0'127'0,"0"0"936"16,0 0-602-16,0 0-156 0,0 0 24 16,0 0-56-16,0 0-20 0,-56 6-21 15,50-8-29-15,-1-2-15 0,1 0-27 16,-2-2-30-16,2 0-21 0,-1-3-24 15,1-2-17-15,0-3-14 16,0-2-18-16,0-5-3 0,4-4 0 16,2-6-9-16,0-2-7 0,0-2-5 15,0-4-1-15,0-1 3 0,6 2-12 16,-2 1 13-16,4 2-13 0,-2 4-2 16,3 4 0-16,-3 3-1 0,0 5 0 15,0 4 0-15,0 3-1 0,-1 3-1 16,-1 5-1-16,-4 1-9 0,2 3 12 15,2 0 1-15,-2 3 11 0,2 5 12 16,2 5 16-16,1 6 19 0,1 4 2 16,2 4-21-16,0 4-16 0,3 2-11 15,-5 2-10-15,2-1 12 0,1 0-12 16,-5-3 9-16,2 0-9 0,1-2 9 16,-5-1-8-16,0-3-4 0,-4 1-14 15,2-5-22-15,0-1-26 0,-2-6-17 16,0-3-26-16,0-4-33 0,0-2-42 15,0-2-93-15,0-1-127 16,-4-2-207-16,4 0-172 0,-6-8-765 0</inkml:trace>
  <inkml:trace contextRef="#ctx0" brushRef="#br0" timeOffset="-145374.11">6985 13389 148 0,'0'0'1899'15,"0"0"-1327"-15,0 0-157 0,0 0-178 16,0 0-161-16,0 0 70 0,0 0 60 16,0 0-23-16,0 0-64 0,51 21-52 15,-36-21-29-15,1 0-20 0,1 0-17 16,2-4-1-16,-1-2-23 0,-1 0-181 16,1-2-115-16,-3 5-229 0,-3 0-655 0</inkml:trace>
  <inkml:trace contextRef="#ctx0" brushRef="#br0" timeOffset="-143888.33">7132 13896 272 0,'0'0'3'0,"0"0"336"15,0 0 130-15,-58 9-225 0,37-2-78 16,-2-1 26-16,-2 0-16 0,-1 3-37 15,-5-1 10-15,2-2-51 0,-2 0-50 16,-2-1 33-16,-1 1-16 0,-1-4-33 16,-2 1-29-16,2 0-3 0,-2-1-1 15,-2 4-18-15,1-2 19 16,-1 1 3-16,2 0-1 0,2 0 0 16,-3-1 0-16,10-1-2 0,-3-3-3 15,2 0-19-15,2-1-17 0,0-4-6 16,0-1-11-16,6-2-28 0,-1 2 16 15,1-2 37-15,6 1 31 0,3 3 13 16,0-2 10-16,3 2 9 0,1 0 17 16,4 0-20-16,-2 0-27 0,0-1-2 15,1-1 23-15,-1 2-4 0,0-2 0 16,-2 0-18-16,4-2-1 0,-1 2-10 16,-1-1-13-16,2 1 7 0,0-2 16 15,0 2 2-15,2-1-2 0,-2-3-15 16,2 3-1-16,0-1 12 0,2-2-12 15,0 2 6-15,0-1 10 0,0-1 25 16,0 1 27-16,0-4 0 0,0-1-4 16,0-3-2-16,0-1-27 0,0-4 10 15,0-3-13-15,0-3-12 16,0-4 18-16,0-3-19 0,2-2 17 16,-2-4 6-16,6-2-10 0,-4-3-13 15,4-8 0-15,0-5 17 0,0 3-18 16,-1 8 1-16,3 5 20 0,-4 9-21 15,4-5-2-15,1-6 0 0,-1 5-29 16,4 1 17-16,-1 0 12 0,-3 2 0 16,4 1-2-16,-1 3 2 0,-3 2 0 15,4 3 0-15,-3 4 0 0,-1 6-12 16,-2 3 10-16,4 4 1 0,-3 2-27 16,-1 4 24-16,0 3 4 0,-2-2 33 15,4 3 9-15,1 1-4 16,-1-1-6-16,0 1-3 0,2 0-12 15,3 0-15-15,-1 0 27 0,7 0-4 16,2 0-21-16,1 1 28 0,3 0-13 16,4 1-6-16,4 2-11 0,4 0 0 15,3-1 9-15,-1 2-9 0,15 1 9 16,8 0-9-16,8-1 1 0,4 1 36 16,-5-1-23-16,-5-1-4 0,-11 1 14 15,-5 0-3-15,-13-1-11 0,-4 0 1 16,-4 2-12-16,2 0 0 0,0 2 3 15,2 3 21-15,-13 0-2 0,3 0-20 16,-9-1 54-16,-5 0 49 0,-5 0 43 16,0-1-15-16,-2-1-27 0,0 2-34 15,0-2-19-15,-2 2-17 0,0-1-15 16,2 2-6-16,-2 3-14 0,2 1 1 16,0 4-3-16,0 1-1 0,0 3-2 15,2 5 0-15,2 3 0 0,2 3-16 16,0 3 17-16,0 3-14 15,-1 0-3-15,3 0-25 0,-4 0 10 16,0-1 5-16,2-2 10 0,-4 0 3 16,5-2-6-16,-5-3 19 0,-2-1 3 15,0-1 0-15,0-4 16 0,0-1 6 16,0-1 22-16,-5-2 44 0,-1-2-3 16,0-1-19-16,-4-2 0 0,1-3-12 15,-1 1-7-15,-2-1-13 0,3 0-12 16,1-2-5-16,0 1-17 0,4-3-13 15,0 0-11-15,0-1-1 0,-1 0-13 16,5-2-19-16,0 0-9 0,0-2-3 16,-2 0-7-16,2-1 4 0,0-1 12 15,0 0 19-15,-2 1 22 0,0-1 17 16,0 0 2-16,2-2 1 0,-4 3 15 16,2-2 0-16,-2 0-14 15,-2 0 1-15,1-2-1 0,-1 0-2 0,0 0-16 16,0 0 4-16,0 0-1 15,-7 0 0-15,5-2 12 0,0 1 0 16,-9-2-18-16,7 3-13 0,-5 0-15 16,-3 0-52-16,-5 3-53 0,4 2-50 15,-3 6-16-15,-5 1-20 0,4 1-56 16,-2 3-115-16,0 0-238 0,5-4-452 16</inkml:trace>
  <inkml:trace contextRef="#ctx0" brushRef="#br0" timeOffset="-142661.61">6385 14259 11 0,'0'0'143'15,"0"0"56"-15,0 0 1177 0,0 0-1000 16,0 0-88-16,0 0-20 0,0 0-23 16,0 0-18-16,0 0-45 0,0 0-32 15,-33 15-11-15,31-6-22 0,0 4-44 16,2 5-26-16,-4 7-12 16,4 5-10-16,0 4 16 0,0 4 2 15,4 4-17-15,0-3 2 0,9-1-8 16,-5-1-2-16,2-5-16 0,9-2 20 15,-7-6-22-15,5-3-2 0,-1-9-29 16,1-2 11-16,-3-7-14 0,1-3-1 16,1 0 15-16,-3-8 18 0,-1-4 3 15,1-2-1-15,-3-5 44 0,0-5-9 16,-1 1-12-16,-3-4 24 0,4 1-16 16,-4 0 15-16,0 0-44 0,-1 2-2 15,1 2 2-15,-6 0 26 0,2 0-16 16,-2 3 7-16,0-1-4 0,0 3 1 15,-2 3 6-15,-2 2 9 0,0 3 0 16,-3 2-6-16,5 3-25 0,-4-1-52 16,6 2-101-16,-2 3-110 0,2 0-97 15,0 0-371-15,0 0-680 0</inkml:trace>
  <inkml:trace contextRef="#ctx0" brushRef="#br0" timeOffset="-142000.46">6919 14272 213 0,'0'0'183'0,"0"0"1328"16,0 0-1041-16,0 0-150 0,0 0-37 16,0 0-50-16,0 0-48 15,0 0-39-15,0 0-26 0,0 0-12 16,-13 5-11-16,11-5-9 0,-2 0 6 0,2 0-15 15,-6 0-7-15,-1 0-16 16,5 0 0-16,-6 0-12 0,0 6-1 16,-1 0-9-16,-3 6-9 0,-3 3-22 15,5 8-3-15,-3 2 0 16,3 2-3-16,2 5-16 0,-1 1 17 0,3 0-1 16,2-3 3-16,0-2 3 0,2-1 16 15,-1-2 9-15,3-3-25 0,2-2 15 16,0-3 4-16,0-1-7 0,7-4-2 15,-3-1-13-15,4-1-3 0,2-3-22 16,1-5 6-16,-1 3 1 0,4-2-4 16,1-3 1-16,1-2-7 0,1-4 15 15,-5-3-5-15,9-3 2 0,-4-3-52 16,-1-3-85-16,1-3-95 0,-1 2-112 16,-3-1-214-16,-1 5-531 0,-4-2-761 15</inkml:trace>
  <inkml:trace contextRef="#ctx0" brushRef="#br0" timeOffset="-140961.45">7142 14295 4 0,'0'0'0'0,"0"0"4"16,0 0 25-16,0 0 0 0,0 0 36 15,0 0-29-15,0 0-3 0,0 0 94 16,0 0 473-16,0 0-274 0,-2-24-131 15,2 19-26-15,-2 3-29 0,2-2 22 16,0 3 33-16,0 0 6 0,-2 1 12 16,2 0 6-16,0 0 25 15,0 0 15-15,0 0-29 0,0 0-50 16,0 1-22-16,0 0-35 0,0 3-17 16,-2 1-20-16,2 0-15 0,-2 6-18 15,2 3-9-15,-3 3 18 0,3 6 9 16,-2 2-6-16,0 1 6 0,0 5 3 15,0 0-3-15,-2 0-7 0,0 0-17 16,2-2-14-16,0 0-11 0,-2-2-7 16,4-3-13-16,-2 0 0 0,0-5 0 15,2-3-2-15,0-1-12 0,0-5-6 16,0-3-19-16,0-2-28 0,0-2-33 16,2-1-35-16,0 0-6 0,4-2-10 15,-6 0-19-15,6-5-50 0,-2-2-31 16,2-2-14-16,-1-5-137 0,-1-3-151 15,-2 1-263-15,0-1-516 0</inkml:trace>
  <inkml:trace contextRef="#ctx0" brushRef="#br0" timeOffset="-140531.49">7105 14240 105 0,'0'0'1217'0,"0"0"-538"16,0 0-528-16,0 0-149 0,0 0 60 15,0 0 52-15,0 0-11 0,0 0 0 16,53-31-35-16,-40 28-6 0,1 1 2 16,1 2-3-16,-5 0-9 0,7 1-14 15,-7 6 1-15,-2 2 28 0,5 3 23 16,-7 2-10-16,2 3-16 0,-4 1-10 15,5-1-3-15,-3 5-13 0,-2-2-6 16,-2 1-13-16,0 1 3 0,0 1-19 16,-2-1 13-16,0 1-12 0,0-1 11 15,0 0 8-15,-4 0-1 0,-2-1 0 16,0-1 3-16,-3-2 17 16,1 0 5-16,2-1-6 0,-5-2 3 15,1-3 0-15,0 1-3 0,-1-4-19 16,1 0 0-16,0-2-22 0,-1 0-2 15,-1-1-13-15,4-1-4 0,-3-3-57 16,-1-2-38-16,8 2-34 0,-4-2-24 16,1 0-61-16,1-4-124 0,-2-2-224 15,6 1-413-15,-2 1-136 0</inkml:trace>
  <inkml:trace contextRef="#ctx0" brushRef="#br0" timeOffset="-138800.78">6284 15094 8 0,'0'0'52'0,"0"0"-29"0,0 0 3 0,0 0 0 16,0 0-3-16,0 0 16 0,0 0 10 16,0 0 9-16,0 0 24 15,0 0-27-15,-2-18 36 0,2 18 917 16,0 0-550-16,0 0-202 0,-2 0-71 15,2 0-14-15,-2 0-26 0,2 3-30 16,-2-2-12-16,0 2 3 0,0 1-1 16,0 3-28-16,2 1-42 0,-2 5-6 15,-1 6-10-15,-1 1-16 16,4 7 29-16,0 2 6 0,0 2 0 0,0 2-6 16,0 0-13-16,9-1-18 0,-3-3 0 15,2-1-1-15,7-4-3 0,-3-3-19 16,2-1 6-16,1-5 3 0,-3-1-12 15,7-4 6-15,-7-2 16 0,9-3-20 16,-9-3 20-16,5-2-22 0,-3-2 12 16,-1-4 12-16,-1-3 1 15,-2-3 32-15,1 0-4 0,-3-1 10 0,-2-3 1 16,0 1 2-16,-3 1 10 16,3-3-7-16,-4 1 0 0,-2-1-6 15,0 0-9-15,0 1-11 0,0-1 5 16,-2-1-11-16,-4 3-10 0,6 0 1 15,-3-1-3-15,-1 1-17 0,2 0-122 16,2-2-45-16,0 0-62 0,0 0-116 16,0-2-199-16,2 4-467 0</inkml:trace>
  <inkml:trace contextRef="#ctx0" brushRef="#br0" timeOffset="-138134.04">6813 15122 105 0,'0'0'271'16,"0"0"-150"-16,0 0 234 0,0 0 312 0,0 0-319 15,0 0-231-15,0 0-81 16,0 0 22-16,0 0 68 0,0 0 75 16,0 2 35-16,0-2 12 0,-2 0 2 15,-2 0-116-15,2 0-39 0,-4 0-21 16,2 0-20-16,-3 3 3 0,-1-1-13 16,0 2-19-16,2-3 4 0,-5 3-13 15,1 2-13-15,0-1-2 0,-1 2 0 16,1 2 0-16,0 0-1 0,1 3-3 15,-3 0 1-15,4 2-17 16,-1 3 6-16,-1 1 13 0,2 1-10 0,0 2 10 16,1 0-2-16,3 1 0 0,0-1-1 15,2 0-16-15,0-2 16 0,2 1 0 16,0-4-16-16,0 0 3 0,2-1 13 16,0-2-23-16,4-2 7 0,-2-3 7 15,5 2-1-15,1-2-3 16,0-1-9-16,3-1 12 0,-1-2 10 0,3 0-19 15,-5 0 20-15,7-4 0 16,-3 0 0-16,-2 0 1 0,1 0-2 16,-3 0-10-16,3-3 11 0,-3-2-1 15,-2-2 0-15,0-2-29 0,3-2-73 16,-5-1-77-16,0-4-50 0,-2-3-145 16,-2 5-252-16,3-7-666 0</inkml:trace>
  <inkml:trace contextRef="#ctx0" brushRef="#br0" timeOffset="-137349.24">7092 15087 118 0,'0'0'141'15,"0"0"-1"-15,0 0-42 0,0 0 563 16,0 0-127-16,0 0-255 0,0 0-84 16,0 0-30-16,0 0 19 0,0 0 9 15,-6 3-12-15,-2 2 18 0,2 2 2 16,-1 0-36-16,-3 6-41 0,0-1-23 15,-3 3-22-15,1 1-19 0,-3 2-16 16,3-5-12-16,-2 2-21 0,-1-1-11 16,5-2-16-16,-1-1 13 0,3-3-13 15,4-2-9-15,0 0-19 16,0-3-25-16,4-2-26 0,0-1-70 0,0 0-102 16,0 0-2-16,4-6 40 0,0-1-16 15,2-2-56-15,3-3-78 16,-3-2-165-16,2-1-120 0,-2 4 136 0</inkml:trace>
  <inkml:trace contextRef="#ctx0" brushRef="#br0" timeOffset="-137120.28">7032 15134 43 0,'0'0'160'15,"0"0"10"-15,0 0 638 0,0 0-47 16,0 0-346-16,0 0-121 0,0 0-47 16,0 0-25-16,0 0-56 0,-12 59-33 15,10-43-31-15,-4 2-23 0,6 2-25 16,0 4-10-16,0 1-6 0,0 2-3 15,0-1-16-15,0 1-7 0,0-4-9 16,0 1 1-16,0-8-4 0,2-1-12 16,2-4-13-16,0-3-19 15,-2-2-45-15,4-5-60 0,-2-1-48 16,1 0-91-16,1-3-101 0,0-4-51 16,-2-4-121-16,4 0-152 0,-6 1-56 15</inkml:trace>
  <inkml:trace contextRef="#ctx0" brushRef="#br0" timeOffset="-136551.65">7111 15169 37 0,'0'0'85'0,"0"0"537"0,0 0 495 16,0 0-764-16,0 0-42 0,0 0-76 15,0 0-110-15,0 0-96 0,0 0-13 16,0 0 61-16,0 18 10 0,10-18-14 16,-2 0 1-16,5 0-17 15,-1 0-22-15,1 0-15 0,-1 0-17 0,5 0 9 16,-3 0-8-16,1-2-4 16,-3 1-14-16,2 0-40 0,-1 1-13 15,-1 0-4-15,1 0-25 0,-1 0-3 16,-2 0 3-16,-1 1-23 0,-1 0-10 15,0-1-10-15,-2 0-61 0,-4 0-86 16,5-1-188-16,-5-4-17 16,-2 0-161-16,0 0 342 0</inkml:trace>
  <inkml:trace contextRef="#ctx0" brushRef="#br0" timeOffset="-136278.65">7264 15058 14 0,'0'0'1513'16,"0"0"-899"-16,0 0-158 0,0 0-73 15,0 0-67-15,0 0-87 0,-10 54-80 16,10-42-54-16,0 1-29 0,4 2-6 16,-2 1 21-16,0 3 5 0,0 2 10 15,0 4-5-15,0-2-29 0,-2 4-25 16,0-1-15-16,0-1-20 0,0-1-2 15,0-3-12-15,0-3-29 0,0-3-43 16,0-3-28-16,0-4-42 0,0-4-47 16,2-3-94-16,2-1-209 0,-2-1-112 15,-2-5-123-15,2 0-337 0,2 0 587 16</inkml:trace>
  <inkml:trace contextRef="#ctx0" brushRef="#br0" timeOffset="-136043.53">7165 15386 148 0,'0'0'186'0,"0"0"1288"15,0 0-972-15,0 0-140 0,0 0-124 16,0 0-39-16,0 0 18 0,0 0-39 16,0 0-45-16,0 0-35 0,45 41-10 15,-35-39-22-15,3-2-25 0,-3 0-28 16,1 0-13-16,1 0-1 0,-2 0-15 15,1-5-37-15,-1-1-92 0,0-1-70 16,1-2-82-16,-1-2-142 0,-2 0-149 16,-2 3-592-16</inkml:trace>
  <inkml:trace contextRef="#ctx0" brushRef="#br0" timeOffset="-134928.85">7404 15055 93 0,'0'0'69'0,"0"0"-17"0,0 0-10 16,0 0 43-16,0 0-26 0,0 0 45 16,0 0 904-16,0 0-725 15,0 0-82-15,0 0-23 0,-8 10-9 16,8-7-5-16,0-1-31 0,-2 0-17 15,2 2-23-15,0-4-22 0,0 3-30 16,0-2-25-16,2 2-3 0,0-2 13 16,4 2 6-16,1 0 6 0,1 0 14 15,4 0-1-15,1-2-3 0,-1 4-10 16,1-2-6-16,3 1-16 0,1-1-14 16,-3 0 1-16,1-3-1 0,-3 3 1 15,4-2-3-15,-3 1-1 0,-3-2-69 16,1 0-48-16,-3 0-45 0,0-3-82 15,0 0 52-15,-1-3-40 0,-3 4-71 16,-2-3-187-16,0 2-23 0,-2 1-164 16,0 0 358-16</inkml:trace>
  <inkml:trace contextRef="#ctx0" brushRef="#br0" timeOffset="-134598.9">7497 14990 216 0,'0'0'56'0,"0"0"48"15,0 0 219-15,0 0 839 0,0 0-802 16,0 0-127-16,0 0-49 0,0 0 9 16,0 0-1-16,0 0-41 0,-6 43-14 15,6-29 6-15,2 4 9 0,-2 4-19 16,4 3-16-16,1 4-14 0,-1 4-21 15,0 1-19-15,0 1-16 0,0 2-3 16,2-2-13-16,-4-2-3 16,3-2-15-16,-3-3 2 0,0-5-15 15,2-2-1-15,-2-2-11 0,0-6-10 16,2-3-28-16,0-3-50 0,0-2-54 0,0-5-57 16,-1 0-61-16,1-1-95 15,-2-9-19-15,2 2 51 0,0-5-12 16,-4-2-248-16,0-3-416 0,0 5 594 15</inkml:trace>
  <inkml:trace contextRef="#ctx0" brushRef="#br0" timeOffset="-134396.82">7429 15225 632 0,'0'0'167'15,"0"0"894"-15,0 0-688 0,0 0-8 0,0 0-34 16,0 0-90-16,0 0-91 15,0 0-65-15,0 0-34 0,0 0-32 16,35 43-19-16,-18-43-1 0,-1 0 0 16,3-7-15-16,0 0-66 0,-3-6-97 15,3-3-61-15,-1-3-117 0,-3-3-157 16,-5 4-315-16,3-8-427 0</inkml:trace>
  <inkml:trace contextRef="#ctx0" brushRef="#br0" timeOffset="-133703.51">7642 14952 1324 0,'0'0'670'0,"0"0"-230"0,0 0-79 15,0 0-72-15,0 0-84 0,0 0-68 16,-14 63-33-16,14-45-21 16,0 0-10-16,4-1-32 0,-2-1-19 15,2-3-22-15,0-1 0 0,-4 0-1 16,4-6-18-16,0-1-48 0,-2-4-59 15,5-1-78-15,-3-1-112 0,6-7-22 16,-2-4 3-16,3-3 20 0,-1 1-9 16,0-4-112-16,3 2-20 0,-5 0 97 15,0 1 212-15,5 6 125 0,-7-1 22 16,0 2 36-16,-2 3 149 0,-2 2 89 16,-2-1 6-16,0 2 46 0,0 1 54 15,-4 1-62-15,0 0-36 0,0 0-27 16,0 1-36-16,-2 1-39 0,2 2-45 15,-1-2-43-15,3 0-25 0,0 1-25 16,0-2-20-16,0 3-12 0,2-2-10 16,0 0-15-16,0 3 12 0,0-1 3 15,0 0 0-15,-2 2 3 0,2-2-2 16,-2 3-1-16,0-3-1 16,2-1-3-16,-2 2-62 0,-2 0-33 0,0 0-23 15,-1 1-25-15,1-2 2 0,-2 0 39 16,0 1 25-16,2 0 42 15,0-1 17-15,-1-3 9 0,3-1 13 16,-4 2 15-16,6-1 11 0,0-1 3 16,0 1 51-16,-2-1 23 0,2 0-19 15,0 0-84-15,0 0-47 0,0 0-5 16,0 0 52-16,2 0 62 0,-2 0 31 16,4 0-10-16,-2 0-28 0,0 0-20 15,3 0-13-15,-3 0 7 0,0 2-7 16,-2 1 17-16,2 1 25 0,-2 0 47 15,2 4-22-15,-2-1-41 16,2 3-10-16,-2-2-3 0,0 0-16 16,0 0-19-16,0 1-1 0,0-3-3 15,0-2 1-15,0 2-9 0,0-5 9 16,0 0-16-16,0 0 0 0,0-1-34 16,0 0-59-16,0 0-41 0,0 0-45 15,0 0-72-15,0 0-98 0,0-3 22 16,-2-2 21-16,-2 1-65 0,0-1-141 15,-5 0-20-15,3-1 362 0</inkml:trace>
  <inkml:trace contextRef="#ctx0" brushRef="#br0" timeOffset="-133111.4">7628 15133 92 0,'0'0'105'15,"0"0"38"-15,0 0 876 0,0 0-629 16,0 0-143-16,0 0-173 0,0 0 21 16,0 0 96-16,0 0 22 0,12 16-30 15,-10-13-51-15,6 0-51 0,1-1-17 16,-3 0-10-16,2-2-25 0,-2 0-28 15,3 0-1-15,-3 0-2 0,0 0-1 16,0 0-23-16,-4 0-96 16,4-2-42-16,-3 1 0 0,-3 0-23 15,0 1-4-15,0 0 152 0,-3 0-42 16,-3 3-182-16,2 1-101 0,-2 2 3 16,-2 0 48-16,-1 0 53 0,1 0 100 15,-2-1 92-15,4 0 68 0,-3-2 51 16,3 0 213-16,6 0 101 0,-4 0-14 15,4-3-42-15,0 1-234 0,0 0-7 16,2 0-48-16,0 0 126 0,2-1 22 16,0 0 4-16,5 0-4 0,-5 0-16 15,4 0-30-15,-4 0-41 0,4 0-30 16,-1 0-19-16,-3-1-29 0,2 0 13 16,-2 0-3-16,0 1-10 0,-4 0 13 15,0 0-12-15,4 0 12 0,-4 0 3 16,0 0 3-16,0 0 14 0,0 0 15 15,0 0 19-15,0 2 51 16,0 0 22-16,0 4-51 0,0 0-38 16,-4 2 0-16,4 0 0 0,-2 0-13 15,-2 2-13-15,2 1-9 0,0 0-7 16,0 1 1-16,0-1-10 0,0 1 0 16,2 1 16-16,0-3-16 0,0-1-1 15,0 2-2-15,0-4-2 0,0 1-13 16,0-2-1-16,0 0-3 0,2-1-6 15,0-1 3-15,-2-1-7 0,2 0 4 16,-2 0-16-16,2 0-19 0,-2-2-13 16,0-1-22-16,2 0-23 0,-2 0 7 15,2 0-4-15,-2 0-11 0,0-1 1 16,0-2 13-16,0-2-24 16,0-1 1-16,0 0-20 0,0-4-95 15,0-1-198-15,0-3-265 0,-4 3-7 16,4 78 536-16</inkml:trace>
  <inkml:trace contextRef="#ctx0" brushRef="#br0" timeOffset="-132658.86">7663 15237 301 0,'0'0'59'0,"0"0"952"16,0 0-530-16,0 0-121 0,0 0-40 16,0 0-65-16,0 0-85 0,0 0-58 15,0 0-57-15,0 0-55 0,-31 35-38 16,31-30-16-16,2-3 22 0,0 2 0 15,2-2 3-15,-2 0 29 0,-2-2 1 16,4 3 0-16,0-2 0 0,-2-1-1 16,3 2-2-16,-3-2-1 0,0 0 0 15,2 2-10-15,-2-2 11 16,4 0-11-16,-4 0 10 0,6 0-13 0,-1 0 14 16,-3-2 2-16,2 2 3 15,0-2 13-15,-4 2-13 0,2 0 16 16,-2 0 4-16,-2 0 5 0,0 0 21 15,0 0 37-15,0 0 45 0,0 2 25 16,0 0-10-16,-6 1-95 0,4 1-48 16,-4 2-3-16,-2 1-1 0,-1 1 0 15,1-1 0-15,-2 0-12 0,2 1-9 16,-1-1-10-16,3 0 13 0,2-2 0 16,0-1 0-16,2 0-16 0,2-2-6 15,0 1 3-15,0 0 17 0,4 0 21 16,2-1 22-16,0 0 22 0,3 0 10 15,1 0-15-15,-2-2-1 0,7 0-16 16,-5-2-22-16,4-4-3 0,-1-3-35 16,1-3-109-16,3-2-79 15,-5-1-188-15,-3 2-561 0,-1-6-742 16</inkml:trace>
  <inkml:trace contextRef="#ctx0" brushRef="#br0" timeOffset="-131153.67">7502 14114 60 0,'0'0'169'15,"0"0"1260"-15,0 0-1030 0,0 0-88 16,0 0-52-16,0 0-34 0,0 0-42 16,0 0-61-16,0 0-113 0,0 0-9 15,-21 2-108-15,23-2-34 0,4 0 133 16,0 0 9-16,9 3 19 15,-3 0 16-15,5 0-3 0,1 1-3 16,1 3-6-16,6 1 12 0,0 1 0 16,-3 2 0-16,3 2 1 0,-2 1 5 15,-2-1-6-15,-5 3-3 16,1-2 3-16,-5 0 10 0,-4 0 12 0,-4 1 29 16,-4 3 18-16,0 1-3 0,0 4-25 15,-4 2-19-15,-4 3-16 0,-4 3-4 16,3 0-15-16,-1 0-21 0,0 1 0 15,1-2-1-15,3-1-2 0,0 1-13 16,4-4-1-16,0-1 13 0,2 0-13 16,2-1 0-16,4-4-6 0,2 1 3 15,5-4-3-15,-1-3-12 16,1-1-10-16,3-4 3 0,-1-2-4 16,-1-3 7-16,3-2 0 0,-3-2 10 15,1 0 9-15,-3-3 0 0,-4-3 0 0,3 0 16 16,-9 0 1-16,6-1 2 15,-8 1 3-15,2 2 28 0,-2-1 4 16,0 1 13-16,0-1-10 0,-2 0-10 16,0 0-12-16,-4-1-13 0,6 2-3 15,-4-1-19-15,-1 0-3 0,1 2-13 16,2-2 13-16,-2 3 21 0,2-1 0 16,-2 1 0-16,4 2 1 0,-2 0-16 15,2 0-35-15,0 0-44 0,0 0 16 16,0 0 45-16,0 0 34 15,0 0 28-15,0 0 1 0,0 0-4 16,0 0 7-16,0 2-3 0,0-2-29 16,0 0 0-16,0 0-32 0,0 4 32 15,2-4 19-15,-2 4 0 0,0-1 10 16,2-1 6-16,0 1-7 0,-2-1 10 16,0 5 6-16,2-2-6 0,-2 1 4 15,0 0-5-15,0 1 1 0,0 1-6 16,0 2-10-16,0 0-7 0,0 1-11 15,0 0-2-15,0 1 0 0,0 2-2 16,0 0 0-16,2 0-3 0,-2 2-1 16,2 1 2-16,0-3-1 0,0 3 1 15,0-2-1-15,0-1 0 0,3 3 0 16,-3-3-10-16,2 0 11 0,-2-3-1 16,2 4 0-16,0-3-16 0,-2 1 3 15,2 0 14-15,-2 0-1 0,3 0 0 16,-1-1 2-16,-2 3 1 0,-2-2 1 15,4 4 11-15,-2-2 1 0,-2 2-10 16,2 1 16-16,-2 0 0 16,0 0-4-16,0 0 8 0,0 3 8 15,0-2 0-15,-2 1-9 0,0-1-3 16,-2-1-3-16,2 1-4 0,0-2 1 16,-3 0-12-16,3-1 2 0,-2 0 17 15,2 0 8-15,-2-4 12 0,-2 2 20 16,0-3 21-16,4 4 15 0,-5-4-28 15,-1 3-21-15,4-4-17 0,-4 2-9 16,4-1-21-16,-5-2-1 0,3 1 1 16,0-2 2-16,0 1-2 0,0-2-2 15,1 0 0-15,1 0-1 0,-2-1 1 16,2 1-14-16,0 0 13 0,0 2-9 16,-3-3 11-16,5 2-1 0,-4-1 2 15,2 1-1-15,0 0-1 0,0 1-1 16,0-3 0-16,0 1 1 0,-1 0-11 15,3-1 12-15,0-1-1 16,0 0-1-16,0-2 0 0,0 3-10 16,2-1 11-16,-2-1-1 0,2-1 0 15,0 1-9-15,0 0-1 0,-2-1-2 16,2 1-1-16,0 0 13 0,0-1 0 16,0 1-9-16,0-1 10 0,0 2-1 15,-2-3 0-15,2 3 0 0,0-2-9 16,0 2 10-16,0-3-1 0,0 1-19 15,0 1 0-15,0-2-12 0,0 1-19 16,-2-2-6-16,2-1-22 0,0 0-52 16,0 0-87-16,0 0-94 15,-2-3-230-15,2-2-250 0,-4-1 228 16,1 0-616-16</inkml:trace>
  <inkml:trace contextRef="#ctx0" brushRef="#br0" timeOffset="-124265.62">7295 13436 233 0,'0'0'140'0,"0"0"75"0,0 0 453 16,0 0-453-16,0 0-212 0,0 0 39 15,0 0 43-15,0 0 28 0,16-9-15 16,-3 7 19-16,-3-1-4 0,0 0-15 16,7-1-4-16,-3 1 16 0,3-1-26 15,2 0-16-15,5 0-1 0,1 0-21 16,4-1-4-16,6 0-13 0,0 2 6 16,5-1 7-16,3-1 16 0,3-1 0 15,-1-1-17-15,5 0-12 16,-5-1-10-16,1-2-6 0,3 1-13 15,-5 0 2-15,-5-2-2 0,2 1 0 0,-8 3-1 16,-2 1-11-16,-6 0-56 16,-6 4-67-16,-3-2 3 0,-5 4-36 15,-5-1-7-15,-2 1 1 0,-4-1-44 16,0-1 124-16,-2 0-413 0,-13-3-611 16</inkml:trace>
  <inkml:trace contextRef="#ctx0" brushRef="#br0" timeOffset="-123836.66">7963 13041 502 0,'0'0'114'15,"0"0"466"-15,0 0-219 0,0 0-78 16,0 0-1-16,0 0-84 0,0 0-17 16,0 0-100-16,0 0-81 0,0 0 0 15,-27 23 57-15,31-14 20 0,4 2 16 16,0-1-6-16,1 2 0 0,-1 1-26 16,6 1-4-16,-3-1-15 0,3 1-4 15,-1 2-15-15,-1-2 2 0,-2-1-2 16,-1 2-20-16,-1-1 22 0,-4 0 10 15,-2 4 19-15,-2-1 29 0,0 2-7 16,-6 2-15-16,0-1-17 0,-5 0-3 16,-1 0 10-16,-3-1-4 0,-1 0-16 15,-1-1 1-15,-1 1-20 0,-3-3 4 16,5-1 0-16,-1-2-16 16,5-3-11-16,-1-2-11 0,5-4-6 15,4-1-60-15,0-3-55 0,4 0-101 16,6-6-304-16,2-5 87 0,7-6-35 15,-5 4-233-15</inkml:trace>
  <inkml:trace contextRef="#ctx0" brushRef="#br0" timeOffset="-122602.51">9643 13479 220 0,'0'0'65'0,"0"0"16"0,0 0 578 16,0 0-337-16,0 0-62 0,0 0-68 15,0 0-104-15,0 0-88 0,0 0-46 16,0 0 46-16,-12 12 88 0,16-10 19 16,0-1-10-16,0 0-3 0,4 0-6 15,5-1-21-15,-3 0-5 0,5 0-10 16,3-1-33-16,5-4-6 16,-2 1-11-16,3-3 0 0,7 1-2 15,0 2-1-15,2-3 1 0,3 1 0 16,1 0 0-16,4-1 0 0,3 1 0 15,-3-1 0-15,2-1 0 0,7 2-1 16,-9 0 2-16,7-1 1 0,-3 1 11 16,-1 3-13-16,1-1 1 0,-1 0-2 15,-3 1 1-15,0 3-3 0,-1-2 3 16,1 0 15-16,-6 2 11 0,0-1-24 16,-4 1 0-16,2 0 11 0,-10 0-10 15,2 0 10-15,-7 0 3 0,1 0-12 16,-2 0 12-16,-5-1-3 0,-2 1 6 15,1 0-16-15,-5 0 13 16,0 0-13-16,-2-2 14 0,-2 2-14 16,0 0 13-16,-2 0 3 0,0 0-19 15,7 0-22-15,-3 0 18 0,-2-1 1 16,4 0-16-16,2-1 16 0,0 2 2 16,5 0-1-16,-3 0-1 0,-2 0 2 15,5 0-1-15,-1 0 0 0,-3 0 0 16,1 0-1-16,-4 0 1 0,2 0 2 15,-4 0 13-15,1 0-13 0,-3 0 13 16,2 0-11-16,-2 0-2 0,0 0 3 16,-2 0 0-16,0 0-3 0,0 0-2 15,0 0-40-15,0 0 13 0,0 0 6 16,0 0-6-16,0 0-6 0,0 0-27 16,0-3-31-16,0 3-60 0,0-2-67 15,0 0-27-15,0-2-94 0,2-1-125 16,-2-4-361-16,-2 34 669 0</inkml:trace>
  <inkml:trace contextRef="#ctx0" brushRef="#br0" timeOffset="-121971.51">10900 13062 707 0,'0'0'1061'0,"0"0"-747"16,0 0-87-16,0 0-39 0,0 0-30 15,0 0-7-15,0 0-128 0,0 0-23 16,0 0-42-16,0 0 42 16,-27 53 48-16,42-42 10 0,-5-1 3 15,6 1 0-15,1 1-13 0,-1 1-10 16,5-1 1-16,2 0-1 0,-5 0-19 16,3 0-17-16,2-2 11 0,-5-1-12 15,1 1 12-15,0-2-12 16,-3 1 0-16,1-1-1 0,-3-1-1 0,-3-1-15 15,1-2 13-15,-2 4-13 16,-3-2 15-16,1-2-12 0,-2 3 11 0,-4-2-17 16,4 1 16-16,-4-1 3 0,0 0 0 15,-2 1 16-15,0-1 0 16,0 1 0-16,0 1-14 0,0-2 1 16,0 0 13-16,0 1-13 0,0-2 13 15,-2 1-3-15,0-1 12 0,-2-1 7 16,2 1 3-16,0-1-3 0,0-1-3 15,0 2 2-15,-2-2-8 0,2 1 2 16,-2 0-9-16,-1-1-15 0,3 1 1 16,0 0-1-16,-4-3 0 0,4 3-1 15,-2 1 1-15,0 0-1 0,0-2 1 16,-3 2 3-16,1 1-1 0,-4 1 8 16,-5 5-11-16,5 0-19 0,-11 4-12 15,1 6-119-15,-5 1-86 0,-6 8-153 16,6-7-196-16,-27 15-550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083E0-B250-4F8F-96D5-F7B821FF77D2}" type="datetimeFigureOut">
              <a:rPr kumimoji="1" lang="ja-JP" altLang="en-US" smtClean="0"/>
              <a:t>2026/4/12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696DE-6DB6-42A7-89A2-F0DBB6971B53}" type="slidenum">
              <a:rPr kumimoji="1" lang="ja-JP" altLang="en-US" smtClean="0"/>
              <a:t>‹#›</a:t>
            </a:fld>
            <a:endParaRPr kumimoji="1" lang="ja-JP" altLang="en-US"/>
          </a:p>
        </p:txBody>
      </p:sp>
    </p:spTree>
    <p:extLst>
      <p:ext uri="{BB962C8B-B14F-4D97-AF65-F5344CB8AC3E}">
        <p14:creationId xmlns:p14="http://schemas.microsoft.com/office/powerpoint/2010/main" val="42505038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4</a:t>
            </a:fld>
            <a:endParaRPr kumimoji="1" lang="ja-JP" altLang="en-US"/>
          </a:p>
        </p:txBody>
      </p:sp>
    </p:spTree>
    <p:extLst>
      <p:ext uri="{BB962C8B-B14F-4D97-AF65-F5344CB8AC3E}">
        <p14:creationId xmlns:p14="http://schemas.microsoft.com/office/powerpoint/2010/main" val="3144197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6</a:t>
            </a:fld>
            <a:endParaRPr kumimoji="1" lang="ja-JP" altLang="en-US"/>
          </a:p>
        </p:txBody>
      </p:sp>
    </p:spTree>
    <p:extLst>
      <p:ext uri="{BB962C8B-B14F-4D97-AF65-F5344CB8AC3E}">
        <p14:creationId xmlns:p14="http://schemas.microsoft.com/office/powerpoint/2010/main" val="1999645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7</a:t>
            </a:fld>
            <a:endParaRPr kumimoji="1" lang="ja-JP" altLang="en-US"/>
          </a:p>
        </p:txBody>
      </p:sp>
    </p:spTree>
    <p:extLst>
      <p:ext uri="{BB962C8B-B14F-4D97-AF65-F5344CB8AC3E}">
        <p14:creationId xmlns:p14="http://schemas.microsoft.com/office/powerpoint/2010/main" val="2202410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9</a:t>
            </a:fld>
            <a:endParaRPr kumimoji="1" lang="ja-JP" altLang="en-US"/>
          </a:p>
        </p:txBody>
      </p:sp>
    </p:spTree>
    <p:extLst>
      <p:ext uri="{BB962C8B-B14F-4D97-AF65-F5344CB8AC3E}">
        <p14:creationId xmlns:p14="http://schemas.microsoft.com/office/powerpoint/2010/main" val="3660070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10</a:t>
            </a:fld>
            <a:endParaRPr kumimoji="1" lang="ja-JP" altLang="en-US"/>
          </a:p>
        </p:txBody>
      </p:sp>
    </p:spTree>
    <p:extLst>
      <p:ext uri="{BB962C8B-B14F-4D97-AF65-F5344CB8AC3E}">
        <p14:creationId xmlns:p14="http://schemas.microsoft.com/office/powerpoint/2010/main" val="1691897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11</a:t>
            </a:fld>
            <a:endParaRPr kumimoji="1" lang="ja-JP" altLang="en-US"/>
          </a:p>
        </p:txBody>
      </p:sp>
    </p:spTree>
    <p:extLst>
      <p:ext uri="{BB962C8B-B14F-4D97-AF65-F5344CB8AC3E}">
        <p14:creationId xmlns:p14="http://schemas.microsoft.com/office/powerpoint/2010/main" val="4104704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12</a:t>
            </a:fld>
            <a:endParaRPr kumimoji="1" lang="ja-JP" altLang="en-US"/>
          </a:p>
        </p:txBody>
      </p:sp>
    </p:spTree>
    <p:extLst>
      <p:ext uri="{BB962C8B-B14F-4D97-AF65-F5344CB8AC3E}">
        <p14:creationId xmlns:p14="http://schemas.microsoft.com/office/powerpoint/2010/main" val="2895423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DF9EB-B755-12EF-39C0-E51D69C569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8F3E99-887C-763F-CBD3-E606F6B94A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1F4B08-74AB-EF0D-423F-02B365050F5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EDC8926-4300-B476-B121-217C792C7A94}"/>
              </a:ext>
            </a:extLst>
          </p:cNvPr>
          <p:cNvSpPr>
            <a:spLocks noGrp="1"/>
          </p:cNvSpPr>
          <p:nvPr>
            <p:ph type="sldNum" sz="quarter" idx="5"/>
          </p:nvPr>
        </p:nvSpPr>
        <p:spPr/>
        <p:txBody>
          <a:bodyPr/>
          <a:lstStyle/>
          <a:p>
            <a:fld id="{3B4696DE-6DB6-42A7-89A2-F0DBB6971B53}" type="slidenum">
              <a:rPr kumimoji="1" lang="ja-JP" altLang="en-US" smtClean="0"/>
              <a:t>13</a:t>
            </a:fld>
            <a:endParaRPr kumimoji="1" lang="ja-JP" altLang="en-US"/>
          </a:p>
        </p:txBody>
      </p:sp>
    </p:spTree>
    <p:extLst>
      <p:ext uri="{BB962C8B-B14F-4D97-AF65-F5344CB8AC3E}">
        <p14:creationId xmlns:p14="http://schemas.microsoft.com/office/powerpoint/2010/main" val="2632342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8A916-F1B2-762B-EE2E-5063678FD876}"/>
              </a:ext>
            </a:extLst>
          </p:cNvPr>
          <p:cNvSpPr>
            <a:spLocks noGrp="1"/>
          </p:cNvSpPr>
          <p:nvPr>
            <p:ph type="ctrTitle" hasCustomPrompt="1"/>
          </p:nvPr>
        </p:nvSpPr>
        <p:spPr>
          <a:xfrm>
            <a:off x="812799" y="2798058"/>
            <a:ext cx="8453117" cy="615553"/>
          </a:xfrm>
          <a:prstGeom prst="rect">
            <a:avLst/>
          </a:prstGeom>
        </p:spPr>
        <p:txBody>
          <a:bodyPr wrap="square" lIns="0" tIns="0" rIns="0" bIns="0" anchor="b">
            <a:spAutoFit/>
          </a:bodyPr>
          <a:lstStyle>
            <a:lvl1pPr algn="l">
              <a:lnSpc>
                <a:spcPct val="100000"/>
              </a:lnSpc>
              <a:defRPr sz="4000" spc="-140" baseline="0"/>
            </a:lvl1pPr>
          </a:lstStyle>
          <a:p>
            <a:r>
              <a:rPr kumimoji="1" lang="ja-JP" altLang="en-US" dirty="0"/>
              <a:t>タイトル</a:t>
            </a:r>
          </a:p>
        </p:txBody>
      </p:sp>
      <p:sp>
        <p:nvSpPr>
          <p:cNvPr id="3" name="字幕 2">
            <a:extLst>
              <a:ext uri="{FF2B5EF4-FFF2-40B4-BE49-F238E27FC236}">
                <a16:creationId xmlns:a16="http://schemas.microsoft.com/office/drawing/2014/main" id="{48917268-1632-DB46-668D-E3FAE041D56C}"/>
              </a:ext>
            </a:extLst>
          </p:cNvPr>
          <p:cNvSpPr>
            <a:spLocks noGrp="1"/>
          </p:cNvSpPr>
          <p:nvPr>
            <p:ph type="subTitle" idx="1" hasCustomPrompt="1"/>
          </p:nvPr>
        </p:nvSpPr>
        <p:spPr>
          <a:xfrm>
            <a:off x="841827" y="3716338"/>
            <a:ext cx="8453117" cy="215444"/>
          </a:xfrm>
          <a:prstGeom prst="rect">
            <a:avLst/>
          </a:prstGeom>
        </p:spPr>
        <p:txBody>
          <a:bodyPr wrap="square" lIns="0" tIns="0" rIns="0" bIns="0" anchor="ctr">
            <a:spAutoFit/>
          </a:bodyPr>
          <a:lstStyle>
            <a:lvl1pPr marL="0" indent="0" algn="l">
              <a:lnSpc>
                <a:spcPct val="100000"/>
              </a:lnSpc>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社名</a:t>
            </a:r>
          </a:p>
        </p:txBody>
      </p:sp>
      <p:cxnSp>
        <p:nvCxnSpPr>
          <p:cNvPr id="8" name="直線コネクタ 7">
            <a:extLst>
              <a:ext uri="{FF2B5EF4-FFF2-40B4-BE49-F238E27FC236}">
                <a16:creationId xmlns:a16="http://schemas.microsoft.com/office/drawing/2014/main" id="{7601A692-65C8-7432-6169-705297F8E5FF}"/>
              </a:ext>
            </a:extLst>
          </p:cNvPr>
          <p:cNvCxnSpPr/>
          <p:nvPr userDrawn="1"/>
        </p:nvCxnSpPr>
        <p:spPr>
          <a:xfrm>
            <a:off x="215900" y="0"/>
            <a:ext cx="0" cy="68580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テキスト プレースホルダー 10">
            <a:extLst>
              <a:ext uri="{FF2B5EF4-FFF2-40B4-BE49-F238E27FC236}">
                <a16:creationId xmlns:a16="http://schemas.microsoft.com/office/drawing/2014/main" id="{E64C5FFD-B300-4DCE-0865-7AB09C76B70F}"/>
              </a:ext>
            </a:extLst>
          </p:cNvPr>
          <p:cNvSpPr>
            <a:spLocks noGrp="1"/>
          </p:cNvSpPr>
          <p:nvPr>
            <p:ph type="body" sz="quarter" idx="10" hasCustomPrompt="1"/>
          </p:nvPr>
        </p:nvSpPr>
        <p:spPr>
          <a:xfrm>
            <a:off x="841827" y="4025900"/>
            <a:ext cx="8453117" cy="169863"/>
          </a:xfrm>
          <a:prstGeom prst="rect">
            <a:avLst/>
          </a:prstGeom>
        </p:spPr>
        <p:txBody>
          <a:bodyPr lIns="0" tIns="0" rIns="0" bIns="0" anchor="ctr" anchorCtr="0"/>
          <a:lstStyle>
            <a:lvl1pPr marL="0" indent="0">
              <a:lnSpc>
                <a:spcPct val="100000"/>
              </a:lnSpc>
              <a:buNone/>
              <a:defRPr sz="900" spc="140" baseline="0">
                <a:solidFill>
                  <a:schemeClr val="tx1">
                    <a:lumMod val="50000"/>
                    <a:lumOff val="50000"/>
                  </a:schemeClr>
                </a:solidFill>
                <a:latin typeface="Yu Gothic UI" panose="020B0500000000000000" pitchFamily="50" charset="-128"/>
                <a:ea typeface="Yu Gothic UI" panose="020B0500000000000000" pitchFamily="50" charset="-128"/>
              </a:defRPr>
            </a:lvl1pPr>
            <a:lvl2pPr marL="457200" indent="0">
              <a:lnSpc>
                <a:spcPct val="100000"/>
              </a:lnSpc>
              <a:buFont typeface="Arial" panose="020B0604020202020204" pitchFamily="34" charset="0"/>
              <a:buNone/>
              <a:defRPr/>
            </a:lvl2pPr>
          </a:lstStyle>
          <a:p>
            <a:pPr lvl="0"/>
            <a:r>
              <a:rPr kumimoji="1" lang="en-US" altLang="ja-JP" dirty="0"/>
              <a:t>2024-XX-XX</a:t>
            </a:r>
            <a:endParaRPr kumimoji="1" lang="ja-JP" altLang="en-US" dirty="0"/>
          </a:p>
        </p:txBody>
      </p:sp>
      <p:sp>
        <p:nvSpPr>
          <p:cNvPr id="12" name="フッター プレースホルダー 11">
            <a:extLst>
              <a:ext uri="{FF2B5EF4-FFF2-40B4-BE49-F238E27FC236}">
                <a16:creationId xmlns:a16="http://schemas.microsoft.com/office/drawing/2014/main" id="{B2F4D7AB-75EC-E962-55BE-054672187170}"/>
              </a:ext>
            </a:extLst>
          </p:cNvPr>
          <p:cNvSpPr>
            <a:spLocks noGrp="1"/>
          </p:cNvSpPr>
          <p:nvPr>
            <p:ph type="ftr" sz="quarter" idx="11"/>
          </p:nvPr>
        </p:nvSpPr>
        <p:spPr/>
        <p:txBody>
          <a:bodyPr/>
          <a:lstStyle/>
          <a:p>
            <a:r>
              <a:rPr lang="en-US" altLang="ja-JP"/>
              <a:t>ICHIBAN SIMPLE template</a:t>
            </a:r>
            <a:endParaRPr lang="ja-JP" altLang="en-US" dirty="0"/>
          </a:p>
        </p:txBody>
      </p:sp>
      <p:sp>
        <p:nvSpPr>
          <p:cNvPr id="13" name="スライド番号プレースホルダー 12">
            <a:extLst>
              <a:ext uri="{FF2B5EF4-FFF2-40B4-BE49-F238E27FC236}">
                <a16:creationId xmlns:a16="http://schemas.microsoft.com/office/drawing/2014/main" id="{48D929AD-B8BA-DF3C-7325-B0F399FADA6A}"/>
              </a:ext>
            </a:extLst>
          </p:cNvPr>
          <p:cNvSpPr>
            <a:spLocks noGrp="1"/>
          </p:cNvSpPr>
          <p:nvPr>
            <p:ph type="sldNum" sz="quarter" idx="12"/>
          </p:nvPr>
        </p:nvSpPr>
        <p:spPr/>
        <p:txBody>
          <a:bodyPr/>
          <a:lstStyle/>
          <a:p>
            <a:fld id="{3B09FD7E-EA79-4AC9-B47C-47EE1A48B026}" type="slidenum">
              <a:rPr lang="ja-JP" altLang="en-US" smtClean="0"/>
              <a:pPr/>
              <a:t>‹#›</a:t>
            </a:fld>
            <a:endParaRPr lang="ja-JP" altLang="en-US"/>
          </a:p>
        </p:txBody>
      </p:sp>
    </p:spTree>
    <p:extLst>
      <p:ext uri="{BB962C8B-B14F-4D97-AF65-F5344CB8AC3E}">
        <p14:creationId xmlns:p14="http://schemas.microsoft.com/office/powerpoint/2010/main" val="356820103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spc="-140" baseline="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dirty="0"/>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777357"/>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spc="-140" baseline="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dirty="0"/>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コンテンツ プレースホルダー 7">
            <a:extLst>
              <a:ext uri="{FF2B5EF4-FFF2-40B4-BE49-F238E27FC236}">
                <a16:creationId xmlns:a16="http://schemas.microsoft.com/office/drawing/2014/main" id="{5A57F326-C488-F391-08E7-9F9F8BFE9BA1}"/>
              </a:ext>
            </a:extLst>
          </p:cNvPr>
          <p:cNvSpPr>
            <a:spLocks noGrp="1"/>
          </p:cNvSpPr>
          <p:nvPr>
            <p:ph sz="quarter" idx="13"/>
          </p:nvPr>
        </p:nvSpPr>
        <p:spPr>
          <a:xfrm>
            <a:off x="584778" y="1579852"/>
            <a:ext cx="11022443" cy="4519612"/>
          </a:xfrm>
          <a:prstGeom prst="rect">
            <a:avLst/>
          </a:prstGeom>
        </p:spPr>
        <p:txBody>
          <a:bodyPr lIns="0" tIns="0" rIns="0" bIns="0"/>
          <a:lstStyle>
            <a:lvl1pPr marL="0" indent="0" defTabSz="179388">
              <a:lnSpc>
                <a:spcPct val="120000"/>
              </a:lnSpc>
              <a:spcBef>
                <a:spcPts val="0"/>
              </a:spcBef>
              <a:spcAft>
                <a:spcPts val="500"/>
              </a:spcAft>
              <a:buClr>
                <a:schemeClr val="accent2"/>
              </a:buClr>
              <a:buFont typeface="Arial" panose="020B0604020202020204" pitchFamily="34" charset="0"/>
              <a:buNone/>
              <a:defRPr sz="1600"/>
            </a:lvl1pPr>
            <a:lvl2pPr marL="0" indent="0" defTabSz="179388">
              <a:buNone/>
              <a:defRPr sz="1600"/>
            </a:lvl2pPr>
            <a:lvl3pPr marL="914400" indent="0">
              <a:buNone/>
              <a:defRPr sz="1200"/>
            </a:lvl3pPr>
            <a:lvl4pPr marL="1371600" indent="0">
              <a:buNone/>
              <a:defRPr sz="1100"/>
            </a:lvl4pPr>
            <a:lvl5pPr marL="1828800" indent="0">
              <a:buNone/>
              <a:defRPr sz="1100"/>
            </a:lvl5pPr>
          </a:lstStyle>
          <a:p>
            <a:pPr lvl="0"/>
            <a:endParaRPr kumimoji="1" lang="ja-JP" altLang="en-US" dirty="0"/>
          </a:p>
        </p:txBody>
      </p:sp>
    </p:spTree>
    <p:extLst>
      <p:ext uri="{BB962C8B-B14F-4D97-AF65-F5344CB8AC3E}">
        <p14:creationId xmlns:p14="http://schemas.microsoft.com/office/powerpoint/2010/main" val="3915535754"/>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CA65AB-B3FB-30C2-15F3-00C9C4117279}"/>
              </a:ext>
            </a:extLst>
          </p:cNvPr>
          <p:cNvSpPr>
            <a:spLocks noGrp="1"/>
          </p:cNvSpPr>
          <p:nvPr>
            <p:ph type="title"/>
          </p:nvPr>
        </p:nvSpPr>
        <p:spPr>
          <a:xfrm>
            <a:off x="334962"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sp>
        <p:nvSpPr>
          <p:cNvPr id="4" name="フッター プレースホルダー 3">
            <a:extLst>
              <a:ext uri="{FF2B5EF4-FFF2-40B4-BE49-F238E27FC236}">
                <a16:creationId xmlns:a16="http://schemas.microsoft.com/office/drawing/2014/main" id="{95BF984F-C80E-FE48-216F-4D7B739AE0A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5" name="スライド番号プレースホルダー 4">
            <a:extLst>
              <a:ext uri="{FF2B5EF4-FFF2-40B4-BE49-F238E27FC236}">
                <a16:creationId xmlns:a16="http://schemas.microsoft.com/office/drawing/2014/main" id="{0E8C2261-1BD8-C8F6-B91D-55DF3B205ABB}"/>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3" name="直線コネクタ 2">
            <a:extLst>
              <a:ext uri="{FF2B5EF4-FFF2-40B4-BE49-F238E27FC236}">
                <a16:creationId xmlns:a16="http://schemas.microsoft.com/office/drawing/2014/main" id="{905CA232-9C71-0151-8BDA-5607C58736B1}"/>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13633"/>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キースライド">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22CA9728-64B4-D7AE-9EA5-6D6A2D1F0D8F}"/>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sp>
        <p:nvSpPr>
          <p:cNvPr id="2" name="フレーム 1">
            <a:extLst>
              <a:ext uri="{FF2B5EF4-FFF2-40B4-BE49-F238E27FC236}">
                <a16:creationId xmlns:a16="http://schemas.microsoft.com/office/drawing/2014/main" id="{B818BD0A-C1DD-EB2E-1350-A0CDBEA4D7F6}"/>
              </a:ext>
            </a:extLst>
          </p:cNvPr>
          <p:cNvSpPr/>
          <p:nvPr userDrawn="1"/>
        </p:nvSpPr>
        <p:spPr>
          <a:xfrm>
            <a:off x="0" y="0"/>
            <a:ext cx="12192000" cy="6858000"/>
          </a:xfrm>
          <a:prstGeom prst="frame">
            <a:avLst>
              <a:gd name="adj1" fmla="val 120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4" name="直線コネクタ 3">
            <a:extLst>
              <a:ext uri="{FF2B5EF4-FFF2-40B4-BE49-F238E27FC236}">
                <a16:creationId xmlns:a16="http://schemas.microsoft.com/office/drawing/2014/main" id="{BF95697D-A8FF-B2A3-2CE3-329D52B30C00}"/>
              </a:ext>
            </a:extLst>
          </p:cNvPr>
          <p:cNvCxnSpPr>
            <a:cxnSpLocks/>
          </p:cNvCxnSpPr>
          <p:nvPr userDrawn="1"/>
        </p:nvCxnSpPr>
        <p:spPr>
          <a:xfrm>
            <a:off x="11531600" y="6610350"/>
            <a:ext cx="0" cy="24765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テキスト プレースホルダー 8">
            <a:extLst>
              <a:ext uri="{FF2B5EF4-FFF2-40B4-BE49-F238E27FC236}">
                <a16:creationId xmlns:a16="http://schemas.microsoft.com/office/drawing/2014/main" id="{5CCC478E-A8C8-9101-0674-4E6D23C2F289}"/>
              </a:ext>
            </a:extLst>
          </p:cNvPr>
          <p:cNvSpPr>
            <a:spLocks noGrp="1"/>
          </p:cNvSpPr>
          <p:nvPr>
            <p:ph type="body" sz="quarter" idx="13" hasCustomPrompt="1"/>
          </p:nvPr>
        </p:nvSpPr>
        <p:spPr>
          <a:xfrm>
            <a:off x="336731" y="3235101"/>
            <a:ext cx="11520307" cy="387798"/>
          </a:xfrm>
          <a:prstGeom prst="rect">
            <a:avLst/>
          </a:prstGeom>
        </p:spPr>
        <p:txBody>
          <a:bodyPr lIns="0" tIns="0" rIns="0" bIns="0" anchor="ctr" anchorCtr="1">
            <a:spAutoFit/>
          </a:bodyPr>
          <a:lstStyle>
            <a:lvl1pPr marL="0" indent="0" algn="ctr">
              <a:buNone/>
              <a:defRPr spc="-80" baseline="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kumimoji="1" lang="ja-JP" altLang="en-US" dirty="0"/>
              <a:t>キーメッセージ</a:t>
            </a:r>
          </a:p>
        </p:txBody>
      </p:sp>
    </p:spTree>
    <p:extLst>
      <p:ext uri="{BB962C8B-B14F-4D97-AF65-F5344CB8AC3E}">
        <p14:creationId xmlns:p14="http://schemas.microsoft.com/office/powerpoint/2010/main" val="2843868937"/>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451F8-FACD-BC7C-CD2F-8BB58E050BDE}"/>
              </a:ext>
            </a:extLst>
          </p:cNvPr>
          <p:cNvSpPr>
            <a:spLocks noGrp="1"/>
          </p:cNvSpPr>
          <p:nvPr>
            <p:ph type="title" hasCustomPrompt="1"/>
          </p:nvPr>
        </p:nvSpPr>
        <p:spPr>
          <a:xfrm>
            <a:off x="793750" y="3086260"/>
            <a:ext cx="7451292" cy="738664"/>
          </a:xfrm>
          <a:prstGeom prst="rect">
            <a:avLst/>
          </a:prstGeom>
        </p:spPr>
        <p:txBody>
          <a:bodyPr wrap="square" lIns="0" tIns="0" rIns="0" bIns="0" anchor="t">
            <a:spAutoFit/>
          </a:bodyPr>
          <a:lstStyle>
            <a:lvl1pPr>
              <a:lnSpc>
                <a:spcPct val="100000"/>
              </a:lnSpc>
              <a:defRPr sz="4800" spc="-140" baseline="0"/>
            </a:lvl1pPr>
          </a:lstStyle>
          <a:p>
            <a:r>
              <a:rPr kumimoji="1" lang="ja-JP" altLang="en-US" dirty="0"/>
              <a:t>章タイトル</a:t>
            </a:r>
          </a:p>
        </p:txBody>
      </p:sp>
      <p:sp>
        <p:nvSpPr>
          <p:cNvPr id="3" name="テキスト プレースホルダー 2">
            <a:extLst>
              <a:ext uri="{FF2B5EF4-FFF2-40B4-BE49-F238E27FC236}">
                <a16:creationId xmlns:a16="http://schemas.microsoft.com/office/drawing/2014/main" id="{29C14408-5C96-D710-E687-AC9D4BBCD19B}"/>
              </a:ext>
            </a:extLst>
          </p:cNvPr>
          <p:cNvSpPr>
            <a:spLocks noGrp="1"/>
          </p:cNvSpPr>
          <p:nvPr>
            <p:ph type="body" idx="1" hasCustomPrompt="1"/>
          </p:nvPr>
        </p:nvSpPr>
        <p:spPr>
          <a:xfrm>
            <a:off x="831850" y="2594413"/>
            <a:ext cx="7397750" cy="276999"/>
          </a:xfrm>
          <a:prstGeom prst="rect">
            <a:avLst/>
          </a:prstGeom>
        </p:spPr>
        <p:txBody>
          <a:bodyPr wrap="square" lIns="0" tIns="0" rIns="0" bIns="0" anchor="ctr">
            <a:spAutoFit/>
          </a:bodyPr>
          <a:lstStyle>
            <a:lvl1pPr marL="0" indent="0">
              <a:lnSpc>
                <a:spcPct val="100000"/>
              </a:lnSpc>
              <a:buNone/>
              <a:defRPr sz="1800">
                <a:solidFill>
                  <a:schemeClr val="tx1">
                    <a:tint val="75000"/>
                  </a:schemeClr>
                </a:solidFill>
                <a:latin typeface="Yu Gothic UI" panose="020B0500000000000000" pitchFamily="50" charset="-128"/>
                <a:ea typeface="Yu Gothic UI" panose="020B0500000000000000"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a:t>章番号</a:t>
            </a:r>
          </a:p>
        </p:txBody>
      </p:sp>
      <p:sp>
        <p:nvSpPr>
          <p:cNvPr id="5" name="フッター プレースホルダー 4">
            <a:extLst>
              <a:ext uri="{FF2B5EF4-FFF2-40B4-BE49-F238E27FC236}">
                <a16:creationId xmlns:a16="http://schemas.microsoft.com/office/drawing/2014/main" id="{100A0755-42CE-E9D8-B350-19287C6906D5}"/>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6" name="スライド番号プレースホルダー 5">
            <a:extLst>
              <a:ext uri="{FF2B5EF4-FFF2-40B4-BE49-F238E27FC236}">
                <a16:creationId xmlns:a16="http://schemas.microsoft.com/office/drawing/2014/main" id="{1A642D2F-948C-D83B-7AB2-D6EB6AEF4C84}"/>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11" name="直線コネクタ 10">
            <a:extLst>
              <a:ext uri="{FF2B5EF4-FFF2-40B4-BE49-F238E27FC236}">
                <a16:creationId xmlns:a16="http://schemas.microsoft.com/office/drawing/2014/main" id="{ECC045BD-2B19-4D9C-5901-5FF2ABD12B32}"/>
              </a:ext>
            </a:extLst>
          </p:cNvPr>
          <p:cNvCxnSpPr>
            <a:cxnSpLocks/>
          </p:cNvCxnSpPr>
          <p:nvPr userDrawn="1"/>
        </p:nvCxnSpPr>
        <p:spPr>
          <a:xfrm flipH="1">
            <a:off x="0" y="2714171"/>
            <a:ext cx="60234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AB63676-FB08-8574-20E3-68AB8ABE9717}"/>
              </a:ext>
            </a:extLst>
          </p:cNvPr>
          <p:cNvCxnSpPr>
            <a:cxnSpLocks/>
          </p:cNvCxnSpPr>
          <p:nvPr userDrawn="1"/>
        </p:nvCxnSpPr>
        <p:spPr>
          <a:xfrm>
            <a:off x="215900" y="215900"/>
            <a:ext cx="0" cy="21717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7BFB5998-CD4C-4167-1FEE-83CF4162E550}"/>
              </a:ext>
            </a:extLst>
          </p:cNvPr>
          <p:cNvCxnSpPr>
            <a:cxnSpLocks/>
          </p:cNvCxnSpPr>
          <p:nvPr userDrawn="1"/>
        </p:nvCxnSpPr>
        <p:spPr>
          <a:xfrm>
            <a:off x="215900" y="3086260"/>
            <a:ext cx="0" cy="322405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BD29E1F7-54D6-8B90-3607-93B466B77570}"/>
              </a:ext>
            </a:extLst>
          </p:cNvPr>
          <p:cNvCxnSpPr>
            <a:cxnSpLocks/>
          </p:cNvCxnSpPr>
          <p:nvPr userDrawn="1"/>
        </p:nvCxnSpPr>
        <p:spPr>
          <a:xfrm>
            <a:off x="11974022" y="215900"/>
            <a:ext cx="0" cy="609441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2304FCE-0648-4D17-E2BA-A7F8172E57C1}"/>
              </a:ext>
            </a:extLst>
          </p:cNvPr>
          <p:cNvCxnSpPr>
            <a:cxnSpLocks/>
          </p:cNvCxnSpPr>
          <p:nvPr userDrawn="1"/>
        </p:nvCxnSpPr>
        <p:spPr>
          <a:xfrm flipH="1">
            <a:off x="215900" y="215900"/>
            <a:ext cx="1175812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427F7ED-3DF7-EFD8-FEF3-BF94872EC61C}"/>
              </a:ext>
            </a:extLst>
          </p:cNvPr>
          <p:cNvCxnSpPr>
            <a:cxnSpLocks/>
          </p:cNvCxnSpPr>
          <p:nvPr userDrawn="1"/>
        </p:nvCxnSpPr>
        <p:spPr>
          <a:xfrm flipH="1">
            <a:off x="215900" y="6310312"/>
            <a:ext cx="11766368"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838486"/>
      </p:ext>
    </p:extLst>
  </p:cSld>
  <p:clrMapOvr>
    <a:masterClrMapping/>
  </p:clrMapOvr>
  <p:extLst>
    <p:ext uri="{DCECCB84-F9BA-43D5-87BE-67443E8EF086}">
      <p15:sldGuideLst xmlns:p15="http://schemas.microsoft.com/office/powerpoint/2012/main">
        <p15:guide id="1" pos="57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0464269F-11F2-AAFC-11EE-60C2F402A033}"/>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89AEF266-4BCF-1F54-D237-2C4CEA31D82C}"/>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2" name="直線コネクタ 1">
            <a:extLst>
              <a:ext uri="{FF2B5EF4-FFF2-40B4-BE49-F238E27FC236}">
                <a16:creationId xmlns:a16="http://schemas.microsoft.com/office/drawing/2014/main" id="{29045ED0-745F-3DF3-A1FB-BDE3CC323008}"/>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123655"/>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フッターなし">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186"/>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DDF6A91A-0BBA-7987-E575-9CF15A220294}"/>
              </a:ext>
            </a:extLst>
          </p:cNvPr>
          <p:cNvSpPr>
            <a:spLocks noGrp="1"/>
          </p:cNvSpPr>
          <p:nvPr>
            <p:ph type="ftr" sz="quarter" idx="3"/>
          </p:nvPr>
        </p:nvSpPr>
        <p:spPr>
          <a:xfrm>
            <a:off x="336731" y="6538912"/>
            <a:ext cx="4114800" cy="228600"/>
          </a:xfrm>
          <a:prstGeom prst="rect">
            <a:avLst/>
          </a:prstGeom>
        </p:spPr>
        <p:txBody>
          <a:bodyPr vert="horz" lIns="0" tIns="0" rIns="0" bIns="0" rtlCol="0" anchor="ctr"/>
          <a:lstStyle>
            <a:lvl1pPr algn="l">
              <a:defRPr sz="800" spc="180" baseline="0">
                <a:solidFill>
                  <a:schemeClr val="tx1">
                    <a:tint val="75000"/>
                  </a:schemeClr>
                </a:solidFill>
                <a:latin typeface="Yu Gothic UI" panose="020B0500000000000000" pitchFamily="50" charset="-128"/>
                <a:ea typeface="Yu Gothic UI" panose="020B0500000000000000" pitchFamily="50" charset="-128"/>
              </a:defRPr>
            </a:lvl1pPr>
          </a:lstStyle>
          <a:p>
            <a:r>
              <a:rPr lang="en-US" altLang="ja-JP"/>
              <a:t>ICHIBAN SIMPLE template</a:t>
            </a:r>
            <a:endParaRPr lang="ja-JP" altLang="en-US" dirty="0"/>
          </a:p>
        </p:txBody>
      </p:sp>
      <p:sp>
        <p:nvSpPr>
          <p:cNvPr id="6" name="スライド番号プレースホルダー 5">
            <a:extLst>
              <a:ext uri="{FF2B5EF4-FFF2-40B4-BE49-F238E27FC236}">
                <a16:creationId xmlns:a16="http://schemas.microsoft.com/office/drawing/2014/main" id="{EB4CEB82-0F9D-28B2-8553-47E29A29AE8B}"/>
              </a:ext>
            </a:extLst>
          </p:cNvPr>
          <p:cNvSpPr>
            <a:spLocks noGrp="1"/>
          </p:cNvSpPr>
          <p:nvPr>
            <p:ph type="sldNum" sz="quarter" idx="4"/>
          </p:nvPr>
        </p:nvSpPr>
        <p:spPr>
          <a:xfrm>
            <a:off x="11642635" y="6581774"/>
            <a:ext cx="425268" cy="228600"/>
          </a:xfrm>
          <a:prstGeom prst="rect">
            <a:avLst/>
          </a:prstGeom>
        </p:spPr>
        <p:txBody>
          <a:bodyPr vert="horz" lIns="0" tIns="0" rIns="0" bIns="0" rtlCol="0" anchor="ctr"/>
          <a:lstStyle>
            <a:lvl1pPr algn="ctr">
              <a:defRPr sz="900">
                <a:solidFill>
                  <a:schemeClr val="tx1">
                    <a:lumMod val="50000"/>
                    <a:lumOff val="50000"/>
                  </a:schemeClr>
                </a:solidFill>
                <a:latin typeface="Yu Gothic UI" panose="020B0500000000000000" pitchFamily="50" charset="-128"/>
                <a:ea typeface="Yu Gothic UI" panose="020B0500000000000000" pitchFamily="50" charset="-128"/>
              </a:defRPr>
            </a:lvl1pPr>
          </a:lstStyle>
          <a:p>
            <a:fld id="{3B09FD7E-EA79-4AC9-B47C-47EE1A48B026}" type="slidenum">
              <a:rPr lang="ja-JP" altLang="en-US" smtClean="0"/>
              <a:pPr/>
              <a:t>‹#›</a:t>
            </a:fld>
            <a:endParaRPr lang="ja-JP" altLang="en-US" dirty="0"/>
          </a:p>
        </p:txBody>
      </p:sp>
    </p:spTree>
    <p:extLst>
      <p:ext uri="{BB962C8B-B14F-4D97-AF65-F5344CB8AC3E}">
        <p14:creationId xmlns:p14="http://schemas.microsoft.com/office/powerpoint/2010/main" val="286631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4" r:id="rId4"/>
    <p:sldLayoutId id="2147483656" r:id="rId5"/>
    <p:sldLayoutId id="2147483651" r:id="rId6"/>
    <p:sldLayoutId id="2147483655" r:id="rId7"/>
    <p:sldLayoutId id="2147483658" r:id="rId8"/>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7.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6.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6.png"/><Relationship Id="rId24" Type="http://schemas.openxmlformats.org/officeDocument/2006/relationships/customXml" Target="../ink/ink12.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10.png"/><Relationship Id="rId4" Type="http://schemas.openxmlformats.org/officeDocument/2006/relationships/customXml" Target="../ink/ink2.xml"/><Relationship Id="rId9" Type="http://schemas.openxmlformats.org/officeDocument/2006/relationships/image" Target="../media/image5.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1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1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customXml" Target="../ink/ink20.xml"/><Relationship Id="rId18" Type="http://schemas.openxmlformats.org/officeDocument/2006/relationships/image" Target="../media/image29.png"/><Relationship Id="rId3" Type="http://schemas.openxmlformats.org/officeDocument/2006/relationships/image" Target="../media/image19.JPG"/><Relationship Id="rId21" Type="http://schemas.openxmlformats.org/officeDocument/2006/relationships/customXml" Target="../ink/ink24.xml"/><Relationship Id="rId7" Type="http://schemas.openxmlformats.org/officeDocument/2006/relationships/customXml" Target="../ink/ink17.xml"/><Relationship Id="rId12" Type="http://schemas.openxmlformats.org/officeDocument/2006/relationships/image" Target="../media/image26.png"/><Relationship Id="rId17" Type="http://schemas.openxmlformats.org/officeDocument/2006/relationships/customXml" Target="../ink/ink22.xml"/><Relationship Id="rId2" Type="http://schemas.openxmlformats.org/officeDocument/2006/relationships/notesSlide" Target="../notesSlides/notesSlide3.xml"/><Relationship Id="rId16" Type="http://schemas.openxmlformats.org/officeDocument/2006/relationships/image" Target="../media/image28.png"/><Relationship Id="rId20"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2.JPG"/><Relationship Id="rId11" Type="http://schemas.openxmlformats.org/officeDocument/2006/relationships/customXml" Target="../ink/ink19.xml"/><Relationship Id="rId5" Type="http://schemas.openxmlformats.org/officeDocument/2006/relationships/image" Target="../media/image21.JPG"/><Relationship Id="rId15" Type="http://schemas.openxmlformats.org/officeDocument/2006/relationships/customXml" Target="../ink/ink21.xml"/><Relationship Id="rId10" Type="http://schemas.openxmlformats.org/officeDocument/2006/relationships/image" Target="../media/image25.png"/><Relationship Id="rId19" Type="http://schemas.openxmlformats.org/officeDocument/2006/relationships/customXml" Target="../ink/ink23.xml"/><Relationship Id="rId4" Type="http://schemas.openxmlformats.org/officeDocument/2006/relationships/image" Target="../media/image20.JPG"/><Relationship Id="rId9" Type="http://schemas.openxmlformats.org/officeDocument/2006/relationships/customXml" Target="../ink/ink18.xml"/><Relationship Id="rId14" Type="http://schemas.openxmlformats.org/officeDocument/2006/relationships/image" Target="../media/image27.png"/><Relationship Id="rId22"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customXml" Target="../ink/ink26.xml"/></Relationships>
</file>

<file path=ppt/slides/_rels/slide10.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29.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ustomXml" Target="../ink/ink30.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customXml" Target="../ink/ink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3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3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3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23.gif"/><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23.gif"/><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customXml" Target="../ink/ink40.xml"/><Relationship Id="rId5" Type="http://schemas.openxmlformats.org/officeDocument/2006/relationships/image" Target="../media/image49.png"/><Relationship Id="rId4" Type="http://schemas.openxmlformats.org/officeDocument/2006/relationships/customXml" Target="../ink/ink39.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customXml" Target="../ink/ink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7E5AD9-A24A-3969-3754-81AE86B45CD0}"/>
              </a:ext>
            </a:extLst>
          </p:cNvPr>
          <p:cNvSpPr>
            <a:spLocks noGrp="1"/>
          </p:cNvSpPr>
          <p:nvPr>
            <p:ph type="ctrTitle"/>
          </p:nvPr>
        </p:nvSpPr>
        <p:spPr>
          <a:xfrm>
            <a:off x="841827" y="2197894"/>
            <a:ext cx="6888900" cy="1231106"/>
          </a:xfrm>
          <a:solidFill>
            <a:srgbClr val="FFFFFF">
              <a:alpha val="74902"/>
            </a:srgbClr>
          </a:solidFill>
          <a:ln>
            <a:noFill/>
          </a:ln>
        </p:spPr>
        <p:style>
          <a:lnRef idx="2">
            <a:schemeClr val="dk1"/>
          </a:lnRef>
          <a:fillRef idx="1">
            <a:schemeClr val="lt1"/>
          </a:fillRef>
          <a:effectRef idx="0">
            <a:schemeClr val="dk1"/>
          </a:effectRef>
          <a:fontRef idx="minor">
            <a:schemeClr val="dk1"/>
          </a:fontRef>
        </p:style>
        <p:txBody>
          <a:bodyPr/>
          <a:lstStyle/>
          <a:p>
            <a:r>
              <a:rPr lang="ja-JP" altLang="en-US" dirty="0"/>
              <a:t>なぜオブジェクト指向</a:t>
            </a:r>
            <a:br>
              <a:rPr lang="en-US" altLang="ja-JP" dirty="0"/>
            </a:br>
            <a:r>
              <a:rPr lang="ja-JP" altLang="en-US" dirty="0"/>
              <a:t>プログラミングを学んだのか。</a:t>
            </a:r>
          </a:p>
        </p:txBody>
      </p:sp>
      <p:sp>
        <p:nvSpPr>
          <p:cNvPr id="3" name="字幕 2">
            <a:extLst>
              <a:ext uri="{FF2B5EF4-FFF2-40B4-BE49-F238E27FC236}">
                <a16:creationId xmlns:a16="http://schemas.microsoft.com/office/drawing/2014/main" id="{8D022038-FCD2-768D-586A-37AF2FACEC64}"/>
              </a:ext>
            </a:extLst>
          </p:cNvPr>
          <p:cNvSpPr>
            <a:spLocks noGrp="1"/>
          </p:cNvSpPr>
          <p:nvPr>
            <p:ph type="subTitle" idx="1"/>
          </p:nvPr>
        </p:nvSpPr>
        <p:spPr>
          <a:xfrm>
            <a:off x="841827" y="3693548"/>
            <a:ext cx="4112137" cy="215444"/>
          </a:xfrm>
          <a:solidFill>
            <a:schemeClr val="bg1">
              <a:alpha val="69804"/>
            </a:schemeClr>
          </a:solidFill>
        </p:spPr>
        <p:txBody>
          <a:bodyPr/>
          <a:lstStyle/>
          <a:p>
            <a:r>
              <a:rPr lang="ja-JP" altLang="en-US" dirty="0"/>
              <a:t>ポリテクセンター栃木　スマート生産サポート科</a:t>
            </a:r>
          </a:p>
        </p:txBody>
      </p:sp>
      <p:sp>
        <p:nvSpPr>
          <p:cNvPr id="6" name="テキスト プレースホルダー 5">
            <a:extLst>
              <a:ext uri="{FF2B5EF4-FFF2-40B4-BE49-F238E27FC236}">
                <a16:creationId xmlns:a16="http://schemas.microsoft.com/office/drawing/2014/main" id="{36F8566D-FA93-42BB-9EF3-BC572F135865}"/>
              </a:ext>
            </a:extLst>
          </p:cNvPr>
          <p:cNvSpPr>
            <a:spLocks noGrp="1"/>
          </p:cNvSpPr>
          <p:nvPr>
            <p:ph type="body" sz="quarter" idx="10"/>
          </p:nvPr>
        </p:nvSpPr>
        <p:spPr>
          <a:xfrm>
            <a:off x="841827" y="4025900"/>
            <a:ext cx="8453117" cy="169863"/>
          </a:xfrm>
        </p:spPr>
        <p:txBody>
          <a:bodyPr/>
          <a:lstStyle/>
          <a:p>
            <a:r>
              <a:rPr lang="en-US" altLang="ja-JP" dirty="0"/>
              <a:t>Ver.01</a:t>
            </a:r>
            <a:r>
              <a:rPr lang="ja-JP" altLang="en-US" dirty="0"/>
              <a:t>　</a:t>
            </a:r>
            <a:r>
              <a:rPr lang="en-US" altLang="ja-JP" dirty="0"/>
              <a:t>2026-03-25</a:t>
            </a:r>
            <a:endParaRPr lang="ja-JP" altLang="en-US" dirty="0"/>
          </a:p>
        </p:txBody>
      </p:sp>
    </p:spTree>
    <p:extLst>
      <p:ext uri="{BB962C8B-B14F-4D97-AF65-F5344CB8AC3E}">
        <p14:creationId xmlns:p14="http://schemas.microsoft.com/office/powerpoint/2010/main" val="2970623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7E5AD9-A24A-3969-3754-81AE86B45CD0}"/>
              </a:ext>
            </a:extLst>
          </p:cNvPr>
          <p:cNvSpPr>
            <a:spLocks noGrp="1"/>
          </p:cNvSpPr>
          <p:nvPr>
            <p:ph type="ctrTitle"/>
          </p:nvPr>
        </p:nvSpPr>
        <p:spPr>
          <a:xfrm>
            <a:off x="841827" y="2813447"/>
            <a:ext cx="6888900" cy="615553"/>
          </a:xfrm>
          <a:solidFill>
            <a:srgbClr val="FFFFFF">
              <a:alpha val="74902"/>
            </a:srgbClr>
          </a:solidFill>
          <a:ln>
            <a:noFill/>
          </a:ln>
        </p:spPr>
        <p:style>
          <a:lnRef idx="2">
            <a:schemeClr val="dk1"/>
          </a:lnRef>
          <a:fillRef idx="1">
            <a:schemeClr val="lt1"/>
          </a:fillRef>
          <a:effectRef idx="0">
            <a:schemeClr val="dk1"/>
          </a:effectRef>
          <a:fontRef idx="minor">
            <a:schemeClr val="dk1"/>
          </a:fontRef>
        </p:style>
        <p:txBody>
          <a:bodyPr/>
          <a:lstStyle/>
          <a:p>
            <a:r>
              <a:rPr lang="ja-JP" altLang="en-US" dirty="0"/>
              <a:t>目次</a:t>
            </a:r>
          </a:p>
        </p:txBody>
      </p:sp>
      <p:sp>
        <p:nvSpPr>
          <p:cNvPr id="9" name="タイトル 9">
            <a:extLst>
              <a:ext uri="{FF2B5EF4-FFF2-40B4-BE49-F238E27FC236}">
                <a16:creationId xmlns:a16="http://schemas.microsoft.com/office/drawing/2014/main" id="{8F2599DA-CC3F-4305-959E-41AA9F27A19B}"/>
              </a:ext>
            </a:extLst>
          </p:cNvPr>
          <p:cNvSpPr txBox="1">
            <a:spLocks/>
          </p:cNvSpPr>
          <p:nvPr/>
        </p:nvSpPr>
        <p:spPr>
          <a:xfrm>
            <a:off x="3360968" y="2891219"/>
            <a:ext cx="4463280" cy="615553"/>
          </a:xfrm>
          <a:prstGeom prst="rect">
            <a:avLst/>
          </a:prstGeom>
        </p:spPr>
        <p:txBody>
          <a:bodyPr wrap="square" lIns="0" tIns="0" rIns="0" bIns="0" anchor="b">
            <a:spAutoFit/>
          </a:bodyPr>
          <a:lstStyle>
            <a:lvl1pPr algn="l" defTabSz="914400" rtl="0" eaLnBrk="1" latinLnBrk="0" hangingPunct="1">
              <a:lnSpc>
                <a:spcPct val="100000"/>
              </a:lnSpc>
              <a:spcBef>
                <a:spcPct val="0"/>
              </a:spcBef>
              <a:buNone/>
              <a:defRPr kumimoji="1" sz="4000" kern="1200" spc="-140" baseline="0">
                <a:solidFill>
                  <a:schemeClr val="tx1"/>
                </a:solidFill>
                <a:latin typeface="+mj-lt"/>
                <a:ea typeface="+mj-ea"/>
                <a:cs typeface="+mj-cs"/>
              </a:defRPr>
            </a:lvl1pPr>
          </a:lstStyle>
          <a:p>
            <a:r>
              <a:rPr lang="ja-JP" altLang="en-US" sz="2000" dirty="0"/>
              <a:t>・システム開発の流れ</a:t>
            </a:r>
            <a:endParaRPr lang="en-US" altLang="ja-JP" sz="2000" dirty="0"/>
          </a:p>
          <a:p>
            <a:r>
              <a:rPr lang="ja-JP" altLang="en-US" sz="2000" dirty="0"/>
              <a:t>・オブジェクト指向分析・設計</a:t>
            </a:r>
            <a:endParaRPr lang="en-US" altLang="ja-JP" sz="2000" dirty="0"/>
          </a:p>
        </p:txBody>
      </p:sp>
      <mc:AlternateContent xmlns:mc="http://schemas.openxmlformats.org/markup-compatibility/2006" xmlns:p14="http://schemas.microsoft.com/office/powerpoint/2010/main">
        <mc:Choice Requires="p14">
          <p:contentPart p14:bwMode="auto" r:id="rId2">
            <p14:nvContentPartPr>
              <p14:cNvPr id="3" name="インク 2">
                <a:extLst>
                  <a:ext uri="{FF2B5EF4-FFF2-40B4-BE49-F238E27FC236}">
                    <a16:creationId xmlns:a16="http://schemas.microsoft.com/office/drawing/2014/main" id="{50F00168-DB92-49EE-80F1-6B4698AE12A0}"/>
                  </a:ext>
                </a:extLst>
              </p14:cNvPr>
              <p14:cNvContentPartPr/>
              <p14:nvPr/>
            </p14:nvContentPartPr>
            <p14:xfrm>
              <a:off x="3612960" y="2593440"/>
              <a:ext cx="1434960" cy="643680"/>
            </p14:xfrm>
          </p:contentPart>
        </mc:Choice>
        <mc:Fallback xmlns="">
          <p:pic>
            <p:nvPicPr>
              <p:cNvPr id="3" name="インク 2">
                <a:extLst>
                  <a:ext uri="{FF2B5EF4-FFF2-40B4-BE49-F238E27FC236}">
                    <a16:creationId xmlns:a16="http://schemas.microsoft.com/office/drawing/2014/main" id="{50F00168-DB92-49EE-80F1-6B4698AE12A0}"/>
                  </a:ext>
                </a:extLst>
              </p:cNvPr>
              <p:cNvPicPr/>
              <p:nvPr/>
            </p:nvPicPr>
            <p:blipFill>
              <a:blip r:embed="rId3"/>
              <a:stretch>
                <a:fillRect/>
              </a:stretch>
            </p:blipFill>
            <p:spPr>
              <a:xfrm>
                <a:off x="3603600" y="2584080"/>
                <a:ext cx="1453680" cy="662400"/>
              </a:xfrm>
              <a:prstGeom prst="rect">
                <a:avLst/>
              </a:prstGeom>
            </p:spPr>
          </p:pic>
        </mc:Fallback>
      </mc:AlternateContent>
    </p:spTree>
    <p:extLst>
      <p:ext uri="{BB962C8B-B14F-4D97-AF65-F5344CB8AC3E}">
        <p14:creationId xmlns:p14="http://schemas.microsoft.com/office/powerpoint/2010/main" val="242234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EE1662-6263-0AF3-AB2A-49255C971733}"/>
              </a:ext>
            </a:extLst>
          </p:cNvPr>
          <p:cNvSpPr>
            <a:spLocks noGrp="1"/>
          </p:cNvSpPr>
          <p:nvPr>
            <p:ph type="title"/>
          </p:nvPr>
        </p:nvSpPr>
        <p:spPr>
          <a:xfrm>
            <a:off x="793750" y="3086260"/>
            <a:ext cx="8384974" cy="1046440"/>
          </a:xfrm>
        </p:spPr>
        <p:txBody>
          <a:bodyPr/>
          <a:lstStyle/>
          <a:p>
            <a:r>
              <a:rPr lang="ja-JP" altLang="en-US" dirty="0"/>
              <a:t>システム開発の流れ</a:t>
            </a:r>
            <a:br>
              <a:rPr lang="en-US" altLang="ja-JP" dirty="0"/>
            </a:br>
            <a:r>
              <a:rPr lang="ja-JP" altLang="en-US" sz="2000" dirty="0"/>
              <a:t>めちゃくちゃざっくり見ていく</a:t>
            </a:r>
            <a:endParaRPr lang="ja-JP" altLang="en-US" dirty="0"/>
          </a:p>
        </p:txBody>
      </p:sp>
      <p:sp>
        <p:nvSpPr>
          <p:cNvPr id="3" name="テキスト プレースホルダー 2">
            <a:extLst>
              <a:ext uri="{FF2B5EF4-FFF2-40B4-BE49-F238E27FC236}">
                <a16:creationId xmlns:a16="http://schemas.microsoft.com/office/drawing/2014/main" id="{E48E4BAB-E4CE-AE42-B998-6EE6D237740A}"/>
              </a:ext>
            </a:extLst>
          </p:cNvPr>
          <p:cNvSpPr>
            <a:spLocks noGrp="1"/>
          </p:cNvSpPr>
          <p:nvPr>
            <p:ph type="body" idx="1"/>
          </p:nvPr>
        </p:nvSpPr>
        <p:spPr>
          <a:xfrm>
            <a:off x="831850" y="2594413"/>
            <a:ext cx="5264150" cy="276999"/>
          </a:xfrm>
        </p:spPr>
        <p:txBody>
          <a:bodyPr/>
          <a:lstStyle/>
          <a:p>
            <a:r>
              <a:rPr lang="en-US" altLang="ja-JP" dirty="0"/>
              <a:t>01</a:t>
            </a:r>
            <a:endParaRPr lang="ja-JP" altLang="en-US" dirty="0"/>
          </a:p>
        </p:txBody>
      </p:sp>
      <p:sp>
        <p:nvSpPr>
          <p:cNvPr id="23" name="フッター プレースホルダー 22">
            <a:extLst>
              <a:ext uri="{FF2B5EF4-FFF2-40B4-BE49-F238E27FC236}">
                <a16:creationId xmlns:a16="http://schemas.microsoft.com/office/drawing/2014/main" id="{8305DFA2-B065-A42D-593E-FDFA0BBB1746}"/>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24" name="スライド番号プレースホルダー 23">
            <a:extLst>
              <a:ext uri="{FF2B5EF4-FFF2-40B4-BE49-F238E27FC236}">
                <a16:creationId xmlns:a16="http://schemas.microsoft.com/office/drawing/2014/main" id="{90EEC79A-CA83-E39E-3857-ACDD31BEF222}"/>
              </a:ext>
            </a:extLst>
          </p:cNvPr>
          <p:cNvSpPr>
            <a:spLocks noGrp="1"/>
          </p:cNvSpPr>
          <p:nvPr>
            <p:ph type="sldNum" sz="quarter" idx="12"/>
          </p:nvPr>
        </p:nvSpPr>
        <p:spPr/>
        <p:txBody>
          <a:bodyPr/>
          <a:lstStyle/>
          <a:p>
            <a:fld id="{3B09FD7E-EA79-4AC9-B47C-47EE1A48B026}" type="slidenum">
              <a:rPr kumimoji="1" lang="ja-JP" altLang="en-US" smtClean="0"/>
              <a:t>3</a:t>
            </a:fld>
            <a:endParaRPr kumimoji="1" lang="ja-JP" altLang="en-US"/>
          </a:p>
        </p:txBody>
      </p:sp>
    </p:spTree>
    <p:extLst>
      <p:ext uri="{BB962C8B-B14F-4D97-AF65-F5344CB8AC3E}">
        <p14:creationId xmlns:p14="http://schemas.microsoft.com/office/powerpoint/2010/main" val="3624570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401116"/>
          </a:xfrm>
        </p:spPr>
        <p:txBody>
          <a:bodyPr>
            <a:normAutofit/>
          </a:bodyPr>
          <a:lstStyle/>
          <a:p>
            <a:r>
              <a:rPr lang="ja-JP" altLang="en-US" dirty="0"/>
              <a:t>システム開発の工程をモデル化したもの </a:t>
            </a:r>
            <a:r>
              <a:rPr lang="en-US" altLang="ja-JP" dirty="0"/>
              <a:t>… </a:t>
            </a:r>
            <a:r>
              <a:rPr lang="ja-JP" altLang="en-US" b="1" dirty="0">
                <a:solidFill>
                  <a:srgbClr val="FF0000"/>
                </a:solidFill>
              </a:rPr>
              <a:t>開発モデル</a:t>
            </a:r>
            <a:r>
              <a:rPr lang="ja-JP" altLang="en-US" dirty="0"/>
              <a:t>（システム開発工程モデル）</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a:xfrm>
            <a:off x="336731" y="6538912"/>
            <a:ext cx="5837826" cy="228600"/>
          </a:xfrm>
        </p:spPr>
        <p:txBody>
          <a:bodyPr/>
          <a:lstStyle/>
          <a:p>
            <a:r>
              <a:rPr lang="ja-JP" altLang="en-US" sz="1000" b="1" dirty="0"/>
              <a:t>出典：</a:t>
            </a:r>
            <a:r>
              <a:rPr lang="en-US" altLang="ja-JP" sz="1000" b="1" dirty="0"/>
              <a:t>https://www.en-pc.jp/what_is_development_process/</a:t>
            </a:r>
            <a:endParaRPr lang="ja-JP" altLang="en-US" sz="1000" b="1" dirty="0"/>
          </a:p>
        </p:txBody>
      </p:sp>
      <p:sp>
        <p:nvSpPr>
          <p:cNvPr id="4" name="スライド番号プレースホルダー 3">
            <a:extLst>
              <a:ext uri="{FF2B5EF4-FFF2-40B4-BE49-F238E27FC236}">
                <a16:creationId xmlns:a16="http://schemas.microsoft.com/office/drawing/2014/main" id="{3ADF49EA-11EA-436A-ACA3-02E891890189}"/>
              </a:ext>
            </a:extLst>
          </p:cNvPr>
          <p:cNvSpPr>
            <a:spLocks noGrp="1"/>
          </p:cNvSpPr>
          <p:nvPr>
            <p:ph type="sldNum" sz="quarter" idx="12"/>
          </p:nvPr>
        </p:nvSpPr>
        <p:spPr/>
        <p:txBody>
          <a:bodyPr/>
          <a:lstStyle/>
          <a:p>
            <a:fld id="{3B09FD7E-EA79-4AC9-B47C-47EE1A48B026}" type="slidenum">
              <a:rPr lang="ja-JP" altLang="en-US" smtClean="0"/>
              <a:pPr/>
              <a:t>4</a:t>
            </a:fld>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pic>
        <p:nvPicPr>
          <p:cNvPr id="1026" name="Picture 2" descr="https://www.en-pc.jp/wp-content/uploads/2024/04/develop_process_v-1024x576.png">
            <a:extLst>
              <a:ext uri="{FF2B5EF4-FFF2-40B4-BE49-F238E27FC236}">
                <a16:creationId xmlns:a16="http://schemas.microsoft.com/office/drawing/2014/main" id="{86B8F2C3-50AA-465A-B522-14DE854149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5332" y="970484"/>
            <a:ext cx="8697798" cy="4892511"/>
          </a:xfrm>
          <a:prstGeom prst="rect">
            <a:avLst/>
          </a:prstGeom>
          <a:noFill/>
          <a:extLst>
            <a:ext uri="{909E8E84-426E-40DD-AFC4-6F175D3DCCD1}">
              <a14:hiddenFill xmlns:a14="http://schemas.microsoft.com/office/drawing/2010/main">
                <a:solidFill>
                  <a:srgbClr val="FFFFFF"/>
                </a:solidFill>
              </a14:hiddenFill>
            </a:ext>
          </a:extLst>
        </p:spPr>
      </p:pic>
      <p:sp>
        <p:nvSpPr>
          <p:cNvPr id="2" name="矢印: 右 1">
            <a:extLst>
              <a:ext uri="{FF2B5EF4-FFF2-40B4-BE49-F238E27FC236}">
                <a16:creationId xmlns:a16="http://schemas.microsoft.com/office/drawing/2014/main" id="{76B90A57-916A-44A1-B57C-49E5F9D927C7}"/>
              </a:ext>
            </a:extLst>
          </p:cNvPr>
          <p:cNvSpPr/>
          <p:nvPr/>
        </p:nvSpPr>
        <p:spPr>
          <a:xfrm rot="3484784">
            <a:off x="2305835" y="3807023"/>
            <a:ext cx="2737336" cy="485003"/>
          </a:xfrm>
          <a:prstGeom prst="rightArrow">
            <a:avLst/>
          </a:prstGeom>
          <a:solidFill>
            <a:srgbClr val="5DB6E7">
              <a:alpha val="40000"/>
            </a:srgbClr>
          </a:solidFill>
          <a:ln/>
        </p:spPr>
        <p:style>
          <a:lnRef idx="2">
            <a:schemeClr val="accent3">
              <a:shade val="50000"/>
            </a:schemeClr>
          </a:lnRef>
          <a:fillRef idx="1">
            <a:schemeClr val="accent3"/>
          </a:fillRef>
          <a:effectRef idx="0">
            <a:schemeClr val="accent3"/>
          </a:effectRef>
          <a:fontRef idx="minor">
            <a:schemeClr val="lt1"/>
          </a:fontRef>
        </p:style>
        <p:txBody>
          <a:bodyPr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5" name="正方形/長方形 4">
            <a:extLst>
              <a:ext uri="{FF2B5EF4-FFF2-40B4-BE49-F238E27FC236}">
                <a16:creationId xmlns:a16="http://schemas.microsoft.com/office/drawing/2014/main" id="{F622D175-C813-41B1-A331-B0344ADDD1D8}"/>
              </a:ext>
            </a:extLst>
          </p:cNvPr>
          <p:cNvSpPr/>
          <p:nvPr/>
        </p:nvSpPr>
        <p:spPr>
          <a:xfrm>
            <a:off x="331423" y="4311739"/>
            <a:ext cx="3463320" cy="751360"/>
          </a:xfrm>
          <a:prstGeom prst="rect">
            <a:avLst/>
          </a:prstGeom>
          <a:ln/>
        </p:spPr>
        <p:style>
          <a:lnRef idx="2">
            <a:schemeClr val="accent3"/>
          </a:lnRef>
          <a:fillRef idx="1">
            <a:schemeClr val="lt1"/>
          </a:fillRef>
          <a:effectRef idx="0">
            <a:schemeClr val="accent3"/>
          </a:effectRef>
          <a:fontRef idx="minor">
            <a:schemeClr val="dk1"/>
          </a:fontRef>
        </p:style>
        <p:txBody>
          <a:bodyPr rtlCol="0" anchor="t">
            <a:spAutoFit/>
          </a:bodyPr>
          <a:lstStyle/>
          <a:p>
            <a:pPr algn="l">
              <a:lnSpc>
                <a:spcPct val="110000"/>
              </a:lnSpc>
              <a:spcAft>
                <a:spcPts val="500"/>
              </a:spcAft>
            </a:pPr>
            <a:r>
              <a:rPr kumimoji="1" lang="ja-JP" altLang="en-US" dirty="0">
                <a:solidFill>
                  <a:srgbClr val="000000"/>
                </a:solidFill>
                <a:latin typeface="Arial" panose="020B0604020202020204" pitchFamily="34" charset="0"/>
              </a:rPr>
              <a:t>順々に段階を経て開発</a:t>
            </a:r>
            <a:endParaRPr kumimoji="1" lang="en-US" altLang="ja-JP" dirty="0">
              <a:solidFill>
                <a:srgbClr val="000000"/>
              </a:solidFill>
              <a:latin typeface="Arial" panose="020B0604020202020204" pitchFamily="34" charset="0"/>
            </a:endParaRPr>
          </a:p>
          <a:p>
            <a:pPr algn="l">
              <a:lnSpc>
                <a:spcPct val="110000"/>
              </a:lnSpc>
              <a:spcAft>
                <a:spcPts val="500"/>
              </a:spcAft>
            </a:pPr>
            <a:r>
              <a:rPr lang="ja-JP" altLang="en-US" dirty="0">
                <a:solidFill>
                  <a:srgbClr val="000000"/>
                </a:solidFill>
                <a:latin typeface="Arial" panose="020B0604020202020204" pitchFamily="34" charset="0"/>
              </a:rPr>
              <a:t>要件定義→</a:t>
            </a:r>
            <a:r>
              <a:rPr kumimoji="1" lang="ja-JP" altLang="en-US" dirty="0">
                <a:solidFill>
                  <a:srgbClr val="000000"/>
                </a:solidFill>
                <a:latin typeface="Arial" panose="020B0604020202020204" pitchFamily="34" charset="0"/>
              </a:rPr>
              <a:t>設計→</a:t>
            </a:r>
            <a:r>
              <a:rPr lang="ja-JP" altLang="en-US" dirty="0">
                <a:solidFill>
                  <a:srgbClr val="000000"/>
                </a:solidFill>
                <a:latin typeface="Arial" panose="020B0604020202020204" pitchFamily="34" charset="0"/>
              </a:rPr>
              <a:t>開発→</a:t>
            </a:r>
            <a:r>
              <a:rPr kumimoji="1" lang="ja-JP" altLang="en-US" dirty="0">
                <a:solidFill>
                  <a:srgbClr val="000000"/>
                </a:solidFill>
                <a:latin typeface="Arial" panose="020B0604020202020204" pitchFamily="34" charset="0"/>
              </a:rPr>
              <a:t>テスト</a:t>
            </a:r>
            <a:endParaRPr kumimoji="1" lang="en-US" altLang="ja-JP" dirty="0">
              <a:solidFill>
                <a:srgbClr val="000000"/>
              </a:solidFill>
              <a:latin typeface="Arial" panose="020B0604020202020204" pitchFamily="34" charset="0"/>
            </a:endParaRPr>
          </a:p>
        </p:txBody>
      </p:sp>
      <p:sp>
        <p:nvSpPr>
          <p:cNvPr id="33" name="コンテンツ プレースホルダー 10">
            <a:extLst>
              <a:ext uri="{FF2B5EF4-FFF2-40B4-BE49-F238E27FC236}">
                <a16:creationId xmlns:a16="http://schemas.microsoft.com/office/drawing/2014/main" id="{06C8D3DE-BE22-4A67-B865-3E29D02359A2}"/>
              </a:ext>
            </a:extLst>
          </p:cNvPr>
          <p:cNvSpPr txBox="1">
            <a:spLocks/>
          </p:cNvSpPr>
          <p:nvPr/>
        </p:nvSpPr>
        <p:spPr>
          <a:xfrm>
            <a:off x="239107" y="3872727"/>
            <a:ext cx="3661281" cy="401116"/>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FF0000"/>
                </a:solidFill>
              </a:rPr>
              <a:t>ウォーターフォールモデル</a:t>
            </a:r>
          </a:p>
        </p:txBody>
      </p:sp>
      <p:sp>
        <p:nvSpPr>
          <p:cNvPr id="34" name="コンテンツ プレースホルダー 10">
            <a:extLst>
              <a:ext uri="{FF2B5EF4-FFF2-40B4-BE49-F238E27FC236}">
                <a16:creationId xmlns:a16="http://schemas.microsoft.com/office/drawing/2014/main" id="{556F3991-CB62-4F7E-9C02-9BECB0B51E18}"/>
              </a:ext>
            </a:extLst>
          </p:cNvPr>
          <p:cNvSpPr txBox="1">
            <a:spLocks/>
          </p:cNvSpPr>
          <p:nvPr/>
        </p:nvSpPr>
        <p:spPr>
          <a:xfrm>
            <a:off x="333193" y="6009345"/>
            <a:ext cx="11522076" cy="401116"/>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b="1" dirty="0"/>
              <a:t>よく見るこんな図はウォーターフォールモデルと</a:t>
            </a:r>
            <a:r>
              <a:rPr lang="en-US" altLang="ja-JP" b="1" dirty="0"/>
              <a:t>V</a:t>
            </a:r>
            <a:r>
              <a:rPr lang="ja-JP" altLang="en-US" b="1" dirty="0"/>
              <a:t>字モデルが組み合わさったもの</a:t>
            </a:r>
          </a:p>
        </p:txBody>
      </p:sp>
      <p:sp>
        <p:nvSpPr>
          <p:cNvPr id="35" name="正方形/長方形 34">
            <a:extLst>
              <a:ext uri="{FF2B5EF4-FFF2-40B4-BE49-F238E27FC236}">
                <a16:creationId xmlns:a16="http://schemas.microsoft.com/office/drawing/2014/main" id="{771D815F-E65E-4683-A069-93203B4E7AE9}"/>
              </a:ext>
            </a:extLst>
          </p:cNvPr>
          <p:cNvSpPr/>
          <p:nvPr/>
        </p:nvSpPr>
        <p:spPr>
          <a:xfrm>
            <a:off x="8996964" y="4311739"/>
            <a:ext cx="2729980" cy="751360"/>
          </a:xfrm>
          <a:prstGeom prst="rect">
            <a:avLst/>
          </a:prstGeom>
          <a:ln/>
        </p:spPr>
        <p:style>
          <a:lnRef idx="2">
            <a:schemeClr val="accent3"/>
          </a:lnRef>
          <a:fillRef idx="1">
            <a:schemeClr val="lt1"/>
          </a:fillRef>
          <a:effectRef idx="0">
            <a:schemeClr val="accent3"/>
          </a:effectRef>
          <a:fontRef idx="minor">
            <a:schemeClr val="dk1"/>
          </a:fontRef>
        </p:style>
        <p:txBody>
          <a:bodyPr rtlCol="0" anchor="t">
            <a:spAutoFit/>
          </a:bodyPr>
          <a:lstStyle/>
          <a:p>
            <a:pPr algn="l">
              <a:lnSpc>
                <a:spcPct val="110000"/>
              </a:lnSpc>
              <a:spcAft>
                <a:spcPts val="500"/>
              </a:spcAft>
            </a:pPr>
            <a:r>
              <a:rPr kumimoji="1" lang="ja-JP" altLang="en-US" dirty="0">
                <a:solidFill>
                  <a:srgbClr val="000000"/>
                </a:solidFill>
                <a:latin typeface="Arial" panose="020B0604020202020204" pitchFamily="34" charset="0"/>
              </a:rPr>
              <a:t>テスト工程が開発工程に</a:t>
            </a:r>
            <a:endParaRPr kumimoji="1" lang="en-US" altLang="ja-JP" dirty="0">
              <a:solidFill>
                <a:srgbClr val="000000"/>
              </a:solidFill>
              <a:latin typeface="Arial" panose="020B0604020202020204" pitchFamily="34" charset="0"/>
            </a:endParaRPr>
          </a:p>
          <a:p>
            <a:pPr algn="l">
              <a:lnSpc>
                <a:spcPct val="110000"/>
              </a:lnSpc>
              <a:spcAft>
                <a:spcPts val="500"/>
              </a:spcAft>
            </a:pPr>
            <a:r>
              <a:rPr kumimoji="1" lang="ja-JP" altLang="en-US" dirty="0">
                <a:solidFill>
                  <a:srgbClr val="000000"/>
                </a:solidFill>
                <a:latin typeface="Arial" panose="020B0604020202020204" pitchFamily="34" charset="0"/>
              </a:rPr>
              <a:t>対応して戻っていく</a:t>
            </a:r>
            <a:endParaRPr kumimoji="1" lang="en-US" altLang="ja-JP" dirty="0">
              <a:solidFill>
                <a:srgbClr val="000000"/>
              </a:solidFill>
              <a:latin typeface="Arial" panose="020B0604020202020204" pitchFamily="34" charset="0"/>
            </a:endParaRPr>
          </a:p>
        </p:txBody>
      </p:sp>
      <p:sp>
        <p:nvSpPr>
          <p:cNvPr id="36" name="コンテンツ プレースホルダー 10">
            <a:extLst>
              <a:ext uri="{FF2B5EF4-FFF2-40B4-BE49-F238E27FC236}">
                <a16:creationId xmlns:a16="http://schemas.microsoft.com/office/drawing/2014/main" id="{404A3A8D-9DA3-45BC-A054-61CE8123EF94}"/>
              </a:ext>
            </a:extLst>
          </p:cNvPr>
          <p:cNvSpPr txBox="1">
            <a:spLocks/>
          </p:cNvSpPr>
          <p:nvPr/>
        </p:nvSpPr>
        <p:spPr>
          <a:xfrm>
            <a:off x="9183334" y="3909122"/>
            <a:ext cx="2357240" cy="401116"/>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b="1" dirty="0">
                <a:solidFill>
                  <a:srgbClr val="FF0000"/>
                </a:solidFill>
              </a:rPr>
              <a:t>V</a:t>
            </a:r>
            <a:r>
              <a:rPr lang="ja-JP" altLang="en-US" b="1" dirty="0">
                <a:solidFill>
                  <a:srgbClr val="FF0000"/>
                </a:solidFill>
              </a:rPr>
              <a:t>字モデル</a:t>
            </a:r>
          </a:p>
        </p:txBody>
      </p:sp>
      <p:sp>
        <p:nvSpPr>
          <p:cNvPr id="14" name="正方形/長方形 13">
            <a:extLst>
              <a:ext uri="{FF2B5EF4-FFF2-40B4-BE49-F238E27FC236}">
                <a16:creationId xmlns:a16="http://schemas.microsoft.com/office/drawing/2014/main" id="{B13EC3E1-5329-41DA-BEF3-3833EA7F7D5A}"/>
              </a:ext>
            </a:extLst>
          </p:cNvPr>
          <p:cNvSpPr/>
          <p:nvPr/>
        </p:nvSpPr>
        <p:spPr>
          <a:xfrm>
            <a:off x="836131" y="2427956"/>
            <a:ext cx="2403835" cy="555024"/>
          </a:xfrm>
          <a:prstGeom prst="rect">
            <a:avLst/>
          </a:prstGeom>
          <a:ln/>
        </p:spPr>
        <p:style>
          <a:lnRef idx="2">
            <a:schemeClr val="accent3"/>
          </a:lnRef>
          <a:fillRef idx="1">
            <a:schemeClr val="lt1"/>
          </a:fillRef>
          <a:effectRef idx="0">
            <a:schemeClr val="accent3"/>
          </a:effectRef>
          <a:fontRef idx="minor">
            <a:schemeClr val="dk1"/>
          </a:fontRef>
        </p:style>
        <p:txBody>
          <a:bodyPr wrap="square" rtlCol="0" anchor="t">
            <a:spAutoFit/>
          </a:bodyPr>
          <a:lstStyle/>
          <a:p>
            <a:pPr algn="l">
              <a:lnSpc>
                <a:spcPct val="110000"/>
              </a:lnSpc>
              <a:spcAft>
                <a:spcPts val="500"/>
              </a:spcAft>
            </a:pPr>
            <a:r>
              <a:rPr kumimoji="1" lang="ja-JP" altLang="en-US" sz="1400" b="1" dirty="0">
                <a:solidFill>
                  <a:srgbClr val="000000"/>
                </a:solidFill>
                <a:latin typeface="Arial" panose="020B0604020202020204" pitchFamily="34" charset="0"/>
              </a:rPr>
              <a:t>右に</a:t>
            </a:r>
            <a:r>
              <a:rPr lang="ja-JP" altLang="en-US" sz="1400" b="1" dirty="0">
                <a:solidFill>
                  <a:srgbClr val="000000"/>
                </a:solidFill>
                <a:latin typeface="Arial" panose="020B0604020202020204" pitchFamily="34" charset="0"/>
              </a:rPr>
              <a:t>あるテストフェーズの計画・設計書を作成</a:t>
            </a:r>
            <a:endParaRPr kumimoji="1" lang="en-US" altLang="ja-JP" sz="1400" b="1"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6" name="インク 5">
                <a:extLst>
                  <a:ext uri="{FF2B5EF4-FFF2-40B4-BE49-F238E27FC236}">
                    <a16:creationId xmlns:a16="http://schemas.microsoft.com/office/drawing/2014/main" id="{87FE2A3F-20E4-4B61-A62C-DAE446691166}"/>
                  </a:ext>
                </a:extLst>
              </p14:cNvPr>
              <p14:cNvContentPartPr/>
              <p14:nvPr/>
            </p14:nvContentPartPr>
            <p14:xfrm>
              <a:off x="2974320" y="1773360"/>
              <a:ext cx="3240720" cy="1513080"/>
            </p14:xfrm>
          </p:contentPart>
        </mc:Choice>
        <mc:Fallback xmlns="">
          <p:pic>
            <p:nvPicPr>
              <p:cNvPr id="6" name="インク 5">
                <a:extLst>
                  <a:ext uri="{FF2B5EF4-FFF2-40B4-BE49-F238E27FC236}">
                    <a16:creationId xmlns:a16="http://schemas.microsoft.com/office/drawing/2014/main" id="{87FE2A3F-20E4-4B61-A62C-DAE446691166}"/>
                  </a:ext>
                </a:extLst>
              </p:cNvPr>
              <p:cNvPicPr/>
              <p:nvPr/>
            </p:nvPicPr>
            <p:blipFill>
              <a:blip r:embed="rId5"/>
              <a:stretch>
                <a:fillRect/>
              </a:stretch>
            </p:blipFill>
            <p:spPr>
              <a:xfrm>
                <a:off x="2958480" y="1710000"/>
                <a:ext cx="3272040" cy="1639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インク 6">
                <a:extLst>
                  <a:ext uri="{FF2B5EF4-FFF2-40B4-BE49-F238E27FC236}">
                    <a16:creationId xmlns:a16="http://schemas.microsoft.com/office/drawing/2014/main" id="{47D3F02B-4D67-45F4-A787-A2D3102C90AE}"/>
                  </a:ext>
                </a:extLst>
              </p14:cNvPr>
              <p14:cNvContentPartPr/>
              <p14:nvPr/>
            </p14:nvContentPartPr>
            <p14:xfrm>
              <a:off x="6135480" y="2135520"/>
              <a:ext cx="2325240" cy="859680"/>
            </p14:xfrm>
          </p:contentPart>
        </mc:Choice>
        <mc:Fallback xmlns="">
          <p:pic>
            <p:nvPicPr>
              <p:cNvPr id="7" name="インク 6">
                <a:extLst>
                  <a:ext uri="{FF2B5EF4-FFF2-40B4-BE49-F238E27FC236}">
                    <a16:creationId xmlns:a16="http://schemas.microsoft.com/office/drawing/2014/main" id="{47D3F02B-4D67-45F4-A787-A2D3102C90AE}"/>
                  </a:ext>
                </a:extLst>
              </p:cNvPr>
              <p:cNvPicPr/>
              <p:nvPr/>
            </p:nvPicPr>
            <p:blipFill>
              <a:blip r:embed="rId7"/>
              <a:stretch>
                <a:fillRect/>
              </a:stretch>
            </p:blipFill>
            <p:spPr>
              <a:xfrm>
                <a:off x="6119640" y="2072160"/>
                <a:ext cx="2356560" cy="98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インク 7">
                <a:extLst>
                  <a:ext uri="{FF2B5EF4-FFF2-40B4-BE49-F238E27FC236}">
                    <a16:creationId xmlns:a16="http://schemas.microsoft.com/office/drawing/2014/main" id="{23AA4384-DA43-40B9-A3F3-710A30709101}"/>
                  </a:ext>
                </a:extLst>
              </p14:cNvPr>
              <p14:cNvContentPartPr/>
              <p14:nvPr/>
            </p14:nvContentPartPr>
            <p14:xfrm>
              <a:off x="3002760" y="3023640"/>
              <a:ext cx="6657480" cy="2650680"/>
            </p14:xfrm>
          </p:contentPart>
        </mc:Choice>
        <mc:Fallback xmlns="">
          <p:pic>
            <p:nvPicPr>
              <p:cNvPr id="8" name="インク 7">
                <a:extLst>
                  <a:ext uri="{FF2B5EF4-FFF2-40B4-BE49-F238E27FC236}">
                    <a16:creationId xmlns:a16="http://schemas.microsoft.com/office/drawing/2014/main" id="{23AA4384-DA43-40B9-A3F3-710A30709101}"/>
                  </a:ext>
                </a:extLst>
              </p:cNvPr>
              <p:cNvPicPr/>
              <p:nvPr/>
            </p:nvPicPr>
            <p:blipFill>
              <a:blip r:embed="rId9"/>
              <a:stretch>
                <a:fillRect/>
              </a:stretch>
            </p:blipFill>
            <p:spPr>
              <a:xfrm>
                <a:off x="2986920" y="2960280"/>
                <a:ext cx="6688800" cy="277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インク 8">
                <a:extLst>
                  <a:ext uri="{FF2B5EF4-FFF2-40B4-BE49-F238E27FC236}">
                    <a16:creationId xmlns:a16="http://schemas.microsoft.com/office/drawing/2014/main" id="{7B997DDD-5360-48CB-952B-F3C0CE2F650E}"/>
                  </a:ext>
                </a:extLst>
              </p14:cNvPr>
              <p14:cNvContentPartPr/>
              <p14:nvPr/>
            </p14:nvContentPartPr>
            <p14:xfrm>
              <a:off x="4717080" y="1206360"/>
              <a:ext cx="268560" cy="567000"/>
            </p14:xfrm>
          </p:contentPart>
        </mc:Choice>
        <mc:Fallback xmlns="">
          <p:pic>
            <p:nvPicPr>
              <p:cNvPr id="9" name="インク 8">
                <a:extLst>
                  <a:ext uri="{FF2B5EF4-FFF2-40B4-BE49-F238E27FC236}">
                    <a16:creationId xmlns:a16="http://schemas.microsoft.com/office/drawing/2014/main" id="{7B997DDD-5360-48CB-952B-F3C0CE2F650E}"/>
                  </a:ext>
                </a:extLst>
              </p:cNvPr>
              <p:cNvPicPr/>
              <p:nvPr/>
            </p:nvPicPr>
            <p:blipFill>
              <a:blip r:embed="rId11"/>
              <a:stretch>
                <a:fillRect/>
              </a:stretch>
            </p:blipFill>
            <p:spPr>
              <a:xfrm>
                <a:off x="4701240" y="1143000"/>
                <a:ext cx="299880" cy="693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インク 11">
                <a:extLst>
                  <a:ext uri="{FF2B5EF4-FFF2-40B4-BE49-F238E27FC236}">
                    <a16:creationId xmlns:a16="http://schemas.microsoft.com/office/drawing/2014/main" id="{7A7105F3-FE24-4A59-BDD9-64E7B63298C9}"/>
                  </a:ext>
                </a:extLst>
              </p14:cNvPr>
              <p14:cNvContentPartPr/>
              <p14:nvPr/>
            </p14:nvContentPartPr>
            <p14:xfrm>
              <a:off x="4953240" y="1165680"/>
              <a:ext cx="355320" cy="145440"/>
            </p14:xfrm>
          </p:contentPart>
        </mc:Choice>
        <mc:Fallback xmlns="">
          <p:pic>
            <p:nvPicPr>
              <p:cNvPr id="12" name="インク 11">
                <a:extLst>
                  <a:ext uri="{FF2B5EF4-FFF2-40B4-BE49-F238E27FC236}">
                    <a16:creationId xmlns:a16="http://schemas.microsoft.com/office/drawing/2014/main" id="{7A7105F3-FE24-4A59-BDD9-64E7B63298C9}"/>
                  </a:ext>
                </a:extLst>
              </p:cNvPr>
              <p:cNvPicPr/>
              <p:nvPr/>
            </p:nvPicPr>
            <p:blipFill>
              <a:blip r:embed="rId13"/>
              <a:stretch>
                <a:fillRect/>
              </a:stretch>
            </p:blipFill>
            <p:spPr>
              <a:xfrm>
                <a:off x="4937400" y="1102320"/>
                <a:ext cx="3866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インク 12">
                <a:extLst>
                  <a:ext uri="{FF2B5EF4-FFF2-40B4-BE49-F238E27FC236}">
                    <a16:creationId xmlns:a16="http://schemas.microsoft.com/office/drawing/2014/main" id="{F3F1D734-D98C-4498-B338-848E9566E563}"/>
                  </a:ext>
                </a:extLst>
              </p14:cNvPr>
              <p14:cNvContentPartPr/>
              <p14:nvPr/>
            </p14:nvContentPartPr>
            <p14:xfrm>
              <a:off x="5080320" y="1259280"/>
              <a:ext cx="95040" cy="502560"/>
            </p14:xfrm>
          </p:contentPart>
        </mc:Choice>
        <mc:Fallback xmlns="">
          <p:pic>
            <p:nvPicPr>
              <p:cNvPr id="13" name="インク 12">
                <a:extLst>
                  <a:ext uri="{FF2B5EF4-FFF2-40B4-BE49-F238E27FC236}">
                    <a16:creationId xmlns:a16="http://schemas.microsoft.com/office/drawing/2014/main" id="{F3F1D734-D98C-4498-B338-848E9566E563}"/>
                  </a:ext>
                </a:extLst>
              </p:cNvPr>
              <p:cNvPicPr/>
              <p:nvPr/>
            </p:nvPicPr>
            <p:blipFill>
              <a:blip r:embed="rId15"/>
              <a:stretch>
                <a:fillRect/>
              </a:stretch>
            </p:blipFill>
            <p:spPr>
              <a:xfrm>
                <a:off x="5064480" y="1195920"/>
                <a:ext cx="126360" cy="629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インク 14">
                <a:extLst>
                  <a:ext uri="{FF2B5EF4-FFF2-40B4-BE49-F238E27FC236}">
                    <a16:creationId xmlns:a16="http://schemas.microsoft.com/office/drawing/2014/main" id="{9DE965B1-C808-44BA-B4EA-A8ADFAD3DED1}"/>
                  </a:ext>
                </a:extLst>
              </p14:cNvPr>
              <p14:cNvContentPartPr/>
              <p14:nvPr/>
            </p14:nvContentPartPr>
            <p14:xfrm>
              <a:off x="5089320" y="1432440"/>
              <a:ext cx="284760" cy="88200"/>
            </p14:xfrm>
          </p:contentPart>
        </mc:Choice>
        <mc:Fallback xmlns="">
          <p:pic>
            <p:nvPicPr>
              <p:cNvPr id="15" name="インク 14">
                <a:extLst>
                  <a:ext uri="{FF2B5EF4-FFF2-40B4-BE49-F238E27FC236}">
                    <a16:creationId xmlns:a16="http://schemas.microsoft.com/office/drawing/2014/main" id="{9DE965B1-C808-44BA-B4EA-A8ADFAD3DED1}"/>
                  </a:ext>
                </a:extLst>
              </p:cNvPr>
              <p:cNvPicPr/>
              <p:nvPr/>
            </p:nvPicPr>
            <p:blipFill>
              <a:blip r:embed="rId17"/>
              <a:stretch>
                <a:fillRect/>
              </a:stretch>
            </p:blipFill>
            <p:spPr>
              <a:xfrm>
                <a:off x="5073480" y="1369080"/>
                <a:ext cx="3160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インク 15">
                <a:extLst>
                  <a:ext uri="{FF2B5EF4-FFF2-40B4-BE49-F238E27FC236}">
                    <a16:creationId xmlns:a16="http://schemas.microsoft.com/office/drawing/2014/main" id="{8F2F23FE-1309-4E52-B1BB-4888D6CA0CB1}"/>
                  </a:ext>
                </a:extLst>
              </p14:cNvPr>
              <p14:cNvContentPartPr/>
              <p14:nvPr/>
            </p14:nvContentPartPr>
            <p14:xfrm>
              <a:off x="5108040" y="1628280"/>
              <a:ext cx="213840" cy="72360"/>
            </p14:xfrm>
          </p:contentPart>
        </mc:Choice>
        <mc:Fallback xmlns="">
          <p:pic>
            <p:nvPicPr>
              <p:cNvPr id="16" name="インク 15">
                <a:extLst>
                  <a:ext uri="{FF2B5EF4-FFF2-40B4-BE49-F238E27FC236}">
                    <a16:creationId xmlns:a16="http://schemas.microsoft.com/office/drawing/2014/main" id="{8F2F23FE-1309-4E52-B1BB-4888D6CA0CB1}"/>
                  </a:ext>
                </a:extLst>
              </p:cNvPr>
              <p:cNvPicPr/>
              <p:nvPr/>
            </p:nvPicPr>
            <p:blipFill>
              <a:blip r:embed="rId19"/>
              <a:stretch>
                <a:fillRect/>
              </a:stretch>
            </p:blipFill>
            <p:spPr>
              <a:xfrm>
                <a:off x="5092200" y="1564920"/>
                <a:ext cx="24516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インク 16">
                <a:extLst>
                  <a:ext uri="{FF2B5EF4-FFF2-40B4-BE49-F238E27FC236}">
                    <a16:creationId xmlns:a16="http://schemas.microsoft.com/office/drawing/2014/main" id="{04F33114-AD5A-4D5E-B317-89DD50625FD8}"/>
                  </a:ext>
                </a:extLst>
              </p14:cNvPr>
              <p14:cNvContentPartPr/>
              <p14:nvPr/>
            </p14:nvContentPartPr>
            <p14:xfrm>
              <a:off x="5479200" y="1441440"/>
              <a:ext cx="40680" cy="65520"/>
            </p14:xfrm>
          </p:contentPart>
        </mc:Choice>
        <mc:Fallback xmlns="">
          <p:pic>
            <p:nvPicPr>
              <p:cNvPr id="17" name="インク 16">
                <a:extLst>
                  <a:ext uri="{FF2B5EF4-FFF2-40B4-BE49-F238E27FC236}">
                    <a16:creationId xmlns:a16="http://schemas.microsoft.com/office/drawing/2014/main" id="{04F33114-AD5A-4D5E-B317-89DD50625FD8}"/>
                  </a:ext>
                </a:extLst>
              </p:cNvPr>
              <p:cNvPicPr/>
              <p:nvPr/>
            </p:nvPicPr>
            <p:blipFill>
              <a:blip r:embed="rId21"/>
              <a:stretch>
                <a:fillRect/>
              </a:stretch>
            </p:blipFill>
            <p:spPr>
              <a:xfrm>
                <a:off x="5463360" y="1378080"/>
                <a:ext cx="720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インク 17">
                <a:extLst>
                  <a:ext uri="{FF2B5EF4-FFF2-40B4-BE49-F238E27FC236}">
                    <a16:creationId xmlns:a16="http://schemas.microsoft.com/office/drawing/2014/main" id="{41151A2D-642A-476C-9C82-A2C6F385BD3B}"/>
                  </a:ext>
                </a:extLst>
              </p14:cNvPr>
              <p14:cNvContentPartPr/>
              <p14:nvPr/>
            </p14:nvContentPartPr>
            <p14:xfrm>
              <a:off x="5596200" y="1045440"/>
              <a:ext cx="193680" cy="684360"/>
            </p14:xfrm>
          </p:contentPart>
        </mc:Choice>
        <mc:Fallback xmlns="">
          <p:pic>
            <p:nvPicPr>
              <p:cNvPr id="18" name="インク 17">
                <a:extLst>
                  <a:ext uri="{FF2B5EF4-FFF2-40B4-BE49-F238E27FC236}">
                    <a16:creationId xmlns:a16="http://schemas.microsoft.com/office/drawing/2014/main" id="{41151A2D-642A-476C-9C82-A2C6F385BD3B}"/>
                  </a:ext>
                </a:extLst>
              </p:cNvPr>
              <p:cNvPicPr/>
              <p:nvPr/>
            </p:nvPicPr>
            <p:blipFill>
              <a:blip r:embed="rId23"/>
              <a:stretch>
                <a:fillRect/>
              </a:stretch>
            </p:blipFill>
            <p:spPr>
              <a:xfrm>
                <a:off x="5580360" y="982080"/>
                <a:ext cx="225000" cy="811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インク 18">
                <a:extLst>
                  <a:ext uri="{FF2B5EF4-FFF2-40B4-BE49-F238E27FC236}">
                    <a16:creationId xmlns:a16="http://schemas.microsoft.com/office/drawing/2014/main" id="{DC49A2EA-920B-47BC-830B-2D9CBBFA7D77}"/>
                  </a:ext>
                </a:extLst>
              </p14:cNvPr>
              <p14:cNvContentPartPr/>
              <p14:nvPr/>
            </p14:nvContentPartPr>
            <p14:xfrm>
              <a:off x="5821560" y="1220760"/>
              <a:ext cx="199800" cy="439200"/>
            </p14:xfrm>
          </p:contentPart>
        </mc:Choice>
        <mc:Fallback xmlns="">
          <p:pic>
            <p:nvPicPr>
              <p:cNvPr id="19" name="インク 18">
                <a:extLst>
                  <a:ext uri="{FF2B5EF4-FFF2-40B4-BE49-F238E27FC236}">
                    <a16:creationId xmlns:a16="http://schemas.microsoft.com/office/drawing/2014/main" id="{DC49A2EA-920B-47BC-830B-2D9CBBFA7D77}"/>
                  </a:ext>
                </a:extLst>
              </p:cNvPr>
              <p:cNvPicPr/>
              <p:nvPr/>
            </p:nvPicPr>
            <p:blipFill>
              <a:blip r:embed="rId25"/>
              <a:stretch>
                <a:fillRect/>
              </a:stretch>
            </p:blipFill>
            <p:spPr>
              <a:xfrm>
                <a:off x="5805720" y="1157400"/>
                <a:ext cx="23112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インク 19">
                <a:extLst>
                  <a:ext uri="{FF2B5EF4-FFF2-40B4-BE49-F238E27FC236}">
                    <a16:creationId xmlns:a16="http://schemas.microsoft.com/office/drawing/2014/main" id="{1104E141-017D-4708-8DC1-D7D5D89338B2}"/>
                  </a:ext>
                </a:extLst>
              </p14:cNvPr>
              <p14:cNvContentPartPr/>
              <p14:nvPr/>
            </p14:nvContentPartPr>
            <p14:xfrm>
              <a:off x="5901120" y="1506240"/>
              <a:ext cx="245880" cy="254880"/>
            </p14:xfrm>
          </p:contentPart>
        </mc:Choice>
        <mc:Fallback xmlns="">
          <p:pic>
            <p:nvPicPr>
              <p:cNvPr id="20" name="インク 19">
                <a:extLst>
                  <a:ext uri="{FF2B5EF4-FFF2-40B4-BE49-F238E27FC236}">
                    <a16:creationId xmlns:a16="http://schemas.microsoft.com/office/drawing/2014/main" id="{1104E141-017D-4708-8DC1-D7D5D89338B2}"/>
                  </a:ext>
                </a:extLst>
              </p:cNvPr>
              <p:cNvPicPr/>
              <p:nvPr/>
            </p:nvPicPr>
            <p:blipFill>
              <a:blip r:embed="rId27"/>
              <a:stretch>
                <a:fillRect/>
              </a:stretch>
            </p:blipFill>
            <p:spPr>
              <a:xfrm>
                <a:off x="5885280" y="1442880"/>
                <a:ext cx="27720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インク 20">
                <a:extLst>
                  <a:ext uri="{FF2B5EF4-FFF2-40B4-BE49-F238E27FC236}">
                    <a16:creationId xmlns:a16="http://schemas.microsoft.com/office/drawing/2014/main" id="{BBC31BAF-584F-486B-917F-1F53F814080E}"/>
                  </a:ext>
                </a:extLst>
              </p14:cNvPr>
              <p14:cNvContentPartPr/>
              <p14:nvPr/>
            </p14:nvContentPartPr>
            <p14:xfrm>
              <a:off x="46080" y="306000"/>
              <a:ext cx="11915280" cy="6150240"/>
            </p14:xfrm>
          </p:contentPart>
        </mc:Choice>
        <mc:Fallback xmlns="">
          <p:pic>
            <p:nvPicPr>
              <p:cNvPr id="21" name="インク 20">
                <a:extLst>
                  <a:ext uri="{FF2B5EF4-FFF2-40B4-BE49-F238E27FC236}">
                    <a16:creationId xmlns:a16="http://schemas.microsoft.com/office/drawing/2014/main" id="{BBC31BAF-584F-486B-917F-1F53F814080E}"/>
                  </a:ext>
                </a:extLst>
              </p:cNvPr>
              <p:cNvPicPr/>
              <p:nvPr/>
            </p:nvPicPr>
            <p:blipFill>
              <a:blip r:embed="rId29"/>
              <a:stretch>
                <a:fillRect/>
              </a:stretch>
            </p:blipFill>
            <p:spPr>
              <a:xfrm>
                <a:off x="36720" y="296640"/>
                <a:ext cx="11934000" cy="6168960"/>
              </a:xfrm>
              <a:prstGeom prst="rect">
                <a:avLst/>
              </a:prstGeom>
            </p:spPr>
          </p:pic>
        </mc:Fallback>
      </mc:AlternateContent>
    </p:spTree>
    <p:extLst>
      <p:ext uri="{BB962C8B-B14F-4D97-AF65-F5344CB8AC3E}">
        <p14:creationId xmlns:p14="http://schemas.microsoft.com/office/powerpoint/2010/main" val="793234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3A829FF-3524-4494-88D5-2134B859BD33}"/>
              </a:ext>
            </a:extLst>
          </p:cNvPr>
          <p:cNvSpPr>
            <a:spLocks noGrp="1"/>
          </p:cNvSpPr>
          <p:nvPr>
            <p:ph idx="1"/>
          </p:nvPr>
        </p:nvSpPr>
        <p:spPr/>
        <p:txBody>
          <a:bodyPr/>
          <a:lstStyle/>
          <a:p>
            <a:r>
              <a:rPr kumimoji="1" lang="ja-JP" altLang="en-US" dirty="0"/>
              <a:t>システム企画フェーズ </a:t>
            </a:r>
            <a:r>
              <a:rPr kumimoji="1" lang="en-US" altLang="ja-JP" dirty="0"/>
              <a:t>… </a:t>
            </a:r>
            <a:r>
              <a:rPr kumimoji="1" lang="ja-JP" altLang="en-US" dirty="0"/>
              <a:t>開発会社は当然関わらない。</a:t>
            </a:r>
          </a:p>
        </p:txBody>
      </p:sp>
      <p:sp>
        <p:nvSpPr>
          <p:cNvPr id="4" name="スライド番号プレースホルダー 3">
            <a:extLst>
              <a:ext uri="{FF2B5EF4-FFF2-40B4-BE49-F238E27FC236}">
                <a16:creationId xmlns:a16="http://schemas.microsoft.com/office/drawing/2014/main" id="{84B5C503-E0A5-4EE6-A668-6AAC5027259E}"/>
              </a:ext>
            </a:extLst>
          </p:cNvPr>
          <p:cNvSpPr>
            <a:spLocks noGrp="1"/>
          </p:cNvSpPr>
          <p:nvPr>
            <p:ph type="sldNum" sz="quarter" idx="12"/>
          </p:nvPr>
        </p:nvSpPr>
        <p:spPr/>
        <p:txBody>
          <a:bodyPr/>
          <a:lstStyle/>
          <a:p>
            <a:fld id="{3B09FD7E-EA79-4AC9-B47C-47EE1A48B026}" type="slidenum">
              <a:rPr kumimoji="1" lang="ja-JP" altLang="en-US" smtClean="0"/>
              <a:t>5</a:t>
            </a:fld>
            <a:endParaRPr kumimoji="1" lang="ja-JP" altLang="en-US" dirty="0"/>
          </a:p>
        </p:txBody>
      </p:sp>
      <p:sp>
        <p:nvSpPr>
          <p:cNvPr id="5" name="タイトル 4">
            <a:extLst>
              <a:ext uri="{FF2B5EF4-FFF2-40B4-BE49-F238E27FC236}">
                <a16:creationId xmlns:a16="http://schemas.microsoft.com/office/drawing/2014/main" id="{4F8F7EEB-2167-4081-8226-57ED877D8F16}"/>
              </a:ext>
            </a:extLst>
          </p:cNvPr>
          <p:cNvSpPr>
            <a:spLocks noGrp="1"/>
          </p:cNvSpPr>
          <p:nvPr>
            <p:ph type="title"/>
          </p:nvPr>
        </p:nvSpPr>
        <p:spPr/>
        <p:txBody>
          <a:bodyPr/>
          <a:lstStyle/>
          <a:p>
            <a:r>
              <a:rPr kumimoji="1" lang="ja-JP" altLang="en-US" dirty="0"/>
              <a:t>システム開発の流れ</a:t>
            </a:r>
          </a:p>
        </p:txBody>
      </p:sp>
      <p:pic>
        <p:nvPicPr>
          <p:cNvPr id="6" name="Picture 2" descr="https://www.en-pc.jp/wp-content/uploads/2024/04/develop_process_v-1024x576.png">
            <a:extLst>
              <a:ext uri="{FF2B5EF4-FFF2-40B4-BE49-F238E27FC236}">
                <a16:creationId xmlns:a16="http://schemas.microsoft.com/office/drawing/2014/main" id="{EB387047-ACE3-431F-954B-13620F51D0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4152"/>
          <a:stretch/>
        </p:blipFill>
        <p:spPr bwMode="auto">
          <a:xfrm>
            <a:off x="1747101" y="993567"/>
            <a:ext cx="8697798" cy="1753862"/>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B124554C-EE16-42DA-9609-2CA56E4FE404}"/>
              </a:ext>
            </a:extLst>
          </p:cNvPr>
          <p:cNvSpPr/>
          <p:nvPr/>
        </p:nvSpPr>
        <p:spPr>
          <a:xfrm flipH="1" flipV="1">
            <a:off x="2394131" y="1413778"/>
            <a:ext cx="1753386" cy="645736"/>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8" name="コンテンツ プレースホルダー 1">
            <a:extLst>
              <a:ext uri="{FF2B5EF4-FFF2-40B4-BE49-F238E27FC236}">
                <a16:creationId xmlns:a16="http://schemas.microsoft.com/office/drawing/2014/main" id="{C99B64CE-7803-4299-9F16-19A8C8089F4A}"/>
              </a:ext>
            </a:extLst>
          </p:cNvPr>
          <p:cNvSpPr txBox="1">
            <a:spLocks/>
          </p:cNvSpPr>
          <p:nvPr/>
        </p:nvSpPr>
        <p:spPr>
          <a:xfrm>
            <a:off x="333193" y="2983794"/>
            <a:ext cx="11522076" cy="526021"/>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dirty="0"/>
              <a:t>発注者は</a:t>
            </a:r>
            <a:r>
              <a:rPr lang="en-US" altLang="ja-JP" b="1" dirty="0">
                <a:solidFill>
                  <a:srgbClr val="FF0000"/>
                </a:solidFill>
              </a:rPr>
              <a:t>RFP</a:t>
            </a:r>
            <a:r>
              <a:rPr lang="ja-JP" altLang="en-US" b="1" dirty="0">
                <a:solidFill>
                  <a:srgbClr val="FF0000"/>
                </a:solidFill>
              </a:rPr>
              <a:t>（提案依頼書）</a:t>
            </a:r>
            <a:r>
              <a:rPr lang="ja-JP" altLang="en-US" b="1" dirty="0"/>
              <a:t>等</a:t>
            </a:r>
            <a:r>
              <a:rPr lang="ja-JP" altLang="en-US" dirty="0"/>
              <a:t>を作成</a:t>
            </a:r>
          </a:p>
        </p:txBody>
      </p:sp>
      <p:pic>
        <p:nvPicPr>
          <p:cNvPr id="9" name="図 8">
            <a:extLst>
              <a:ext uri="{FF2B5EF4-FFF2-40B4-BE49-F238E27FC236}">
                <a16:creationId xmlns:a16="http://schemas.microsoft.com/office/drawing/2014/main" id="{B59DBE01-1A4A-44D5-B8E1-5BF1BC007E42}"/>
              </a:ext>
            </a:extLst>
          </p:cNvPr>
          <p:cNvPicPr>
            <a:picLocks noChangeAspect="1"/>
          </p:cNvPicPr>
          <p:nvPr/>
        </p:nvPicPr>
        <p:blipFill>
          <a:blip r:embed="rId3"/>
          <a:stretch>
            <a:fillRect/>
          </a:stretch>
        </p:blipFill>
        <p:spPr>
          <a:xfrm>
            <a:off x="499095" y="3669368"/>
            <a:ext cx="5279507" cy="24389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コンテンツ プレースホルダー 1">
            <a:extLst>
              <a:ext uri="{FF2B5EF4-FFF2-40B4-BE49-F238E27FC236}">
                <a16:creationId xmlns:a16="http://schemas.microsoft.com/office/drawing/2014/main" id="{30F8915D-83FD-47DA-89B1-17B4724A2282}"/>
              </a:ext>
            </a:extLst>
          </p:cNvPr>
          <p:cNvSpPr txBox="1">
            <a:spLocks/>
          </p:cNvSpPr>
          <p:nvPr/>
        </p:nvSpPr>
        <p:spPr>
          <a:xfrm>
            <a:off x="6094231" y="5179070"/>
            <a:ext cx="4986441" cy="929265"/>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 </a:t>
            </a:r>
            <a:r>
              <a:rPr lang="en-US" altLang="ja-JP" dirty="0"/>
              <a:t>RPF</a:t>
            </a:r>
            <a:r>
              <a:rPr lang="ja-JP" altLang="en-US" dirty="0"/>
              <a:t>の例</a:t>
            </a:r>
            <a:endParaRPr lang="en-US" altLang="ja-JP" dirty="0"/>
          </a:p>
          <a:p>
            <a:r>
              <a:rPr lang="ja-JP" altLang="en-US" dirty="0"/>
              <a:t>完全版は配布フォルダに。</a:t>
            </a:r>
          </a:p>
        </p:txBody>
      </p:sp>
      <mc:AlternateContent xmlns:mc="http://schemas.openxmlformats.org/markup-compatibility/2006" xmlns:p14="http://schemas.microsoft.com/office/powerpoint/2010/main">
        <mc:Choice Requires="p14">
          <p:contentPart p14:bwMode="auto" r:id="rId4">
            <p14:nvContentPartPr>
              <p14:cNvPr id="3" name="インク 2">
                <a:extLst>
                  <a:ext uri="{FF2B5EF4-FFF2-40B4-BE49-F238E27FC236}">
                    <a16:creationId xmlns:a16="http://schemas.microsoft.com/office/drawing/2014/main" id="{33E40546-5E78-426F-8C28-FEA802846AB8}"/>
                  </a:ext>
                </a:extLst>
              </p14:cNvPr>
              <p14:cNvContentPartPr/>
              <p14:nvPr/>
            </p14:nvContentPartPr>
            <p14:xfrm>
              <a:off x="68400" y="316800"/>
              <a:ext cx="10476720" cy="6115320"/>
            </p14:xfrm>
          </p:contentPart>
        </mc:Choice>
        <mc:Fallback xmlns="">
          <p:pic>
            <p:nvPicPr>
              <p:cNvPr id="3" name="インク 2">
                <a:extLst>
                  <a:ext uri="{FF2B5EF4-FFF2-40B4-BE49-F238E27FC236}">
                    <a16:creationId xmlns:a16="http://schemas.microsoft.com/office/drawing/2014/main" id="{33E40546-5E78-426F-8C28-FEA802846AB8}"/>
                  </a:ext>
                </a:extLst>
              </p:cNvPr>
              <p:cNvPicPr/>
              <p:nvPr/>
            </p:nvPicPr>
            <p:blipFill>
              <a:blip r:embed="rId5"/>
              <a:stretch>
                <a:fillRect/>
              </a:stretch>
            </p:blipFill>
            <p:spPr>
              <a:xfrm>
                <a:off x="59040" y="307440"/>
                <a:ext cx="10495440" cy="6134040"/>
              </a:xfrm>
              <a:prstGeom prst="rect">
                <a:avLst/>
              </a:prstGeom>
            </p:spPr>
          </p:pic>
        </mc:Fallback>
      </mc:AlternateContent>
    </p:spTree>
    <p:extLst>
      <p:ext uri="{BB962C8B-B14F-4D97-AF65-F5344CB8AC3E}">
        <p14:creationId xmlns:p14="http://schemas.microsoft.com/office/powerpoint/2010/main" val="3142679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要件定義フェーズ</a:t>
            </a:r>
            <a:r>
              <a:rPr lang="en-US" altLang="ja-JP" dirty="0"/>
              <a:t>…</a:t>
            </a:r>
            <a:r>
              <a:rPr lang="ja-JP" altLang="en-US" dirty="0" err="1"/>
              <a:t>こっ</a:t>
            </a:r>
            <a:r>
              <a:rPr lang="ja-JP" altLang="en-US" dirty="0"/>
              <a:t>から業者</a:t>
            </a:r>
            <a:r>
              <a:rPr lang="en-US" altLang="ja-JP" dirty="0"/>
              <a:t>(IT</a:t>
            </a:r>
            <a:r>
              <a:rPr lang="ja-JP" altLang="en-US" dirty="0"/>
              <a:t>関連企業</a:t>
            </a:r>
            <a:r>
              <a:rPr lang="en-US" altLang="ja-JP" dirty="0"/>
              <a:t>)</a:t>
            </a:r>
            <a:r>
              <a:rPr lang="ja-JP" altLang="en-US" dirty="0"/>
              <a:t>のお仕事</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31" name="四角形: 角を丸くする 30">
            <a:extLst>
              <a:ext uri="{FF2B5EF4-FFF2-40B4-BE49-F238E27FC236}">
                <a16:creationId xmlns:a16="http://schemas.microsoft.com/office/drawing/2014/main" id="{D2D6883A-780D-642C-31BB-845D4FC98B8F}"/>
              </a:ext>
            </a:extLst>
          </p:cNvPr>
          <p:cNvSpPr/>
          <p:nvPr/>
        </p:nvSpPr>
        <p:spPr>
          <a:xfrm>
            <a:off x="640079" y="1247621"/>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発注者が何を求めているのかを明確にする</a:t>
            </a:r>
          </a:p>
        </p:txBody>
      </p:sp>
      <p:pic>
        <p:nvPicPr>
          <p:cNvPr id="2" name="図 1">
            <a:extLst>
              <a:ext uri="{FF2B5EF4-FFF2-40B4-BE49-F238E27FC236}">
                <a16:creationId xmlns:a16="http://schemas.microsoft.com/office/drawing/2014/main" id="{2A4EFA96-E81C-4949-AB97-61A915876CCF}"/>
              </a:ext>
            </a:extLst>
          </p:cNvPr>
          <p:cNvPicPr>
            <a:picLocks noChangeAspect="1"/>
          </p:cNvPicPr>
          <p:nvPr/>
        </p:nvPicPr>
        <p:blipFill>
          <a:blip r:embed="rId3"/>
          <a:stretch>
            <a:fillRect/>
          </a:stretch>
        </p:blipFill>
        <p:spPr>
          <a:xfrm>
            <a:off x="738187" y="3238994"/>
            <a:ext cx="10715625" cy="2638425"/>
          </a:xfrm>
          <a:prstGeom prst="rect">
            <a:avLst/>
          </a:prstGeom>
        </p:spPr>
      </p:pic>
      <p:pic>
        <p:nvPicPr>
          <p:cNvPr id="7" name="Picture 2" descr="https://www.en-pc.jp/wp-content/uploads/2024/04/develop_process_v-1024x576.png">
            <a:extLst>
              <a:ext uri="{FF2B5EF4-FFF2-40B4-BE49-F238E27FC236}">
                <a16:creationId xmlns:a16="http://schemas.microsoft.com/office/drawing/2014/main" id="{A50929DB-BDE8-404E-A4EC-CEF451CFB4F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2020" b="59386"/>
          <a:stretch/>
        </p:blipFill>
        <p:spPr bwMode="auto">
          <a:xfrm>
            <a:off x="1747101" y="2178133"/>
            <a:ext cx="8697798" cy="909729"/>
          </a:xfrm>
          <a:prstGeom prst="rect">
            <a:avLst/>
          </a:prstGeom>
          <a:noFill/>
          <a:extLst>
            <a:ext uri="{909E8E84-426E-40DD-AFC4-6F175D3DCCD1}">
              <a14:hiddenFill xmlns:a14="http://schemas.microsoft.com/office/drawing/2010/main">
                <a:solidFill>
                  <a:srgbClr val="FFFFFF"/>
                </a:solidFill>
              </a14:hiddenFill>
            </a:ext>
          </a:extLst>
        </p:spPr>
      </p:pic>
      <p:sp>
        <p:nvSpPr>
          <p:cNvPr id="8" name="コンテンツ プレースホルダー 1">
            <a:extLst>
              <a:ext uri="{FF2B5EF4-FFF2-40B4-BE49-F238E27FC236}">
                <a16:creationId xmlns:a16="http://schemas.microsoft.com/office/drawing/2014/main" id="{92E057DB-B2E5-4BFB-92CC-4B77E6B903F2}"/>
              </a:ext>
            </a:extLst>
          </p:cNvPr>
          <p:cNvSpPr txBox="1">
            <a:spLocks/>
          </p:cNvSpPr>
          <p:nvPr/>
        </p:nvSpPr>
        <p:spPr>
          <a:xfrm>
            <a:off x="2809187" y="6241492"/>
            <a:ext cx="9047851" cy="346328"/>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800" dirty="0">
                <a:solidFill>
                  <a:srgbClr val="FF0000"/>
                </a:solidFill>
              </a:rPr>
              <a:t>より正確には</a:t>
            </a:r>
            <a:r>
              <a:rPr lang="en-US" altLang="ja-JP" sz="1800" dirty="0">
                <a:solidFill>
                  <a:srgbClr val="FF0000"/>
                </a:solidFill>
              </a:rPr>
              <a:t>RFP</a:t>
            </a:r>
            <a:r>
              <a:rPr lang="ja-JP" altLang="en-US" sz="1800" dirty="0">
                <a:solidFill>
                  <a:srgbClr val="FF0000"/>
                </a:solidFill>
              </a:rPr>
              <a:t>等を元にシステム開発にかかる時間的・金銭コストの算出をするのが先</a:t>
            </a:r>
          </a:p>
        </p:txBody>
      </p:sp>
      <mc:AlternateContent xmlns:mc="http://schemas.openxmlformats.org/markup-compatibility/2006" xmlns:p14="http://schemas.microsoft.com/office/powerpoint/2010/main">
        <mc:Choice Requires="p14">
          <p:contentPart p14:bwMode="auto" r:id="rId5">
            <p14:nvContentPartPr>
              <p14:cNvPr id="4" name="インク 3">
                <a:extLst>
                  <a:ext uri="{FF2B5EF4-FFF2-40B4-BE49-F238E27FC236}">
                    <a16:creationId xmlns:a16="http://schemas.microsoft.com/office/drawing/2014/main" id="{22B6DDFA-EC6E-4C30-A514-4F104A9FBC0B}"/>
                  </a:ext>
                </a:extLst>
              </p14:cNvPr>
              <p14:cNvContentPartPr/>
              <p14:nvPr/>
            </p14:nvContentPartPr>
            <p14:xfrm>
              <a:off x="152640" y="1777680"/>
              <a:ext cx="11392560" cy="4887000"/>
            </p14:xfrm>
          </p:contentPart>
        </mc:Choice>
        <mc:Fallback xmlns="">
          <p:pic>
            <p:nvPicPr>
              <p:cNvPr id="4" name="インク 3">
                <a:extLst>
                  <a:ext uri="{FF2B5EF4-FFF2-40B4-BE49-F238E27FC236}">
                    <a16:creationId xmlns:a16="http://schemas.microsoft.com/office/drawing/2014/main" id="{22B6DDFA-EC6E-4C30-A514-4F104A9FBC0B}"/>
                  </a:ext>
                </a:extLst>
              </p:cNvPr>
              <p:cNvPicPr/>
              <p:nvPr/>
            </p:nvPicPr>
            <p:blipFill>
              <a:blip r:embed="rId6"/>
              <a:stretch>
                <a:fillRect/>
              </a:stretch>
            </p:blipFill>
            <p:spPr>
              <a:xfrm>
                <a:off x="143280" y="1768320"/>
                <a:ext cx="11411280" cy="4905720"/>
              </a:xfrm>
              <a:prstGeom prst="rect">
                <a:avLst/>
              </a:prstGeom>
            </p:spPr>
          </p:pic>
        </mc:Fallback>
      </mc:AlternateContent>
    </p:spTree>
    <p:extLst>
      <p:ext uri="{BB962C8B-B14F-4D97-AF65-F5344CB8AC3E}">
        <p14:creationId xmlns:p14="http://schemas.microsoft.com/office/powerpoint/2010/main" val="2197267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要件定義の難しさ</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31" name="四角形: 角を丸くする 30">
            <a:extLst>
              <a:ext uri="{FF2B5EF4-FFF2-40B4-BE49-F238E27FC236}">
                <a16:creationId xmlns:a16="http://schemas.microsoft.com/office/drawing/2014/main" id="{D2D6883A-780D-642C-31BB-845D4FC98B8F}"/>
              </a:ext>
            </a:extLst>
          </p:cNvPr>
          <p:cNvSpPr/>
          <p:nvPr/>
        </p:nvSpPr>
        <p:spPr>
          <a:xfrm>
            <a:off x="640079" y="1247621"/>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発注者が何を求めているのかを明確にする　とはいっても</a:t>
            </a:r>
          </a:p>
        </p:txBody>
      </p:sp>
      <p:pic>
        <p:nvPicPr>
          <p:cNvPr id="4" name="図 3">
            <a:extLst>
              <a:ext uri="{FF2B5EF4-FFF2-40B4-BE49-F238E27FC236}">
                <a16:creationId xmlns:a16="http://schemas.microsoft.com/office/drawing/2014/main" id="{6A8401DF-68A6-9391-0528-E4A2C0E4709E}"/>
              </a:ext>
            </a:extLst>
          </p:cNvPr>
          <p:cNvPicPr>
            <a:picLocks noChangeAspect="1"/>
          </p:cNvPicPr>
          <p:nvPr/>
        </p:nvPicPr>
        <p:blipFill>
          <a:blip r:embed="rId3"/>
          <a:stretch>
            <a:fillRect/>
          </a:stretch>
        </p:blipFill>
        <p:spPr>
          <a:xfrm>
            <a:off x="1016454" y="2798096"/>
            <a:ext cx="1914071" cy="20057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コンテンツ プレースホルダー 1">
            <a:extLst>
              <a:ext uri="{FF2B5EF4-FFF2-40B4-BE49-F238E27FC236}">
                <a16:creationId xmlns:a16="http://schemas.microsoft.com/office/drawing/2014/main" id="{8B53D913-7452-39D8-F06F-7DB682C7958A}"/>
              </a:ext>
            </a:extLst>
          </p:cNvPr>
          <p:cNvSpPr txBox="1">
            <a:spLocks/>
          </p:cNvSpPr>
          <p:nvPr/>
        </p:nvSpPr>
        <p:spPr>
          <a:xfrm>
            <a:off x="779235" y="4921779"/>
            <a:ext cx="2388507" cy="688600"/>
          </a:xfrm>
          <a:prstGeom prst="rect">
            <a:avLst/>
          </a:prstGeom>
        </p:spPr>
        <p:txBody>
          <a:bodyPr lIns="0" tIns="0" rIns="0" bIns="0">
            <a:normAutofit lnSpcReduction="10000"/>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2000" dirty="0"/>
              <a:t>顧客が本当に</a:t>
            </a:r>
            <a:endParaRPr lang="en-US" altLang="ja-JP" sz="2000" dirty="0"/>
          </a:p>
          <a:p>
            <a:pPr algn="ctr"/>
            <a:r>
              <a:rPr lang="ja-JP" altLang="en-US" sz="2000" dirty="0"/>
              <a:t>欲しかったもの</a:t>
            </a:r>
          </a:p>
        </p:txBody>
      </p:sp>
      <p:pic>
        <p:nvPicPr>
          <p:cNvPr id="7" name="図 6">
            <a:extLst>
              <a:ext uri="{FF2B5EF4-FFF2-40B4-BE49-F238E27FC236}">
                <a16:creationId xmlns:a16="http://schemas.microsoft.com/office/drawing/2014/main" id="{CE46EBE5-ABE0-E06D-EC61-CD9E8ABCF190}"/>
              </a:ext>
            </a:extLst>
          </p:cNvPr>
          <p:cNvPicPr>
            <a:picLocks noChangeAspect="1"/>
          </p:cNvPicPr>
          <p:nvPr/>
        </p:nvPicPr>
        <p:blipFill>
          <a:blip r:embed="rId4"/>
          <a:stretch>
            <a:fillRect/>
          </a:stretch>
        </p:blipFill>
        <p:spPr>
          <a:xfrm>
            <a:off x="3613331" y="2798096"/>
            <a:ext cx="1835059" cy="2005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コンテンツ プレースホルダー 1">
            <a:extLst>
              <a:ext uri="{FF2B5EF4-FFF2-40B4-BE49-F238E27FC236}">
                <a16:creationId xmlns:a16="http://schemas.microsoft.com/office/drawing/2014/main" id="{3B22948A-2196-A5E1-8EB4-721794116167}"/>
              </a:ext>
            </a:extLst>
          </p:cNvPr>
          <p:cNvSpPr txBox="1">
            <a:spLocks/>
          </p:cNvSpPr>
          <p:nvPr/>
        </p:nvSpPr>
        <p:spPr>
          <a:xfrm>
            <a:off x="3336606" y="4921779"/>
            <a:ext cx="2388507" cy="688600"/>
          </a:xfrm>
          <a:prstGeom prst="rect">
            <a:avLst/>
          </a:prstGeom>
        </p:spPr>
        <p:txBody>
          <a:bodyPr lIns="0" tIns="0" rIns="0" bIns="0">
            <a:normAutofit lnSpcReduction="10000"/>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sz="2000" dirty="0"/>
              <a:t>PL</a:t>
            </a:r>
            <a:r>
              <a:rPr lang="ja-JP" altLang="en-US" sz="2000" dirty="0"/>
              <a:t>がまとめた</a:t>
            </a:r>
            <a:endParaRPr lang="en-US" altLang="ja-JP" sz="2000" dirty="0"/>
          </a:p>
          <a:p>
            <a:pPr algn="ctr"/>
            <a:r>
              <a:rPr lang="ja-JP" altLang="en-US" sz="2000" dirty="0"/>
              <a:t>システムの要件</a:t>
            </a:r>
          </a:p>
        </p:txBody>
      </p:sp>
      <p:pic>
        <p:nvPicPr>
          <p:cNvPr id="12" name="図 11">
            <a:extLst>
              <a:ext uri="{FF2B5EF4-FFF2-40B4-BE49-F238E27FC236}">
                <a16:creationId xmlns:a16="http://schemas.microsoft.com/office/drawing/2014/main" id="{A5ACEE56-428D-D13B-ABAD-160C6ADE6F69}"/>
              </a:ext>
            </a:extLst>
          </p:cNvPr>
          <p:cNvPicPr>
            <a:picLocks noChangeAspect="1"/>
          </p:cNvPicPr>
          <p:nvPr/>
        </p:nvPicPr>
        <p:blipFill>
          <a:blip r:embed="rId5"/>
          <a:stretch>
            <a:fillRect/>
          </a:stretch>
        </p:blipFill>
        <p:spPr>
          <a:xfrm>
            <a:off x="6049444" y="2798095"/>
            <a:ext cx="2012657" cy="20057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コンテンツ プレースホルダー 1">
            <a:extLst>
              <a:ext uri="{FF2B5EF4-FFF2-40B4-BE49-F238E27FC236}">
                <a16:creationId xmlns:a16="http://schemas.microsoft.com/office/drawing/2014/main" id="{A37082D9-EB50-D887-51EC-0DBE1F22A7A6}"/>
              </a:ext>
            </a:extLst>
          </p:cNvPr>
          <p:cNvSpPr txBox="1">
            <a:spLocks/>
          </p:cNvSpPr>
          <p:nvPr/>
        </p:nvSpPr>
        <p:spPr>
          <a:xfrm>
            <a:off x="5861518" y="4926015"/>
            <a:ext cx="2388507" cy="779380"/>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2000" dirty="0"/>
              <a:t>アナリストの</a:t>
            </a:r>
            <a:endParaRPr lang="en-US" altLang="ja-JP" sz="2000" dirty="0"/>
          </a:p>
          <a:p>
            <a:pPr algn="ctr"/>
            <a:r>
              <a:rPr lang="ja-JP" altLang="en-US" sz="2000" dirty="0"/>
              <a:t>デザイン</a:t>
            </a:r>
          </a:p>
        </p:txBody>
      </p:sp>
      <p:pic>
        <p:nvPicPr>
          <p:cNvPr id="15" name="図 14">
            <a:extLst>
              <a:ext uri="{FF2B5EF4-FFF2-40B4-BE49-F238E27FC236}">
                <a16:creationId xmlns:a16="http://schemas.microsoft.com/office/drawing/2014/main" id="{9197EC97-AA14-1BE7-E321-1E09BAE9D711}"/>
              </a:ext>
            </a:extLst>
          </p:cNvPr>
          <p:cNvPicPr>
            <a:picLocks noChangeAspect="1"/>
          </p:cNvPicPr>
          <p:nvPr/>
        </p:nvPicPr>
        <p:blipFill>
          <a:blip r:embed="rId6"/>
          <a:srcRect l="17308" t="18443" r="7934" b="25648"/>
          <a:stretch>
            <a:fillRect/>
          </a:stretch>
        </p:blipFill>
        <p:spPr>
          <a:xfrm>
            <a:off x="8663155" y="2798094"/>
            <a:ext cx="2012657" cy="20057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コンテンツ プレースホルダー 1">
            <a:extLst>
              <a:ext uri="{FF2B5EF4-FFF2-40B4-BE49-F238E27FC236}">
                <a16:creationId xmlns:a16="http://schemas.microsoft.com/office/drawing/2014/main" id="{8F67578B-51A6-1B8F-2815-CB8B6395A1B8}"/>
              </a:ext>
            </a:extLst>
          </p:cNvPr>
          <p:cNvSpPr txBox="1">
            <a:spLocks/>
          </p:cNvSpPr>
          <p:nvPr/>
        </p:nvSpPr>
        <p:spPr>
          <a:xfrm>
            <a:off x="8475229" y="4926015"/>
            <a:ext cx="2388507" cy="648936"/>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sz="2000" dirty="0"/>
              <a:t>PG</a:t>
            </a:r>
            <a:r>
              <a:rPr lang="ja-JP" altLang="en-US" sz="2000" dirty="0"/>
              <a:t>のコード</a:t>
            </a:r>
          </a:p>
        </p:txBody>
      </p:sp>
      <p:sp>
        <p:nvSpPr>
          <p:cNvPr id="20" name="コンテンツ プレースホルダー 1">
            <a:extLst>
              <a:ext uri="{FF2B5EF4-FFF2-40B4-BE49-F238E27FC236}">
                <a16:creationId xmlns:a16="http://schemas.microsoft.com/office/drawing/2014/main" id="{1A8A67D4-4D1D-CA05-F092-82C3259249F2}"/>
              </a:ext>
            </a:extLst>
          </p:cNvPr>
          <p:cNvSpPr txBox="1">
            <a:spLocks/>
          </p:cNvSpPr>
          <p:nvPr/>
        </p:nvSpPr>
        <p:spPr>
          <a:xfrm>
            <a:off x="250371" y="5902579"/>
            <a:ext cx="11702143" cy="519991"/>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2000" dirty="0"/>
              <a:t>ステークホルダー（システムに関わる全ての人）間でイメージの齟齬が生じる</a:t>
            </a:r>
          </a:p>
        </p:txBody>
      </p:sp>
      <mc:AlternateContent xmlns:mc="http://schemas.openxmlformats.org/markup-compatibility/2006" xmlns:p14="http://schemas.microsoft.com/office/powerpoint/2010/main">
        <mc:Choice Requires="p14">
          <p:contentPart p14:bwMode="auto" r:id="rId7">
            <p14:nvContentPartPr>
              <p14:cNvPr id="2" name="インク 1">
                <a:extLst>
                  <a:ext uri="{FF2B5EF4-FFF2-40B4-BE49-F238E27FC236}">
                    <a16:creationId xmlns:a16="http://schemas.microsoft.com/office/drawing/2014/main" id="{1E99C73E-2F35-4FFA-8055-3957F195D1F7}"/>
                  </a:ext>
                </a:extLst>
              </p14:cNvPr>
              <p14:cNvContentPartPr/>
              <p14:nvPr/>
            </p14:nvContentPartPr>
            <p14:xfrm>
              <a:off x="1878840" y="5917320"/>
              <a:ext cx="2054520" cy="365400"/>
            </p14:xfrm>
          </p:contentPart>
        </mc:Choice>
        <mc:Fallback xmlns="">
          <p:pic>
            <p:nvPicPr>
              <p:cNvPr id="2" name="インク 1">
                <a:extLst>
                  <a:ext uri="{FF2B5EF4-FFF2-40B4-BE49-F238E27FC236}">
                    <a16:creationId xmlns:a16="http://schemas.microsoft.com/office/drawing/2014/main" id="{1E99C73E-2F35-4FFA-8055-3957F195D1F7}"/>
                  </a:ext>
                </a:extLst>
              </p:cNvPr>
              <p:cNvPicPr/>
              <p:nvPr/>
            </p:nvPicPr>
            <p:blipFill>
              <a:blip r:embed="rId8"/>
              <a:stretch>
                <a:fillRect/>
              </a:stretch>
            </p:blipFill>
            <p:spPr>
              <a:xfrm>
                <a:off x="1863000" y="5853960"/>
                <a:ext cx="208584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インク 5">
                <a:extLst>
                  <a:ext uri="{FF2B5EF4-FFF2-40B4-BE49-F238E27FC236}">
                    <a16:creationId xmlns:a16="http://schemas.microsoft.com/office/drawing/2014/main" id="{255157EC-3732-4D84-94ED-A43BC1467110}"/>
                  </a:ext>
                </a:extLst>
              </p14:cNvPr>
              <p14:cNvContentPartPr/>
              <p14:nvPr/>
            </p14:nvContentPartPr>
            <p14:xfrm>
              <a:off x="4137480" y="6183720"/>
              <a:ext cx="2752200" cy="76320"/>
            </p14:xfrm>
          </p:contentPart>
        </mc:Choice>
        <mc:Fallback xmlns="">
          <p:pic>
            <p:nvPicPr>
              <p:cNvPr id="6" name="インク 5">
                <a:extLst>
                  <a:ext uri="{FF2B5EF4-FFF2-40B4-BE49-F238E27FC236}">
                    <a16:creationId xmlns:a16="http://schemas.microsoft.com/office/drawing/2014/main" id="{255157EC-3732-4D84-94ED-A43BC1467110}"/>
                  </a:ext>
                </a:extLst>
              </p:cNvPr>
              <p:cNvPicPr/>
              <p:nvPr/>
            </p:nvPicPr>
            <p:blipFill>
              <a:blip r:embed="rId10"/>
              <a:stretch>
                <a:fillRect/>
              </a:stretch>
            </p:blipFill>
            <p:spPr>
              <a:xfrm>
                <a:off x="4121640" y="6120360"/>
                <a:ext cx="278352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インク 8">
                <a:extLst>
                  <a:ext uri="{FF2B5EF4-FFF2-40B4-BE49-F238E27FC236}">
                    <a16:creationId xmlns:a16="http://schemas.microsoft.com/office/drawing/2014/main" id="{FD69D2C0-D8AD-4300-9D21-59BBC996C755}"/>
                  </a:ext>
                </a:extLst>
              </p14:cNvPr>
              <p14:cNvContentPartPr/>
              <p14:nvPr/>
            </p14:nvContentPartPr>
            <p14:xfrm>
              <a:off x="1258560" y="5183640"/>
              <a:ext cx="467640" cy="55440"/>
            </p14:xfrm>
          </p:contentPart>
        </mc:Choice>
        <mc:Fallback xmlns="">
          <p:pic>
            <p:nvPicPr>
              <p:cNvPr id="9" name="インク 8">
                <a:extLst>
                  <a:ext uri="{FF2B5EF4-FFF2-40B4-BE49-F238E27FC236}">
                    <a16:creationId xmlns:a16="http://schemas.microsoft.com/office/drawing/2014/main" id="{FD69D2C0-D8AD-4300-9D21-59BBC996C755}"/>
                  </a:ext>
                </a:extLst>
              </p:cNvPr>
              <p:cNvPicPr/>
              <p:nvPr/>
            </p:nvPicPr>
            <p:blipFill>
              <a:blip r:embed="rId12"/>
              <a:stretch>
                <a:fillRect/>
              </a:stretch>
            </p:blipFill>
            <p:spPr>
              <a:xfrm>
                <a:off x="1242720" y="5120280"/>
                <a:ext cx="4989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インク 13">
                <a:extLst>
                  <a:ext uri="{FF2B5EF4-FFF2-40B4-BE49-F238E27FC236}">
                    <a16:creationId xmlns:a16="http://schemas.microsoft.com/office/drawing/2014/main" id="{9E5F8446-E7BA-49C6-884C-8EF3D49F0987}"/>
                  </a:ext>
                </a:extLst>
              </p14:cNvPr>
              <p14:cNvContentPartPr/>
              <p14:nvPr/>
            </p14:nvContentPartPr>
            <p14:xfrm>
              <a:off x="3783960" y="5157360"/>
              <a:ext cx="284760" cy="45720"/>
            </p14:xfrm>
          </p:contentPart>
        </mc:Choice>
        <mc:Fallback xmlns="">
          <p:pic>
            <p:nvPicPr>
              <p:cNvPr id="14" name="インク 13">
                <a:extLst>
                  <a:ext uri="{FF2B5EF4-FFF2-40B4-BE49-F238E27FC236}">
                    <a16:creationId xmlns:a16="http://schemas.microsoft.com/office/drawing/2014/main" id="{9E5F8446-E7BA-49C6-884C-8EF3D49F0987}"/>
                  </a:ext>
                </a:extLst>
              </p:cNvPr>
              <p:cNvPicPr/>
              <p:nvPr/>
            </p:nvPicPr>
            <p:blipFill>
              <a:blip r:embed="rId14"/>
              <a:stretch>
                <a:fillRect/>
              </a:stretch>
            </p:blipFill>
            <p:spPr>
              <a:xfrm>
                <a:off x="3768120" y="5094000"/>
                <a:ext cx="3160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インク 16">
                <a:extLst>
                  <a:ext uri="{FF2B5EF4-FFF2-40B4-BE49-F238E27FC236}">
                    <a16:creationId xmlns:a16="http://schemas.microsoft.com/office/drawing/2014/main" id="{5F10A667-0A5D-46C7-AF5E-28E331B3AA07}"/>
                  </a:ext>
                </a:extLst>
              </p14:cNvPr>
              <p14:cNvContentPartPr/>
              <p14:nvPr/>
            </p14:nvContentPartPr>
            <p14:xfrm>
              <a:off x="3655440" y="2424240"/>
              <a:ext cx="432720" cy="38520"/>
            </p14:xfrm>
          </p:contentPart>
        </mc:Choice>
        <mc:Fallback xmlns="">
          <p:pic>
            <p:nvPicPr>
              <p:cNvPr id="17" name="インク 16">
                <a:extLst>
                  <a:ext uri="{FF2B5EF4-FFF2-40B4-BE49-F238E27FC236}">
                    <a16:creationId xmlns:a16="http://schemas.microsoft.com/office/drawing/2014/main" id="{5F10A667-0A5D-46C7-AF5E-28E331B3AA07}"/>
                  </a:ext>
                </a:extLst>
              </p:cNvPr>
              <p:cNvPicPr/>
              <p:nvPr/>
            </p:nvPicPr>
            <p:blipFill>
              <a:blip r:embed="rId16"/>
              <a:stretch>
                <a:fillRect/>
              </a:stretch>
            </p:blipFill>
            <p:spPr>
              <a:xfrm>
                <a:off x="3639600" y="2360880"/>
                <a:ext cx="464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インク 17">
                <a:extLst>
                  <a:ext uri="{FF2B5EF4-FFF2-40B4-BE49-F238E27FC236}">
                    <a16:creationId xmlns:a16="http://schemas.microsoft.com/office/drawing/2014/main" id="{0545644E-82BC-4E06-A8C8-78DE6ED23BE0}"/>
                  </a:ext>
                </a:extLst>
              </p14:cNvPr>
              <p14:cNvContentPartPr/>
              <p14:nvPr/>
            </p14:nvContentPartPr>
            <p14:xfrm>
              <a:off x="6360480" y="5180400"/>
              <a:ext cx="1126080" cy="81720"/>
            </p14:xfrm>
          </p:contentPart>
        </mc:Choice>
        <mc:Fallback xmlns="">
          <p:pic>
            <p:nvPicPr>
              <p:cNvPr id="18" name="インク 17">
                <a:extLst>
                  <a:ext uri="{FF2B5EF4-FFF2-40B4-BE49-F238E27FC236}">
                    <a16:creationId xmlns:a16="http://schemas.microsoft.com/office/drawing/2014/main" id="{0545644E-82BC-4E06-A8C8-78DE6ED23BE0}"/>
                  </a:ext>
                </a:extLst>
              </p:cNvPr>
              <p:cNvPicPr/>
              <p:nvPr/>
            </p:nvPicPr>
            <p:blipFill>
              <a:blip r:embed="rId18"/>
              <a:stretch>
                <a:fillRect/>
              </a:stretch>
            </p:blipFill>
            <p:spPr>
              <a:xfrm>
                <a:off x="6344640" y="5117040"/>
                <a:ext cx="11574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インク 18">
                <a:extLst>
                  <a:ext uri="{FF2B5EF4-FFF2-40B4-BE49-F238E27FC236}">
                    <a16:creationId xmlns:a16="http://schemas.microsoft.com/office/drawing/2014/main" id="{AB7A84C6-2CA5-44E3-B4A4-3FC9296E332A}"/>
                  </a:ext>
                </a:extLst>
              </p14:cNvPr>
              <p14:cNvContentPartPr/>
              <p14:nvPr/>
            </p14:nvContentPartPr>
            <p14:xfrm>
              <a:off x="9046800" y="5216040"/>
              <a:ext cx="349200" cy="37080"/>
            </p14:xfrm>
          </p:contentPart>
        </mc:Choice>
        <mc:Fallback xmlns="">
          <p:pic>
            <p:nvPicPr>
              <p:cNvPr id="19" name="インク 18">
                <a:extLst>
                  <a:ext uri="{FF2B5EF4-FFF2-40B4-BE49-F238E27FC236}">
                    <a16:creationId xmlns:a16="http://schemas.microsoft.com/office/drawing/2014/main" id="{AB7A84C6-2CA5-44E3-B4A4-3FC9296E332A}"/>
                  </a:ext>
                </a:extLst>
              </p:cNvPr>
              <p:cNvPicPr/>
              <p:nvPr/>
            </p:nvPicPr>
            <p:blipFill>
              <a:blip r:embed="rId20"/>
              <a:stretch>
                <a:fillRect/>
              </a:stretch>
            </p:blipFill>
            <p:spPr>
              <a:xfrm>
                <a:off x="9030960" y="5152680"/>
                <a:ext cx="3805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インク 20">
                <a:extLst>
                  <a:ext uri="{FF2B5EF4-FFF2-40B4-BE49-F238E27FC236}">
                    <a16:creationId xmlns:a16="http://schemas.microsoft.com/office/drawing/2014/main" id="{435C47DA-62A5-48D1-917E-83EBF8FB718C}"/>
                  </a:ext>
                </a:extLst>
              </p14:cNvPr>
              <p14:cNvContentPartPr/>
              <p14:nvPr/>
            </p14:nvContentPartPr>
            <p14:xfrm>
              <a:off x="91440" y="0"/>
              <a:ext cx="11701080" cy="6579000"/>
            </p14:xfrm>
          </p:contentPart>
        </mc:Choice>
        <mc:Fallback xmlns="">
          <p:pic>
            <p:nvPicPr>
              <p:cNvPr id="21" name="インク 20">
                <a:extLst>
                  <a:ext uri="{FF2B5EF4-FFF2-40B4-BE49-F238E27FC236}">
                    <a16:creationId xmlns:a16="http://schemas.microsoft.com/office/drawing/2014/main" id="{435C47DA-62A5-48D1-917E-83EBF8FB718C}"/>
                  </a:ext>
                </a:extLst>
              </p:cNvPr>
              <p:cNvPicPr/>
              <p:nvPr/>
            </p:nvPicPr>
            <p:blipFill>
              <a:blip r:embed="rId22"/>
              <a:stretch>
                <a:fillRect/>
              </a:stretch>
            </p:blipFill>
            <p:spPr>
              <a:xfrm>
                <a:off x="82080" y="-9360"/>
                <a:ext cx="11719800" cy="6597720"/>
              </a:xfrm>
              <a:prstGeom prst="rect">
                <a:avLst/>
              </a:prstGeom>
            </p:spPr>
          </p:pic>
        </mc:Fallback>
      </mc:AlternateContent>
    </p:spTree>
    <p:extLst>
      <p:ext uri="{BB962C8B-B14F-4D97-AF65-F5344CB8AC3E}">
        <p14:creationId xmlns:p14="http://schemas.microsoft.com/office/powerpoint/2010/main" val="1327846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875DE49-EDA8-4E60-9022-3ED8736CC7AA}"/>
              </a:ext>
            </a:extLst>
          </p:cNvPr>
          <p:cNvSpPr>
            <a:spLocks noGrp="1"/>
          </p:cNvSpPr>
          <p:nvPr>
            <p:ph idx="1"/>
          </p:nvPr>
        </p:nvSpPr>
        <p:spPr/>
        <p:txBody>
          <a:bodyPr/>
          <a:lstStyle/>
          <a:p>
            <a:r>
              <a:rPr kumimoji="1" lang="ja-JP" altLang="en-US" dirty="0"/>
              <a:t>要件定義でやること（ステークホルダー間でのイメージの齟齬をなくすために</a:t>
            </a:r>
            <a:r>
              <a:rPr kumimoji="1" lang="en-US" altLang="ja-JP" dirty="0"/>
              <a:t>…</a:t>
            </a:r>
            <a:r>
              <a:rPr kumimoji="1" lang="ja-JP" altLang="en-US" dirty="0"/>
              <a:t>）</a:t>
            </a:r>
          </a:p>
        </p:txBody>
      </p:sp>
      <p:sp>
        <p:nvSpPr>
          <p:cNvPr id="3" name="フッター プレースホルダー 2">
            <a:extLst>
              <a:ext uri="{FF2B5EF4-FFF2-40B4-BE49-F238E27FC236}">
                <a16:creationId xmlns:a16="http://schemas.microsoft.com/office/drawing/2014/main" id="{DC4369D5-21DC-4796-8E73-6DE9C8F9E5A8}"/>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DA38835F-B73B-42B9-84CE-B6B40D87A785}"/>
              </a:ext>
            </a:extLst>
          </p:cNvPr>
          <p:cNvSpPr>
            <a:spLocks noGrp="1"/>
          </p:cNvSpPr>
          <p:nvPr>
            <p:ph type="sldNum" sz="quarter" idx="12"/>
          </p:nvPr>
        </p:nvSpPr>
        <p:spPr/>
        <p:txBody>
          <a:bodyPr/>
          <a:lstStyle/>
          <a:p>
            <a:fld id="{3B09FD7E-EA79-4AC9-B47C-47EE1A48B026}" type="slidenum">
              <a:rPr kumimoji="1" lang="ja-JP" altLang="en-US" smtClean="0"/>
              <a:t>8</a:t>
            </a:fld>
            <a:endParaRPr kumimoji="1" lang="ja-JP" altLang="en-US" dirty="0"/>
          </a:p>
        </p:txBody>
      </p:sp>
      <p:sp>
        <p:nvSpPr>
          <p:cNvPr id="5" name="タイトル 4">
            <a:extLst>
              <a:ext uri="{FF2B5EF4-FFF2-40B4-BE49-F238E27FC236}">
                <a16:creationId xmlns:a16="http://schemas.microsoft.com/office/drawing/2014/main" id="{85070221-E164-49D4-BCC8-A1A1CDF70DF0}"/>
              </a:ext>
            </a:extLst>
          </p:cNvPr>
          <p:cNvSpPr>
            <a:spLocks noGrp="1"/>
          </p:cNvSpPr>
          <p:nvPr>
            <p:ph type="title"/>
          </p:nvPr>
        </p:nvSpPr>
        <p:spPr/>
        <p:txBody>
          <a:bodyPr/>
          <a:lstStyle/>
          <a:p>
            <a:r>
              <a:rPr kumimoji="1" lang="ja-JP" altLang="en-US" dirty="0"/>
              <a:t>システム開発の流れ</a:t>
            </a:r>
          </a:p>
        </p:txBody>
      </p:sp>
      <p:sp>
        <p:nvSpPr>
          <p:cNvPr id="6" name="四角形: 角を丸くする 5">
            <a:extLst>
              <a:ext uri="{FF2B5EF4-FFF2-40B4-BE49-F238E27FC236}">
                <a16:creationId xmlns:a16="http://schemas.microsoft.com/office/drawing/2014/main" id="{7A909AEB-EBCB-4FBA-B0CF-0DB3DAD2A1AA}"/>
              </a:ext>
            </a:extLst>
          </p:cNvPr>
          <p:cNvSpPr/>
          <p:nvPr/>
        </p:nvSpPr>
        <p:spPr>
          <a:xfrm>
            <a:off x="487520" y="5873832"/>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発注者が何を求めているのかを明確にする（要望→要求→要件）</a:t>
            </a:r>
          </a:p>
        </p:txBody>
      </p:sp>
      <p:sp>
        <p:nvSpPr>
          <p:cNvPr id="7" name="正方形/長方形 6">
            <a:extLst>
              <a:ext uri="{FF2B5EF4-FFF2-40B4-BE49-F238E27FC236}">
                <a16:creationId xmlns:a16="http://schemas.microsoft.com/office/drawing/2014/main" id="{9A2D5E6C-B7B8-6E93-BA68-EF2399163282}"/>
              </a:ext>
            </a:extLst>
          </p:cNvPr>
          <p:cNvSpPr/>
          <p:nvPr/>
        </p:nvSpPr>
        <p:spPr>
          <a:xfrm>
            <a:off x="817474" y="2799972"/>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要求の引き出し</a:t>
            </a:r>
          </a:p>
        </p:txBody>
      </p:sp>
      <p:sp>
        <p:nvSpPr>
          <p:cNvPr id="8" name="正方形/長方形 7">
            <a:extLst>
              <a:ext uri="{FF2B5EF4-FFF2-40B4-BE49-F238E27FC236}">
                <a16:creationId xmlns:a16="http://schemas.microsoft.com/office/drawing/2014/main" id="{38FF9391-1903-101E-D288-354514CD02DC}"/>
              </a:ext>
            </a:extLst>
          </p:cNvPr>
          <p:cNvSpPr/>
          <p:nvPr/>
        </p:nvSpPr>
        <p:spPr>
          <a:xfrm>
            <a:off x="4453301" y="3312569"/>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要求を分析</a:t>
            </a:r>
          </a:p>
        </p:txBody>
      </p:sp>
      <p:sp>
        <p:nvSpPr>
          <p:cNvPr id="9" name="正方形/長方形 8">
            <a:extLst>
              <a:ext uri="{FF2B5EF4-FFF2-40B4-BE49-F238E27FC236}">
                <a16:creationId xmlns:a16="http://schemas.microsoft.com/office/drawing/2014/main" id="{4FC59BD9-0349-A6B2-5A93-9E9869939DFE}"/>
              </a:ext>
            </a:extLst>
          </p:cNvPr>
          <p:cNvSpPr/>
          <p:nvPr/>
        </p:nvSpPr>
        <p:spPr>
          <a:xfrm>
            <a:off x="8110894" y="3727363"/>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要件定義書の作成</a:t>
            </a:r>
          </a:p>
        </p:txBody>
      </p:sp>
      <p:sp>
        <p:nvSpPr>
          <p:cNvPr id="10" name="コンテンツ プレースホルダー 1">
            <a:extLst>
              <a:ext uri="{FF2B5EF4-FFF2-40B4-BE49-F238E27FC236}">
                <a16:creationId xmlns:a16="http://schemas.microsoft.com/office/drawing/2014/main" id="{BCADD2F5-148A-FAE6-403C-30998DB4FA17}"/>
              </a:ext>
            </a:extLst>
          </p:cNvPr>
          <p:cNvSpPr txBox="1">
            <a:spLocks/>
          </p:cNvSpPr>
          <p:nvPr/>
        </p:nvSpPr>
        <p:spPr>
          <a:xfrm>
            <a:off x="3266758" y="2306758"/>
            <a:ext cx="2373086" cy="344131"/>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2000" dirty="0"/>
              <a:t>要求分析ともいう</a:t>
            </a:r>
          </a:p>
        </p:txBody>
      </p:sp>
      <p:sp>
        <p:nvSpPr>
          <p:cNvPr id="11" name="コンテンツ プレースホルダー 1">
            <a:extLst>
              <a:ext uri="{FF2B5EF4-FFF2-40B4-BE49-F238E27FC236}">
                <a16:creationId xmlns:a16="http://schemas.microsoft.com/office/drawing/2014/main" id="{39EBC921-079C-41E0-7B41-BC1BFD47D577}"/>
              </a:ext>
            </a:extLst>
          </p:cNvPr>
          <p:cNvSpPr txBox="1">
            <a:spLocks/>
          </p:cNvSpPr>
          <p:nvPr/>
        </p:nvSpPr>
        <p:spPr>
          <a:xfrm>
            <a:off x="719504" y="3409405"/>
            <a:ext cx="2471056" cy="1142034"/>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t>・ヒアリングシート</a:t>
            </a:r>
            <a:endParaRPr lang="en-US" altLang="ja-JP" sz="2000" dirty="0"/>
          </a:p>
          <a:p>
            <a:r>
              <a:rPr lang="ja-JP" altLang="en-US" sz="2000" dirty="0"/>
              <a:t>・インタビュー</a:t>
            </a:r>
            <a:endParaRPr lang="en-US" altLang="ja-JP" sz="2000" dirty="0"/>
          </a:p>
          <a:p>
            <a:r>
              <a:rPr lang="ja-JP" altLang="en-US" sz="2000" dirty="0"/>
              <a:t>・アンケート</a:t>
            </a:r>
          </a:p>
        </p:txBody>
      </p:sp>
      <p:sp>
        <p:nvSpPr>
          <p:cNvPr id="12" name="コンテンツ プレースホルダー 1">
            <a:extLst>
              <a:ext uri="{FF2B5EF4-FFF2-40B4-BE49-F238E27FC236}">
                <a16:creationId xmlns:a16="http://schemas.microsoft.com/office/drawing/2014/main" id="{EB73FBE8-D3E6-E37A-9A33-BD822948CC82}"/>
              </a:ext>
            </a:extLst>
          </p:cNvPr>
          <p:cNvSpPr txBox="1">
            <a:spLocks/>
          </p:cNvSpPr>
          <p:nvPr/>
        </p:nvSpPr>
        <p:spPr>
          <a:xfrm>
            <a:off x="4453300" y="3980422"/>
            <a:ext cx="3081383" cy="1142034"/>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t>・要求整理シート</a:t>
            </a:r>
            <a:r>
              <a:rPr lang="en-US" altLang="ja-JP" sz="2000" dirty="0"/>
              <a:t>*</a:t>
            </a:r>
          </a:p>
          <a:p>
            <a:r>
              <a:rPr lang="ja-JP" altLang="en-US" sz="2000" dirty="0"/>
              <a:t>・特性要因図、魚の骨図</a:t>
            </a:r>
            <a:r>
              <a:rPr lang="en-US" altLang="ja-JP" sz="2000" dirty="0"/>
              <a:t>*</a:t>
            </a:r>
          </a:p>
          <a:p>
            <a:r>
              <a:rPr lang="ja-JP" altLang="en-US" sz="2000" dirty="0"/>
              <a:t>・問題要因関連図</a:t>
            </a:r>
            <a:endParaRPr lang="en-US" altLang="ja-JP" sz="2000" dirty="0"/>
          </a:p>
        </p:txBody>
      </p:sp>
      <p:cxnSp>
        <p:nvCxnSpPr>
          <p:cNvPr id="15" name="直線矢印コネクタ 14">
            <a:extLst>
              <a:ext uri="{FF2B5EF4-FFF2-40B4-BE49-F238E27FC236}">
                <a16:creationId xmlns:a16="http://schemas.microsoft.com/office/drawing/2014/main" id="{A7C44628-3E86-FFB4-EAC3-A9C2B1FBC628}"/>
              </a:ext>
            </a:extLst>
          </p:cNvPr>
          <p:cNvCxnSpPr>
            <a:cxnSpLocks/>
            <a:stCxn id="10" idx="2"/>
            <a:endCxn id="8" idx="0"/>
          </p:cNvCxnSpPr>
          <p:nvPr/>
        </p:nvCxnSpPr>
        <p:spPr>
          <a:xfrm>
            <a:off x="4453301" y="2650889"/>
            <a:ext cx="1186543" cy="6616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62E213EB-33BE-6CCB-1E1B-3405CECBAA1E}"/>
              </a:ext>
            </a:extLst>
          </p:cNvPr>
          <p:cNvCxnSpPr>
            <a:cxnSpLocks/>
            <a:stCxn id="10" idx="2"/>
            <a:endCxn id="7" idx="3"/>
          </p:cNvCxnSpPr>
          <p:nvPr/>
        </p:nvCxnSpPr>
        <p:spPr>
          <a:xfrm flipH="1">
            <a:off x="3190559" y="2650889"/>
            <a:ext cx="1262742" cy="356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コンテンツ プレースホルダー 1">
            <a:extLst>
              <a:ext uri="{FF2B5EF4-FFF2-40B4-BE49-F238E27FC236}">
                <a16:creationId xmlns:a16="http://schemas.microsoft.com/office/drawing/2014/main" id="{6F965FF9-C2D9-72F5-623D-F8B9ACEFB819}"/>
              </a:ext>
            </a:extLst>
          </p:cNvPr>
          <p:cNvSpPr txBox="1">
            <a:spLocks/>
          </p:cNvSpPr>
          <p:nvPr/>
        </p:nvSpPr>
        <p:spPr>
          <a:xfrm>
            <a:off x="354662" y="1332369"/>
            <a:ext cx="4096869" cy="344131"/>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sz="2000" dirty="0"/>
              <a:t>RPF</a:t>
            </a:r>
            <a:r>
              <a:rPr lang="ja-JP" altLang="en-US" sz="2000" dirty="0"/>
              <a:t>などが提出された後で↓</a:t>
            </a:r>
          </a:p>
        </p:txBody>
      </p:sp>
      <p:sp>
        <p:nvSpPr>
          <p:cNvPr id="38" name="矢印: 右 37">
            <a:extLst>
              <a:ext uri="{FF2B5EF4-FFF2-40B4-BE49-F238E27FC236}">
                <a16:creationId xmlns:a16="http://schemas.microsoft.com/office/drawing/2014/main" id="{6375C55D-8012-0B20-19B6-210FE7541F25}"/>
              </a:ext>
            </a:extLst>
          </p:cNvPr>
          <p:cNvSpPr/>
          <p:nvPr/>
        </p:nvSpPr>
        <p:spPr>
          <a:xfrm rot="813905">
            <a:off x="3456524" y="3215309"/>
            <a:ext cx="807013" cy="304288"/>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9" name="矢印: 右 38">
            <a:extLst>
              <a:ext uri="{FF2B5EF4-FFF2-40B4-BE49-F238E27FC236}">
                <a16:creationId xmlns:a16="http://schemas.microsoft.com/office/drawing/2014/main" id="{856ECB32-5703-B564-10A0-C632AB0AFF3D}"/>
              </a:ext>
            </a:extLst>
          </p:cNvPr>
          <p:cNvSpPr/>
          <p:nvPr/>
        </p:nvSpPr>
        <p:spPr>
          <a:xfrm rot="813905">
            <a:off x="7016150" y="3608467"/>
            <a:ext cx="807013" cy="304288"/>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13" name="インク 12">
                <a:extLst>
                  <a:ext uri="{FF2B5EF4-FFF2-40B4-BE49-F238E27FC236}">
                    <a16:creationId xmlns:a16="http://schemas.microsoft.com/office/drawing/2014/main" id="{97C598CE-DF41-4D14-B7AE-1529B56C6FA9}"/>
                  </a:ext>
                </a:extLst>
              </p14:cNvPr>
              <p14:cNvContentPartPr/>
              <p14:nvPr/>
            </p14:nvContentPartPr>
            <p14:xfrm>
              <a:off x="427320" y="969840"/>
              <a:ext cx="11218320" cy="4996800"/>
            </p14:xfrm>
          </p:contentPart>
        </mc:Choice>
        <mc:Fallback xmlns="">
          <p:pic>
            <p:nvPicPr>
              <p:cNvPr id="13" name="インク 12">
                <a:extLst>
                  <a:ext uri="{FF2B5EF4-FFF2-40B4-BE49-F238E27FC236}">
                    <a16:creationId xmlns:a16="http://schemas.microsoft.com/office/drawing/2014/main" id="{97C598CE-DF41-4D14-B7AE-1529B56C6FA9}"/>
                  </a:ext>
                </a:extLst>
              </p:cNvPr>
              <p:cNvPicPr/>
              <p:nvPr/>
            </p:nvPicPr>
            <p:blipFill>
              <a:blip r:embed="rId3"/>
              <a:stretch>
                <a:fillRect/>
              </a:stretch>
            </p:blipFill>
            <p:spPr>
              <a:xfrm>
                <a:off x="417960" y="960480"/>
                <a:ext cx="11237040" cy="5015520"/>
              </a:xfrm>
              <a:prstGeom prst="rect">
                <a:avLst/>
              </a:prstGeom>
            </p:spPr>
          </p:pic>
        </mc:Fallback>
      </mc:AlternateContent>
    </p:spTree>
    <p:extLst>
      <p:ext uri="{BB962C8B-B14F-4D97-AF65-F5344CB8AC3E}">
        <p14:creationId xmlns:p14="http://schemas.microsoft.com/office/powerpoint/2010/main" val="461310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設計フェーズ</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31" name="四角形: 角を丸くする 30">
            <a:extLst>
              <a:ext uri="{FF2B5EF4-FFF2-40B4-BE49-F238E27FC236}">
                <a16:creationId xmlns:a16="http://schemas.microsoft.com/office/drawing/2014/main" id="{D2D6883A-780D-642C-31BB-845D4FC98B8F}"/>
              </a:ext>
            </a:extLst>
          </p:cNvPr>
          <p:cNvSpPr/>
          <p:nvPr/>
        </p:nvSpPr>
        <p:spPr>
          <a:xfrm>
            <a:off x="640079" y="1247621"/>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要件定義書から実際にプログラミングを行うための設計書を作成する</a:t>
            </a:r>
          </a:p>
        </p:txBody>
      </p:sp>
      <p:pic>
        <p:nvPicPr>
          <p:cNvPr id="19" name="Picture 2" descr="https://www.en-pc.jp/wp-content/uploads/2024/04/develop_process_v-1024x576.png">
            <a:extLst>
              <a:ext uri="{FF2B5EF4-FFF2-40B4-BE49-F238E27FC236}">
                <a16:creationId xmlns:a16="http://schemas.microsoft.com/office/drawing/2014/main" id="{E6250C8B-37C8-435D-9050-0E280F92D9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480" b="25654"/>
          <a:stretch/>
        </p:blipFill>
        <p:spPr bwMode="auto">
          <a:xfrm>
            <a:off x="1747101" y="2234153"/>
            <a:ext cx="8697798" cy="1461154"/>
          </a:xfrm>
          <a:prstGeom prst="rect">
            <a:avLst/>
          </a:prstGeom>
          <a:noFill/>
          <a:extLst>
            <a:ext uri="{909E8E84-426E-40DD-AFC4-6F175D3DCCD1}">
              <a14:hiddenFill xmlns:a14="http://schemas.microsoft.com/office/drawing/2010/main">
                <a:solidFill>
                  <a:srgbClr val="FFFFFF"/>
                </a:solidFill>
              </a14:hiddenFill>
            </a:ext>
          </a:extLst>
        </p:spPr>
      </p:pic>
      <p:sp>
        <p:nvSpPr>
          <p:cNvPr id="20" name="正方形/長方形 19">
            <a:extLst>
              <a:ext uri="{FF2B5EF4-FFF2-40B4-BE49-F238E27FC236}">
                <a16:creationId xmlns:a16="http://schemas.microsoft.com/office/drawing/2014/main" id="{AF2353C9-8B98-4242-83C1-A15A3B0A19BA}"/>
              </a:ext>
            </a:extLst>
          </p:cNvPr>
          <p:cNvSpPr/>
          <p:nvPr/>
        </p:nvSpPr>
        <p:spPr>
          <a:xfrm>
            <a:off x="1855133" y="3943082"/>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spcBef>
                <a:spcPts val="1800"/>
              </a:spcBef>
              <a:spcAft>
                <a:spcPts val="600"/>
              </a:spcAft>
            </a:pPr>
            <a:r>
              <a:rPr lang="ja-JP" altLang="en-US" sz="1600" b="0" i="0" u="none" strike="noStrike" dirty="0">
                <a:solidFill>
                  <a:srgbClr val="000000"/>
                </a:solidFill>
                <a:effectLst/>
                <a:latin typeface="Arial" panose="020B0604020202020204" pitchFamily="34" charset="0"/>
              </a:rPr>
              <a:t>外部設計フェーズ</a:t>
            </a:r>
            <a:endParaRPr lang="ja-JP" altLang="en-US" b="1" dirty="0">
              <a:effectLst/>
            </a:endParaRPr>
          </a:p>
        </p:txBody>
      </p:sp>
      <p:sp>
        <p:nvSpPr>
          <p:cNvPr id="23" name="正方形/長方形 22">
            <a:extLst>
              <a:ext uri="{FF2B5EF4-FFF2-40B4-BE49-F238E27FC236}">
                <a16:creationId xmlns:a16="http://schemas.microsoft.com/office/drawing/2014/main" id="{E0284290-4148-4E36-A309-C59621E85A9F}"/>
              </a:ext>
            </a:extLst>
          </p:cNvPr>
          <p:cNvSpPr/>
          <p:nvPr/>
        </p:nvSpPr>
        <p:spPr>
          <a:xfrm>
            <a:off x="6096000" y="3943082"/>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spcBef>
                <a:spcPts val="1800"/>
              </a:spcBef>
              <a:spcAft>
                <a:spcPts val="600"/>
              </a:spcAft>
            </a:pPr>
            <a:r>
              <a:rPr lang="ja-JP" altLang="en-US" sz="1800" b="0" i="0" u="none" strike="noStrike" dirty="0">
                <a:solidFill>
                  <a:srgbClr val="000000"/>
                </a:solidFill>
                <a:effectLst/>
                <a:latin typeface="Arial" panose="020B0604020202020204" pitchFamily="34" charset="0"/>
              </a:rPr>
              <a:t>内部設計フェーズ</a:t>
            </a:r>
            <a:endParaRPr lang="ja-JP" altLang="en-US" b="1" dirty="0">
              <a:effectLst/>
            </a:endParaRPr>
          </a:p>
        </p:txBody>
      </p:sp>
      <p:cxnSp>
        <p:nvCxnSpPr>
          <p:cNvPr id="30" name="直線コネクタ 29">
            <a:extLst>
              <a:ext uri="{FF2B5EF4-FFF2-40B4-BE49-F238E27FC236}">
                <a16:creationId xmlns:a16="http://schemas.microsoft.com/office/drawing/2014/main" id="{F2D5E9D8-3AE8-4309-B939-C3AE984BD28D}"/>
              </a:ext>
            </a:extLst>
          </p:cNvPr>
          <p:cNvCxnSpPr/>
          <p:nvPr/>
        </p:nvCxnSpPr>
        <p:spPr>
          <a:xfrm>
            <a:off x="6096000" y="4366076"/>
            <a:ext cx="2919846" cy="0"/>
          </a:xfrm>
          <a:prstGeom prst="line">
            <a:avLst/>
          </a:prstGeom>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385A72DA-2231-4B2F-8CE7-3C7C11839D99}"/>
              </a:ext>
            </a:extLst>
          </p:cNvPr>
          <p:cNvCxnSpPr/>
          <p:nvPr/>
        </p:nvCxnSpPr>
        <p:spPr>
          <a:xfrm>
            <a:off x="1855133" y="4366076"/>
            <a:ext cx="2919846" cy="0"/>
          </a:xfrm>
          <a:prstGeom prst="line">
            <a:avLst/>
          </a:prstGeom>
        </p:spPr>
        <p:style>
          <a:lnRef idx="1">
            <a:schemeClr val="dk1"/>
          </a:lnRef>
          <a:fillRef idx="0">
            <a:schemeClr val="dk1"/>
          </a:fillRef>
          <a:effectRef idx="0">
            <a:schemeClr val="dk1"/>
          </a:effectRef>
          <a:fontRef idx="minor">
            <a:schemeClr val="tx1"/>
          </a:fontRef>
        </p:style>
      </p:cxnSp>
      <p:sp>
        <p:nvSpPr>
          <p:cNvPr id="33" name="正方形/長方形 32">
            <a:extLst>
              <a:ext uri="{FF2B5EF4-FFF2-40B4-BE49-F238E27FC236}">
                <a16:creationId xmlns:a16="http://schemas.microsoft.com/office/drawing/2014/main" id="{94049BDA-B131-4FD1-A621-582E3C8D8ABD}"/>
              </a:ext>
            </a:extLst>
          </p:cNvPr>
          <p:cNvSpPr/>
          <p:nvPr/>
        </p:nvSpPr>
        <p:spPr>
          <a:xfrm>
            <a:off x="1747102" y="4520770"/>
            <a:ext cx="3465922" cy="891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nSpc>
                <a:spcPct val="110000"/>
              </a:lnSpc>
              <a:spcAft>
                <a:spcPts val="500"/>
              </a:spcAft>
              <a:buFont typeface="Arial" panose="020B0604020202020204" pitchFamily="34" charset="0"/>
              <a:buChar char="•"/>
            </a:pPr>
            <a:r>
              <a:rPr lang="ja-JP" altLang="en-US" sz="1600" dirty="0">
                <a:solidFill>
                  <a:srgbClr val="000000"/>
                </a:solidFill>
                <a:latin typeface="Arial" panose="020B0604020202020204" pitchFamily="34" charset="0"/>
              </a:rPr>
              <a:t>要件定義で決まった「あれが欲しい」「これが欲しい」を実現するために</a:t>
            </a:r>
            <a:r>
              <a:rPr lang="ja-JP" altLang="en-US" sz="1600" dirty="0">
                <a:solidFill>
                  <a:srgbClr val="FF0000"/>
                </a:solidFill>
                <a:latin typeface="Arial" panose="020B0604020202020204" pitchFamily="34" charset="0"/>
              </a:rPr>
              <a:t>何を作るか</a:t>
            </a:r>
            <a:r>
              <a:rPr lang="ja-JP" altLang="en-US" sz="1600" dirty="0">
                <a:solidFill>
                  <a:srgbClr val="000000"/>
                </a:solidFill>
                <a:latin typeface="Arial" panose="020B0604020202020204" pitchFamily="34" charset="0"/>
              </a:rPr>
              <a:t>を決める</a:t>
            </a:r>
          </a:p>
        </p:txBody>
      </p:sp>
      <p:sp>
        <p:nvSpPr>
          <p:cNvPr id="34" name="正方形/長方形 33">
            <a:extLst>
              <a:ext uri="{FF2B5EF4-FFF2-40B4-BE49-F238E27FC236}">
                <a16:creationId xmlns:a16="http://schemas.microsoft.com/office/drawing/2014/main" id="{EDE21ECD-982C-4D0F-A276-7C18B3671B78}"/>
              </a:ext>
            </a:extLst>
          </p:cNvPr>
          <p:cNvSpPr/>
          <p:nvPr/>
        </p:nvSpPr>
        <p:spPr>
          <a:xfrm>
            <a:off x="6096000" y="4453384"/>
            <a:ext cx="3724167" cy="6211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nSpc>
                <a:spcPct val="110000"/>
              </a:lnSpc>
              <a:spcAft>
                <a:spcPts val="500"/>
              </a:spcAft>
              <a:buFont typeface="Arial" panose="020B0604020202020204" pitchFamily="34" charset="0"/>
              <a:buChar char="•"/>
            </a:pPr>
            <a:r>
              <a:rPr lang="ja-JP" altLang="en-US" sz="1600" dirty="0">
                <a:solidFill>
                  <a:srgbClr val="000000"/>
                </a:solidFill>
                <a:latin typeface="Arial" panose="020B0604020202020204" pitchFamily="34" charset="0"/>
              </a:rPr>
              <a:t>外部設計で決まった作るものについて、</a:t>
            </a:r>
            <a:r>
              <a:rPr lang="ja-JP" altLang="en-US" sz="1600" dirty="0">
                <a:solidFill>
                  <a:srgbClr val="FF0000"/>
                </a:solidFill>
                <a:latin typeface="Arial" panose="020B0604020202020204" pitchFamily="34" charset="0"/>
              </a:rPr>
              <a:t>どうやって作るか</a:t>
            </a:r>
            <a:r>
              <a:rPr lang="ja-JP" altLang="en-US" sz="1600" dirty="0">
                <a:solidFill>
                  <a:srgbClr val="000000"/>
                </a:solidFill>
                <a:latin typeface="Arial" panose="020B0604020202020204" pitchFamily="34" charset="0"/>
              </a:rPr>
              <a:t>を明確にする</a:t>
            </a:r>
          </a:p>
        </p:txBody>
      </p:sp>
      <p:sp>
        <p:nvSpPr>
          <p:cNvPr id="35" name="正方形/長方形 34">
            <a:extLst>
              <a:ext uri="{FF2B5EF4-FFF2-40B4-BE49-F238E27FC236}">
                <a16:creationId xmlns:a16="http://schemas.microsoft.com/office/drawing/2014/main" id="{EA207E2E-8874-4494-B00B-50C8C1871D70}"/>
              </a:ext>
            </a:extLst>
          </p:cNvPr>
          <p:cNvSpPr/>
          <p:nvPr/>
        </p:nvSpPr>
        <p:spPr>
          <a:xfrm>
            <a:off x="3274383" y="5921009"/>
            <a:ext cx="5643234"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外部・内部設計は基本・詳細設計ともいう</a:t>
            </a:r>
            <a:endParaRPr lang="ja-JP" altLang="en-US" b="1" dirty="0">
              <a:effectLst/>
            </a:endParaRPr>
          </a:p>
        </p:txBody>
      </p:sp>
      <mc:AlternateContent xmlns:mc="http://schemas.openxmlformats.org/markup-compatibility/2006" xmlns:p14="http://schemas.microsoft.com/office/powerpoint/2010/main">
        <mc:Choice Requires="p14">
          <p:contentPart p14:bwMode="auto" r:id="rId4">
            <p14:nvContentPartPr>
              <p14:cNvPr id="2" name="インク 1">
                <a:extLst>
                  <a:ext uri="{FF2B5EF4-FFF2-40B4-BE49-F238E27FC236}">
                    <a16:creationId xmlns:a16="http://schemas.microsoft.com/office/drawing/2014/main" id="{F5A7EF88-9781-4D67-9539-6BA6D6D3945B}"/>
                  </a:ext>
                </a:extLst>
              </p14:cNvPr>
              <p14:cNvContentPartPr/>
              <p14:nvPr/>
            </p14:nvContentPartPr>
            <p14:xfrm>
              <a:off x="2596320" y="2367720"/>
              <a:ext cx="5753520" cy="3089880"/>
            </p14:xfrm>
          </p:contentPart>
        </mc:Choice>
        <mc:Fallback xmlns="">
          <p:pic>
            <p:nvPicPr>
              <p:cNvPr id="2" name="インク 1">
                <a:extLst>
                  <a:ext uri="{FF2B5EF4-FFF2-40B4-BE49-F238E27FC236}">
                    <a16:creationId xmlns:a16="http://schemas.microsoft.com/office/drawing/2014/main" id="{F5A7EF88-9781-4D67-9539-6BA6D6D3945B}"/>
                  </a:ext>
                </a:extLst>
              </p:cNvPr>
              <p:cNvPicPr/>
              <p:nvPr/>
            </p:nvPicPr>
            <p:blipFill>
              <a:blip r:embed="rId5"/>
              <a:stretch>
                <a:fillRect/>
              </a:stretch>
            </p:blipFill>
            <p:spPr>
              <a:xfrm>
                <a:off x="2586960" y="2358360"/>
                <a:ext cx="5772240" cy="3108600"/>
              </a:xfrm>
              <a:prstGeom prst="rect">
                <a:avLst/>
              </a:prstGeom>
            </p:spPr>
          </p:pic>
        </mc:Fallback>
      </mc:AlternateContent>
    </p:spTree>
    <p:extLst>
      <p:ext uri="{BB962C8B-B14F-4D97-AF65-F5344CB8AC3E}">
        <p14:creationId xmlns:p14="http://schemas.microsoft.com/office/powerpoint/2010/main" val="513984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外部設計 </a:t>
            </a:r>
            <a:r>
              <a:rPr lang="en-US" altLang="ja-JP" dirty="0"/>
              <a:t>… </a:t>
            </a:r>
            <a:r>
              <a:rPr lang="ja-JP" altLang="en-US" dirty="0"/>
              <a:t>何を作るのか</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35" name="正方形/長方形 34">
            <a:extLst>
              <a:ext uri="{FF2B5EF4-FFF2-40B4-BE49-F238E27FC236}">
                <a16:creationId xmlns:a16="http://schemas.microsoft.com/office/drawing/2014/main" id="{EA207E2E-8874-4494-B00B-50C8C1871D70}"/>
              </a:ext>
            </a:extLst>
          </p:cNvPr>
          <p:cNvSpPr/>
          <p:nvPr/>
        </p:nvSpPr>
        <p:spPr>
          <a:xfrm>
            <a:off x="1892344" y="1507920"/>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en-US" altLang="ja-JP" sz="1800" b="0" i="0" u="none" strike="noStrike" dirty="0">
                <a:solidFill>
                  <a:srgbClr val="000000"/>
                </a:solidFill>
                <a:effectLst/>
                <a:latin typeface="Arial" panose="020B0604020202020204" pitchFamily="34" charset="0"/>
              </a:rPr>
              <a:t>WEB</a:t>
            </a:r>
            <a:r>
              <a:rPr lang="ja-JP" altLang="en-US" sz="1800" b="0" i="0" u="none" strike="noStrike" dirty="0">
                <a:solidFill>
                  <a:srgbClr val="000000"/>
                </a:solidFill>
                <a:effectLst/>
                <a:latin typeface="Arial" panose="020B0604020202020204" pitchFamily="34" charset="0"/>
              </a:rPr>
              <a:t>アプリ？スマホアプリ？デスクトップアプリ？</a:t>
            </a:r>
            <a:endParaRPr lang="en-US" altLang="ja-JP" sz="1800" b="0" i="0" u="none" strike="noStrike" dirty="0">
              <a:solidFill>
                <a:srgbClr val="000000"/>
              </a:solidFill>
              <a:effectLst/>
              <a:latin typeface="Arial" panose="020B0604020202020204" pitchFamily="34" charset="0"/>
            </a:endParaRPr>
          </a:p>
        </p:txBody>
      </p:sp>
      <p:sp>
        <p:nvSpPr>
          <p:cNvPr id="2" name="正方形/長方形 1">
            <a:extLst>
              <a:ext uri="{FF2B5EF4-FFF2-40B4-BE49-F238E27FC236}">
                <a16:creationId xmlns:a16="http://schemas.microsoft.com/office/drawing/2014/main" id="{AC02305E-2092-63E9-00AA-1A771EAF22F2}"/>
              </a:ext>
            </a:extLst>
          </p:cNvPr>
          <p:cNvSpPr/>
          <p:nvPr/>
        </p:nvSpPr>
        <p:spPr>
          <a:xfrm>
            <a:off x="2153239" y="2387833"/>
            <a:ext cx="2756580" cy="918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en-US" altLang="ja-JP" sz="1800" b="0" i="0" u="none" strike="noStrike" dirty="0">
                <a:solidFill>
                  <a:srgbClr val="000000"/>
                </a:solidFill>
                <a:effectLst/>
                <a:latin typeface="Arial" panose="020B0604020202020204" pitchFamily="34" charset="0"/>
              </a:rPr>
              <a:t>UI</a:t>
            </a:r>
            <a:r>
              <a:rPr lang="ja-JP" altLang="en-US" sz="1800" b="0" i="0" u="none" strike="noStrike" dirty="0">
                <a:solidFill>
                  <a:srgbClr val="000000"/>
                </a:solidFill>
                <a:effectLst/>
                <a:latin typeface="Arial" panose="020B0604020202020204" pitchFamily="34" charset="0"/>
              </a:rPr>
              <a:t>はどんなレイアウト？入力フォームやボタンはどこにある？</a:t>
            </a:r>
            <a:endParaRPr lang="en-US" altLang="ja-JP" sz="1800" b="0" i="0" u="none" strike="noStrike" dirty="0">
              <a:solidFill>
                <a:srgbClr val="000000"/>
              </a:solidFill>
              <a:effectLst/>
              <a:latin typeface="Arial" panose="020B0604020202020204" pitchFamily="34" charset="0"/>
            </a:endParaRPr>
          </a:p>
        </p:txBody>
      </p:sp>
      <p:sp>
        <p:nvSpPr>
          <p:cNvPr id="4" name="正方形/長方形 3">
            <a:extLst>
              <a:ext uri="{FF2B5EF4-FFF2-40B4-BE49-F238E27FC236}">
                <a16:creationId xmlns:a16="http://schemas.microsoft.com/office/drawing/2014/main" id="{110C181F-868D-B67C-6C1C-1FC83A333C0E}"/>
              </a:ext>
            </a:extLst>
          </p:cNvPr>
          <p:cNvSpPr/>
          <p:nvPr/>
        </p:nvSpPr>
        <p:spPr>
          <a:xfrm>
            <a:off x="1892344" y="3565026"/>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顧客は何を入力する？それによって何が出力される？</a:t>
            </a:r>
            <a:endParaRPr lang="en-US" altLang="ja-JP" sz="1800" b="0" i="0" u="none" strike="noStrike" dirty="0">
              <a:solidFill>
                <a:srgbClr val="000000"/>
              </a:solidFill>
              <a:effectLst/>
              <a:latin typeface="Arial" panose="020B0604020202020204" pitchFamily="34" charset="0"/>
            </a:endParaRPr>
          </a:p>
        </p:txBody>
      </p:sp>
      <p:sp>
        <p:nvSpPr>
          <p:cNvPr id="5" name="正方形/長方形 4">
            <a:extLst>
              <a:ext uri="{FF2B5EF4-FFF2-40B4-BE49-F238E27FC236}">
                <a16:creationId xmlns:a16="http://schemas.microsoft.com/office/drawing/2014/main" id="{C7A1233E-8B33-B13D-A1A3-9175EE23935D}"/>
              </a:ext>
            </a:extLst>
          </p:cNvPr>
          <p:cNvSpPr/>
          <p:nvPr/>
        </p:nvSpPr>
        <p:spPr>
          <a:xfrm>
            <a:off x="1892344" y="4481363"/>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出力されるデータの形式は？</a:t>
            </a:r>
            <a:r>
              <a:rPr lang="en-US" altLang="ja-JP" sz="1800" b="0" i="0" u="none" strike="noStrike" dirty="0">
                <a:solidFill>
                  <a:srgbClr val="000000"/>
                </a:solidFill>
                <a:effectLst/>
                <a:latin typeface="Arial" panose="020B0604020202020204" pitchFamily="34" charset="0"/>
              </a:rPr>
              <a:t>CSV</a:t>
            </a:r>
            <a:r>
              <a:rPr lang="ja-JP" altLang="en-US" sz="1800" b="0" i="0" u="none" strike="noStrike" dirty="0">
                <a:solidFill>
                  <a:srgbClr val="000000"/>
                </a:solidFill>
                <a:effectLst/>
                <a:latin typeface="Arial" panose="020B0604020202020204" pitchFamily="34" charset="0"/>
              </a:rPr>
              <a:t>？</a:t>
            </a:r>
            <a:r>
              <a:rPr lang="en-US" altLang="ja-JP" sz="1800" b="0" i="0" u="none" strike="noStrike" dirty="0">
                <a:solidFill>
                  <a:srgbClr val="000000"/>
                </a:solidFill>
                <a:effectLst/>
                <a:latin typeface="Arial" panose="020B0604020202020204" pitchFamily="34" charset="0"/>
              </a:rPr>
              <a:t>Excel</a:t>
            </a:r>
            <a:r>
              <a:rPr lang="ja-JP" altLang="en-US" sz="1800" b="0" i="0" u="none" strike="noStrike" dirty="0">
                <a:solidFill>
                  <a:srgbClr val="000000"/>
                </a:solidFill>
                <a:effectLst/>
                <a:latin typeface="Arial" panose="020B0604020202020204" pitchFamily="34" charset="0"/>
              </a:rPr>
              <a:t>？</a:t>
            </a:r>
            <a:endParaRPr lang="en-US" altLang="ja-JP" sz="1800" b="0" i="0" u="none" strike="noStrike" dirty="0">
              <a:solidFill>
                <a:srgbClr val="000000"/>
              </a:solidFill>
              <a:effectLst/>
              <a:latin typeface="Arial" panose="020B0604020202020204" pitchFamily="34" charset="0"/>
            </a:endParaRPr>
          </a:p>
        </p:txBody>
      </p:sp>
      <p:sp>
        <p:nvSpPr>
          <p:cNvPr id="6" name="正方形/長方形 5">
            <a:extLst>
              <a:ext uri="{FF2B5EF4-FFF2-40B4-BE49-F238E27FC236}">
                <a16:creationId xmlns:a16="http://schemas.microsoft.com/office/drawing/2014/main" id="{61212AE0-20EC-F71F-8460-044B9E2982D7}"/>
              </a:ext>
            </a:extLst>
          </p:cNvPr>
          <p:cNvSpPr/>
          <p:nvPr/>
        </p:nvSpPr>
        <p:spPr>
          <a:xfrm>
            <a:off x="2001020" y="5293397"/>
            <a:ext cx="3061018"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このシステムを作ったら、業務フローはどうなる？</a:t>
            </a:r>
            <a:endParaRPr lang="en-US" altLang="ja-JP" sz="1800" b="0" i="0" u="none" strike="noStrike" dirty="0">
              <a:solidFill>
                <a:srgbClr val="000000"/>
              </a:solidFill>
              <a:effectLst/>
              <a:latin typeface="Arial" panose="020B0604020202020204" pitchFamily="34" charset="0"/>
            </a:endParaRPr>
          </a:p>
        </p:txBody>
      </p:sp>
      <p:sp>
        <p:nvSpPr>
          <p:cNvPr id="7" name="正方形/長方形 6">
            <a:extLst>
              <a:ext uri="{FF2B5EF4-FFF2-40B4-BE49-F238E27FC236}">
                <a16:creationId xmlns:a16="http://schemas.microsoft.com/office/drawing/2014/main" id="{1DE2DD86-DF60-EE97-B1A3-5B317F0277E9}"/>
              </a:ext>
            </a:extLst>
          </p:cNvPr>
          <p:cNvSpPr/>
          <p:nvPr/>
        </p:nvSpPr>
        <p:spPr>
          <a:xfrm>
            <a:off x="6790915" y="2739074"/>
            <a:ext cx="3061018"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endParaRPr lang="en-US" altLang="ja-JP" sz="1800" b="0" i="0" u="none" strike="noStrike" dirty="0">
              <a:solidFill>
                <a:srgbClr val="000000"/>
              </a:solidFill>
              <a:effectLst/>
              <a:latin typeface="Arial" panose="020B0604020202020204" pitchFamily="34" charset="0"/>
            </a:endParaRPr>
          </a:p>
        </p:txBody>
      </p:sp>
      <p:sp>
        <p:nvSpPr>
          <p:cNvPr id="8" name="右中かっこ 7">
            <a:extLst>
              <a:ext uri="{FF2B5EF4-FFF2-40B4-BE49-F238E27FC236}">
                <a16:creationId xmlns:a16="http://schemas.microsoft.com/office/drawing/2014/main" id="{7C4E3F9A-EBD8-126E-F5CE-82974BA56520}"/>
              </a:ext>
            </a:extLst>
          </p:cNvPr>
          <p:cNvSpPr/>
          <p:nvPr/>
        </p:nvSpPr>
        <p:spPr>
          <a:xfrm>
            <a:off x="5170714" y="1507920"/>
            <a:ext cx="664391" cy="444294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B31B0AB-CD29-D036-159D-E997832E4320}"/>
              </a:ext>
            </a:extLst>
          </p:cNvPr>
          <p:cNvSpPr/>
          <p:nvPr/>
        </p:nvSpPr>
        <p:spPr>
          <a:xfrm>
            <a:off x="6096000" y="2440912"/>
            <a:ext cx="4343762" cy="2576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顧客が</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「これなら使える！」</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「要求が通ってる！」</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と思えるまで作成↔レビューを繰り返す</a:t>
            </a:r>
            <a:endParaRPr lang="en-US" altLang="ja-JP" sz="1800" b="0" i="0" u="none" strike="noStrike" dirty="0">
              <a:solidFill>
                <a:srgbClr val="000000"/>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12" name="インク 11">
                <a:extLst>
                  <a:ext uri="{FF2B5EF4-FFF2-40B4-BE49-F238E27FC236}">
                    <a16:creationId xmlns:a16="http://schemas.microsoft.com/office/drawing/2014/main" id="{548C5682-3F35-4AE4-A8D0-2C309396A720}"/>
                  </a:ext>
                </a:extLst>
              </p14:cNvPr>
              <p14:cNvContentPartPr/>
              <p14:nvPr/>
            </p14:nvContentPartPr>
            <p14:xfrm>
              <a:off x="329760" y="581040"/>
              <a:ext cx="10826280" cy="5328360"/>
            </p14:xfrm>
          </p:contentPart>
        </mc:Choice>
        <mc:Fallback xmlns="">
          <p:pic>
            <p:nvPicPr>
              <p:cNvPr id="12" name="インク 11">
                <a:extLst>
                  <a:ext uri="{FF2B5EF4-FFF2-40B4-BE49-F238E27FC236}">
                    <a16:creationId xmlns:a16="http://schemas.microsoft.com/office/drawing/2014/main" id="{548C5682-3F35-4AE4-A8D0-2C309396A720}"/>
                  </a:ext>
                </a:extLst>
              </p:cNvPr>
              <p:cNvPicPr/>
              <p:nvPr/>
            </p:nvPicPr>
            <p:blipFill>
              <a:blip r:embed="rId4"/>
              <a:stretch>
                <a:fillRect/>
              </a:stretch>
            </p:blipFill>
            <p:spPr>
              <a:xfrm>
                <a:off x="320400" y="571680"/>
                <a:ext cx="10845000" cy="5347080"/>
              </a:xfrm>
              <a:prstGeom prst="rect">
                <a:avLst/>
              </a:prstGeom>
            </p:spPr>
          </p:pic>
        </mc:Fallback>
      </mc:AlternateContent>
    </p:spTree>
    <p:extLst>
      <p:ext uri="{BB962C8B-B14F-4D97-AF65-F5344CB8AC3E}">
        <p14:creationId xmlns:p14="http://schemas.microsoft.com/office/powerpoint/2010/main" val="234311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内部設計 </a:t>
            </a:r>
            <a:r>
              <a:rPr lang="en-US" altLang="ja-JP" dirty="0"/>
              <a:t>… </a:t>
            </a:r>
            <a:r>
              <a:rPr lang="ja-JP" altLang="en-US" dirty="0"/>
              <a:t>どうやって作るのか</a:t>
            </a:r>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2" name="正方形/長方形 1">
            <a:extLst>
              <a:ext uri="{FF2B5EF4-FFF2-40B4-BE49-F238E27FC236}">
                <a16:creationId xmlns:a16="http://schemas.microsoft.com/office/drawing/2014/main" id="{5F6CB7D4-E307-88A6-2214-323F95E9708E}"/>
              </a:ext>
            </a:extLst>
          </p:cNvPr>
          <p:cNvSpPr/>
          <p:nvPr/>
        </p:nvSpPr>
        <p:spPr>
          <a:xfrm>
            <a:off x="1892344" y="1507920"/>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使用する技術スタックは？</a:t>
            </a:r>
            <a:r>
              <a:rPr lang="en-US" altLang="ja-JP" sz="1800" b="0" i="0" u="none" strike="noStrike" dirty="0">
                <a:solidFill>
                  <a:srgbClr val="000000"/>
                </a:solidFill>
                <a:effectLst/>
                <a:latin typeface="Arial" panose="020B0604020202020204" pitchFamily="34" charset="0"/>
              </a:rPr>
              <a:t>Java</a:t>
            </a:r>
            <a:r>
              <a:rPr lang="ja-JP" altLang="en-US" sz="1800" b="0" i="0" u="none" strike="noStrike" dirty="0">
                <a:solidFill>
                  <a:srgbClr val="000000"/>
                </a:solidFill>
                <a:effectLst/>
                <a:latin typeface="Arial" panose="020B0604020202020204" pitchFamily="34" charset="0"/>
              </a:rPr>
              <a:t>？</a:t>
            </a:r>
            <a:r>
              <a:rPr lang="en-US" altLang="ja-JP" sz="1800" b="0" i="0" u="none" strike="noStrike" dirty="0">
                <a:solidFill>
                  <a:srgbClr val="000000"/>
                </a:solidFill>
                <a:effectLst/>
                <a:latin typeface="Arial" panose="020B0604020202020204" pitchFamily="34" charset="0"/>
              </a:rPr>
              <a:t>MySQL</a:t>
            </a:r>
            <a:r>
              <a:rPr lang="ja-JP" altLang="en-US" sz="1800" b="0" i="0" u="none" strike="noStrike" dirty="0">
                <a:solidFill>
                  <a:srgbClr val="000000"/>
                </a:solidFill>
                <a:effectLst/>
                <a:latin typeface="Arial" panose="020B0604020202020204" pitchFamily="34" charset="0"/>
              </a:rPr>
              <a:t>？</a:t>
            </a:r>
            <a:endParaRPr lang="en-US" altLang="ja-JP" sz="1800" b="0" i="0" u="none" strike="noStrike" dirty="0">
              <a:solidFill>
                <a:srgbClr val="000000"/>
              </a:solidFill>
              <a:effectLst/>
              <a:latin typeface="Arial" panose="020B0604020202020204" pitchFamily="34" charset="0"/>
            </a:endParaRPr>
          </a:p>
        </p:txBody>
      </p:sp>
      <p:sp>
        <p:nvSpPr>
          <p:cNvPr id="4" name="正方形/長方形 3">
            <a:extLst>
              <a:ext uri="{FF2B5EF4-FFF2-40B4-BE49-F238E27FC236}">
                <a16:creationId xmlns:a16="http://schemas.microsoft.com/office/drawing/2014/main" id="{A6BC2AA7-49AD-0F80-0302-43EBA26B299C}"/>
              </a:ext>
            </a:extLst>
          </p:cNvPr>
          <p:cNvSpPr/>
          <p:nvPr/>
        </p:nvSpPr>
        <p:spPr>
          <a:xfrm>
            <a:off x="2153239" y="2387833"/>
            <a:ext cx="2429646" cy="918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dirty="0">
                <a:solidFill>
                  <a:srgbClr val="000000"/>
                </a:solidFill>
                <a:latin typeface="Arial" panose="020B0604020202020204" pitchFamily="34" charset="0"/>
              </a:rPr>
              <a:t>テーブルの定義は？データ型や制約は？リレーションは？</a:t>
            </a:r>
            <a:endParaRPr lang="en-US" altLang="ja-JP" sz="1800" b="0" i="0" u="none" strike="noStrike" dirty="0">
              <a:solidFill>
                <a:srgbClr val="000000"/>
              </a:solidFill>
              <a:effectLst/>
              <a:latin typeface="Arial" panose="020B0604020202020204" pitchFamily="34" charset="0"/>
            </a:endParaRPr>
          </a:p>
        </p:txBody>
      </p:sp>
      <p:sp>
        <p:nvSpPr>
          <p:cNvPr id="5" name="正方形/長方形 4">
            <a:extLst>
              <a:ext uri="{FF2B5EF4-FFF2-40B4-BE49-F238E27FC236}">
                <a16:creationId xmlns:a16="http://schemas.microsoft.com/office/drawing/2014/main" id="{38D01163-17D5-8B2F-C14B-5532048A0F52}"/>
              </a:ext>
            </a:extLst>
          </p:cNvPr>
          <p:cNvSpPr/>
          <p:nvPr/>
        </p:nvSpPr>
        <p:spPr>
          <a:xfrm>
            <a:off x="1892344" y="3565026"/>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ビジネスロジックのフロー</a:t>
            </a:r>
            <a:endParaRPr lang="en-US" altLang="ja-JP" sz="1800" b="0" i="0" u="none" strike="noStrike" dirty="0">
              <a:solidFill>
                <a:srgbClr val="000000"/>
              </a:solidFill>
              <a:effectLst/>
              <a:latin typeface="Arial" panose="020B0604020202020204" pitchFamily="34" charset="0"/>
            </a:endParaRPr>
          </a:p>
        </p:txBody>
      </p:sp>
      <p:sp>
        <p:nvSpPr>
          <p:cNvPr id="6" name="正方形/長方形 5">
            <a:extLst>
              <a:ext uri="{FF2B5EF4-FFF2-40B4-BE49-F238E27FC236}">
                <a16:creationId xmlns:a16="http://schemas.microsoft.com/office/drawing/2014/main" id="{8DC089EC-8CD7-57BB-D012-8696A1EA4BF7}"/>
              </a:ext>
            </a:extLst>
          </p:cNvPr>
          <p:cNvSpPr/>
          <p:nvPr/>
        </p:nvSpPr>
        <p:spPr>
          <a:xfrm>
            <a:off x="1892344" y="4481363"/>
            <a:ext cx="3278370"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エラーハンドリング</a:t>
            </a:r>
            <a:endParaRPr lang="en-US" altLang="ja-JP" sz="1800" b="0" i="0" u="none" strike="noStrike" dirty="0">
              <a:solidFill>
                <a:srgbClr val="000000"/>
              </a:solidFill>
              <a:effectLst/>
              <a:latin typeface="Arial" panose="020B0604020202020204" pitchFamily="34" charset="0"/>
            </a:endParaRPr>
          </a:p>
        </p:txBody>
      </p:sp>
      <p:sp>
        <p:nvSpPr>
          <p:cNvPr id="7" name="正方形/長方形 6">
            <a:extLst>
              <a:ext uri="{FF2B5EF4-FFF2-40B4-BE49-F238E27FC236}">
                <a16:creationId xmlns:a16="http://schemas.microsoft.com/office/drawing/2014/main" id="{966AFEC5-3BD5-4836-AA30-9521000E40D1}"/>
              </a:ext>
            </a:extLst>
          </p:cNvPr>
          <p:cNvSpPr/>
          <p:nvPr/>
        </p:nvSpPr>
        <p:spPr>
          <a:xfrm>
            <a:off x="1892344" y="5293397"/>
            <a:ext cx="3169694"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コンポーネント間の依存関係</a:t>
            </a:r>
            <a:endParaRPr lang="en-US" altLang="ja-JP" sz="1800" b="0" i="0" u="none" strike="noStrike" dirty="0">
              <a:solidFill>
                <a:srgbClr val="000000"/>
              </a:solidFill>
              <a:effectLst/>
              <a:latin typeface="Arial" panose="020B0604020202020204" pitchFamily="34" charset="0"/>
            </a:endParaRPr>
          </a:p>
        </p:txBody>
      </p:sp>
      <p:sp>
        <p:nvSpPr>
          <p:cNvPr id="8" name="正方形/長方形 7">
            <a:extLst>
              <a:ext uri="{FF2B5EF4-FFF2-40B4-BE49-F238E27FC236}">
                <a16:creationId xmlns:a16="http://schemas.microsoft.com/office/drawing/2014/main" id="{B649FB86-5FA9-4AA7-EA5B-880718B94719}"/>
              </a:ext>
            </a:extLst>
          </p:cNvPr>
          <p:cNvSpPr/>
          <p:nvPr/>
        </p:nvSpPr>
        <p:spPr>
          <a:xfrm>
            <a:off x="6790915" y="2739074"/>
            <a:ext cx="3061018" cy="6574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endParaRPr lang="en-US" altLang="ja-JP" sz="1800" b="0" i="0" u="none" strike="noStrike" dirty="0">
              <a:solidFill>
                <a:srgbClr val="000000"/>
              </a:solidFill>
              <a:effectLst/>
              <a:latin typeface="Arial" panose="020B0604020202020204" pitchFamily="34" charset="0"/>
            </a:endParaRPr>
          </a:p>
        </p:txBody>
      </p:sp>
      <p:sp>
        <p:nvSpPr>
          <p:cNvPr id="9" name="右中かっこ 8">
            <a:extLst>
              <a:ext uri="{FF2B5EF4-FFF2-40B4-BE49-F238E27FC236}">
                <a16:creationId xmlns:a16="http://schemas.microsoft.com/office/drawing/2014/main" id="{CF39C4E2-56A7-B59F-518A-D1D0B1E761E7}"/>
              </a:ext>
            </a:extLst>
          </p:cNvPr>
          <p:cNvSpPr/>
          <p:nvPr/>
        </p:nvSpPr>
        <p:spPr>
          <a:xfrm>
            <a:off x="5170714" y="1507920"/>
            <a:ext cx="664391" cy="444294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DD5AAEC-D99D-E218-82D3-4EBE29533DF7}"/>
              </a:ext>
            </a:extLst>
          </p:cNvPr>
          <p:cNvSpPr/>
          <p:nvPr/>
        </p:nvSpPr>
        <p:spPr>
          <a:xfrm>
            <a:off x="6096000" y="2440912"/>
            <a:ext cx="4343762" cy="2576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設計書を渡す予定の</a:t>
            </a:r>
            <a:r>
              <a:rPr lang="en-US" altLang="ja-JP" sz="1800" b="0" i="0" u="none" strike="noStrike" dirty="0">
                <a:solidFill>
                  <a:srgbClr val="000000"/>
                </a:solidFill>
                <a:effectLst/>
                <a:latin typeface="Arial" panose="020B0604020202020204" pitchFamily="34" charset="0"/>
              </a:rPr>
              <a:t>PG</a:t>
            </a:r>
            <a:r>
              <a:rPr lang="ja-JP" altLang="en-US" sz="1800" b="0" i="0" u="none" strike="noStrike" dirty="0">
                <a:solidFill>
                  <a:srgbClr val="000000"/>
                </a:solidFill>
                <a:effectLst/>
                <a:latin typeface="Arial" panose="020B0604020202020204" pitchFamily="34" charset="0"/>
              </a:rPr>
              <a:t>が</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「これなら使える！」</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「コーディングできる！」</a:t>
            </a:r>
            <a:endParaRPr lang="en-US" altLang="ja-JP" sz="1800" b="0" i="0" u="none" strike="noStrike" dirty="0">
              <a:solidFill>
                <a:srgbClr val="000000"/>
              </a:solidFill>
              <a:effectLst/>
              <a:latin typeface="Arial" panose="020B0604020202020204" pitchFamily="34" charset="0"/>
            </a:endParaRPr>
          </a:p>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と思えるような設計書を作成する</a:t>
            </a:r>
            <a:endParaRPr lang="en-US" altLang="ja-JP" sz="1800" b="0" i="0" u="none" strike="noStrike" dirty="0">
              <a:solidFill>
                <a:srgbClr val="000000"/>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13" name="インク 12">
                <a:extLst>
                  <a:ext uri="{FF2B5EF4-FFF2-40B4-BE49-F238E27FC236}">
                    <a16:creationId xmlns:a16="http://schemas.microsoft.com/office/drawing/2014/main" id="{3BE01564-96A0-4847-BE1B-703B7E351B4D}"/>
                  </a:ext>
                </a:extLst>
              </p14:cNvPr>
              <p14:cNvContentPartPr/>
              <p14:nvPr/>
            </p14:nvContentPartPr>
            <p14:xfrm>
              <a:off x="2181240" y="3971520"/>
              <a:ext cx="1811520" cy="28080"/>
            </p14:xfrm>
          </p:contentPart>
        </mc:Choice>
        <mc:Fallback xmlns="">
          <p:pic>
            <p:nvPicPr>
              <p:cNvPr id="13" name="インク 12">
                <a:extLst>
                  <a:ext uri="{FF2B5EF4-FFF2-40B4-BE49-F238E27FC236}">
                    <a16:creationId xmlns:a16="http://schemas.microsoft.com/office/drawing/2014/main" id="{3BE01564-96A0-4847-BE1B-703B7E351B4D}"/>
                  </a:ext>
                </a:extLst>
              </p:cNvPr>
              <p:cNvPicPr/>
              <p:nvPr/>
            </p:nvPicPr>
            <p:blipFill>
              <a:blip r:embed="rId4"/>
              <a:stretch>
                <a:fillRect/>
              </a:stretch>
            </p:blipFill>
            <p:spPr>
              <a:xfrm>
                <a:off x="2165400" y="3908160"/>
                <a:ext cx="18428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インク 13">
                <a:extLst>
                  <a:ext uri="{FF2B5EF4-FFF2-40B4-BE49-F238E27FC236}">
                    <a16:creationId xmlns:a16="http://schemas.microsoft.com/office/drawing/2014/main" id="{F00C32C4-A787-46B9-A2B7-BE62CB2F3607}"/>
                  </a:ext>
                </a:extLst>
              </p14:cNvPr>
              <p14:cNvContentPartPr/>
              <p14:nvPr/>
            </p14:nvContentPartPr>
            <p14:xfrm>
              <a:off x="198720" y="103680"/>
              <a:ext cx="11785680" cy="6754320"/>
            </p14:xfrm>
          </p:contentPart>
        </mc:Choice>
        <mc:Fallback xmlns="">
          <p:pic>
            <p:nvPicPr>
              <p:cNvPr id="14" name="インク 13">
                <a:extLst>
                  <a:ext uri="{FF2B5EF4-FFF2-40B4-BE49-F238E27FC236}">
                    <a16:creationId xmlns:a16="http://schemas.microsoft.com/office/drawing/2014/main" id="{F00C32C4-A787-46B9-A2B7-BE62CB2F3607}"/>
                  </a:ext>
                </a:extLst>
              </p:cNvPr>
              <p:cNvPicPr/>
              <p:nvPr/>
            </p:nvPicPr>
            <p:blipFill>
              <a:blip r:embed="rId6"/>
              <a:stretch>
                <a:fillRect/>
              </a:stretch>
            </p:blipFill>
            <p:spPr>
              <a:xfrm>
                <a:off x="189360" y="94320"/>
                <a:ext cx="11804400" cy="6773040"/>
              </a:xfrm>
              <a:prstGeom prst="rect">
                <a:avLst/>
              </a:prstGeom>
            </p:spPr>
          </p:pic>
        </mc:Fallback>
      </mc:AlternateContent>
    </p:spTree>
    <p:extLst>
      <p:ext uri="{BB962C8B-B14F-4D97-AF65-F5344CB8AC3E}">
        <p14:creationId xmlns:p14="http://schemas.microsoft.com/office/powerpoint/2010/main" val="925911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2EAD0505-A204-B307-16CA-C21EDE04871D}"/>
              </a:ext>
            </a:extLst>
          </p:cNvPr>
          <p:cNvSpPr>
            <a:spLocks noGrp="1"/>
          </p:cNvSpPr>
          <p:nvPr>
            <p:ph idx="1"/>
          </p:nvPr>
        </p:nvSpPr>
        <p:spPr>
          <a:xfrm>
            <a:off x="334963" y="569368"/>
            <a:ext cx="11522076" cy="657470"/>
          </a:xfrm>
        </p:spPr>
        <p:txBody>
          <a:bodyPr>
            <a:normAutofit/>
          </a:bodyPr>
          <a:lstStyle/>
          <a:p>
            <a:r>
              <a:rPr lang="ja-JP" altLang="en-US" dirty="0"/>
              <a:t>開発（プログラミング）フェーズ </a:t>
            </a:r>
            <a:r>
              <a:rPr lang="en-US" altLang="ja-JP" dirty="0"/>
              <a:t>… </a:t>
            </a:r>
            <a:r>
              <a:rPr lang="ja-JP" altLang="en-US"/>
              <a:t>プログラマ</a:t>
            </a:r>
            <a:endParaRPr lang="ja-JP" altLang="en-US" dirty="0"/>
          </a:p>
        </p:txBody>
      </p:sp>
      <p:sp>
        <p:nvSpPr>
          <p:cNvPr id="3" name="フッター プレースホルダー 2">
            <a:extLst>
              <a:ext uri="{FF2B5EF4-FFF2-40B4-BE49-F238E27FC236}">
                <a16:creationId xmlns:a16="http://schemas.microsoft.com/office/drawing/2014/main" id="{342ADE03-8C59-E328-74C7-586CDABE8449}"/>
              </a:ext>
            </a:extLst>
          </p:cNvPr>
          <p:cNvSpPr>
            <a:spLocks noGrp="1"/>
          </p:cNvSpPr>
          <p:nvPr>
            <p:ph type="ftr" sz="quarter" idx="11"/>
          </p:nvPr>
        </p:nvSpPr>
        <p:spPr/>
        <p:txBody>
          <a:bodyPr/>
          <a:lstStyle/>
          <a:p>
            <a:r>
              <a:rPr lang="en-US" altLang="ja-JP" dirty="0"/>
              <a:t>ICHIBAN SIMPLE template</a:t>
            </a:r>
            <a:endParaRPr lang="ja-JP" altLang="en-US" dirty="0"/>
          </a:p>
        </p:txBody>
      </p:sp>
      <p:sp>
        <p:nvSpPr>
          <p:cNvPr id="10" name="タイトル 9">
            <a:extLst>
              <a:ext uri="{FF2B5EF4-FFF2-40B4-BE49-F238E27FC236}">
                <a16:creationId xmlns:a16="http://schemas.microsoft.com/office/drawing/2014/main" id="{DCE3219F-8AF1-2599-961F-E3D44A1301E8}"/>
              </a:ext>
            </a:extLst>
          </p:cNvPr>
          <p:cNvSpPr>
            <a:spLocks noGrp="1"/>
          </p:cNvSpPr>
          <p:nvPr>
            <p:ph type="title"/>
          </p:nvPr>
        </p:nvSpPr>
        <p:spPr/>
        <p:txBody>
          <a:bodyPr/>
          <a:lstStyle/>
          <a:p>
            <a:r>
              <a:rPr lang="ja-JP" altLang="en-US" dirty="0"/>
              <a:t>システム開発の流れ</a:t>
            </a:r>
          </a:p>
        </p:txBody>
      </p:sp>
      <p:sp>
        <p:nvSpPr>
          <p:cNvPr id="31" name="四角形: 角を丸くする 30">
            <a:extLst>
              <a:ext uri="{FF2B5EF4-FFF2-40B4-BE49-F238E27FC236}">
                <a16:creationId xmlns:a16="http://schemas.microsoft.com/office/drawing/2014/main" id="{D2D6883A-780D-642C-31BB-845D4FC98B8F}"/>
              </a:ext>
            </a:extLst>
          </p:cNvPr>
          <p:cNvSpPr/>
          <p:nvPr/>
        </p:nvSpPr>
        <p:spPr>
          <a:xfrm>
            <a:off x="640079" y="1247621"/>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内部設計で作成された設計書類を元にコーディング</a:t>
            </a:r>
          </a:p>
        </p:txBody>
      </p:sp>
      <p:sp>
        <p:nvSpPr>
          <p:cNvPr id="20" name="正方形/長方形 19">
            <a:extLst>
              <a:ext uri="{FF2B5EF4-FFF2-40B4-BE49-F238E27FC236}">
                <a16:creationId xmlns:a16="http://schemas.microsoft.com/office/drawing/2014/main" id="{AF2353C9-8B98-4242-83C1-A15A3B0A19BA}"/>
              </a:ext>
            </a:extLst>
          </p:cNvPr>
          <p:cNvSpPr/>
          <p:nvPr/>
        </p:nvSpPr>
        <p:spPr>
          <a:xfrm>
            <a:off x="1833360" y="3428779"/>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spcBef>
                <a:spcPts val="1800"/>
              </a:spcBef>
              <a:spcAft>
                <a:spcPts val="600"/>
              </a:spcAft>
            </a:pPr>
            <a:r>
              <a:rPr lang="ja-JP" altLang="en-US" sz="1600" b="0" i="0" u="none" strike="noStrike" dirty="0">
                <a:solidFill>
                  <a:srgbClr val="000000"/>
                </a:solidFill>
                <a:effectLst/>
                <a:latin typeface="Arial" panose="020B0604020202020204" pitchFamily="34" charset="0"/>
              </a:rPr>
              <a:t>プログラミング</a:t>
            </a:r>
            <a:endParaRPr lang="ja-JP" altLang="en-US" b="1" dirty="0">
              <a:effectLst/>
            </a:endParaRPr>
          </a:p>
        </p:txBody>
      </p:sp>
      <p:sp>
        <p:nvSpPr>
          <p:cNvPr id="23" name="正方形/長方形 22">
            <a:extLst>
              <a:ext uri="{FF2B5EF4-FFF2-40B4-BE49-F238E27FC236}">
                <a16:creationId xmlns:a16="http://schemas.microsoft.com/office/drawing/2014/main" id="{E0284290-4148-4E36-A309-C59621E85A9F}"/>
              </a:ext>
            </a:extLst>
          </p:cNvPr>
          <p:cNvSpPr/>
          <p:nvPr/>
        </p:nvSpPr>
        <p:spPr>
          <a:xfrm>
            <a:off x="5932826" y="3428779"/>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spcBef>
                <a:spcPts val="1800"/>
              </a:spcBef>
              <a:spcAft>
                <a:spcPts val="600"/>
              </a:spcAft>
            </a:pPr>
            <a:r>
              <a:rPr lang="ja-JP" altLang="en-US" sz="1800" b="0" i="0" u="none" strike="noStrike" dirty="0">
                <a:solidFill>
                  <a:srgbClr val="000000"/>
                </a:solidFill>
                <a:effectLst/>
                <a:latin typeface="Arial" panose="020B0604020202020204" pitchFamily="34" charset="0"/>
              </a:rPr>
              <a:t>単体テスト</a:t>
            </a:r>
            <a:endParaRPr lang="ja-JP" altLang="en-US" b="1" dirty="0">
              <a:effectLst/>
            </a:endParaRPr>
          </a:p>
        </p:txBody>
      </p:sp>
      <p:cxnSp>
        <p:nvCxnSpPr>
          <p:cNvPr id="30" name="直線コネクタ 29">
            <a:extLst>
              <a:ext uri="{FF2B5EF4-FFF2-40B4-BE49-F238E27FC236}">
                <a16:creationId xmlns:a16="http://schemas.microsoft.com/office/drawing/2014/main" id="{F2D5E9D8-3AE8-4309-B939-C3AE984BD28D}"/>
              </a:ext>
            </a:extLst>
          </p:cNvPr>
          <p:cNvCxnSpPr/>
          <p:nvPr/>
        </p:nvCxnSpPr>
        <p:spPr>
          <a:xfrm>
            <a:off x="5932826" y="3851773"/>
            <a:ext cx="2919846" cy="0"/>
          </a:xfrm>
          <a:prstGeom prst="line">
            <a:avLst/>
          </a:prstGeom>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385A72DA-2231-4B2F-8CE7-3C7C11839D99}"/>
              </a:ext>
            </a:extLst>
          </p:cNvPr>
          <p:cNvCxnSpPr/>
          <p:nvPr/>
        </p:nvCxnSpPr>
        <p:spPr>
          <a:xfrm>
            <a:off x="1833360" y="3851773"/>
            <a:ext cx="2919846" cy="0"/>
          </a:xfrm>
          <a:prstGeom prst="line">
            <a:avLst/>
          </a:prstGeom>
        </p:spPr>
        <p:style>
          <a:lnRef idx="1">
            <a:schemeClr val="dk1"/>
          </a:lnRef>
          <a:fillRef idx="0">
            <a:schemeClr val="dk1"/>
          </a:fillRef>
          <a:effectRef idx="0">
            <a:schemeClr val="dk1"/>
          </a:effectRef>
          <a:fontRef idx="minor">
            <a:schemeClr val="tx1"/>
          </a:fontRef>
        </p:style>
      </p:cxnSp>
      <p:sp>
        <p:nvSpPr>
          <p:cNvPr id="33" name="正方形/長方形 32">
            <a:extLst>
              <a:ext uri="{FF2B5EF4-FFF2-40B4-BE49-F238E27FC236}">
                <a16:creationId xmlns:a16="http://schemas.microsoft.com/office/drawing/2014/main" id="{94049BDA-B131-4FD1-A621-582E3C8D8ABD}"/>
              </a:ext>
            </a:extLst>
          </p:cNvPr>
          <p:cNvSpPr/>
          <p:nvPr/>
        </p:nvSpPr>
        <p:spPr>
          <a:xfrm>
            <a:off x="1725329" y="4006467"/>
            <a:ext cx="3465922" cy="6211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nSpc>
                <a:spcPct val="110000"/>
              </a:lnSpc>
              <a:spcAft>
                <a:spcPts val="500"/>
              </a:spcAft>
              <a:buFont typeface="Arial" panose="020B0604020202020204" pitchFamily="34" charset="0"/>
              <a:buChar char="•"/>
            </a:pPr>
            <a:r>
              <a:rPr lang="ja-JP" altLang="en-US" sz="1600" dirty="0">
                <a:solidFill>
                  <a:srgbClr val="000000"/>
                </a:solidFill>
                <a:latin typeface="Arial" panose="020B0604020202020204" pitchFamily="34" charset="0"/>
              </a:rPr>
              <a:t>内部設計で作成された設計書を元にしてコーディング</a:t>
            </a:r>
          </a:p>
        </p:txBody>
      </p:sp>
      <p:sp>
        <p:nvSpPr>
          <p:cNvPr id="34" name="正方形/長方形 33">
            <a:extLst>
              <a:ext uri="{FF2B5EF4-FFF2-40B4-BE49-F238E27FC236}">
                <a16:creationId xmlns:a16="http://schemas.microsoft.com/office/drawing/2014/main" id="{EDE21ECD-982C-4D0F-A276-7C18B3671B78}"/>
              </a:ext>
            </a:extLst>
          </p:cNvPr>
          <p:cNvSpPr/>
          <p:nvPr/>
        </p:nvSpPr>
        <p:spPr>
          <a:xfrm>
            <a:off x="5932826" y="3939081"/>
            <a:ext cx="3724167" cy="3502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nSpc>
                <a:spcPct val="110000"/>
              </a:lnSpc>
              <a:spcAft>
                <a:spcPts val="500"/>
              </a:spcAft>
              <a:buFont typeface="Arial" panose="020B0604020202020204" pitchFamily="34" charset="0"/>
              <a:buChar char="•"/>
            </a:pPr>
            <a:r>
              <a:rPr lang="ja-JP" altLang="en-US" sz="1600" dirty="0">
                <a:solidFill>
                  <a:srgbClr val="000000"/>
                </a:solidFill>
                <a:latin typeface="Arial" panose="020B0604020202020204" pitchFamily="34" charset="0"/>
              </a:rPr>
              <a:t>作成したモジュールのテストを行う</a:t>
            </a:r>
          </a:p>
        </p:txBody>
      </p:sp>
      <p:pic>
        <p:nvPicPr>
          <p:cNvPr id="14" name="Picture 2" descr="https://www.en-pc.jp/wp-content/uploads/2024/04/develop_process_v-1024x576.png">
            <a:extLst>
              <a:ext uri="{FF2B5EF4-FFF2-40B4-BE49-F238E27FC236}">
                <a16:creationId xmlns:a16="http://schemas.microsoft.com/office/drawing/2014/main" id="{7F450809-4CB0-47AE-ACB3-11302A519A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 t="77746" r="-20" b="1161"/>
          <a:stretch/>
        </p:blipFill>
        <p:spPr bwMode="auto">
          <a:xfrm>
            <a:off x="1725329" y="2337988"/>
            <a:ext cx="8697798" cy="1031995"/>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C662BC77-982A-16C0-B9F7-C2B439013318}"/>
              </a:ext>
            </a:extLst>
          </p:cNvPr>
          <p:cNvSpPr/>
          <p:nvPr/>
        </p:nvSpPr>
        <p:spPr>
          <a:xfrm>
            <a:off x="2381278" y="5412798"/>
            <a:ext cx="7429444" cy="3502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lgn="ctr">
              <a:lnSpc>
                <a:spcPct val="110000"/>
              </a:lnSpc>
              <a:spcAft>
                <a:spcPts val="500"/>
              </a:spcAft>
            </a:pPr>
            <a:r>
              <a:rPr lang="ja-JP" altLang="en-US" sz="1600" dirty="0">
                <a:solidFill>
                  <a:srgbClr val="000000"/>
                </a:solidFill>
                <a:latin typeface="Arial" panose="020B0604020202020204" pitchFamily="34" charset="0"/>
              </a:rPr>
              <a:t>単体テスト後は結合テスト、システムテストと進んでいきます</a:t>
            </a:r>
          </a:p>
        </p:txBody>
      </p:sp>
      <mc:AlternateContent xmlns:mc="http://schemas.openxmlformats.org/markup-compatibility/2006" xmlns:p14="http://schemas.microsoft.com/office/powerpoint/2010/main">
        <mc:Choice Requires="p14">
          <p:contentPart p14:bwMode="auto" r:id="rId4">
            <p14:nvContentPartPr>
              <p14:cNvPr id="4" name="インク 3">
                <a:extLst>
                  <a:ext uri="{FF2B5EF4-FFF2-40B4-BE49-F238E27FC236}">
                    <a16:creationId xmlns:a16="http://schemas.microsoft.com/office/drawing/2014/main" id="{A814AEA0-2548-43C8-B8FC-9AE9982072DF}"/>
                  </a:ext>
                </a:extLst>
              </p14:cNvPr>
              <p14:cNvContentPartPr/>
              <p14:nvPr/>
            </p14:nvContentPartPr>
            <p14:xfrm>
              <a:off x="15480" y="166680"/>
              <a:ext cx="11649600" cy="5765040"/>
            </p14:xfrm>
          </p:contentPart>
        </mc:Choice>
        <mc:Fallback xmlns="">
          <p:pic>
            <p:nvPicPr>
              <p:cNvPr id="4" name="インク 3">
                <a:extLst>
                  <a:ext uri="{FF2B5EF4-FFF2-40B4-BE49-F238E27FC236}">
                    <a16:creationId xmlns:a16="http://schemas.microsoft.com/office/drawing/2014/main" id="{A814AEA0-2548-43C8-B8FC-9AE9982072DF}"/>
                  </a:ext>
                </a:extLst>
              </p:cNvPr>
              <p:cNvPicPr/>
              <p:nvPr/>
            </p:nvPicPr>
            <p:blipFill>
              <a:blip r:embed="rId5"/>
              <a:stretch>
                <a:fillRect/>
              </a:stretch>
            </p:blipFill>
            <p:spPr>
              <a:xfrm>
                <a:off x="6120" y="157320"/>
                <a:ext cx="11668320" cy="5783760"/>
              </a:xfrm>
              <a:prstGeom prst="rect">
                <a:avLst/>
              </a:prstGeom>
            </p:spPr>
          </p:pic>
        </mc:Fallback>
      </mc:AlternateContent>
    </p:spTree>
    <p:extLst>
      <p:ext uri="{BB962C8B-B14F-4D97-AF65-F5344CB8AC3E}">
        <p14:creationId xmlns:p14="http://schemas.microsoft.com/office/powerpoint/2010/main" val="703190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D2E48-0329-2D54-18EE-81BD67519033}"/>
            </a:ext>
          </a:extLst>
        </p:cNvPr>
        <p:cNvGrpSpPr/>
        <p:nvPr/>
      </p:nvGrpSpPr>
      <p:grpSpPr>
        <a:xfrm>
          <a:off x="0" y="0"/>
          <a:ext cx="0" cy="0"/>
          <a:chOff x="0" y="0"/>
          <a:chExt cx="0" cy="0"/>
        </a:xfrm>
      </p:grpSpPr>
      <p:sp>
        <p:nvSpPr>
          <p:cNvPr id="11" name="コンテンツ プレースホルダー 10">
            <a:extLst>
              <a:ext uri="{FF2B5EF4-FFF2-40B4-BE49-F238E27FC236}">
                <a16:creationId xmlns:a16="http://schemas.microsoft.com/office/drawing/2014/main" id="{C7AB682D-6880-0C61-0587-B6DC94B56C97}"/>
              </a:ext>
            </a:extLst>
          </p:cNvPr>
          <p:cNvSpPr>
            <a:spLocks noGrp="1"/>
          </p:cNvSpPr>
          <p:nvPr>
            <p:ph idx="1"/>
          </p:nvPr>
        </p:nvSpPr>
        <p:spPr>
          <a:xfrm>
            <a:off x="334963" y="569368"/>
            <a:ext cx="11522076" cy="657470"/>
          </a:xfrm>
        </p:spPr>
        <p:txBody>
          <a:bodyPr>
            <a:normAutofit/>
          </a:bodyPr>
          <a:lstStyle/>
          <a:p>
            <a:r>
              <a:rPr lang="ja-JP" altLang="en-US" dirty="0"/>
              <a:t>開発工程間の絶妙なギャップ</a:t>
            </a:r>
          </a:p>
        </p:txBody>
      </p:sp>
      <p:sp>
        <p:nvSpPr>
          <p:cNvPr id="10" name="タイトル 9">
            <a:extLst>
              <a:ext uri="{FF2B5EF4-FFF2-40B4-BE49-F238E27FC236}">
                <a16:creationId xmlns:a16="http://schemas.microsoft.com/office/drawing/2014/main" id="{63E8B4DF-3732-B2D4-F76A-DB0979482671}"/>
              </a:ext>
            </a:extLst>
          </p:cNvPr>
          <p:cNvSpPr>
            <a:spLocks noGrp="1"/>
          </p:cNvSpPr>
          <p:nvPr>
            <p:ph type="title"/>
          </p:nvPr>
        </p:nvSpPr>
        <p:spPr/>
        <p:txBody>
          <a:bodyPr/>
          <a:lstStyle/>
          <a:p>
            <a:r>
              <a:rPr lang="ja-JP" altLang="en-US" dirty="0"/>
              <a:t>システム開発の流れ</a:t>
            </a:r>
          </a:p>
        </p:txBody>
      </p:sp>
      <p:pic>
        <p:nvPicPr>
          <p:cNvPr id="4" name="Picture 2" descr="https://www.en-pc.jp/wp-content/uploads/2024/04/develop_process_v-1024x576.png">
            <a:extLst>
              <a:ext uri="{FF2B5EF4-FFF2-40B4-BE49-F238E27FC236}">
                <a16:creationId xmlns:a16="http://schemas.microsoft.com/office/drawing/2014/main" id="{14EE1A86-D045-EF72-2198-35DFFB8CC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144655"/>
            <a:ext cx="9225699" cy="5189455"/>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a:extLst>
              <a:ext uri="{FF2B5EF4-FFF2-40B4-BE49-F238E27FC236}">
                <a16:creationId xmlns:a16="http://schemas.microsoft.com/office/drawing/2014/main" id="{4F2CF53F-7B93-E106-0E18-2DB6C3C73B3E}"/>
              </a:ext>
            </a:extLst>
          </p:cNvPr>
          <p:cNvSpPr/>
          <p:nvPr/>
        </p:nvSpPr>
        <p:spPr>
          <a:xfrm>
            <a:off x="336749" y="3429000"/>
            <a:ext cx="2820703" cy="1729576"/>
          </a:xfrm>
          <a:prstGeom prst="rect">
            <a:avLst/>
          </a:prstGeom>
          <a:ln/>
        </p:spPr>
        <p:style>
          <a:lnRef idx="2">
            <a:schemeClr val="accent3"/>
          </a:lnRef>
          <a:fillRef idx="1">
            <a:schemeClr val="lt1"/>
          </a:fillRef>
          <a:effectRef idx="0">
            <a:schemeClr val="accent3"/>
          </a:effectRef>
          <a:fontRef idx="minor">
            <a:schemeClr val="dk1"/>
          </a:fontRef>
        </p:style>
        <p:txBody>
          <a:bodyPr wrap="square" rtlCol="0" anchor="t">
            <a:spAutoFit/>
          </a:bodyPr>
          <a:lstStyle/>
          <a:p>
            <a:pPr algn="l">
              <a:lnSpc>
                <a:spcPct val="110000"/>
              </a:lnSpc>
              <a:spcAft>
                <a:spcPts val="500"/>
              </a:spcAft>
            </a:pPr>
            <a:r>
              <a:rPr lang="ja-JP" altLang="en-US" b="1" dirty="0">
                <a:solidFill>
                  <a:srgbClr val="000000"/>
                </a:solidFill>
                <a:latin typeface="Arial" panose="020B0604020202020204" pitchFamily="34" charset="0"/>
              </a:rPr>
              <a:t>各工程で初めから、</a:t>
            </a:r>
            <a:endParaRPr lang="en-US" altLang="ja-JP" b="1" dirty="0">
              <a:solidFill>
                <a:srgbClr val="000000"/>
              </a:solidFill>
              <a:latin typeface="Arial" panose="020B0604020202020204" pitchFamily="34" charset="0"/>
            </a:endParaRPr>
          </a:p>
          <a:p>
            <a:pPr algn="l">
              <a:lnSpc>
                <a:spcPct val="110000"/>
              </a:lnSpc>
              <a:spcAft>
                <a:spcPts val="500"/>
              </a:spcAft>
            </a:pPr>
            <a:r>
              <a:rPr lang="ja-JP" altLang="en-US" b="1" dirty="0">
                <a:solidFill>
                  <a:srgbClr val="000000"/>
                </a:solidFill>
                <a:latin typeface="Arial" panose="020B0604020202020204" pitchFamily="34" charset="0"/>
              </a:rPr>
              <a:t>こんな方針で設計図とか書類作っていこう！</a:t>
            </a:r>
            <a:endParaRPr lang="en-US" altLang="ja-JP" b="1" dirty="0">
              <a:solidFill>
                <a:srgbClr val="000000"/>
              </a:solidFill>
              <a:latin typeface="Arial" panose="020B0604020202020204" pitchFamily="34" charset="0"/>
            </a:endParaRPr>
          </a:p>
          <a:p>
            <a:pPr algn="l">
              <a:lnSpc>
                <a:spcPct val="110000"/>
              </a:lnSpc>
              <a:spcAft>
                <a:spcPts val="500"/>
              </a:spcAft>
            </a:pPr>
            <a:r>
              <a:rPr kumimoji="1" lang="ja-JP" altLang="en-US" b="1" dirty="0">
                <a:solidFill>
                  <a:srgbClr val="000000"/>
                </a:solidFill>
                <a:latin typeface="Arial" panose="020B0604020202020204" pitchFamily="34" charset="0"/>
              </a:rPr>
              <a:t>みたいな共通認識がないとうまいこといかない</a:t>
            </a:r>
            <a:endParaRPr kumimoji="1" lang="en-US" altLang="ja-JP" b="1"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2" name="インク 1">
                <a:extLst>
                  <a:ext uri="{FF2B5EF4-FFF2-40B4-BE49-F238E27FC236}">
                    <a16:creationId xmlns:a16="http://schemas.microsoft.com/office/drawing/2014/main" id="{0BAFC270-99BE-4DB8-B865-350F4A20979B}"/>
                  </a:ext>
                </a:extLst>
              </p14:cNvPr>
              <p14:cNvContentPartPr/>
              <p14:nvPr/>
            </p14:nvContentPartPr>
            <p14:xfrm>
              <a:off x="700200" y="1549080"/>
              <a:ext cx="7028280" cy="4571280"/>
            </p14:xfrm>
          </p:contentPart>
        </mc:Choice>
        <mc:Fallback xmlns="">
          <p:pic>
            <p:nvPicPr>
              <p:cNvPr id="2" name="インク 1">
                <a:extLst>
                  <a:ext uri="{FF2B5EF4-FFF2-40B4-BE49-F238E27FC236}">
                    <a16:creationId xmlns:a16="http://schemas.microsoft.com/office/drawing/2014/main" id="{0BAFC270-99BE-4DB8-B865-350F4A20979B}"/>
                  </a:ext>
                </a:extLst>
              </p:cNvPr>
              <p:cNvPicPr/>
              <p:nvPr/>
            </p:nvPicPr>
            <p:blipFill>
              <a:blip r:embed="rId5"/>
              <a:stretch>
                <a:fillRect/>
              </a:stretch>
            </p:blipFill>
            <p:spPr>
              <a:xfrm>
                <a:off x="690840" y="1539720"/>
                <a:ext cx="7047000" cy="4590000"/>
              </a:xfrm>
              <a:prstGeom prst="rect">
                <a:avLst/>
              </a:prstGeom>
            </p:spPr>
          </p:pic>
        </mc:Fallback>
      </mc:AlternateContent>
    </p:spTree>
    <p:extLst>
      <p:ext uri="{BB962C8B-B14F-4D97-AF65-F5344CB8AC3E}">
        <p14:creationId xmlns:p14="http://schemas.microsoft.com/office/powerpoint/2010/main" val="2927162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970E-C2D4-F518-1FDD-7319AEEDA2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A33557-AF67-2A62-F47B-4D2E2BBE5AF0}"/>
              </a:ext>
            </a:extLst>
          </p:cNvPr>
          <p:cNvSpPr>
            <a:spLocks noGrp="1"/>
          </p:cNvSpPr>
          <p:nvPr>
            <p:ph type="title"/>
          </p:nvPr>
        </p:nvSpPr>
        <p:spPr>
          <a:xfrm>
            <a:off x="793750" y="3086260"/>
            <a:ext cx="8384974" cy="1477328"/>
          </a:xfrm>
        </p:spPr>
        <p:txBody>
          <a:bodyPr/>
          <a:lstStyle/>
          <a:p>
            <a:r>
              <a:rPr lang="ja-JP" altLang="en-US" dirty="0"/>
              <a:t>オブジェクト指向</a:t>
            </a:r>
            <a:br>
              <a:rPr lang="en-US" altLang="ja-JP" dirty="0"/>
            </a:br>
            <a:r>
              <a:rPr lang="ja-JP" altLang="en-US" dirty="0"/>
              <a:t>分析・設計・プログラミング</a:t>
            </a:r>
          </a:p>
        </p:txBody>
      </p:sp>
      <p:sp>
        <p:nvSpPr>
          <p:cNvPr id="3" name="テキスト プレースホルダー 2">
            <a:extLst>
              <a:ext uri="{FF2B5EF4-FFF2-40B4-BE49-F238E27FC236}">
                <a16:creationId xmlns:a16="http://schemas.microsoft.com/office/drawing/2014/main" id="{C9E2638B-A49E-5BEE-0ADC-33ACB20FDD4E}"/>
              </a:ext>
            </a:extLst>
          </p:cNvPr>
          <p:cNvSpPr>
            <a:spLocks noGrp="1"/>
          </p:cNvSpPr>
          <p:nvPr>
            <p:ph type="body" idx="1"/>
          </p:nvPr>
        </p:nvSpPr>
        <p:spPr>
          <a:xfrm>
            <a:off x="831850" y="2594413"/>
            <a:ext cx="5264150" cy="276999"/>
          </a:xfrm>
        </p:spPr>
        <p:txBody>
          <a:bodyPr/>
          <a:lstStyle/>
          <a:p>
            <a:r>
              <a:rPr lang="en-US" altLang="ja-JP" dirty="0"/>
              <a:t>02 </a:t>
            </a:r>
            <a:endParaRPr lang="ja-JP" altLang="en-US" dirty="0"/>
          </a:p>
        </p:txBody>
      </p:sp>
      <p:sp>
        <p:nvSpPr>
          <p:cNvPr id="23" name="フッター プレースホルダー 22">
            <a:extLst>
              <a:ext uri="{FF2B5EF4-FFF2-40B4-BE49-F238E27FC236}">
                <a16:creationId xmlns:a16="http://schemas.microsoft.com/office/drawing/2014/main" id="{CDB9296C-F6F3-41C3-D8A4-CEFE61E74939}"/>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24" name="スライド番号プレースホルダー 23">
            <a:extLst>
              <a:ext uri="{FF2B5EF4-FFF2-40B4-BE49-F238E27FC236}">
                <a16:creationId xmlns:a16="http://schemas.microsoft.com/office/drawing/2014/main" id="{4474BA05-B3A2-4B38-BD13-FD6826D937AA}"/>
              </a:ext>
            </a:extLst>
          </p:cNvPr>
          <p:cNvSpPr>
            <a:spLocks noGrp="1"/>
          </p:cNvSpPr>
          <p:nvPr>
            <p:ph type="sldNum" sz="quarter" idx="12"/>
          </p:nvPr>
        </p:nvSpPr>
        <p:spPr/>
        <p:txBody>
          <a:bodyPr/>
          <a:lstStyle/>
          <a:p>
            <a:fld id="{3B09FD7E-EA79-4AC9-B47C-47EE1A48B026}" type="slidenum">
              <a:rPr kumimoji="1" lang="ja-JP" altLang="en-US" smtClean="0"/>
              <a:t>14</a:t>
            </a:fld>
            <a:endParaRPr kumimoji="1" lang="ja-JP" altLang="en-US"/>
          </a:p>
        </p:txBody>
      </p:sp>
    </p:spTree>
    <p:extLst>
      <p:ext uri="{BB962C8B-B14F-4D97-AF65-F5344CB8AC3E}">
        <p14:creationId xmlns:p14="http://schemas.microsoft.com/office/powerpoint/2010/main" val="82406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693A-38D9-5E62-D1FB-538EECD67565}"/>
            </a:ext>
          </a:extLst>
        </p:cNvPr>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6E73FCEC-4579-10F5-10C8-36B463BA40DD}"/>
              </a:ext>
            </a:extLst>
          </p:cNvPr>
          <p:cNvSpPr>
            <a:spLocks noGrp="1"/>
          </p:cNvSpPr>
          <p:nvPr>
            <p:ph type="ftr" sz="quarter" idx="11"/>
          </p:nvPr>
        </p:nvSpPr>
        <p:spPr>
          <a:xfrm>
            <a:off x="336731" y="6538912"/>
            <a:ext cx="4114800" cy="228600"/>
          </a:xfrm>
        </p:spPr>
        <p:txBody>
          <a:bodyPr/>
          <a:lstStyle/>
          <a:p>
            <a:r>
              <a:rPr lang="en-US" altLang="ja-JP"/>
              <a:t>ICHIBAN SIMPLE template</a:t>
            </a:r>
            <a:endParaRPr lang="ja-JP" altLang="en-US" dirty="0"/>
          </a:p>
        </p:txBody>
      </p:sp>
      <p:sp>
        <p:nvSpPr>
          <p:cNvPr id="4" name="スライド番号プレースホルダー 3">
            <a:extLst>
              <a:ext uri="{FF2B5EF4-FFF2-40B4-BE49-F238E27FC236}">
                <a16:creationId xmlns:a16="http://schemas.microsoft.com/office/drawing/2014/main" id="{612B03A0-77D4-1475-DBD2-303EE4679B8F}"/>
              </a:ext>
            </a:extLst>
          </p:cNvPr>
          <p:cNvSpPr>
            <a:spLocks noGrp="1"/>
          </p:cNvSpPr>
          <p:nvPr>
            <p:ph type="sldNum" sz="quarter" idx="12"/>
          </p:nvPr>
        </p:nvSpPr>
        <p:spPr>
          <a:xfrm>
            <a:off x="11642635" y="6581774"/>
            <a:ext cx="425268" cy="228600"/>
          </a:xfrm>
        </p:spPr>
        <p:txBody>
          <a:bodyPr/>
          <a:lstStyle/>
          <a:p>
            <a:fld id="{3B09FD7E-EA79-4AC9-B47C-47EE1A48B026}" type="slidenum">
              <a:rPr lang="ja-JP" altLang="en-US" smtClean="0"/>
              <a:pPr/>
              <a:t>15</a:t>
            </a:fld>
            <a:endParaRPr lang="ja-JP" altLang="en-US"/>
          </a:p>
        </p:txBody>
      </p:sp>
      <p:sp>
        <p:nvSpPr>
          <p:cNvPr id="7" name="テキスト プレースホルダー 6">
            <a:extLst>
              <a:ext uri="{FF2B5EF4-FFF2-40B4-BE49-F238E27FC236}">
                <a16:creationId xmlns:a16="http://schemas.microsoft.com/office/drawing/2014/main" id="{87555D8D-01C1-99D9-DF16-B8D81150EA62}"/>
              </a:ext>
            </a:extLst>
          </p:cNvPr>
          <p:cNvSpPr>
            <a:spLocks noGrp="1"/>
          </p:cNvSpPr>
          <p:nvPr>
            <p:ph type="body" sz="quarter" idx="13"/>
          </p:nvPr>
        </p:nvSpPr>
        <p:spPr>
          <a:xfrm>
            <a:off x="336731" y="2802162"/>
            <a:ext cx="11520307" cy="1253677"/>
          </a:xfrm>
        </p:spPr>
        <p:txBody>
          <a:bodyPr/>
          <a:lstStyle/>
          <a:p>
            <a:r>
              <a:rPr lang="ja-JP" altLang="en-US" sz="3200" dirty="0"/>
              <a:t>指向とは</a:t>
            </a:r>
            <a:endParaRPr lang="en-US" altLang="ja-JP" sz="3200" dirty="0"/>
          </a:p>
          <a:p>
            <a:r>
              <a:rPr lang="ja-JP" altLang="en-US" sz="2000" dirty="0"/>
              <a:t>ある方向・目的に向かうこと。また、方向や目的を指示してその方に向かわせること。志向。</a:t>
            </a:r>
            <a:endParaRPr lang="en-US" altLang="ja-JP" sz="2000" dirty="0"/>
          </a:p>
          <a:p>
            <a:r>
              <a:rPr lang="ja-JP" altLang="en-US" sz="2000" dirty="0"/>
              <a:t>（デジタル大辞泉 「指向」の意味）</a:t>
            </a:r>
          </a:p>
        </p:txBody>
      </p:sp>
      <p:sp>
        <p:nvSpPr>
          <p:cNvPr id="8" name="正方形/長方形 7">
            <a:extLst>
              <a:ext uri="{FF2B5EF4-FFF2-40B4-BE49-F238E27FC236}">
                <a16:creationId xmlns:a16="http://schemas.microsoft.com/office/drawing/2014/main" id="{F61F84B7-1BCD-282B-A4EA-8D5870816743}"/>
              </a:ext>
            </a:extLst>
          </p:cNvPr>
          <p:cNvSpPr/>
          <p:nvPr/>
        </p:nvSpPr>
        <p:spPr>
          <a:xfrm>
            <a:off x="11076202" y="212436"/>
            <a:ext cx="903362" cy="1857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t>LOGO</a:t>
            </a:r>
            <a:endParaRPr kumimoji="1" lang="ja-JP" altLang="en-US" sz="800" dirty="0"/>
          </a:p>
        </p:txBody>
      </p:sp>
      <p:sp>
        <p:nvSpPr>
          <p:cNvPr id="10" name="正方形/長方形 9">
            <a:extLst>
              <a:ext uri="{FF2B5EF4-FFF2-40B4-BE49-F238E27FC236}">
                <a16:creationId xmlns:a16="http://schemas.microsoft.com/office/drawing/2014/main" id="{AEF38654-0E6A-B858-64E7-CE7E3E74EAC0}"/>
              </a:ext>
            </a:extLst>
          </p:cNvPr>
          <p:cNvSpPr/>
          <p:nvPr/>
        </p:nvSpPr>
        <p:spPr>
          <a:xfrm>
            <a:off x="4636077" y="1707212"/>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1800" b="0" i="0" u="none" strike="noStrike" dirty="0">
                <a:solidFill>
                  <a:srgbClr val="000000"/>
                </a:solidFill>
                <a:effectLst/>
                <a:latin typeface="Arial" panose="020B0604020202020204" pitchFamily="34" charset="0"/>
              </a:rPr>
              <a:t>ポイント</a:t>
            </a:r>
            <a:endParaRPr lang="ja-JP" altLang="en-US" b="1" dirty="0">
              <a:effectLst/>
            </a:endParaRPr>
          </a:p>
        </p:txBody>
      </p:sp>
      <p:cxnSp>
        <p:nvCxnSpPr>
          <p:cNvPr id="11" name="直線コネクタ 10">
            <a:extLst>
              <a:ext uri="{FF2B5EF4-FFF2-40B4-BE49-F238E27FC236}">
                <a16:creationId xmlns:a16="http://schemas.microsoft.com/office/drawing/2014/main" id="{7F3DC033-1CE0-D9C4-4BD6-718AEE079C06}"/>
              </a:ext>
            </a:extLst>
          </p:cNvPr>
          <p:cNvCxnSpPr>
            <a:cxnSpLocks/>
          </p:cNvCxnSpPr>
          <p:nvPr/>
        </p:nvCxnSpPr>
        <p:spPr>
          <a:xfrm>
            <a:off x="6096000" y="2231806"/>
            <a:ext cx="0" cy="384394"/>
          </a:xfrm>
          <a:prstGeom prst="line">
            <a:avLst/>
          </a:prstGeom>
        </p:spPr>
        <p:style>
          <a:lnRef idx="1">
            <a:schemeClr val="dk1"/>
          </a:lnRef>
          <a:fillRef idx="0">
            <a:schemeClr val="dk1"/>
          </a:fillRef>
          <a:effectRef idx="0">
            <a:schemeClr val="dk1"/>
          </a:effectRef>
          <a:fontRef idx="minor">
            <a:schemeClr val="tx1"/>
          </a:fontRef>
        </p:style>
      </p:cxnSp>
      <p:sp>
        <p:nvSpPr>
          <p:cNvPr id="13" name="正方形/長方形 12">
            <a:extLst>
              <a:ext uri="{FF2B5EF4-FFF2-40B4-BE49-F238E27FC236}">
                <a16:creationId xmlns:a16="http://schemas.microsoft.com/office/drawing/2014/main" id="{7565FE3E-62E5-0CA3-7789-32B5E40C0A0E}"/>
              </a:ext>
            </a:extLst>
          </p:cNvPr>
          <p:cNvSpPr/>
          <p:nvPr/>
        </p:nvSpPr>
        <p:spPr>
          <a:xfrm>
            <a:off x="1365250" y="4547471"/>
            <a:ext cx="9461500"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endParaRPr lang="ja-JP" altLang="en-US" sz="1200" b="1" dirty="0">
              <a:effectLst/>
            </a:endParaRPr>
          </a:p>
        </p:txBody>
      </p:sp>
      <mc:AlternateContent xmlns:mc="http://schemas.openxmlformats.org/markup-compatibility/2006" xmlns:p14="http://schemas.microsoft.com/office/powerpoint/2010/main">
        <mc:Choice Requires="p14">
          <p:contentPart p14:bwMode="auto" r:id="rId2">
            <p14:nvContentPartPr>
              <p14:cNvPr id="2" name="インク 1">
                <a:extLst>
                  <a:ext uri="{FF2B5EF4-FFF2-40B4-BE49-F238E27FC236}">
                    <a16:creationId xmlns:a16="http://schemas.microsoft.com/office/drawing/2014/main" id="{C99855D0-CF1B-40E9-ADD3-67147177E68A}"/>
                  </a:ext>
                </a:extLst>
              </p14:cNvPr>
              <p14:cNvContentPartPr/>
              <p14:nvPr/>
            </p14:nvContentPartPr>
            <p14:xfrm>
              <a:off x="155520" y="152280"/>
              <a:ext cx="11438280" cy="4004640"/>
            </p14:xfrm>
          </p:contentPart>
        </mc:Choice>
        <mc:Fallback xmlns="">
          <p:pic>
            <p:nvPicPr>
              <p:cNvPr id="2" name="インク 1">
                <a:extLst>
                  <a:ext uri="{FF2B5EF4-FFF2-40B4-BE49-F238E27FC236}">
                    <a16:creationId xmlns:a16="http://schemas.microsoft.com/office/drawing/2014/main" id="{C99855D0-CF1B-40E9-ADD3-67147177E68A}"/>
                  </a:ext>
                </a:extLst>
              </p:cNvPr>
              <p:cNvPicPr/>
              <p:nvPr/>
            </p:nvPicPr>
            <p:blipFill>
              <a:blip r:embed="rId3"/>
              <a:stretch>
                <a:fillRect/>
              </a:stretch>
            </p:blipFill>
            <p:spPr>
              <a:xfrm>
                <a:off x="146160" y="142920"/>
                <a:ext cx="11457000" cy="4023360"/>
              </a:xfrm>
              <a:prstGeom prst="rect">
                <a:avLst/>
              </a:prstGeom>
            </p:spPr>
          </p:pic>
        </mc:Fallback>
      </mc:AlternateContent>
    </p:spTree>
    <p:extLst>
      <p:ext uri="{BB962C8B-B14F-4D97-AF65-F5344CB8AC3E}">
        <p14:creationId xmlns:p14="http://schemas.microsoft.com/office/powerpoint/2010/main" val="2740364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4D224CFD-4AE5-450E-822E-15C9D69D5D63}"/>
              </a:ext>
            </a:extLst>
          </p:cNvPr>
          <p:cNvSpPr>
            <a:spLocks noGrp="1"/>
          </p:cNvSpPr>
          <p:nvPr>
            <p:ph idx="1"/>
          </p:nvPr>
        </p:nvSpPr>
        <p:spPr/>
        <p:txBody>
          <a:bodyPr/>
          <a:lstStyle/>
          <a:p>
            <a:r>
              <a:rPr kumimoji="1" lang="ja-JP" altLang="en-US" dirty="0"/>
              <a:t>オブジェクト指向とは</a:t>
            </a:r>
          </a:p>
        </p:txBody>
      </p:sp>
      <p:sp>
        <p:nvSpPr>
          <p:cNvPr id="3" name="フッター プレースホルダー 2">
            <a:extLst>
              <a:ext uri="{FF2B5EF4-FFF2-40B4-BE49-F238E27FC236}">
                <a16:creationId xmlns:a16="http://schemas.microsoft.com/office/drawing/2014/main" id="{A685CC7C-06FA-4AB2-8509-71D46DE4FD83}"/>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E9633956-2BA8-4FC0-804D-6179D0EF7CBF}"/>
              </a:ext>
            </a:extLst>
          </p:cNvPr>
          <p:cNvSpPr>
            <a:spLocks noGrp="1"/>
          </p:cNvSpPr>
          <p:nvPr>
            <p:ph type="sldNum" sz="quarter" idx="12"/>
          </p:nvPr>
        </p:nvSpPr>
        <p:spPr/>
        <p:txBody>
          <a:bodyPr/>
          <a:lstStyle/>
          <a:p>
            <a:fld id="{3B09FD7E-EA79-4AC9-B47C-47EE1A48B026}" type="slidenum">
              <a:rPr kumimoji="1" lang="ja-JP" altLang="en-US" smtClean="0"/>
              <a:t>16</a:t>
            </a:fld>
            <a:endParaRPr kumimoji="1" lang="ja-JP" altLang="en-US" dirty="0"/>
          </a:p>
        </p:txBody>
      </p:sp>
      <p:sp>
        <p:nvSpPr>
          <p:cNvPr id="5" name="タイトル 4">
            <a:extLst>
              <a:ext uri="{FF2B5EF4-FFF2-40B4-BE49-F238E27FC236}">
                <a16:creationId xmlns:a16="http://schemas.microsoft.com/office/drawing/2014/main" id="{8B35A38F-8EA0-483A-84D3-AD1290A644E6}"/>
              </a:ext>
            </a:extLst>
          </p:cNvPr>
          <p:cNvSpPr>
            <a:spLocks noGrp="1"/>
          </p:cNvSpPr>
          <p:nvPr>
            <p:ph type="title"/>
          </p:nvPr>
        </p:nvSpPr>
        <p:spPr/>
        <p:txBody>
          <a:bodyPr/>
          <a:lstStyle/>
          <a:p>
            <a:r>
              <a:rPr kumimoji="1" lang="ja-JP" altLang="en-US" dirty="0"/>
              <a:t>要件定義とオブジェクト指向分析・設計・プログラミング</a:t>
            </a:r>
          </a:p>
        </p:txBody>
      </p:sp>
      <p:pic>
        <p:nvPicPr>
          <p:cNvPr id="6" name="Picture 2" descr="https://www.en-pc.jp/wp-content/uploads/2024/04/develop_process_v-1024x576.png">
            <a:extLst>
              <a:ext uri="{FF2B5EF4-FFF2-40B4-BE49-F238E27FC236}">
                <a16:creationId xmlns:a16="http://schemas.microsoft.com/office/drawing/2014/main" id="{895C17AB-4C71-2399-38AC-9487633654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570" y="1099177"/>
            <a:ext cx="9225699" cy="5189455"/>
          </a:xfrm>
          <a:prstGeom prst="rect">
            <a:avLst/>
          </a:prstGeom>
          <a:noFill/>
          <a:extLst>
            <a:ext uri="{909E8E84-426E-40DD-AFC4-6F175D3DCCD1}">
              <a14:hiddenFill xmlns:a14="http://schemas.microsoft.com/office/drawing/2010/main">
                <a:solidFill>
                  <a:srgbClr val="FFFFFF"/>
                </a:solidFill>
              </a14:hiddenFill>
            </a:ext>
          </a:extLst>
        </p:spPr>
      </p:pic>
      <p:sp>
        <p:nvSpPr>
          <p:cNvPr id="7" name="矢印: 右 6">
            <a:extLst>
              <a:ext uri="{FF2B5EF4-FFF2-40B4-BE49-F238E27FC236}">
                <a16:creationId xmlns:a16="http://schemas.microsoft.com/office/drawing/2014/main" id="{3243AC93-C14B-969B-2C6F-3E67E2D9E229}"/>
              </a:ext>
            </a:extLst>
          </p:cNvPr>
          <p:cNvSpPr/>
          <p:nvPr/>
        </p:nvSpPr>
        <p:spPr>
          <a:xfrm rot="3284134">
            <a:off x="3243336" y="3949103"/>
            <a:ext cx="3537360" cy="463562"/>
          </a:xfrm>
          <a:prstGeom prst="rightArrow">
            <a:avLst/>
          </a:prstGeom>
          <a:ln/>
        </p:spPr>
        <p:style>
          <a:lnRef idx="2">
            <a:schemeClr val="accent6">
              <a:shade val="15000"/>
            </a:schemeClr>
          </a:lnRef>
          <a:fillRef idx="1">
            <a:schemeClr val="accent6"/>
          </a:fillRef>
          <a:effectRef idx="0">
            <a:schemeClr val="accent6"/>
          </a:effectRef>
          <a:fontRef idx="minor">
            <a:schemeClr val="lt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8" name="正方形/長方形 7">
            <a:extLst>
              <a:ext uri="{FF2B5EF4-FFF2-40B4-BE49-F238E27FC236}">
                <a16:creationId xmlns:a16="http://schemas.microsoft.com/office/drawing/2014/main" id="{00EDF235-0CBC-D21D-11EC-9ACD827889EB}"/>
              </a:ext>
            </a:extLst>
          </p:cNvPr>
          <p:cNvSpPr/>
          <p:nvPr/>
        </p:nvSpPr>
        <p:spPr>
          <a:xfrm>
            <a:off x="1349120" y="3195806"/>
            <a:ext cx="2820703" cy="1970155"/>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t">
            <a:spAutoFit/>
          </a:bodyPr>
          <a:lstStyle/>
          <a:p>
            <a:pPr algn="l">
              <a:lnSpc>
                <a:spcPct val="110000"/>
              </a:lnSpc>
              <a:spcAft>
                <a:spcPts val="500"/>
              </a:spcAft>
            </a:pPr>
            <a:r>
              <a:rPr lang="ja-JP" altLang="en-US" b="1" dirty="0">
                <a:solidFill>
                  <a:srgbClr val="000000"/>
                </a:solidFill>
                <a:latin typeface="Arial" panose="020B0604020202020204" pitchFamily="34" charset="0"/>
              </a:rPr>
              <a:t>システム開発の要件定義、設計、プログラミングの各工程で、</a:t>
            </a:r>
            <a:endParaRPr lang="en-US" altLang="ja-JP" b="1" dirty="0">
              <a:solidFill>
                <a:srgbClr val="000000"/>
              </a:solidFill>
              <a:latin typeface="Arial" panose="020B0604020202020204" pitchFamily="34" charset="0"/>
            </a:endParaRPr>
          </a:p>
          <a:p>
            <a:pPr algn="l">
              <a:lnSpc>
                <a:spcPct val="110000"/>
              </a:lnSpc>
              <a:spcAft>
                <a:spcPts val="500"/>
              </a:spcAft>
            </a:pPr>
            <a:r>
              <a:rPr kumimoji="1" lang="ja-JP" altLang="en-US" b="1" dirty="0">
                <a:solidFill>
                  <a:srgbClr val="000000"/>
                </a:solidFill>
                <a:latin typeface="Arial" panose="020B0604020202020204" pitchFamily="34" charset="0"/>
              </a:rPr>
              <a:t>オブジェクトと呼ばれるものを中心に作業を進めていこうという指針</a:t>
            </a:r>
            <a:endParaRPr kumimoji="1" lang="en-US" altLang="ja-JP" b="1"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9" name="インク 8">
                <a:extLst>
                  <a:ext uri="{FF2B5EF4-FFF2-40B4-BE49-F238E27FC236}">
                    <a16:creationId xmlns:a16="http://schemas.microsoft.com/office/drawing/2014/main" id="{F7397F9F-6194-4324-BB87-C46B539B2ABB}"/>
                  </a:ext>
                </a:extLst>
              </p14:cNvPr>
              <p14:cNvContentPartPr/>
              <p14:nvPr/>
            </p14:nvContentPartPr>
            <p14:xfrm>
              <a:off x="556560" y="2690640"/>
              <a:ext cx="6566040" cy="2971440"/>
            </p14:xfrm>
          </p:contentPart>
        </mc:Choice>
        <mc:Fallback xmlns="">
          <p:pic>
            <p:nvPicPr>
              <p:cNvPr id="9" name="インク 8">
                <a:extLst>
                  <a:ext uri="{FF2B5EF4-FFF2-40B4-BE49-F238E27FC236}">
                    <a16:creationId xmlns:a16="http://schemas.microsoft.com/office/drawing/2014/main" id="{F7397F9F-6194-4324-BB87-C46B539B2ABB}"/>
                  </a:ext>
                </a:extLst>
              </p:cNvPr>
              <p:cNvPicPr/>
              <p:nvPr/>
            </p:nvPicPr>
            <p:blipFill>
              <a:blip r:embed="rId4"/>
              <a:stretch>
                <a:fillRect/>
              </a:stretch>
            </p:blipFill>
            <p:spPr>
              <a:xfrm>
                <a:off x="547200" y="2681280"/>
                <a:ext cx="6584760" cy="2990160"/>
              </a:xfrm>
              <a:prstGeom prst="rect">
                <a:avLst/>
              </a:prstGeom>
            </p:spPr>
          </p:pic>
        </mc:Fallback>
      </mc:AlternateContent>
    </p:spTree>
    <p:extLst>
      <p:ext uri="{BB962C8B-B14F-4D97-AF65-F5344CB8AC3E}">
        <p14:creationId xmlns:p14="http://schemas.microsoft.com/office/powerpoint/2010/main" val="3955405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E084E-85DC-A52E-D3EA-F9DAE895520E}"/>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D8E8003-184F-7AD5-A68C-423B8BD61A28}"/>
              </a:ext>
            </a:extLst>
          </p:cNvPr>
          <p:cNvSpPr>
            <a:spLocks noGrp="1"/>
          </p:cNvSpPr>
          <p:nvPr>
            <p:ph idx="1"/>
          </p:nvPr>
        </p:nvSpPr>
        <p:spPr/>
        <p:txBody>
          <a:bodyPr/>
          <a:lstStyle/>
          <a:p>
            <a:r>
              <a:rPr lang="ja-JP" altLang="en-US" b="1" dirty="0"/>
              <a:t>統一モデリング言語・</a:t>
            </a:r>
            <a:r>
              <a:rPr lang="en-US" altLang="ja-JP" b="1" dirty="0"/>
              <a:t>UML</a:t>
            </a:r>
          </a:p>
        </p:txBody>
      </p:sp>
      <p:sp>
        <p:nvSpPr>
          <p:cNvPr id="4" name="スライド番号プレースホルダー 3">
            <a:extLst>
              <a:ext uri="{FF2B5EF4-FFF2-40B4-BE49-F238E27FC236}">
                <a16:creationId xmlns:a16="http://schemas.microsoft.com/office/drawing/2014/main" id="{CCFF77C2-58F3-B87C-9E4C-52EF2E244087}"/>
              </a:ext>
            </a:extLst>
          </p:cNvPr>
          <p:cNvSpPr>
            <a:spLocks noGrp="1"/>
          </p:cNvSpPr>
          <p:nvPr>
            <p:ph type="sldNum" sz="quarter" idx="12"/>
          </p:nvPr>
        </p:nvSpPr>
        <p:spPr/>
        <p:txBody>
          <a:bodyPr/>
          <a:lstStyle/>
          <a:p>
            <a:fld id="{3B09FD7E-EA79-4AC9-B47C-47EE1A48B026}" type="slidenum">
              <a:rPr kumimoji="1" lang="ja-JP" altLang="en-US" smtClean="0"/>
              <a:t>17</a:t>
            </a:fld>
            <a:endParaRPr kumimoji="1" lang="ja-JP" altLang="en-US" dirty="0"/>
          </a:p>
        </p:txBody>
      </p:sp>
      <p:sp>
        <p:nvSpPr>
          <p:cNvPr id="5" name="タイトル 4">
            <a:extLst>
              <a:ext uri="{FF2B5EF4-FFF2-40B4-BE49-F238E27FC236}">
                <a16:creationId xmlns:a16="http://schemas.microsoft.com/office/drawing/2014/main" id="{6E6AC3BF-E84A-7CC6-7984-39E6FA04072C}"/>
              </a:ext>
            </a:extLst>
          </p:cNvPr>
          <p:cNvSpPr>
            <a:spLocks noGrp="1"/>
          </p:cNvSpPr>
          <p:nvPr>
            <p:ph type="title"/>
          </p:nvPr>
        </p:nvSpPr>
        <p:spPr/>
        <p:txBody>
          <a:bodyPr/>
          <a:lstStyle/>
          <a:p>
            <a:r>
              <a:rPr kumimoji="1" lang="ja-JP" altLang="en-US" dirty="0"/>
              <a:t>要件定義とオブジェクト指向分析・設計・プログラミング</a:t>
            </a:r>
          </a:p>
        </p:txBody>
      </p:sp>
      <p:sp>
        <p:nvSpPr>
          <p:cNvPr id="9" name="四角形: 角を丸くする 8">
            <a:extLst>
              <a:ext uri="{FF2B5EF4-FFF2-40B4-BE49-F238E27FC236}">
                <a16:creationId xmlns:a16="http://schemas.microsoft.com/office/drawing/2014/main" id="{2B782F46-F7AF-98AE-20EA-32B03644619F}"/>
              </a:ext>
            </a:extLst>
          </p:cNvPr>
          <p:cNvSpPr/>
          <p:nvPr/>
        </p:nvSpPr>
        <p:spPr>
          <a:xfrm>
            <a:off x="640079" y="1247621"/>
            <a:ext cx="11216959" cy="779380"/>
          </a:xfrm>
          <a:prstGeom prst="round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lumMod val="50000"/>
                    <a:lumOff val="50000"/>
                  </a:schemeClr>
                </a:solidFill>
              </a:rPr>
              <a:t>オブジェクト指向で分析・設計・開発を行うときに利用する図</a:t>
            </a:r>
          </a:p>
        </p:txBody>
      </p:sp>
      <p:sp>
        <p:nvSpPr>
          <p:cNvPr id="10" name="正方形/長方形 9">
            <a:extLst>
              <a:ext uri="{FF2B5EF4-FFF2-40B4-BE49-F238E27FC236}">
                <a16:creationId xmlns:a16="http://schemas.microsoft.com/office/drawing/2014/main" id="{1E8F8F2C-6F5E-5641-29F7-BB50F11420C3}"/>
              </a:ext>
            </a:extLst>
          </p:cNvPr>
          <p:cNvSpPr/>
          <p:nvPr/>
        </p:nvSpPr>
        <p:spPr>
          <a:xfrm>
            <a:off x="2373085" y="3285504"/>
            <a:ext cx="3298372" cy="1120178"/>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l">
              <a:lnSpc>
                <a:spcPct val="110000"/>
              </a:lnSpc>
              <a:spcAft>
                <a:spcPts val="500"/>
              </a:spcAft>
            </a:pPr>
            <a:r>
              <a:rPr kumimoji="1" lang="ja-JP" altLang="en-US" dirty="0">
                <a:solidFill>
                  <a:srgbClr val="000000"/>
                </a:solidFill>
                <a:latin typeface="Arial" panose="020B0604020202020204" pitchFamily="34" charset="0"/>
              </a:rPr>
              <a:t>・</a:t>
            </a:r>
            <a:r>
              <a:rPr kumimoji="1" lang="ja-JP" altLang="en-US" dirty="0">
                <a:solidFill>
                  <a:srgbClr val="FF0000"/>
                </a:solidFill>
                <a:latin typeface="Arial" panose="020B0604020202020204" pitchFamily="34" charset="0"/>
              </a:rPr>
              <a:t>ユースケース図</a:t>
            </a:r>
            <a:endParaRPr kumimoji="1" lang="en-US" altLang="ja-JP" dirty="0">
              <a:solidFill>
                <a:srgbClr val="FF0000"/>
              </a:solidFill>
              <a:latin typeface="Arial" panose="020B0604020202020204" pitchFamily="34" charset="0"/>
            </a:endParaRPr>
          </a:p>
          <a:p>
            <a:pPr algn="l">
              <a:lnSpc>
                <a:spcPct val="110000"/>
              </a:lnSpc>
              <a:spcAft>
                <a:spcPts val="500"/>
              </a:spcAft>
            </a:pPr>
            <a:r>
              <a:rPr lang="ja-JP" altLang="en-US" dirty="0">
                <a:solidFill>
                  <a:srgbClr val="000000"/>
                </a:solidFill>
                <a:latin typeface="Arial" panose="020B0604020202020204" pitchFamily="34" charset="0"/>
              </a:rPr>
              <a:t>・概念モデル</a:t>
            </a:r>
            <a:endParaRPr lang="en-US" altLang="ja-JP" dirty="0">
              <a:solidFill>
                <a:srgbClr val="000000"/>
              </a:solidFill>
              <a:latin typeface="Arial" panose="020B0604020202020204" pitchFamily="34" charset="0"/>
            </a:endParaRPr>
          </a:p>
          <a:p>
            <a:pPr algn="l">
              <a:lnSpc>
                <a:spcPct val="110000"/>
              </a:lnSpc>
              <a:spcAft>
                <a:spcPts val="500"/>
              </a:spcAft>
            </a:pPr>
            <a:r>
              <a:rPr lang="ja-JP" altLang="en-US" dirty="0">
                <a:solidFill>
                  <a:srgbClr val="000000"/>
                </a:solidFill>
                <a:latin typeface="Arial" panose="020B0604020202020204" pitchFamily="34" charset="0"/>
              </a:rPr>
              <a:t>・システムのシーケンス図</a:t>
            </a:r>
            <a:endParaRPr lang="en-US" altLang="ja-JP" dirty="0">
              <a:solidFill>
                <a:srgbClr val="000000"/>
              </a:solidFill>
              <a:latin typeface="Arial" panose="020B0604020202020204" pitchFamily="34" charset="0"/>
            </a:endParaRPr>
          </a:p>
        </p:txBody>
      </p:sp>
      <p:sp>
        <p:nvSpPr>
          <p:cNvPr id="11" name="正方形/長方形 10">
            <a:extLst>
              <a:ext uri="{FF2B5EF4-FFF2-40B4-BE49-F238E27FC236}">
                <a16:creationId xmlns:a16="http://schemas.microsoft.com/office/drawing/2014/main" id="{DB42737B-F96A-3A03-1A60-41600EF61635}"/>
              </a:ext>
            </a:extLst>
          </p:cNvPr>
          <p:cNvSpPr/>
          <p:nvPr/>
        </p:nvSpPr>
        <p:spPr>
          <a:xfrm>
            <a:off x="2562348" y="2842007"/>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2000" i="0" u="none" strike="noStrike" dirty="0">
                <a:solidFill>
                  <a:srgbClr val="000000"/>
                </a:solidFill>
                <a:effectLst/>
                <a:latin typeface="Arial" panose="020B0604020202020204" pitchFamily="34" charset="0"/>
              </a:rPr>
              <a:t>要件定義</a:t>
            </a:r>
            <a:endParaRPr lang="ja-JP" altLang="en-US" sz="2000" dirty="0">
              <a:effectLst/>
            </a:endParaRPr>
          </a:p>
        </p:txBody>
      </p:sp>
      <p:sp>
        <p:nvSpPr>
          <p:cNvPr id="12" name="正方形/長方形 11">
            <a:extLst>
              <a:ext uri="{FF2B5EF4-FFF2-40B4-BE49-F238E27FC236}">
                <a16:creationId xmlns:a16="http://schemas.microsoft.com/office/drawing/2014/main" id="{556C98A2-0567-DC0E-577E-E4784A92D17E}"/>
              </a:ext>
            </a:extLst>
          </p:cNvPr>
          <p:cNvSpPr/>
          <p:nvPr/>
        </p:nvSpPr>
        <p:spPr>
          <a:xfrm>
            <a:off x="6585857" y="3285504"/>
            <a:ext cx="3298372" cy="1120178"/>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l">
              <a:lnSpc>
                <a:spcPct val="110000"/>
              </a:lnSpc>
              <a:spcAft>
                <a:spcPts val="500"/>
              </a:spcAft>
            </a:pPr>
            <a:r>
              <a:rPr kumimoji="1" lang="ja-JP" altLang="en-US" dirty="0">
                <a:solidFill>
                  <a:srgbClr val="000000"/>
                </a:solidFill>
                <a:latin typeface="Arial" panose="020B0604020202020204" pitchFamily="34" charset="0"/>
              </a:rPr>
              <a:t>・</a:t>
            </a:r>
            <a:r>
              <a:rPr kumimoji="1" lang="ja-JP" altLang="en-US" dirty="0">
                <a:solidFill>
                  <a:srgbClr val="FF0000"/>
                </a:solidFill>
                <a:latin typeface="Arial" panose="020B0604020202020204" pitchFamily="34" charset="0"/>
              </a:rPr>
              <a:t>アクティビティ図</a:t>
            </a:r>
            <a:endParaRPr kumimoji="1" lang="en-US" altLang="ja-JP" dirty="0">
              <a:solidFill>
                <a:srgbClr val="FF0000"/>
              </a:solidFill>
              <a:latin typeface="Arial" panose="020B0604020202020204" pitchFamily="34" charset="0"/>
            </a:endParaRPr>
          </a:p>
          <a:p>
            <a:pPr algn="l">
              <a:lnSpc>
                <a:spcPct val="110000"/>
              </a:lnSpc>
              <a:spcAft>
                <a:spcPts val="500"/>
              </a:spcAft>
            </a:pPr>
            <a:r>
              <a:rPr lang="ja-JP" altLang="en-US" dirty="0">
                <a:solidFill>
                  <a:srgbClr val="000000"/>
                </a:solidFill>
                <a:latin typeface="Arial" panose="020B0604020202020204" pitchFamily="34" charset="0"/>
              </a:rPr>
              <a:t>・</a:t>
            </a:r>
            <a:r>
              <a:rPr lang="ja-JP" altLang="en-US" dirty="0">
                <a:solidFill>
                  <a:srgbClr val="FF0000"/>
                </a:solidFill>
                <a:latin typeface="Arial" panose="020B0604020202020204" pitchFamily="34" charset="0"/>
              </a:rPr>
              <a:t>クラス図</a:t>
            </a:r>
            <a:endParaRPr lang="en-US" altLang="ja-JP" dirty="0">
              <a:solidFill>
                <a:srgbClr val="FF0000"/>
              </a:solidFill>
              <a:latin typeface="Arial" panose="020B0604020202020204" pitchFamily="34" charset="0"/>
            </a:endParaRPr>
          </a:p>
          <a:p>
            <a:pPr algn="l">
              <a:lnSpc>
                <a:spcPct val="110000"/>
              </a:lnSpc>
              <a:spcAft>
                <a:spcPts val="500"/>
              </a:spcAft>
            </a:pPr>
            <a:r>
              <a:rPr lang="ja-JP" altLang="en-US" dirty="0">
                <a:solidFill>
                  <a:srgbClr val="000000"/>
                </a:solidFill>
                <a:latin typeface="Arial" panose="020B0604020202020204" pitchFamily="34" charset="0"/>
              </a:rPr>
              <a:t>・</a:t>
            </a:r>
            <a:r>
              <a:rPr lang="ja-JP" altLang="en-US" dirty="0">
                <a:solidFill>
                  <a:srgbClr val="FF0000"/>
                </a:solidFill>
                <a:latin typeface="Arial" panose="020B0604020202020204" pitchFamily="34" charset="0"/>
              </a:rPr>
              <a:t>シーケンス図</a:t>
            </a:r>
            <a:endParaRPr lang="en-US" altLang="ja-JP" dirty="0">
              <a:solidFill>
                <a:srgbClr val="FF0000"/>
              </a:solidFill>
              <a:latin typeface="Arial" panose="020B0604020202020204" pitchFamily="34" charset="0"/>
            </a:endParaRPr>
          </a:p>
        </p:txBody>
      </p:sp>
      <p:sp>
        <p:nvSpPr>
          <p:cNvPr id="13" name="正方形/長方形 12">
            <a:extLst>
              <a:ext uri="{FF2B5EF4-FFF2-40B4-BE49-F238E27FC236}">
                <a16:creationId xmlns:a16="http://schemas.microsoft.com/office/drawing/2014/main" id="{A0B0DB88-16E5-C00F-2941-768D8904A3CE}"/>
              </a:ext>
            </a:extLst>
          </p:cNvPr>
          <p:cNvSpPr/>
          <p:nvPr/>
        </p:nvSpPr>
        <p:spPr>
          <a:xfrm>
            <a:off x="6677149" y="2842007"/>
            <a:ext cx="2919846" cy="402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ja-JP" altLang="en-US" sz="2000" i="0" u="none" strike="noStrike" dirty="0">
                <a:solidFill>
                  <a:srgbClr val="000000"/>
                </a:solidFill>
                <a:effectLst/>
                <a:latin typeface="Arial" panose="020B0604020202020204" pitchFamily="34" charset="0"/>
              </a:rPr>
              <a:t>設計</a:t>
            </a:r>
            <a:endParaRPr lang="ja-JP" altLang="en-US" sz="2000" dirty="0">
              <a:effectLst/>
            </a:endParaRPr>
          </a:p>
        </p:txBody>
      </p:sp>
      <p:sp>
        <p:nvSpPr>
          <p:cNvPr id="14" name="正方形/長方形 13">
            <a:extLst>
              <a:ext uri="{FF2B5EF4-FFF2-40B4-BE49-F238E27FC236}">
                <a16:creationId xmlns:a16="http://schemas.microsoft.com/office/drawing/2014/main" id="{EB95A169-515A-8059-5840-41A30CF5BB20}"/>
              </a:ext>
            </a:extLst>
          </p:cNvPr>
          <p:cNvSpPr/>
          <p:nvPr/>
        </p:nvSpPr>
        <p:spPr>
          <a:xfrm>
            <a:off x="1649186" y="5220689"/>
            <a:ext cx="8893628" cy="7793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1800"/>
              </a:spcBef>
              <a:spcAft>
                <a:spcPts val="600"/>
              </a:spcAft>
            </a:pPr>
            <a:r>
              <a:rPr lang="en-US" altLang="ja-JP" sz="1800" b="0" i="0" u="none" strike="noStrike" dirty="0">
                <a:solidFill>
                  <a:srgbClr val="000000"/>
                </a:solidFill>
                <a:effectLst/>
                <a:latin typeface="Arial" panose="020B0604020202020204" pitchFamily="34" charset="0"/>
              </a:rPr>
              <a:t>UML</a:t>
            </a:r>
            <a:r>
              <a:rPr lang="ja-JP" altLang="en-US" sz="1800" b="0" i="0" u="none" strike="noStrike" dirty="0">
                <a:solidFill>
                  <a:srgbClr val="000000"/>
                </a:solidFill>
                <a:effectLst/>
                <a:latin typeface="Arial" panose="020B0604020202020204" pitchFamily="34" charset="0"/>
              </a:rPr>
              <a:t>はたくさんあるけど、上記赤文字のものを知っておけば</a:t>
            </a:r>
            <a:r>
              <a:rPr lang="en-US" altLang="ja-JP" sz="1800" b="0" i="0" u="none" strike="noStrike" dirty="0">
                <a:solidFill>
                  <a:srgbClr val="000000"/>
                </a:solidFill>
                <a:effectLst/>
                <a:latin typeface="Arial" panose="020B0604020202020204" pitchFamily="34" charset="0"/>
              </a:rPr>
              <a:t>OK</a:t>
            </a:r>
            <a:endParaRPr lang="ja-JP" altLang="en-US" b="1" dirty="0">
              <a:effectLst/>
            </a:endParaRPr>
          </a:p>
        </p:txBody>
      </p:sp>
      <mc:AlternateContent xmlns:mc="http://schemas.openxmlformats.org/markup-compatibility/2006" xmlns:p14="http://schemas.microsoft.com/office/powerpoint/2010/main">
        <mc:Choice Requires="p14">
          <p:contentPart p14:bwMode="auto" r:id="rId2">
            <p14:nvContentPartPr>
              <p14:cNvPr id="3" name="インク 2">
                <a:extLst>
                  <a:ext uri="{FF2B5EF4-FFF2-40B4-BE49-F238E27FC236}">
                    <a16:creationId xmlns:a16="http://schemas.microsoft.com/office/drawing/2014/main" id="{E187A1D2-7657-496F-95CE-3AD299336602}"/>
                  </a:ext>
                </a:extLst>
              </p14:cNvPr>
              <p14:cNvContentPartPr/>
              <p14:nvPr/>
            </p14:nvContentPartPr>
            <p14:xfrm>
              <a:off x="329040" y="359280"/>
              <a:ext cx="9430200" cy="4429080"/>
            </p14:xfrm>
          </p:contentPart>
        </mc:Choice>
        <mc:Fallback xmlns="">
          <p:pic>
            <p:nvPicPr>
              <p:cNvPr id="3" name="インク 2">
                <a:extLst>
                  <a:ext uri="{FF2B5EF4-FFF2-40B4-BE49-F238E27FC236}">
                    <a16:creationId xmlns:a16="http://schemas.microsoft.com/office/drawing/2014/main" id="{E187A1D2-7657-496F-95CE-3AD299336602}"/>
                  </a:ext>
                </a:extLst>
              </p:cNvPr>
              <p:cNvPicPr/>
              <p:nvPr/>
            </p:nvPicPr>
            <p:blipFill>
              <a:blip r:embed="rId3"/>
              <a:stretch>
                <a:fillRect/>
              </a:stretch>
            </p:blipFill>
            <p:spPr>
              <a:xfrm>
                <a:off x="319680" y="349920"/>
                <a:ext cx="9448920" cy="4447800"/>
              </a:xfrm>
              <a:prstGeom prst="rect">
                <a:avLst/>
              </a:prstGeom>
            </p:spPr>
          </p:pic>
        </mc:Fallback>
      </mc:AlternateContent>
    </p:spTree>
    <p:extLst>
      <p:ext uri="{BB962C8B-B14F-4D97-AF65-F5344CB8AC3E}">
        <p14:creationId xmlns:p14="http://schemas.microsoft.com/office/powerpoint/2010/main" val="5255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F291-2DE3-CFA3-B353-2E7C1B07C2D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98B0805-73EA-E02F-F2AF-B37DA383856E}"/>
              </a:ext>
            </a:extLst>
          </p:cNvPr>
          <p:cNvSpPr>
            <a:spLocks noGrp="1"/>
          </p:cNvSpPr>
          <p:nvPr>
            <p:ph idx="1"/>
          </p:nvPr>
        </p:nvSpPr>
        <p:spPr/>
        <p:txBody>
          <a:bodyPr/>
          <a:lstStyle/>
          <a:p>
            <a:r>
              <a:rPr kumimoji="1" lang="ja-JP" altLang="en-US" dirty="0"/>
              <a:t>オブジェクト指向分析（</a:t>
            </a:r>
            <a:r>
              <a:rPr kumimoji="1" lang="en-US" altLang="ja-JP" dirty="0"/>
              <a:t>OOA</a:t>
            </a:r>
            <a:r>
              <a:rPr kumimoji="1" lang="ja-JP" altLang="en-US" dirty="0"/>
              <a:t>）</a:t>
            </a:r>
          </a:p>
        </p:txBody>
      </p:sp>
      <p:sp>
        <p:nvSpPr>
          <p:cNvPr id="3" name="フッター プレースホルダー 2">
            <a:extLst>
              <a:ext uri="{FF2B5EF4-FFF2-40B4-BE49-F238E27FC236}">
                <a16:creationId xmlns:a16="http://schemas.microsoft.com/office/drawing/2014/main" id="{7C5962F4-6409-8D1A-0AE2-2DAC9DCC6941}"/>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A8BA3EAB-FEAA-DAF5-85BE-87B772EA8875}"/>
              </a:ext>
            </a:extLst>
          </p:cNvPr>
          <p:cNvSpPr>
            <a:spLocks noGrp="1"/>
          </p:cNvSpPr>
          <p:nvPr>
            <p:ph type="sldNum" sz="quarter" idx="12"/>
          </p:nvPr>
        </p:nvSpPr>
        <p:spPr/>
        <p:txBody>
          <a:bodyPr/>
          <a:lstStyle/>
          <a:p>
            <a:fld id="{3B09FD7E-EA79-4AC9-B47C-47EE1A48B026}" type="slidenum">
              <a:rPr kumimoji="1" lang="ja-JP" altLang="en-US" smtClean="0"/>
              <a:t>18</a:t>
            </a:fld>
            <a:endParaRPr kumimoji="1" lang="ja-JP" altLang="en-US" dirty="0"/>
          </a:p>
        </p:txBody>
      </p:sp>
      <p:sp>
        <p:nvSpPr>
          <p:cNvPr id="5" name="タイトル 4">
            <a:extLst>
              <a:ext uri="{FF2B5EF4-FFF2-40B4-BE49-F238E27FC236}">
                <a16:creationId xmlns:a16="http://schemas.microsoft.com/office/drawing/2014/main" id="{84792F31-E263-928F-2E1F-AF9883F13A6F}"/>
              </a:ext>
            </a:extLst>
          </p:cNvPr>
          <p:cNvSpPr>
            <a:spLocks noGrp="1"/>
          </p:cNvSpPr>
          <p:nvPr>
            <p:ph type="title"/>
          </p:nvPr>
        </p:nvSpPr>
        <p:spPr/>
        <p:txBody>
          <a:bodyPr/>
          <a:lstStyle/>
          <a:p>
            <a:r>
              <a:rPr kumimoji="1" lang="ja-JP" altLang="en-US" dirty="0"/>
              <a:t>要件定義とオブジェクト指向分析・設計・プログラミング</a:t>
            </a:r>
          </a:p>
        </p:txBody>
      </p:sp>
      <p:sp>
        <p:nvSpPr>
          <p:cNvPr id="9" name="正方形/長方形 8">
            <a:extLst>
              <a:ext uri="{FF2B5EF4-FFF2-40B4-BE49-F238E27FC236}">
                <a16:creationId xmlns:a16="http://schemas.microsoft.com/office/drawing/2014/main" id="{F8AF9411-94FA-5C46-08DC-98CE38CDD1F1}"/>
              </a:ext>
            </a:extLst>
          </p:cNvPr>
          <p:cNvSpPr/>
          <p:nvPr/>
        </p:nvSpPr>
        <p:spPr>
          <a:xfrm>
            <a:off x="815705" y="1864814"/>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要求の引き出し</a:t>
            </a:r>
          </a:p>
        </p:txBody>
      </p:sp>
      <p:sp>
        <p:nvSpPr>
          <p:cNvPr id="10" name="正方形/長方形 9">
            <a:extLst>
              <a:ext uri="{FF2B5EF4-FFF2-40B4-BE49-F238E27FC236}">
                <a16:creationId xmlns:a16="http://schemas.microsoft.com/office/drawing/2014/main" id="{4C51ECB9-3812-4902-72BB-6B1C3694C9A0}"/>
              </a:ext>
            </a:extLst>
          </p:cNvPr>
          <p:cNvSpPr/>
          <p:nvPr/>
        </p:nvSpPr>
        <p:spPr>
          <a:xfrm>
            <a:off x="4451532" y="2377411"/>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要求を分析</a:t>
            </a:r>
          </a:p>
        </p:txBody>
      </p:sp>
      <p:sp>
        <p:nvSpPr>
          <p:cNvPr id="11" name="正方形/長方形 10">
            <a:extLst>
              <a:ext uri="{FF2B5EF4-FFF2-40B4-BE49-F238E27FC236}">
                <a16:creationId xmlns:a16="http://schemas.microsoft.com/office/drawing/2014/main" id="{B1FBE861-41BE-3CFA-4444-5B6141772F5A}"/>
              </a:ext>
            </a:extLst>
          </p:cNvPr>
          <p:cNvSpPr/>
          <p:nvPr/>
        </p:nvSpPr>
        <p:spPr>
          <a:xfrm>
            <a:off x="8109125" y="2792205"/>
            <a:ext cx="2373085" cy="414794"/>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要件定義書の作成</a:t>
            </a:r>
          </a:p>
        </p:txBody>
      </p:sp>
      <p:sp>
        <p:nvSpPr>
          <p:cNvPr id="12" name="コンテンツ プレースホルダー 1">
            <a:extLst>
              <a:ext uri="{FF2B5EF4-FFF2-40B4-BE49-F238E27FC236}">
                <a16:creationId xmlns:a16="http://schemas.microsoft.com/office/drawing/2014/main" id="{F4E39E73-7DFD-574A-7E77-274F46580D63}"/>
              </a:ext>
            </a:extLst>
          </p:cNvPr>
          <p:cNvSpPr txBox="1">
            <a:spLocks/>
          </p:cNvSpPr>
          <p:nvPr/>
        </p:nvSpPr>
        <p:spPr>
          <a:xfrm>
            <a:off x="3264989" y="1371600"/>
            <a:ext cx="2373086" cy="344131"/>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2000" dirty="0"/>
              <a:t>要求分析ともいう</a:t>
            </a:r>
          </a:p>
        </p:txBody>
      </p:sp>
      <p:sp>
        <p:nvSpPr>
          <p:cNvPr id="13" name="コンテンツ プレースホルダー 1">
            <a:extLst>
              <a:ext uri="{FF2B5EF4-FFF2-40B4-BE49-F238E27FC236}">
                <a16:creationId xmlns:a16="http://schemas.microsoft.com/office/drawing/2014/main" id="{AE50D431-FD0C-86BC-E759-84ED3B648307}"/>
              </a:ext>
            </a:extLst>
          </p:cNvPr>
          <p:cNvSpPr txBox="1">
            <a:spLocks/>
          </p:cNvSpPr>
          <p:nvPr/>
        </p:nvSpPr>
        <p:spPr>
          <a:xfrm>
            <a:off x="717735" y="2474247"/>
            <a:ext cx="2471056" cy="1142034"/>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t>・ヒアリングシート</a:t>
            </a:r>
            <a:endParaRPr lang="en-US" altLang="ja-JP" sz="2000" dirty="0"/>
          </a:p>
          <a:p>
            <a:r>
              <a:rPr lang="ja-JP" altLang="en-US" sz="2000" dirty="0"/>
              <a:t>・インタビュー</a:t>
            </a:r>
            <a:endParaRPr lang="en-US" altLang="ja-JP" sz="2000" dirty="0"/>
          </a:p>
          <a:p>
            <a:r>
              <a:rPr lang="ja-JP" altLang="en-US" sz="2000" dirty="0"/>
              <a:t>・アンケート</a:t>
            </a:r>
          </a:p>
        </p:txBody>
      </p:sp>
      <p:sp>
        <p:nvSpPr>
          <p:cNvPr id="14" name="コンテンツ プレースホルダー 1">
            <a:extLst>
              <a:ext uri="{FF2B5EF4-FFF2-40B4-BE49-F238E27FC236}">
                <a16:creationId xmlns:a16="http://schemas.microsoft.com/office/drawing/2014/main" id="{50C4BB19-FA7E-ACC0-FFD4-1C202A0E00C7}"/>
              </a:ext>
            </a:extLst>
          </p:cNvPr>
          <p:cNvSpPr txBox="1">
            <a:spLocks/>
          </p:cNvSpPr>
          <p:nvPr/>
        </p:nvSpPr>
        <p:spPr>
          <a:xfrm>
            <a:off x="4451531" y="3045264"/>
            <a:ext cx="3081383" cy="1142034"/>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t>・要求整理シート</a:t>
            </a:r>
            <a:r>
              <a:rPr lang="en-US" altLang="ja-JP" sz="2000" dirty="0"/>
              <a:t>*</a:t>
            </a:r>
          </a:p>
          <a:p>
            <a:r>
              <a:rPr lang="ja-JP" altLang="en-US" sz="2000" dirty="0"/>
              <a:t>・特性要因図、魚の骨図</a:t>
            </a:r>
            <a:r>
              <a:rPr lang="en-US" altLang="ja-JP" sz="2000" dirty="0"/>
              <a:t>*</a:t>
            </a:r>
          </a:p>
          <a:p>
            <a:r>
              <a:rPr lang="ja-JP" altLang="en-US" sz="2000" dirty="0"/>
              <a:t>・問題要因関連図</a:t>
            </a:r>
            <a:endParaRPr lang="en-US" altLang="ja-JP" sz="2000" dirty="0"/>
          </a:p>
        </p:txBody>
      </p:sp>
      <p:cxnSp>
        <p:nvCxnSpPr>
          <p:cNvPr id="16" name="直線矢印コネクタ 15">
            <a:extLst>
              <a:ext uri="{FF2B5EF4-FFF2-40B4-BE49-F238E27FC236}">
                <a16:creationId xmlns:a16="http://schemas.microsoft.com/office/drawing/2014/main" id="{D9C86C51-A772-C26C-AFBE-8DDC8046BC87}"/>
              </a:ext>
            </a:extLst>
          </p:cNvPr>
          <p:cNvCxnSpPr>
            <a:cxnSpLocks/>
            <a:stCxn id="12" idx="2"/>
            <a:endCxn id="10" idx="0"/>
          </p:cNvCxnSpPr>
          <p:nvPr/>
        </p:nvCxnSpPr>
        <p:spPr>
          <a:xfrm>
            <a:off x="4451532" y="1715731"/>
            <a:ext cx="1186543" cy="6616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F8CC7FB5-73C8-FF46-3FDA-E79B36BB3C0C}"/>
              </a:ext>
            </a:extLst>
          </p:cNvPr>
          <p:cNvCxnSpPr>
            <a:cxnSpLocks/>
            <a:stCxn id="12" idx="2"/>
            <a:endCxn id="9" idx="3"/>
          </p:cNvCxnSpPr>
          <p:nvPr/>
        </p:nvCxnSpPr>
        <p:spPr>
          <a:xfrm flipH="1">
            <a:off x="3188790" y="1715731"/>
            <a:ext cx="1262742" cy="356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矢印: 右 17">
            <a:extLst>
              <a:ext uri="{FF2B5EF4-FFF2-40B4-BE49-F238E27FC236}">
                <a16:creationId xmlns:a16="http://schemas.microsoft.com/office/drawing/2014/main" id="{D822DFD4-1A89-5EDA-DB0C-0A7AE6CE3F62}"/>
              </a:ext>
            </a:extLst>
          </p:cNvPr>
          <p:cNvSpPr/>
          <p:nvPr/>
        </p:nvSpPr>
        <p:spPr>
          <a:xfrm rot="813905">
            <a:off x="3454755" y="2280151"/>
            <a:ext cx="807013" cy="304288"/>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19" name="矢印: 右 18">
            <a:extLst>
              <a:ext uri="{FF2B5EF4-FFF2-40B4-BE49-F238E27FC236}">
                <a16:creationId xmlns:a16="http://schemas.microsoft.com/office/drawing/2014/main" id="{B1EAEC6F-C8D3-86C3-8633-AE65F5FFF6DC}"/>
              </a:ext>
            </a:extLst>
          </p:cNvPr>
          <p:cNvSpPr/>
          <p:nvPr/>
        </p:nvSpPr>
        <p:spPr>
          <a:xfrm rot="813905">
            <a:off x="7014381" y="2673309"/>
            <a:ext cx="807013" cy="304288"/>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23" name="正方形/長方形 22">
            <a:extLst>
              <a:ext uri="{FF2B5EF4-FFF2-40B4-BE49-F238E27FC236}">
                <a16:creationId xmlns:a16="http://schemas.microsoft.com/office/drawing/2014/main" id="{20A3E282-2341-8715-D6CC-A7D780F27338}"/>
              </a:ext>
            </a:extLst>
          </p:cNvPr>
          <p:cNvSpPr/>
          <p:nvPr/>
        </p:nvSpPr>
        <p:spPr>
          <a:xfrm>
            <a:off x="7799080" y="3786182"/>
            <a:ext cx="3211622" cy="802232"/>
          </a:xfrm>
          <a:prstGeom prst="rect">
            <a:avLst/>
          </a:prstGeom>
          <a:noFill/>
          <a:ln w="28575">
            <a:prstDash val="sysDot"/>
          </a:ln>
        </p:spPr>
        <p:style>
          <a:lnRef idx="2">
            <a:schemeClr val="accent2"/>
          </a:lnRef>
          <a:fillRef idx="1">
            <a:schemeClr val="lt1"/>
          </a:fillRef>
          <a:effectRef idx="0">
            <a:schemeClr val="accent2"/>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24" name="コンテンツ プレースホルダー 1">
            <a:extLst>
              <a:ext uri="{FF2B5EF4-FFF2-40B4-BE49-F238E27FC236}">
                <a16:creationId xmlns:a16="http://schemas.microsoft.com/office/drawing/2014/main" id="{E936BCA9-6CDC-BD05-72A0-37B25562F326}"/>
              </a:ext>
            </a:extLst>
          </p:cNvPr>
          <p:cNvSpPr txBox="1">
            <a:spLocks/>
          </p:cNvSpPr>
          <p:nvPr/>
        </p:nvSpPr>
        <p:spPr>
          <a:xfrm>
            <a:off x="7058668" y="4779163"/>
            <a:ext cx="4692446" cy="824077"/>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sz="2000" dirty="0"/>
              <a:t>OOA</a:t>
            </a:r>
            <a:r>
              <a:rPr lang="ja-JP" altLang="en-US" sz="2000" dirty="0"/>
              <a:t>で要求分析・要件定義をする場合に</a:t>
            </a:r>
            <a:endParaRPr lang="en-US" altLang="ja-JP" sz="2000" dirty="0"/>
          </a:p>
          <a:p>
            <a:pPr algn="ctr"/>
            <a:r>
              <a:rPr lang="ja-JP" altLang="en-US" sz="2000" dirty="0"/>
              <a:t>追加される成果物</a:t>
            </a:r>
            <a:endParaRPr lang="en-US" altLang="ja-JP" sz="2000" dirty="0"/>
          </a:p>
        </p:txBody>
      </p:sp>
      <p:sp>
        <p:nvSpPr>
          <p:cNvPr id="28" name="正方形/長方形 27">
            <a:extLst>
              <a:ext uri="{FF2B5EF4-FFF2-40B4-BE49-F238E27FC236}">
                <a16:creationId xmlns:a16="http://schemas.microsoft.com/office/drawing/2014/main" id="{63B74E78-C6BE-015C-4173-19A2464645EC}"/>
              </a:ext>
            </a:extLst>
          </p:cNvPr>
          <p:cNvSpPr/>
          <p:nvPr/>
        </p:nvSpPr>
        <p:spPr>
          <a:xfrm>
            <a:off x="8109125" y="4009980"/>
            <a:ext cx="2591532" cy="414794"/>
          </a:xfrm>
          <a:prstGeom prst="rect">
            <a:avLst/>
          </a:prstGeom>
          <a:ln w="28575"/>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ユースケース図</a:t>
            </a:r>
          </a:p>
        </p:txBody>
      </p:sp>
      <mc:AlternateContent xmlns:mc="http://schemas.openxmlformats.org/markup-compatibility/2006" xmlns:p14="http://schemas.microsoft.com/office/powerpoint/2010/main">
        <mc:Choice Requires="p14">
          <p:contentPart p14:bwMode="auto" r:id="rId2">
            <p14:nvContentPartPr>
              <p14:cNvPr id="6" name="インク 5">
                <a:extLst>
                  <a:ext uri="{FF2B5EF4-FFF2-40B4-BE49-F238E27FC236}">
                    <a16:creationId xmlns:a16="http://schemas.microsoft.com/office/drawing/2014/main" id="{84B70881-56E1-45ED-9EB6-FE8271EDF446}"/>
                  </a:ext>
                </a:extLst>
              </p14:cNvPr>
              <p14:cNvContentPartPr/>
              <p14:nvPr/>
            </p14:nvContentPartPr>
            <p14:xfrm>
              <a:off x="733680" y="260640"/>
              <a:ext cx="10409040" cy="5204880"/>
            </p14:xfrm>
          </p:contentPart>
        </mc:Choice>
        <mc:Fallback xmlns="">
          <p:pic>
            <p:nvPicPr>
              <p:cNvPr id="6" name="インク 5">
                <a:extLst>
                  <a:ext uri="{FF2B5EF4-FFF2-40B4-BE49-F238E27FC236}">
                    <a16:creationId xmlns:a16="http://schemas.microsoft.com/office/drawing/2014/main" id="{84B70881-56E1-45ED-9EB6-FE8271EDF446}"/>
                  </a:ext>
                </a:extLst>
              </p:cNvPr>
              <p:cNvPicPr/>
              <p:nvPr/>
            </p:nvPicPr>
            <p:blipFill>
              <a:blip r:embed="rId3"/>
              <a:stretch>
                <a:fillRect/>
              </a:stretch>
            </p:blipFill>
            <p:spPr>
              <a:xfrm>
                <a:off x="724320" y="251280"/>
                <a:ext cx="10427760" cy="5223600"/>
              </a:xfrm>
              <a:prstGeom prst="rect">
                <a:avLst/>
              </a:prstGeom>
            </p:spPr>
          </p:pic>
        </mc:Fallback>
      </mc:AlternateContent>
    </p:spTree>
    <p:extLst>
      <p:ext uri="{BB962C8B-B14F-4D97-AF65-F5344CB8AC3E}">
        <p14:creationId xmlns:p14="http://schemas.microsoft.com/office/powerpoint/2010/main" val="1659049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C80FC-315D-04E7-9A1D-E6E48F6C43BA}"/>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56CF294-E68E-9B65-A115-5A0715462526}"/>
              </a:ext>
            </a:extLst>
          </p:cNvPr>
          <p:cNvSpPr>
            <a:spLocks noGrp="1"/>
          </p:cNvSpPr>
          <p:nvPr>
            <p:ph idx="1"/>
          </p:nvPr>
        </p:nvSpPr>
        <p:spPr>
          <a:xfrm>
            <a:off x="334963" y="569368"/>
            <a:ext cx="11522076" cy="1520689"/>
          </a:xfrm>
        </p:spPr>
        <p:txBody>
          <a:bodyPr>
            <a:normAutofit/>
          </a:bodyPr>
          <a:lstStyle/>
          <a:p>
            <a:r>
              <a:rPr kumimoji="1" lang="ja-JP" altLang="en-US" dirty="0"/>
              <a:t>ユースケース（</a:t>
            </a:r>
            <a:r>
              <a:rPr kumimoji="1" lang="en-US" altLang="ja-JP" dirty="0"/>
              <a:t>Use Case</a:t>
            </a:r>
            <a:r>
              <a:rPr kumimoji="1" lang="ja-JP" altLang="en-US" dirty="0"/>
              <a:t>） </a:t>
            </a:r>
            <a:endParaRPr lang="en-US" altLang="ja-JP" dirty="0"/>
          </a:p>
          <a:p>
            <a:r>
              <a:rPr kumimoji="1" lang="ja-JP" altLang="en-US" dirty="0"/>
              <a:t>   </a:t>
            </a:r>
            <a:r>
              <a:rPr kumimoji="1" lang="en-US" altLang="ja-JP" dirty="0"/>
              <a:t>… </a:t>
            </a:r>
            <a:r>
              <a:rPr kumimoji="1" lang="ja-JP" altLang="en-US" dirty="0"/>
              <a:t>アクターがシステムを使って特定の目的を達成するまでの一連の行動シナリオ</a:t>
            </a:r>
            <a:endParaRPr kumimoji="1" lang="en-US" altLang="ja-JP" dirty="0"/>
          </a:p>
          <a:p>
            <a:r>
              <a:rPr kumimoji="1" lang="ja-JP" altLang="en-US" dirty="0"/>
              <a:t>   </a:t>
            </a:r>
            <a:r>
              <a:rPr kumimoji="1" lang="en-US" altLang="ja-JP" dirty="0"/>
              <a:t>… </a:t>
            </a:r>
            <a:r>
              <a:rPr kumimoji="1" lang="ja-JP" altLang="en-US" dirty="0"/>
              <a:t>もっとざっくり言えば、ユーザがシステム使って何ができるか</a:t>
            </a:r>
          </a:p>
        </p:txBody>
      </p:sp>
      <p:sp>
        <p:nvSpPr>
          <p:cNvPr id="3" name="フッター プレースホルダー 2">
            <a:extLst>
              <a:ext uri="{FF2B5EF4-FFF2-40B4-BE49-F238E27FC236}">
                <a16:creationId xmlns:a16="http://schemas.microsoft.com/office/drawing/2014/main" id="{8529954C-46A6-A338-26C3-350B4E4BAFB3}"/>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E6FBB84D-F53F-2280-4ADD-F32C75587081}"/>
              </a:ext>
            </a:extLst>
          </p:cNvPr>
          <p:cNvSpPr>
            <a:spLocks noGrp="1"/>
          </p:cNvSpPr>
          <p:nvPr>
            <p:ph type="sldNum" sz="quarter" idx="12"/>
          </p:nvPr>
        </p:nvSpPr>
        <p:spPr/>
        <p:txBody>
          <a:bodyPr/>
          <a:lstStyle/>
          <a:p>
            <a:fld id="{3B09FD7E-EA79-4AC9-B47C-47EE1A48B026}" type="slidenum">
              <a:rPr kumimoji="1" lang="ja-JP" altLang="en-US" smtClean="0"/>
              <a:t>19</a:t>
            </a:fld>
            <a:endParaRPr kumimoji="1" lang="ja-JP" altLang="en-US" dirty="0"/>
          </a:p>
        </p:txBody>
      </p:sp>
      <p:sp>
        <p:nvSpPr>
          <p:cNvPr id="5" name="タイトル 4">
            <a:extLst>
              <a:ext uri="{FF2B5EF4-FFF2-40B4-BE49-F238E27FC236}">
                <a16:creationId xmlns:a16="http://schemas.microsoft.com/office/drawing/2014/main" id="{B0D70452-2BDC-2C19-285F-0DF3D91D65F1}"/>
              </a:ext>
            </a:extLst>
          </p:cNvPr>
          <p:cNvSpPr>
            <a:spLocks noGrp="1"/>
          </p:cNvSpPr>
          <p:nvPr>
            <p:ph type="title"/>
          </p:nvPr>
        </p:nvSpPr>
        <p:spPr/>
        <p:txBody>
          <a:bodyPr/>
          <a:lstStyle/>
          <a:p>
            <a:r>
              <a:rPr kumimoji="1" lang="ja-JP" altLang="en-US" dirty="0"/>
              <a:t>要件定義とオブジェクト指向分析・設計・プログラミング</a:t>
            </a:r>
          </a:p>
        </p:txBody>
      </p:sp>
      <p:sp>
        <p:nvSpPr>
          <p:cNvPr id="7" name="コンテンツ プレースホルダー 1">
            <a:extLst>
              <a:ext uri="{FF2B5EF4-FFF2-40B4-BE49-F238E27FC236}">
                <a16:creationId xmlns:a16="http://schemas.microsoft.com/office/drawing/2014/main" id="{02593BE5-A499-09C7-A86E-4EA995C969B7}"/>
              </a:ext>
            </a:extLst>
          </p:cNvPr>
          <p:cNvSpPr txBox="1">
            <a:spLocks/>
          </p:cNvSpPr>
          <p:nvPr/>
        </p:nvSpPr>
        <p:spPr>
          <a:xfrm>
            <a:off x="334962" y="2033451"/>
            <a:ext cx="11522076" cy="1520689"/>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spc="-14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ユースケース図（</a:t>
            </a:r>
            <a:r>
              <a:rPr lang="en-US" altLang="ja-JP" dirty="0"/>
              <a:t>UCD</a:t>
            </a:r>
            <a:r>
              <a:rPr lang="ja-JP" altLang="en-US" dirty="0"/>
              <a:t>）</a:t>
            </a:r>
            <a:endParaRPr lang="en-US" altLang="ja-JP" dirty="0"/>
          </a:p>
          <a:p>
            <a:r>
              <a:rPr lang="en-US" altLang="ja-JP" dirty="0"/>
              <a:t>   … </a:t>
            </a:r>
            <a:r>
              <a:rPr lang="ja-JP" altLang="en-US" dirty="0"/>
              <a:t>ユースケースを図で表現したもの。</a:t>
            </a:r>
            <a:r>
              <a:rPr lang="en-US" altLang="ja-JP" dirty="0"/>
              <a:t>UML</a:t>
            </a:r>
            <a:r>
              <a:rPr lang="ja-JP" altLang="en-US" dirty="0"/>
              <a:t>の一つ</a:t>
            </a:r>
          </a:p>
        </p:txBody>
      </p:sp>
      <p:pic>
        <p:nvPicPr>
          <p:cNvPr id="8" name="図 7" descr="use2">
            <a:extLst>
              <a:ext uri="{FF2B5EF4-FFF2-40B4-BE49-F238E27FC236}">
                <a16:creationId xmlns:a16="http://schemas.microsoft.com/office/drawing/2014/main" id="{C68FF971-EE83-0B66-41F3-8929B2587B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0311" y="2969860"/>
            <a:ext cx="4311378" cy="3797652"/>
          </a:xfrm>
          <a:prstGeom prst="rect">
            <a:avLst/>
          </a:prstGeom>
          <a:noFill/>
          <a:ln>
            <a:noFill/>
          </a:ln>
        </p:spPr>
      </p:pic>
      <mc:AlternateContent xmlns:mc="http://schemas.openxmlformats.org/markup-compatibility/2006" xmlns:p14="http://schemas.microsoft.com/office/powerpoint/2010/main">
        <mc:Choice Requires="p14">
          <p:contentPart p14:bwMode="auto" r:id="rId3">
            <p14:nvContentPartPr>
              <p14:cNvPr id="6" name="インク 5">
                <a:extLst>
                  <a:ext uri="{FF2B5EF4-FFF2-40B4-BE49-F238E27FC236}">
                    <a16:creationId xmlns:a16="http://schemas.microsoft.com/office/drawing/2014/main" id="{D4A364A7-3F60-4F4F-B4BB-8BB961D834B1}"/>
                  </a:ext>
                </a:extLst>
              </p14:cNvPr>
              <p14:cNvContentPartPr/>
              <p14:nvPr/>
            </p14:nvContentPartPr>
            <p14:xfrm>
              <a:off x="241920" y="896400"/>
              <a:ext cx="11683080" cy="5961600"/>
            </p14:xfrm>
          </p:contentPart>
        </mc:Choice>
        <mc:Fallback xmlns="">
          <p:pic>
            <p:nvPicPr>
              <p:cNvPr id="6" name="インク 5">
                <a:extLst>
                  <a:ext uri="{FF2B5EF4-FFF2-40B4-BE49-F238E27FC236}">
                    <a16:creationId xmlns:a16="http://schemas.microsoft.com/office/drawing/2014/main" id="{D4A364A7-3F60-4F4F-B4BB-8BB961D834B1}"/>
                  </a:ext>
                </a:extLst>
              </p:cNvPr>
              <p:cNvPicPr/>
              <p:nvPr/>
            </p:nvPicPr>
            <p:blipFill>
              <a:blip r:embed="rId4"/>
              <a:stretch>
                <a:fillRect/>
              </a:stretch>
            </p:blipFill>
            <p:spPr>
              <a:xfrm>
                <a:off x="232560" y="887040"/>
                <a:ext cx="11701800" cy="5980320"/>
              </a:xfrm>
              <a:prstGeom prst="rect">
                <a:avLst/>
              </a:prstGeom>
            </p:spPr>
          </p:pic>
        </mc:Fallback>
      </mc:AlternateContent>
    </p:spTree>
    <p:extLst>
      <p:ext uri="{BB962C8B-B14F-4D97-AF65-F5344CB8AC3E}">
        <p14:creationId xmlns:p14="http://schemas.microsoft.com/office/powerpoint/2010/main" val="1971830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9A62F-20D2-A0E0-5698-2839EBF1CB87}"/>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D392D88-43F6-6E9F-DBB7-1A05FF79E5B3}"/>
              </a:ext>
            </a:extLst>
          </p:cNvPr>
          <p:cNvSpPr>
            <a:spLocks noGrp="1"/>
          </p:cNvSpPr>
          <p:nvPr>
            <p:ph idx="1"/>
          </p:nvPr>
        </p:nvSpPr>
        <p:spPr>
          <a:xfrm>
            <a:off x="334963" y="569368"/>
            <a:ext cx="11522076" cy="967636"/>
          </a:xfrm>
        </p:spPr>
        <p:txBody>
          <a:bodyPr>
            <a:normAutofit/>
          </a:bodyPr>
          <a:lstStyle/>
          <a:p>
            <a:r>
              <a:rPr kumimoji="1" lang="ja-JP" altLang="en-US" dirty="0"/>
              <a:t>オブジェクト指向設計</a:t>
            </a:r>
            <a:r>
              <a:rPr lang="ja-JP" altLang="en-US" dirty="0"/>
              <a:t>の手順１</a:t>
            </a:r>
            <a:endParaRPr kumimoji="1" lang="en-US" altLang="ja-JP" dirty="0"/>
          </a:p>
          <a:p>
            <a:r>
              <a:rPr kumimoji="1" lang="ja-JP" altLang="en-US" dirty="0"/>
              <a:t>ユースケース図から、ユースケース仕様書（イベントフロー）を作成する</a:t>
            </a:r>
          </a:p>
        </p:txBody>
      </p:sp>
      <p:sp>
        <p:nvSpPr>
          <p:cNvPr id="3" name="フッター プレースホルダー 2">
            <a:extLst>
              <a:ext uri="{FF2B5EF4-FFF2-40B4-BE49-F238E27FC236}">
                <a16:creationId xmlns:a16="http://schemas.microsoft.com/office/drawing/2014/main" id="{7FB94CBA-E624-F459-46B2-393DF958F698}"/>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DE2CEDD3-4419-90D9-F819-FDDFE97DDAF6}"/>
              </a:ext>
            </a:extLst>
          </p:cNvPr>
          <p:cNvSpPr>
            <a:spLocks noGrp="1"/>
          </p:cNvSpPr>
          <p:nvPr>
            <p:ph type="sldNum" sz="quarter" idx="12"/>
          </p:nvPr>
        </p:nvSpPr>
        <p:spPr/>
        <p:txBody>
          <a:bodyPr/>
          <a:lstStyle/>
          <a:p>
            <a:fld id="{3B09FD7E-EA79-4AC9-B47C-47EE1A48B026}" type="slidenum">
              <a:rPr kumimoji="1" lang="ja-JP" altLang="en-US" smtClean="0"/>
              <a:t>20</a:t>
            </a:fld>
            <a:endParaRPr kumimoji="1" lang="ja-JP" altLang="en-US" dirty="0"/>
          </a:p>
        </p:txBody>
      </p:sp>
      <p:sp>
        <p:nvSpPr>
          <p:cNvPr id="5" name="タイトル 4">
            <a:extLst>
              <a:ext uri="{FF2B5EF4-FFF2-40B4-BE49-F238E27FC236}">
                <a16:creationId xmlns:a16="http://schemas.microsoft.com/office/drawing/2014/main" id="{6CD7C0DC-5A1E-C4CA-57CD-B619BE0F3FCF}"/>
              </a:ext>
            </a:extLst>
          </p:cNvPr>
          <p:cNvSpPr>
            <a:spLocks noGrp="1"/>
          </p:cNvSpPr>
          <p:nvPr>
            <p:ph type="title"/>
          </p:nvPr>
        </p:nvSpPr>
        <p:spPr/>
        <p:txBody>
          <a:bodyPr/>
          <a:lstStyle/>
          <a:p>
            <a:r>
              <a:rPr kumimoji="1" lang="ja-JP" altLang="en-US" dirty="0"/>
              <a:t>要件定義とオブジェクト指向分析・設計・プログラミング</a:t>
            </a:r>
          </a:p>
        </p:txBody>
      </p:sp>
      <p:pic>
        <p:nvPicPr>
          <p:cNvPr id="8" name="図 7" descr="use2">
            <a:extLst>
              <a:ext uri="{FF2B5EF4-FFF2-40B4-BE49-F238E27FC236}">
                <a16:creationId xmlns:a16="http://schemas.microsoft.com/office/drawing/2014/main" id="{43952CA0-AB25-2E46-8360-97B47AC5B5A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1357" y="1730186"/>
            <a:ext cx="4669022" cy="4112681"/>
          </a:xfrm>
          <a:prstGeom prst="rect">
            <a:avLst/>
          </a:prstGeom>
          <a:noFill/>
          <a:ln>
            <a:noFill/>
          </a:ln>
        </p:spPr>
      </p:pic>
      <p:sp>
        <p:nvSpPr>
          <p:cNvPr id="6" name="矢印: 右 5">
            <a:extLst>
              <a:ext uri="{FF2B5EF4-FFF2-40B4-BE49-F238E27FC236}">
                <a16:creationId xmlns:a16="http://schemas.microsoft.com/office/drawing/2014/main" id="{8C0BA88C-F704-40C3-8D70-2774C430585E}"/>
              </a:ext>
            </a:extLst>
          </p:cNvPr>
          <p:cNvSpPr/>
          <p:nvPr/>
        </p:nvSpPr>
        <p:spPr>
          <a:xfrm>
            <a:off x="5605914" y="3054432"/>
            <a:ext cx="551695" cy="1293421"/>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10" name="テキスト ボックス 9">
            <a:extLst>
              <a:ext uri="{FF2B5EF4-FFF2-40B4-BE49-F238E27FC236}">
                <a16:creationId xmlns:a16="http://schemas.microsoft.com/office/drawing/2014/main" id="{FB69BA3E-3A60-E1FB-00CC-128AEF863B8E}"/>
              </a:ext>
            </a:extLst>
          </p:cNvPr>
          <p:cNvSpPr txBox="1"/>
          <p:nvPr/>
        </p:nvSpPr>
        <p:spPr>
          <a:xfrm>
            <a:off x="6523853" y="2915002"/>
            <a:ext cx="5118782" cy="2862322"/>
          </a:xfrm>
          <a:prstGeom prst="rect">
            <a:avLst/>
          </a:prstGeom>
          <a:noFill/>
        </p:spPr>
        <p:txBody>
          <a:bodyPr wrap="square">
            <a:spAutoFit/>
          </a:bodyPr>
          <a:lstStyle/>
          <a:p>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20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概要</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アクター</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事前条件</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メインシナリオ（メイン成功シナリオ）</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例外シナリオ、拡張シナリオ</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事後条件</a:t>
            </a:r>
            <a:endPar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endParaRPr>
          </a:p>
          <a:p>
            <a:r>
              <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rPr>
              <a:t>【UC2】</a:t>
            </a:r>
            <a:r>
              <a:rPr lang="ja-JP" altLang="en-US" sz="2000" b="1" kern="100" dirty="0">
                <a:latin typeface="游明朝" panose="02020400000000000000" pitchFamily="18" charset="-128"/>
                <a:ea typeface="游明朝" panose="02020400000000000000" pitchFamily="18" charset="-128"/>
                <a:cs typeface="Times New Roman" panose="02020603050405020304" pitchFamily="18" charset="0"/>
              </a:rPr>
              <a:t>注文を照会する</a:t>
            </a:r>
            <a:endPar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endParaRPr>
          </a:p>
          <a:p>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p>
        </p:txBody>
      </p:sp>
      <p:sp>
        <p:nvSpPr>
          <p:cNvPr id="11" name="正方形/長方形 10">
            <a:extLst>
              <a:ext uri="{FF2B5EF4-FFF2-40B4-BE49-F238E27FC236}">
                <a16:creationId xmlns:a16="http://schemas.microsoft.com/office/drawing/2014/main" id="{560A83CA-8E94-25D2-A1F1-99BE6233C69C}"/>
              </a:ext>
            </a:extLst>
          </p:cNvPr>
          <p:cNvSpPr/>
          <p:nvPr/>
        </p:nvSpPr>
        <p:spPr>
          <a:xfrm>
            <a:off x="7450020" y="1832845"/>
            <a:ext cx="3163551" cy="414794"/>
          </a:xfrm>
          <a:prstGeom prst="rect">
            <a:avLst/>
          </a:prstGeom>
          <a:ln w="28575"/>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ユースケース仕様書</a:t>
            </a:r>
          </a:p>
        </p:txBody>
      </p:sp>
      <mc:AlternateContent xmlns:mc="http://schemas.openxmlformats.org/markup-compatibility/2006" xmlns:p14="http://schemas.microsoft.com/office/powerpoint/2010/main">
        <mc:Choice Requires="p14">
          <p:contentPart p14:bwMode="auto" r:id="rId3">
            <p14:nvContentPartPr>
              <p14:cNvPr id="7" name="インク 6">
                <a:extLst>
                  <a:ext uri="{FF2B5EF4-FFF2-40B4-BE49-F238E27FC236}">
                    <a16:creationId xmlns:a16="http://schemas.microsoft.com/office/drawing/2014/main" id="{7CFD6366-7712-44CB-AEB4-17419912D116}"/>
                  </a:ext>
                </a:extLst>
              </p14:cNvPr>
              <p14:cNvContentPartPr/>
              <p14:nvPr/>
            </p14:nvContentPartPr>
            <p14:xfrm>
              <a:off x="215640" y="50760"/>
              <a:ext cx="11584800" cy="6426000"/>
            </p14:xfrm>
          </p:contentPart>
        </mc:Choice>
        <mc:Fallback xmlns="">
          <p:pic>
            <p:nvPicPr>
              <p:cNvPr id="7" name="インク 6">
                <a:extLst>
                  <a:ext uri="{FF2B5EF4-FFF2-40B4-BE49-F238E27FC236}">
                    <a16:creationId xmlns:a16="http://schemas.microsoft.com/office/drawing/2014/main" id="{7CFD6366-7712-44CB-AEB4-17419912D116}"/>
                  </a:ext>
                </a:extLst>
              </p:cNvPr>
              <p:cNvPicPr/>
              <p:nvPr/>
            </p:nvPicPr>
            <p:blipFill>
              <a:blip r:embed="rId4"/>
              <a:stretch>
                <a:fillRect/>
              </a:stretch>
            </p:blipFill>
            <p:spPr>
              <a:xfrm>
                <a:off x="206280" y="41400"/>
                <a:ext cx="11603520" cy="6444720"/>
              </a:xfrm>
              <a:prstGeom prst="rect">
                <a:avLst/>
              </a:prstGeom>
            </p:spPr>
          </p:pic>
        </mc:Fallback>
      </mc:AlternateContent>
    </p:spTree>
    <p:extLst>
      <p:ext uri="{BB962C8B-B14F-4D97-AF65-F5344CB8AC3E}">
        <p14:creationId xmlns:p14="http://schemas.microsoft.com/office/powerpoint/2010/main" val="258449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026F-7312-E0B0-58C0-8F4058B1FEC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67932C2-3CC6-5407-4632-524F1B858A84}"/>
              </a:ext>
            </a:extLst>
          </p:cNvPr>
          <p:cNvSpPr>
            <a:spLocks noGrp="1"/>
          </p:cNvSpPr>
          <p:nvPr>
            <p:ph idx="1"/>
          </p:nvPr>
        </p:nvSpPr>
        <p:spPr>
          <a:xfrm>
            <a:off x="334963" y="569368"/>
            <a:ext cx="11522076" cy="967636"/>
          </a:xfrm>
        </p:spPr>
        <p:txBody>
          <a:bodyPr>
            <a:normAutofit/>
          </a:bodyPr>
          <a:lstStyle/>
          <a:p>
            <a:r>
              <a:rPr kumimoji="1" lang="ja-JP" altLang="en-US" dirty="0"/>
              <a:t>オブジェクト指向設計の手順２</a:t>
            </a:r>
            <a:endParaRPr kumimoji="1" lang="en-US" altLang="ja-JP" dirty="0"/>
          </a:p>
          <a:p>
            <a:r>
              <a:rPr kumimoji="1" lang="ja-JP" altLang="en-US" dirty="0"/>
              <a:t>ユースケース仕様書をもとに各</a:t>
            </a:r>
            <a:r>
              <a:rPr kumimoji="1" lang="en-US" altLang="ja-JP" dirty="0"/>
              <a:t>UC</a:t>
            </a:r>
            <a:r>
              <a:rPr lang="ja-JP" altLang="en-US" dirty="0"/>
              <a:t>の</a:t>
            </a:r>
            <a:r>
              <a:rPr kumimoji="1" lang="ja-JP" altLang="en-US" dirty="0"/>
              <a:t>アクティビティ図を作成する</a:t>
            </a:r>
          </a:p>
        </p:txBody>
      </p:sp>
      <p:sp>
        <p:nvSpPr>
          <p:cNvPr id="3" name="フッター プレースホルダー 2">
            <a:extLst>
              <a:ext uri="{FF2B5EF4-FFF2-40B4-BE49-F238E27FC236}">
                <a16:creationId xmlns:a16="http://schemas.microsoft.com/office/drawing/2014/main" id="{C43D657F-3D45-F3FB-ADDB-27DE32156DD6}"/>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665A836C-DDDA-E639-72B3-2B762BB3FD4F}"/>
              </a:ext>
            </a:extLst>
          </p:cNvPr>
          <p:cNvSpPr>
            <a:spLocks noGrp="1"/>
          </p:cNvSpPr>
          <p:nvPr>
            <p:ph type="sldNum" sz="quarter" idx="12"/>
          </p:nvPr>
        </p:nvSpPr>
        <p:spPr/>
        <p:txBody>
          <a:bodyPr/>
          <a:lstStyle/>
          <a:p>
            <a:fld id="{3B09FD7E-EA79-4AC9-B47C-47EE1A48B026}" type="slidenum">
              <a:rPr kumimoji="1" lang="ja-JP" altLang="en-US" smtClean="0"/>
              <a:t>21</a:t>
            </a:fld>
            <a:endParaRPr kumimoji="1" lang="ja-JP" altLang="en-US" dirty="0"/>
          </a:p>
        </p:txBody>
      </p:sp>
      <p:sp>
        <p:nvSpPr>
          <p:cNvPr id="5" name="タイトル 4">
            <a:extLst>
              <a:ext uri="{FF2B5EF4-FFF2-40B4-BE49-F238E27FC236}">
                <a16:creationId xmlns:a16="http://schemas.microsoft.com/office/drawing/2014/main" id="{45F29F80-A29A-54A4-0695-43365C9340DC}"/>
              </a:ext>
            </a:extLst>
          </p:cNvPr>
          <p:cNvSpPr>
            <a:spLocks noGrp="1"/>
          </p:cNvSpPr>
          <p:nvPr>
            <p:ph type="title"/>
          </p:nvPr>
        </p:nvSpPr>
        <p:spPr/>
        <p:txBody>
          <a:bodyPr/>
          <a:lstStyle/>
          <a:p>
            <a:r>
              <a:rPr kumimoji="1" lang="ja-JP" altLang="en-US" dirty="0"/>
              <a:t>要件定義とオブジェクト指向分析・設計・プログラミング</a:t>
            </a:r>
          </a:p>
        </p:txBody>
      </p:sp>
      <p:sp>
        <p:nvSpPr>
          <p:cNvPr id="10" name="テキスト ボックス 9">
            <a:extLst>
              <a:ext uri="{FF2B5EF4-FFF2-40B4-BE49-F238E27FC236}">
                <a16:creationId xmlns:a16="http://schemas.microsoft.com/office/drawing/2014/main" id="{51253759-A07C-854B-4B9F-7D4DB1192A82}"/>
              </a:ext>
            </a:extLst>
          </p:cNvPr>
          <p:cNvSpPr txBox="1"/>
          <p:nvPr/>
        </p:nvSpPr>
        <p:spPr>
          <a:xfrm>
            <a:off x="645567" y="2498581"/>
            <a:ext cx="5118782" cy="2862322"/>
          </a:xfrm>
          <a:prstGeom prst="rect">
            <a:avLst/>
          </a:prstGeom>
          <a:noFill/>
        </p:spPr>
        <p:txBody>
          <a:bodyPr wrap="square">
            <a:spAutoFit/>
          </a:bodyPr>
          <a:lstStyle/>
          <a:p>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20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概要</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アクター</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事前条件</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メインシナリオ（メイン成功シナリオ）</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例外シナリオ、拡張シナリオ</a:t>
            </a:r>
          </a:p>
          <a:p>
            <a:pPr marL="228600" indent="-228600">
              <a:buFont typeface="游明朝" panose="02020400000000000000" pitchFamily="18" charset="-128"/>
              <a:buChar char="・"/>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事後条件</a:t>
            </a:r>
            <a:endPar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endParaRPr>
          </a:p>
          <a:p>
            <a:r>
              <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rPr>
              <a:t>【UC2】</a:t>
            </a:r>
            <a:r>
              <a:rPr lang="ja-JP" altLang="en-US" sz="2000" b="1" kern="100" dirty="0">
                <a:latin typeface="游明朝" panose="02020400000000000000" pitchFamily="18" charset="-128"/>
                <a:ea typeface="游明朝" panose="02020400000000000000" pitchFamily="18" charset="-128"/>
                <a:cs typeface="Times New Roman" panose="02020603050405020304" pitchFamily="18" charset="0"/>
              </a:rPr>
              <a:t>注文を照会する</a:t>
            </a:r>
            <a:endParaRPr lang="en-US" altLang="ja-JP" sz="2000" b="1" kern="100" dirty="0">
              <a:latin typeface="游明朝" panose="02020400000000000000" pitchFamily="18" charset="-128"/>
              <a:ea typeface="游明朝" panose="02020400000000000000" pitchFamily="18" charset="-128"/>
              <a:cs typeface="Times New Roman" panose="02020603050405020304" pitchFamily="18" charset="0"/>
            </a:endParaRPr>
          </a:p>
          <a:p>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a:t>
            </a:r>
          </a:p>
        </p:txBody>
      </p:sp>
      <p:sp>
        <p:nvSpPr>
          <p:cNvPr id="11" name="正方形/長方形 10">
            <a:extLst>
              <a:ext uri="{FF2B5EF4-FFF2-40B4-BE49-F238E27FC236}">
                <a16:creationId xmlns:a16="http://schemas.microsoft.com/office/drawing/2014/main" id="{FD4041ED-0161-A0C7-DFDC-23677F7CDD94}"/>
              </a:ext>
            </a:extLst>
          </p:cNvPr>
          <p:cNvSpPr/>
          <p:nvPr/>
        </p:nvSpPr>
        <p:spPr>
          <a:xfrm>
            <a:off x="1517306" y="1918611"/>
            <a:ext cx="3163551" cy="414794"/>
          </a:xfrm>
          <a:prstGeom prst="rect">
            <a:avLst/>
          </a:prstGeom>
          <a:ln w="28575"/>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ctr">
              <a:lnSpc>
                <a:spcPct val="110000"/>
              </a:lnSpc>
              <a:spcAft>
                <a:spcPts val="500"/>
              </a:spcAft>
            </a:pPr>
            <a:r>
              <a:rPr kumimoji="1" lang="ja-JP" altLang="en-US" sz="2000" dirty="0">
                <a:solidFill>
                  <a:srgbClr val="000000"/>
                </a:solidFill>
                <a:latin typeface="Arial" panose="020B0604020202020204" pitchFamily="34" charset="0"/>
              </a:rPr>
              <a:t>ユースケース仕様書</a:t>
            </a:r>
          </a:p>
        </p:txBody>
      </p:sp>
      <p:pic>
        <p:nvPicPr>
          <p:cNvPr id="9" name="図 8">
            <a:extLst>
              <a:ext uri="{FF2B5EF4-FFF2-40B4-BE49-F238E27FC236}">
                <a16:creationId xmlns:a16="http://schemas.microsoft.com/office/drawing/2014/main" id="{AF9E5086-1BFE-642D-9CC2-9B5C71B52787}"/>
              </a:ext>
            </a:extLst>
          </p:cNvPr>
          <p:cNvPicPr>
            <a:picLocks noChangeAspect="1"/>
          </p:cNvPicPr>
          <p:nvPr/>
        </p:nvPicPr>
        <p:blipFill>
          <a:blip r:embed="rId2"/>
          <a:stretch>
            <a:fillRect/>
          </a:stretch>
        </p:blipFill>
        <p:spPr>
          <a:xfrm>
            <a:off x="7216636" y="2116018"/>
            <a:ext cx="3458058" cy="3886742"/>
          </a:xfrm>
          <a:prstGeom prst="rect">
            <a:avLst/>
          </a:prstGeom>
        </p:spPr>
      </p:pic>
      <p:sp>
        <p:nvSpPr>
          <p:cNvPr id="13" name="テキスト ボックス 12">
            <a:extLst>
              <a:ext uri="{FF2B5EF4-FFF2-40B4-BE49-F238E27FC236}">
                <a16:creationId xmlns:a16="http://schemas.microsoft.com/office/drawing/2014/main" id="{F65C5DA7-A0FA-13EC-1A74-313C0F0EE90C}"/>
              </a:ext>
            </a:extLst>
          </p:cNvPr>
          <p:cNvSpPr txBox="1"/>
          <p:nvPr/>
        </p:nvSpPr>
        <p:spPr>
          <a:xfrm>
            <a:off x="7511145" y="1807685"/>
            <a:ext cx="2928255" cy="369332"/>
          </a:xfrm>
          <a:prstGeom prst="rect">
            <a:avLst/>
          </a:prstGeom>
          <a:noFill/>
        </p:spPr>
        <p:txBody>
          <a:bodyPr wrap="square">
            <a:spAutoFit/>
          </a:bodyPr>
          <a:lstStyle/>
          <a:p>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18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14" name="矢印: 右 13">
            <a:extLst>
              <a:ext uri="{FF2B5EF4-FFF2-40B4-BE49-F238E27FC236}">
                <a16:creationId xmlns:a16="http://schemas.microsoft.com/office/drawing/2014/main" id="{9AE47252-1DD7-0393-8E35-B323E9F40776}"/>
              </a:ext>
            </a:extLst>
          </p:cNvPr>
          <p:cNvSpPr/>
          <p:nvPr/>
        </p:nvSpPr>
        <p:spPr>
          <a:xfrm>
            <a:off x="5672899" y="3283032"/>
            <a:ext cx="551695" cy="1293421"/>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インク 5">
                <a:extLst>
                  <a:ext uri="{FF2B5EF4-FFF2-40B4-BE49-F238E27FC236}">
                    <a16:creationId xmlns:a16="http://schemas.microsoft.com/office/drawing/2014/main" id="{28E09381-7CFF-4C8C-81A0-19DDDE6635EC}"/>
                  </a:ext>
                </a:extLst>
              </p14:cNvPr>
              <p14:cNvContentPartPr/>
              <p14:nvPr/>
            </p14:nvContentPartPr>
            <p14:xfrm>
              <a:off x="317880" y="414360"/>
              <a:ext cx="11606040" cy="5670360"/>
            </p14:xfrm>
          </p:contentPart>
        </mc:Choice>
        <mc:Fallback xmlns="">
          <p:pic>
            <p:nvPicPr>
              <p:cNvPr id="6" name="インク 5">
                <a:extLst>
                  <a:ext uri="{FF2B5EF4-FFF2-40B4-BE49-F238E27FC236}">
                    <a16:creationId xmlns:a16="http://schemas.microsoft.com/office/drawing/2014/main" id="{28E09381-7CFF-4C8C-81A0-19DDDE6635EC}"/>
                  </a:ext>
                </a:extLst>
              </p:cNvPr>
              <p:cNvPicPr/>
              <p:nvPr/>
            </p:nvPicPr>
            <p:blipFill>
              <a:blip r:embed="rId4"/>
              <a:stretch>
                <a:fillRect/>
              </a:stretch>
            </p:blipFill>
            <p:spPr>
              <a:xfrm>
                <a:off x="308520" y="405000"/>
                <a:ext cx="11624760" cy="5689080"/>
              </a:xfrm>
              <a:prstGeom prst="rect">
                <a:avLst/>
              </a:prstGeom>
            </p:spPr>
          </p:pic>
        </mc:Fallback>
      </mc:AlternateContent>
    </p:spTree>
    <p:extLst>
      <p:ext uri="{BB962C8B-B14F-4D97-AF65-F5344CB8AC3E}">
        <p14:creationId xmlns:p14="http://schemas.microsoft.com/office/powerpoint/2010/main" val="311812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540D-1362-BE05-7AD6-213C691BEA8F}"/>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60801B6-427A-74D0-8507-C1C9454D75C7}"/>
              </a:ext>
            </a:extLst>
          </p:cNvPr>
          <p:cNvSpPr>
            <a:spLocks noGrp="1"/>
          </p:cNvSpPr>
          <p:nvPr>
            <p:ph idx="1"/>
          </p:nvPr>
        </p:nvSpPr>
        <p:spPr>
          <a:xfrm>
            <a:off x="334963" y="569368"/>
            <a:ext cx="11522076" cy="967636"/>
          </a:xfrm>
        </p:spPr>
        <p:txBody>
          <a:bodyPr>
            <a:normAutofit/>
          </a:bodyPr>
          <a:lstStyle/>
          <a:p>
            <a:r>
              <a:rPr kumimoji="1" lang="ja-JP" altLang="en-US" dirty="0"/>
              <a:t>オブジェクト指向設計の手順３</a:t>
            </a:r>
            <a:endParaRPr kumimoji="1" lang="en-US" altLang="ja-JP" dirty="0"/>
          </a:p>
          <a:p>
            <a:r>
              <a:rPr kumimoji="1" lang="ja-JP" altLang="en-US" dirty="0"/>
              <a:t>ユースケース仕様書・アクティビティ図からクラス図を作成する</a:t>
            </a:r>
          </a:p>
        </p:txBody>
      </p:sp>
      <p:sp>
        <p:nvSpPr>
          <p:cNvPr id="3" name="フッター プレースホルダー 2">
            <a:extLst>
              <a:ext uri="{FF2B5EF4-FFF2-40B4-BE49-F238E27FC236}">
                <a16:creationId xmlns:a16="http://schemas.microsoft.com/office/drawing/2014/main" id="{F5A601B8-785F-CEC2-BDE1-29E0507B2370}"/>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48B43AB4-8125-A3E4-62EE-5EB4303B6020}"/>
              </a:ext>
            </a:extLst>
          </p:cNvPr>
          <p:cNvSpPr>
            <a:spLocks noGrp="1"/>
          </p:cNvSpPr>
          <p:nvPr>
            <p:ph type="sldNum" sz="quarter" idx="12"/>
          </p:nvPr>
        </p:nvSpPr>
        <p:spPr/>
        <p:txBody>
          <a:bodyPr/>
          <a:lstStyle/>
          <a:p>
            <a:fld id="{3B09FD7E-EA79-4AC9-B47C-47EE1A48B026}" type="slidenum">
              <a:rPr kumimoji="1" lang="ja-JP" altLang="en-US" smtClean="0"/>
              <a:t>22</a:t>
            </a:fld>
            <a:endParaRPr kumimoji="1" lang="ja-JP" altLang="en-US" dirty="0"/>
          </a:p>
        </p:txBody>
      </p:sp>
      <p:sp>
        <p:nvSpPr>
          <p:cNvPr id="5" name="タイトル 4">
            <a:extLst>
              <a:ext uri="{FF2B5EF4-FFF2-40B4-BE49-F238E27FC236}">
                <a16:creationId xmlns:a16="http://schemas.microsoft.com/office/drawing/2014/main" id="{C2D5FEF3-74AD-983E-3B6D-0122EA1DAA9F}"/>
              </a:ext>
            </a:extLst>
          </p:cNvPr>
          <p:cNvSpPr>
            <a:spLocks noGrp="1"/>
          </p:cNvSpPr>
          <p:nvPr>
            <p:ph type="title"/>
          </p:nvPr>
        </p:nvSpPr>
        <p:spPr/>
        <p:txBody>
          <a:bodyPr/>
          <a:lstStyle/>
          <a:p>
            <a:r>
              <a:rPr kumimoji="1" lang="ja-JP" altLang="en-US" dirty="0"/>
              <a:t>要件定義とオブジェクト指向分析・設計・プログラミング</a:t>
            </a:r>
          </a:p>
        </p:txBody>
      </p:sp>
      <p:pic>
        <p:nvPicPr>
          <p:cNvPr id="9" name="図 8">
            <a:extLst>
              <a:ext uri="{FF2B5EF4-FFF2-40B4-BE49-F238E27FC236}">
                <a16:creationId xmlns:a16="http://schemas.microsoft.com/office/drawing/2014/main" id="{80E24819-C15F-5D3B-BC64-BFE6A8669C02}"/>
              </a:ext>
            </a:extLst>
          </p:cNvPr>
          <p:cNvPicPr>
            <a:picLocks noChangeAspect="1"/>
          </p:cNvPicPr>
          <p:nvPr/>
        </p:nvPicPr>
        <p:blipFill>
          <a:blip r:embed="rId2"/>
          <a:stretch>
            <a:fillRect/>
          </a:stretch>
        </p:blipFill>
        <p:spPr>
          <a:xfrm>
            <a:off x="993473" y="2050704"/>
            <a:ext cx="3458058" cy="3886742"/>
          </a:xfrm>
          <a:prstGeom prst="rect">
            <a:avLst/>
          </a:prstGeom>
        </p:spPr>
      </p:pic>
      <p:sp>
        <p:nvSpPr>
          <p:cNvPr id="13" name="テキスト ボックス 12">
            <a:extLst>
              <a:ext uri="{FF2B5EF4-FFF2-40B4-BE49-F238E27FC236}">
                <a16:creationId xmlns:a16="http://schemas.microsoft.com/office/drawing/2014/main" id="{B3A92A76-C625-BA5A-8B95-82F7A64464E1}"/>
              </a:ext>
            </a:extLst>
          </p:cNvPr>
          <p:cNvSpPr txBox="1"/>
          <p:nvPr/>
        </p:nvSpPr>
        <p:spPr>
          <a:xfrm>
            <a:off x="1287982" y="1742371"/>
            <a:ext cx="2928255" cy="369332"/>
          </a:xfrm>
          <a:prstGeom prst="rect">
            <a:avLst/>
          </a:prstGeom>
          <a:noFill/>
        </p:spPr>
        <p:txBody>
          <a:bodyPr wrap="square">
            <a:spAutoFit/>
          </a:bodyPr>
          <a:lstStyle/>
          <a:p>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18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pic>
        <p:nvPicPr>
          <p:cNvPr id="1026" name="Picture 2">
            <a:extLst>
              <a:ext uri="{FF2B5EF4-FFF2-40B4-BE49-F238E27FC236}">
                <a16:creationId xmlns:a16="http://schemas.microsoft.com/office/drawing/2014/main" id="{EFDFF158-61CA-33AD-2603-DF5211EA3E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1943" y="2111703"/>
            <a:ext cx="4733925"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1DABEBE3-6152-F40D-F56C-0C65E258F8BD}"/>
              </a:ext>
            </a:extLst>
          </p:cNvPr>
          <p:cNvSpPr txBox="1"/>
          <p:nvPr/>
        </p:nvSpPr>
        <p:spPr>
          <a:xfrm>
            <a:off x="6998834" y="1742371"/>
            <a:ext cx="2928255" cy="369332"/>
          </a:xfrm>
          <a:prstGeom prst="rect">
            <a:avLst/>
          </a:prstGeom>
          <a:noFill/>
        </p:spPr>
        <p:txBody>
          <a:bodyPr wrap="square">
            <a:spAutoFit/>
          </a:bodyPr>
          <a:lstStyle/>
          <a:p>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18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7" name="矢印: 右 6">
            <a:extLst>
              <a:ext uri="{FF2B5EF4-FFF2-40B4-BE49-F238E27FC236}">
                <a16:creationId xmlns:a16="http://schemas.microsoft.com/office/drawing/2014/main" id="{F5CB2099-1D28-E0AC-1006-F0DC8D13BC32}"/>
              </a:ext>
            </a:extLst>
          </p:cNvPr>
          <p:cNvSpPr/>
          <p:nvPr/>
        </p:nvSpPr>
        <p:spPr>
          <a:xfrm>
            <a:off x="5173487" y="3228604"/>
            <a:ext cx="551695" cy="1293421"/>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8" name="インク 7">
                <a:extLst>
                  <a:ext uri="{FF2B5EF4-FFF2-40B4-BE49-F238E27FC236}">
                    <a16:creationId xmlns:a16="http://schemas.microsoft.com/office/drawing/2014/main" id="{388D5E25-A33B-4A98-A2F4-56E58AFDBE8B}"/>
                  </a:ext>
                </a:extLst>
              </p14:cNvPr>
              <p14:cNvContentPartPr/>
              <p14:nvPr/>
            </p14:nvContentPartPr>
            <p14:xfrm>
              <a:off x="6888600" y="2036520"/>
              <a:ext cx="3982320" cy="4138560"/>
            </p14:xfrm>
          </p:contentPart>
        </mc:Choice>
        <mc:Fallback xmlns="">
          <p:pic>
            <p:nvPicPr>
              <p:cNvPr id="8" name="インク 7">
                <a:extLst>
                  <a:ext uri="{FF2B5EF4-FFF2-40B4-BE49-F238E27FC236}">
                    <a16:creationId xmlns:a16="http://schemas.microsoft.com/office/drawing/2014/main" id="{388D5E25-A33B-4A98-A2F4-56E58AFDBE8B}"/>
                  </a:ext>
                </a:extLst>
              </p:cNvPr>
              <p:cNvPicPr/>
              <p:nvPr/>
            </p:nvPicPr>
            <p:blipFill>
              <a:blip r:embed="rId5"/>
              <a:stretch>
                <a:fillRect/>
              </a:stretch>
            </p:blipFill>
            <p:spPr>
              <a:xfrm>
                <a:off x="6872760" y="1973160"/>
                <a:ext cx="4013640" cy="4265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インク 9">
                <a:extLst>
                  <a:ext uri="{FF2B5EF4-FFF2-40B4-BE49-F238E27FC236}">
                    <a16:creationId xmlns:a16="http://schemas.microsoft.com/office/drawing/2014/main" id="{A751CEBB-B201-43BD-8AC8-9D92795C7FA0}"/>
                  </a:ext>
                </a:extLst>
              </p14:cNvPr>
              <p14:cNvContentPartPr/>
              <p14:nvPr/>
            </p14:nvContentPartPr>
            <p14:xfrm>
              <a:off x="1171440" y="645840"/>
              <a:ext cx="9782280" cy="5881320"/>
            </p14:xfrm>
          </p:contentPart>
        </mc:Choice>
        <mc:Fallback xmlns="">
          <p:pic>
            <p:nvPicPr>
              <p:cNvPr id="10" name="インク 9">
                <a:extLst>
                  <a:ext uri="{FF2B5EF4-FFF2-40B4-BE49-F238E27FC236}">
                    <a16:creationId xmlns:a16="http://schemas.microsoft.com/office/drawing/2014/main" id="{A751CEBB-B201-43BD-8AC8-9D92795C7FA0}"/>
                  </a:ext>
                </a:extLst>
              </p:cNvPr>
              <p:cNvPicPr/>
              <p:nvPr/>
            </p:nvPicPr>
            <p:blipFill>
              <a:blip r:embed="rId7"/>
              <a:stretch>
                <a:fillRect/>
              </a:stretch>
            </p:blipFill>
            <p:spPr>
              <a:xfrm>
                <a:off x="1162080" y="636480"/>
                <a:ext cx="9801000" cy="5900040"/>
              </a:xfrm>
              <a:prstGeom prst="rect">
                <a:avLst/>
              </a:prstGeom>
            </p:spPr>
          </p:pic>
        </mc:Fallback>
      </mc:AlternateContent>
    </p:spTree>
    <p:extLst>
      <p:ext uri="{BB962C8B-B14F-4D97-AF65-F5344CB8AC3E}">
        <p14:creationId xmlns:p14="http://schemas.microsoft.com/office/powerpoint/2010/main" val="3815535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41C9-8817-7A4D-8A18-6455996DA4F4}"/>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E390FA6-1357-854A-DFF4-108C6A81DB45}"/>
              </a:ext>
            </a:extLst>
          </p:cNvPr>
          <p:cNvSpPr>
            <a:spLocks noGrp="1"/>
          </p:cNvSpPr>
          <p:nvPr>
            <p:ph idx="1"/>
          </p:nvPr>
        </p:nvSpPr>
        <p:spPr>
          <a:xfrm>
            <a:off x="334963" y="569368"/>
            <a:ext cx="11522076" cy="967636"/>
          </a:xfrm>
        </p:spPr>
        <p:txBody>
          <a:bodyPr>
            <a:normAutofit/>
          </a:bodyPr>
          <a:lstStyle/>
          <a:p>
            <a:r>
              <a:rPr kumimoji="1" lang="ja-JP" altLang="en-US" dirty="0"/>
              <a:t>オブジェクト指向設計の手順３</a:t>
            </a:r>
            <a:endParaRPr kumimoji="1" lang="en-US" altLang="ja-JP" dirty="0"/>
          </a:p>
          <a:p>
            <a:r>
              <a:rPr kumimoji="1" lang="ja-JP" altLang="en-US" dirty="0"/>
              <a:t>ユースケース仕様書・アクティビティ図からクラス図を作成する</a:t>
            </a:r>
          </a:p>
        </p:txBody>
      </p:sp>
      <p:sp>
        <p:nvSpPr>
          <p:cNvPr id="3" name="フッター プレースホルダー 2">
            <a:extLst>
              <a:ext uri="{FF2B5EF4-FFF2-40B4-BE49-F238E27FC236}">
                <a16:creationId xmlns:a16="http://schemas.microsoft.com/office/drawing/2014/main" id="{4243E9A1-BBF2-8C02-E5EE-E50462687634}"/>
              </a:ext>
            </a:extLst>
          </p:cNvPr>
          <p:cNvSpPr>
            <a:spLocks noGrp="1"/>
          </p:cNvSpPr>
          <p:nvPr>
            <p:ph type="ftr" sz="quarter" idx="11"/>
          </p:nvPr>
        </p:nvSpPr>
        <p:spPr/>
        <p:txBody>
          <a:bodyPr/>
          <a:lstStyle/>
          <a:p>
            <a:r>
              <a:rPr lang="en-US" altLang="ja-JP"/>
              <a:t>ICHIBAN SIMPLE template</a:t>
            </a:r>
            <a:endParaRPr kumimoji="1" lang="ja-JP" altLang="en-US" dirty="0"/>
          </a:p>
        </p:txBody>
      </p:sp>
      <p:sp>
        <p:nvSpPr>
          <p:cNvPr id="4" name="スライド番号プレースホルダー 3">
            <a:extLst>
              <a:ext uri="{FF2B5EF4-FFF2-40B4-BE49-F238E27FC236}">
                <a16:creationId xmlns:a16="http://schemas.microsoft.com/office/drawing/2014/main" id="{42DE72B1-137A-8261-F1FA-E27E48F83AD0}"/>
              </a:ext>
            </a:extLst>
          </p:cNvPr>
          <p:cNvSpPr>
            <a:spLocks noGrp="1"/>
          </p:cNvSpPr>
          <p:nvPr>
            <p:ph type="sldNum" sz="quarter" idx="12"/>
          </p:nvPr>
        </p:nvSpPr>
        <p:spPr/>
        <p:txBody>
          <a:bodyPr/>
          <a:lstStyle/>
          <a:p>
            <a:fld id="{3B09FD7E-EA79-4AC9-B47C-47EE1A48B026}" type="slidenum">
              <a:rPr kumimoji="1" lang="ja-JP" altLang="en-US" smtClean="0"/>
              <a:t>23</a:t>
            </a:fld>
            <a:endParaRPr kumimoji="1" lang="ja-JP" altLang="en-US" dirty="0"/>
          </a:p>
        </p:txBody>
      </p:sp>
      <p:sp>
        <p:nvSpPr>
          <p:cNvPr id="5" name="タイトル 4">
            <a:extLst>
              <a:ext uri="{FF2B5EF4-FFF2-40B4-BE49-F238E27FC236}">
                <a16:creationId xmlns:a16="http://schemas.microsoft.com/office/drawing/2014/main" id="{D6EF29E8-390A-D3BB-6352-EB368ACAC52B}"/>
              </a:ext>
            </a:extLst>
          </p:cNvPr>
          <p:cNvSpPr>
            <a:spLocks noGrp="1"/>
          </p:cNvSpPr>
          <p:nvPr>
            <p:ph type="title"/>
          </p:nvPr>
        </p:nvSpPr>
        <p:spPr/>
        <p:txBody>
          <a:bodyPr/>
          <a:lstStyle/>
          <a:p>
            <a:r>
              <a:rPr kumimoji="1" lang="ja-JP" altLang="en-US" dirty="0"/>
              <a:t>要件定義とオブジェクト指向分析・設計・プログラミング</a:t>
            </a:r>
          </a:p>
        </p:txBody>
      </p:sp>
      <p:pic>
        <p:nvPicPr>
          <p:cNvPr id="1026" name="Picture 2">
            <a:extLst>
              <a:ext uri="{FF2B5EF4-FFF2-40B4-BE49-F238E27FC236}">
                <a16:creationId xmlns:a16="http://schemas.microsoft.com/office/drawing/2014/main" id="{04887B7D-EC75-E455-86D8-E7EE099D3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3" y="2020857"/>
            <a:ext cx="4733925"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EC9D9543-4B4C-B716-E16C-AB36189DC109}"/>
              </a:ext>
            </a:extLst>
          </p:cNvPr>
          <p:cNvSpPr txBox="1"/>
          <p:nvPr/>
        </p:nvSpPr>
        <p:spPr>
          <a:xfrm>
            <a:off x="1041854" y="1651525"/>
            <a:ext cx="2928255" cy="369332"/>
          </a:xfrm>
          <a:prstGeom prst="rect">
            <a:avLst/>
          </a:prstGeom>
          <a:noFill/>
        </p:spPr>
        <p:txBody>
          <a:bodyPr wrap="square">
            <a:spAutoFit/>
          </a:bodyPr>
          <a:lstStyle/>
          <a:p>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b="1" kern="100" dirty="0">
                <a:latin typeface="游明朝" panose="02020400000000000000" pitchFamily="18" charset="-128"/>
                <a:ea typeface="游明朝" panose="02020400000000000000" pitchFamily="18" charset="-128"/>
                <a:cs typeface="Times New Roman" panose="02020603050405020304" pitchFamily="18" charset="0"/>
              </a:rPr>
              <a:t>UC1</a:t>
            </a:r>
            <a:r>
              <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en-US" sz="1800" b="1" kern="100" dirty="0">
                <a:effectLst/>
                <a:latin typeface="游明朝" panose="02020400000000000000" pitchFamily="18" charset="-128"/>
                <a:ea typeface="游明朝" panose="02020400000000000000" pitchFamily="18" charset="-128"/>
                <a:cs typeface="Times New Roman" panose="02020603050405020304" pitchFamily="18" charset="0"/>
              </a:rPr>
              <a:t>注文を登録する</a:t>
            </a:r>
            <a:endParaRPr lang="en-US" altLang="ja-JP" sz="1800" b="1"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pic>
        <p:nvPicPr>
          <p:cNvPr id="3074" name="Picture 2">
            <a:extLst>
              <a:ext uri="{FF2B5EF4-FFF2-40B4-BE49-F238E27FC236}">
                <a16:creationId xmlns:a16="http://schemas.microsoft.com/office/drawing/2014/main" id="{92912E5F-18D7-D45F-485B-D4B95DDAD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779" y="1537004"/>
            <a:ext cx="5740480" cy="4751628"/>
          </a:xfrm>
          <a:prstGeom prst="rect">
            <a:avLst/>
          </a:prstGeom>
          <a:noFill/>
          <a:extLst>
            <a:ext uri="{909E8E84-426E-40DD-AFC4-6F175D3DCCD1}">
              <a14:hiddenFill xmlns:a14="http://schemas.microsoft.com/office/drawing/2010/main">
                <a:solidFill>
                  <a:srgbClr val="FFFFFF"/>
                </a:solidFill>
              </a14:hiddenFill>
            </a:ext>
          </a:extLst>
        </p:spPr>
      </p:pic>
      <p:sp>
        <p:nvSpPr>
          <p:cNvPr id="8" name="矢印: 右 7">
            <a:extLst>
              <a:ext uri="{FF2B5EF4-FFF2-40B4-BE49-F238E27FC236}">
                <a16:creationId xmlns:a16="http://schemas.microsoft.com/office/drawing/2014/main" id="{E0807AD5-A223-2C8B-4FE1-8325E1AF31EE}"/>
              </a:ext>
            </a:extLst>
          </p:cNvPr>
          <p:cNvSpPr/>
          <p:nvPr/>
        </p:nvSpPr>
        <p:spPr>
          <a:xfrm>
            <a:off x="5173487" y="3228604"/>
            <a:ext cx="551695" cy="1293421"/>
          </a:xfrm>
          <a:prstGeom prst="rightArrow">
            <a:avLst/>
          </a:prstGeom>
          <a:ln/>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7" name="インク 6">
                <a:extLst>
                  <a:ext uri="{FF2B5EF4-FFF2-40B4-BE49-F238E27FC236}">
                    <a16:creationId xmlns:a16="http://schemas.microsoft.com/office/drawing/2014/main" id="{8034B631-2BCE-4D15-87B4-8FD33CF6039B}"/>
                  </a:ext>
                </a:extLst>
              </p14:cNvPr>
              <p14:cNvContentPartPr/>
              <p14:nvPr/>
            </p14:nvContentPartPr>
            <p14:xfrm>
              <a:off x="1608120" y="349200"/>
              <a:ext cx="9433440" cy="6119640"/>
            </p14:xfrm>
          </p:contentPart>
        </mc:Choice>
        <mc:Fallback xmlns="">
          <p:pic>
            <p:nvPicPr>
              <p:cNvPr id="7" name="インク 6">
                <a:extLst>
                  <a:ext uri="{FF2B5EF4-FFF2-40B4-BE49-F238E27FC236}">
                    <a16:creationId xmlns:a16="http://schemas.microsoft.com/office/drawing/2014/main" id="{8034B631-2BCE-4D15-87B4-8FD33CF6039B}"/>
                  </a:ext>
                </a:extLst>
              </p:cNvPr>
              <p:cNvPicPr/>
              <p:nvPr/>
            </p:nvPicPr>
            <p:blipFill>
              <a:blip r:embed="rId5"/>
              <a:stretch>
                <a:fillRect/>
              </a:stretch>
            </p:blipFill>
            <p:spPr>
              <a:xfrm>
                <a:off x="1598760" y="339840"/>
                <a:ext cx="9452160" cy="6138360"/>
              </a:xfrm>
              <a:prstGeom prst="rect">
                <a:avLst/>
              </a:prstGeom>
            </p:spPr>
          </p:pic>
        </mc:Fallback>
      </mc:AlternateContent>
    </p:spTree>
    <p:extLst>
      <p:ext uri="{BB962C8B-B14F-4D97-AF65-F5344CB8AC3E}">
        <p14:creationId xmlns:p14="http://schemas.microsoft.com/office/powerpoint/2010/main" val="1282925313"/>
      </p:ext>
    </p:extLst>
  </p:cSld>
  <p:clrMapOvr>
    <a:masterClrMapping/>
  </p:clrMapOvr>
</p:sld>
</file>

<file path=ppt/theme/theme1.xml><?xml version="1.0" encoding="utf-8"?>
<a:theme xmlns:a="http://schemas.openxmlformats.org/drawingml/2006/main" name="Xテーマ">
  <a:themeElements>
    <a:clrScheme name="ユーザー定義 1">
      <a:dk1>
        <a:sysClr val="windowText" lastClr="000000"/>
      </a:dk1>
      <a:lt1>
        <a:sysClr val="window" lastClr="FFFFFF"/>
      </a:lt1>
      <a:dk2>
        <a:srgbClr val="70B437"/>
      </a:dk2>
      <a:lt2>
        <a:srgbClr val="E7E6E6"/>
      </a:lt2>
      <a:accent1>
        <a:srgbClr val="C3D60B"/>
      </a:accent1>
      <a:accent2>
        <a:srgbClr val="0079C2"/>
      </a:accent2>
      <a:accent3>
        <a:srgbClr val="5DB6E7"/>
      </a:accent3>
      <a:accent4>
        <a:srgbClr val="FFC000"/>
      </a:accent4>
      <a:accent5>
        <a:srgbClr val="176871"/>
      </a:accent5>
      <a:accent6>
        <a:srgbClr val="F27750"/>
      </a:accent6>
      <a:hlink>
        <a:srgbClr val="0563C1"/>
      </a:hlink>
      <a:folHlink>
        <a:srgbClr val="954F72"/>
      </a:folHlink>
    </a:clrScheme>
    <a:fontScheme name="ユーザー定義 3">
      <a:majorFont>
        <a:latin typeface="Arial"/>
        <a:ea typeface="游ゴシック Bold"/>
        <a:cs typeface=""/>
      </a:majorFont>
      <a:minorFont>
        <a:latin typeface="Arial"/>
        <a:ea typeface="游ゴシック 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t">
        <a:spAutoFit/>
      </a:bodyPr>
      <a:lstStyle>
        <a:defPPr marL="144000" indent="-144000" algn="l">
          <a:lnSpc>
            <a:spcPct val="110000"/>
          </a:lnSpc>
          <a:spcAft>
            <a:spcPts val="500"/>
          </a:spcAft>
          <a:buFont typeface="Arial" panose="020B0604020202020204" pitchFamily="34" charset="0"/>
          <a:buChar char="•"/>
          <a:defRPr sz="1200" dirty="0">
            <a:solidFill>
              <a:srgbClr val="000000"/>
            </a:solidFill>
            <a:latin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プレゼンテーション1" id="{2E2C0595-E47A-4072-8EF5-4FB31759DD55}" vid="{8E82AA9C-B2AA-4EBF-BE83-590FCDA0E53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基本のテンプレート2</Template>
  <TotalTime>1016</TotalTime>
  <Words>1245</Words>
  <Application>Microsoft Office PowerPoint</Application>
  <PresentationFormat>ワイド画面</PresentationFormat>
  <Paragraphs>215</Paragraphs>
  <Slides>23</Slides>
  <Notes>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Yu Gothic UI</vt:lpstr>
      <vt:lpstr>游ゴシック</vt:lpstr>
      <vt:lpstr>游明朝</vt:lpstr>
      <vt:lpstr>Arial</vt:lpstr>
      <vt:lpstr>Xテーマ</vt:lpstr>
      <vt:lpstr>なぜオブジェクト指向 プログラミングを学んだのか。</vt:lpstr>
      <vt:lpstr>目次</vt:lpstr>
      <vt:lpstr>システム開発の流れ めちゃくちゃざっくり見ていく</vt:lpstr>
      <vt:lpstr>システム開発の流れ</vt:lpstr>
      <vt:lpstr>システム開発の流れ</vt:lpstr>
      <vt:lpstr>システム開発の流れ</vt:lpstr>
      <vt:lpstr>システム開発の流れ</vt:lpstr>
      <vt:lpstr>システム開発の流れ</vt:lpstr>
      <vt:lpstr>システム開発の流れ</vt:lpstr>
      <vt:lpstr>システム開発の流れ</vt:lpstr>
      <vt:lpstr>システム開発の流れ</vt:lpstr>
      <vt:lpstr>システム開発の流れ</vt:lpstr>
      <vt:lpstr>システム開発の流れ</vt:lpstr>
      <vt:lpstr>オブジェクト指向 分析・設計・プログラミング</vt:lpstr>
      <vt:lpstr>PowerPoint プレゼンテーション</vt:lpstr>
      <vt:lpstr>要件定義とオブジェクト指向分析・設計・プログラミング</vt:lpstr>
      <vt:lpstr>要件定義とオブジェクト指向分析・設計・プログラミング</vt:lpstr>
      <vt:lpstr>要件定義とオブジェクト指向分析・設計・プログラミング</vt:lpstr>
      <vt:lpstr>要件定義とオブジェクト指向分析・設計・プログラミング</vt:lpstr>
      <vt:lpstr>要件定義とオブジェクト指向分析・設計・プログラミング</vt:lpstr>
      <vt:lpstr>要件定義とオブジェクト指向分析・設計・プログラミング</vt:lpstr>
      <vt:lpstr>要件定義とオブジェクト指向分析・設計・プログラミング</vt:lpstr>
      <vt:lpstr>要件定義とオブジェクト指向分析・設計・プログラミング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Mugi.pptx</dc:creator>
  <cp:lastModifiedBy>万桜 伊藤</cp:lastModifiedBy>
  <cp:revision>23</cp:revision>
  <dcterms:created xsi:type="dcterms:W3CDTF">2024-05-07T10:06:11Z</dcterms:created>
  <dcterms:modified xsi:type="dcterms:W3CDTF">2026-04-12T00:18:13Z</dcterms:modified>
</cp:coreProperties>
</file>